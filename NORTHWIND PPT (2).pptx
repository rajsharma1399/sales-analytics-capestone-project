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41" r:id="rId20"/>
    <p:sldId id="314" r:id="rId21"/>
    <p:sldId id="315" r:id="rId22"/>
    <p:sldId id="316" r:id="rId23"/>
    <p:sldId id="317" r:id="rId24"/>
    <p:sldId id="318" r:id="rId25"/>
    <p:sldId id="320" r:id="rId26"/>
    <p:sldId id="321" r:id="rId27"/>
    <p:sldId id="322" r:id="rId28"/>
    <p:sldId id="323" r:id="rId29"/>
    <p:sldId id="324" r:id="rId30"/>
    <p:sldId id="319"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2" r:id="rId48"/>
    <p:sldId id="34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D6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D649B-09F8-4F8A-8E6F-58E92173CBF7}" v="32" dt="2026-01-28T04:39:05.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1dbbabe477f1bb49/Desktop/sql%20northwind-LAPTOP-B4NDH1S7.xlsx" TargetMode="External"/><Relationship Id="rId2" Type="http://schemas.microsoft.com/office/2011/relationships/chartColorStyle" Target="colors13.xml"/><Relationship Id="rId1" Type="http://schemas.microsoft.com/office/2011/relationships/chartStyle" Target="style13.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ttps://d.docs.live.net/1dbbabe477f1bb49/Desktop/sql%20northwind-LAPTOP-B4NDH1S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'ANS 2'!$AA$23</c:f>
              <c:strCache>
                <c:ptCount val="1"/>
                <c:pt idx="0">
                  <c:v>Sales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cat>
            <c:strRef>
              <c:f>'ANS 2'!$Z$24:$Z$35</c:f>
              <c:strCache>
                <c:ptCount val="12"/>
                <c:pt idx="0">
                  <c:v>Accounting Manager</c:v>
                </c:pt>
                <c:pt idx="1">
                  <c:v>Sales Manager</c:v>
                </c:pt>
                <c:pt idx="2">
                  <c:v>Sales Representative</c:v>
                </c:pt>
                <c:pt idx="3">
                  <c:v>Owner</c:v>
                </c:pt>
                <c:pt idx="4">
                  <c:v>Sales Associate</c:v>
                </c:pt>
                <c:pt idx="5">
                  <c:v>Marketing Manager</c:v>
                </c:pt>
                <c:pt idx="6">
                  <c:v>Marketing Assistant</c:v>
                </c:pt>
                <c:pt idx="7">
                  <c:v>Assistant Sales Representative</c:v>
                </c:pt>
                <c:pt idx="8">
                  <c:v>Sales Agent</c:v>
                </c:pt>
                <c:pt idx="9">
                  <c:v>Order Administrator</c:v>
                </c:pt>
                <c:pt idx="10">
                  <c:v>Assistant Sales Agent</c:v>
                </c:pt>
                <c:pt idx="11">
                  <c:v>Owner/Marketing Assistant</c:v>
                </c:pt>
              </c:strCache>
            </c:strRef>
          </c:cat>
          <c:val>
            <c:numRef>
              <c:f>'ANS 2'!$AA$24:$AA$35</c:f>
              <c:numCache>
                <c:formatCode>0</c:formatCode>
                <c:ptCount val="12"/>
                <c:pt idx="0">
                  <c:v>229346.45727406559</c:v>
                </c:pt>
                <c:pt idx="1">
                  <c:v>228377.27970570468</c:v>
                </c:pt>
                <c:pt idx="2">
                  <c:v>225453.31527987577</c:v>
                </c:pt>
                <c:pt idx="3">
                  <c:v>175953.26236214992</c:v>
                </c:pt>
                <c:pt idx="4">
                  <c:v>102381.61389967632</c:v>
                </c:pt>
                <c:pt idx="5">
                  <c:v>92049.754411413742</c:v>
                </c:pt>
                <c:pt idx="6">
                  <c:v>66209.177413335259</c:v>
                </c:pt>
                <c:pt idx="7">
                  <c:v>51097.800487737659</c:v>
                </c:pt>
                <c:pt idx="8">
                  <c:v>38954.539972282328</c:v>
                </c:pt>
                <c:pt idx="9">
                  <c:v>28690.787488892118</c:v>
                </c:pt>
                <c:pt idx="10">
                  <c:v>24117.699992033828</c:v>
                </c:pt>
                <c:pt idx="11">
                  <c:v>3161.3500000000004</c:v>
                </c:pt>
              </c:numCache>
            </c:numRef>
          </c:val>
          <c:extLst>
            <c:ext xmlns:c16="http://schemas.microsoft.com/office/drawing/2014/chart" uri="{C3380CC4-5D6E-409C-BE32-E72D297353CC}">
              <c16:uniqueId val="{00000000-DB49-4E72-A595-CB3B590F2E7E}"/>
            </c:ext>
          </c:extLst>
        </c:ser>
        <c:dLbls>
          <c:showLegendKey val="0"/>
          <c:showVal val="0"/>
          <c:showCatName val="0"/>
          <c:showSerName val="0"/>
          <c:showPercent val="0"/>
          <c:showBubbleSize val="0"/>
        </c:dLbls>
        <c:gapWidth val="115"/>
        <c:overlap val="-20"/>
        <c:axId val="108512783"/>
        <c:axId val="108503183"/>
      </c:barChart>
      <c:catAx>
        <c:axId val="108512783"/>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503183"/>
        <c:crosses val="autoZero"/>
        <c:auto val="1"/>
        <c:lblAlgn val="ctr"/>
        <c:lblOffset val="100"/>
        <c:noMultiLvlLbl val="0"/>
      </c:catAx>
      <c:valAx>
        <c:axId val="108503183"/>
        <c:scaling>
          <c:orientation val="minMax"/>
        </c:scaling>
        <c:delete val="0"/>
        <c:axPos val="b"/>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512783"/>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ubbleChart>
        <c:varyColors val="0"/>
        <c:ser>
          <c:idx val="0"/>
          <c:order val="0"/>
          <c:tx>
            <c:strRef>
              <c:f>'ANS 3 '!$AC$5</c:f>
              <c:strCache>
                <c:ptCount val="1"/>
                <c:pt idx="0">
                  <c:v>frequency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xVal>
            <c:numRef>
              <c:f>'ANS 3 '!$AB$6:$AB$94</c:f>
              <c:numCache>
                <c:formatCode>General</c:formatCode>
                <c:ptCount val="89"/>
                <c:pt idx="0">
                  <c:v>227</c:v>
                </c:pt>
                <c:pt idx="1">
                  <c:v>532</c:v>
                </c:pt>
                <c:pt idx="2">
                  <c:v>427</c:v>
                </c:pt>
                <c:pt idx="3">
                  <c:v>511</c:v>
                </c:pt>
                <c:pt idx="4">
                  <c:v>569</c:v>
                </c:pt>
                <c:pt idx="5">
                  <c:v>385</c:v>
                </c:pt>
                <c:pt idx="6">
                  <c:v>536</c:v>
                </c:pt>
                <c:pt idx="7">
                  <c:v>530</c:v>
                </c:pt>
                <c:pt idx="8">
                  <c:v>567</c:v>
                </c:pt>
                <c:pt idx="9">
                  <c:v>490</c:v>
                </c:pt>
                <c:pt idx="10">
                  <c:v>596</c:v>
                </c:pt>
                <c:pt idx="11">
                  <c:v>364</c:v>
                </c:pt>
                <c:pt idx="12">
                  <c:v>0</c:v>
                </c:pt>
                <c:pt idx="13">
                  <c:v>650</c:v>
                </c:pt>
                <c:pt idx="14">
                  <c:v>603</c:v>
                </c:pt>
                <c:pt idx="15">
                  <c:v>353</c:v>
                </c:pt>
                <c:pt idx="16">
                  <c:v>524</c:v>
                </c:pt>
                <c:pt idx="17">
                  <c:v>514</c:v>
                </c:pt>
                <c:pt idx="18">
                  <c:v>518</c:v>
                </c:pt>
                <c:pt idx="19">
                  <c:v>657</c:v>
                </c:pt>
                <c:pt idx="20">
                  <c:v>359</c:v>
                </c:pt>
                <c:pt idx="21">
                  <c:v>348</c:v>
                </c:pt>
                <c:pt idx="22">
                  <c:v>642</c:v>
                </c:pt>
                <c:pt idx="23">
                  <c:v>619</c:v>
                </c:pt>
                <c:pt idx="24">
                  <c:v>188</c:v>
                </c:pt>
                <c:pt idx="25">
                  <c:v>463</c:v>
                </c:pt>
                <c:pt idx="26">
                  <c:v>521</c:v>
                </c:pt>
                <c:pt idx="27">
                  <c:v>462</c:v>
                </c:pt>
                <c:pt idx="28">
                  <c:v>587</c:v>
                </c:pt>
                <c:pt idx="29">
                  <c:v>456</c:v>
                </c:pt>
                <c:pt idx="30">
                  <c:v>359</c:v>
                </c:pt>
                <c:pt idx="31">
                  <c:v>506</c:v>
                </c:pt>
                <c:pt idx="32">
                  <c:v>658</c:v>
                </c:pt>
                <c:pt idx="33">
                  <c:v>651</c:v>
                </c:pt>
                <c:pt idx="34">
                  <c:v>276</c:v>
                </c:pt>
                <c:pt idx="35">
                  <c:v>602</c:v>
                </c:pt>
                <c:pt idx="36">
                  <c:v>526</c:v>
                </c:pt>
                <c:pt idx="37">
                  <c:v>556</c:v>
                </c:pt>
                <c:pt idx="38">
                  <c:v>54</c:v>
                </c:pt>
                <c:pt idx="39">
                  <c:v>532</c:v>
                </c:pt>
                <c:pt idx="40">
                  <c:v>273</c:v>
                </c:pt>
                <c:pt idx="41">
                  <c:v>62</c:v>
                </c:pt>
                <c:pt idx="42">
                  <c:v>630</c:v>
                </c:pt>
                <c:pt idx="43">
                  <c:v>232</c:v>
                </c:pt>
                <c:pt idx="44">
                  <c:v>627</c:v>
                </c:pt>
                <c:pt idx="45">
                  <c:v>470</c:v>
                </c:pt>
                <c:pt idx="46">
                  <c:v>573</c:v>
                </c:pt>
                <c:pt idx="47">
                  <c:v>586</c:v>
                </c:pt>
                <c:pt idx="48">
                  <c:v>335</c:v>
                </c:pt>
                <c:pt idx="49">
                  <c:v>378</c:v>
                </c:pt>
                <c:pt idx="50">
                  <c:v>580</c:v>
                </c:pt>
                <c:pt idx="51">
                  <c:v>370</c:v>
                </c:pt>
                <c:pt idx="52">
                  <c:v>445</c:v>
                </c:pt>
                <c:pt idx="53">
                  <c:v>584</c:v>
                </c:pt>
                <c:pt idx="54">
                  <c:v>634</c:v>
                </c:pt>
                <c:pt idx="55">
                  <c:v>578</c:v>
                </c:pt>
                <c:pt idx="56">
                  <c:v>530</c:v>
                </c:pt>
                <c:pt idx="57">
                  <c:v>532</c:v>
                </c:pt>
                <c:pt idx="58">
                  <c:v>620</c:v>
                </c:pt>
                <c:pt idx="59">
                  <c:v>516</c:v>
                </c:pt>
                <c:pt idx="60">
                  <c:v>617</c:v>
                </c:pt>
                <c:pt idx="61">
                  <c:v>420</c:v>
                </c:pt>
                <c:pt idx="62">
                  <c:v>653</c:v>
                </c:pt>
                <c:pt idx="63">
                  <c:v>615</c:v>
                </c:pt>
                <c:pt idx="64">
                  <c:v>615</c:v>
                </c:pt>
                <c:pt idx="65">
                  <c:v>663</c:v>
                </c:pt>
                <c:pt idx="66">
                  <c:v>603</c:v>
                </c:pt>
                <c:pt idx="67">
                  <c:v>478</c:v>
                </c:pt>
                <c:pt idx="68">
                  <c:v>570</c:v>
                </c:pt>
                <c:pt idx="69">
                  <c:v>440</c:v>
                </c:pt>
                <c:pt idx="70">
                  <c:v>554</c:v>
                </c:pt>
                <c:pt idx="71">
                  <c:v>161</c:v>
                </c:pt>
                <c:pt idx="72">
                  <c:v>601</c:v>
                </c:pt>
                <c:pt idx="73">
                  <c:v>651</c:v>
                </c:pt>
                <c:pt idx="74">
                  <c:v>558</c:v>
                </c:pt>
                <c:pt idx="75">
                  <c:v>242</c:v>
                </c:pt>
                <c:pt idx="76">
                  <c:v>626</c:v>
                </c:pt>
                <c:pt idx="77">
                  <c:v>634</c:v>
                </c:pt>
                <c:pt idx="78">
                  <c:v>509</c:v>
                </c:pt>
                <c:pt idx="79">
                  <c:v>203</c:v>
                </c:pt>
                <c:pt idx="80">
                  <c:v>490</c:v>
                </c:pt>
                <c:pt idx="81">
                  <c:v>564</c:v>
                </c:pt>
                <c:pt idx="82">
                  <c:v>496</c:v>
                </c:pt>
                <c:pt idx="83">
                  <c:v>591</c:v>
                </c:pt>
                <c:pt idx="84">
                  <c:v>628</c:v>
                </c:pt>
                <c:pt idx="85">
                  <c:v>602</c:v>
                </c:pt>
                <c:pt idx="86">
                  <c:v>639</c:v>
                </c:pt>
                <c:pt idx="87">
                  <c:v>251</c:v>
                </c:pt>
                <c:pt idx="88">
                  <c:v>504</c:v>
                </c:pt>
              </c:numCache>
            </c:numRef>
          </c:xVal>
          <c:yVal>
            <c:numRef>
              <c:f>'ANS 3 '!$AC$6:$AC$94</c:f>
              <c:numCache>
                <c:formatCode>General</c:formatCode>
                <c:ptCount val="89"/>
                <c:pt idx="0">
                  <c:v>6</c:v>
                </c:pt>
                <c:pt idx="1">
                  <c:v>4</c:v>
                </c:pt>
                <c:pt idx="2">
                  <c:v>7</c:v>
                </c:pt>
                <c:pt idx="3">
                  <c:v>13</c:v>
                </c:pt>
                <c:pt idx="4">
                  <c:v>18</c:v>
                </c:pt>
                <c:pt idx="5">
                  <c:v>7</c:v>
                </c:pt>
                <c:pt idx="6">
                  <c:v>11</c:v>
                </c:pt>
                <c:pt idx="7">
                  <c:v>3</c:v>
                </c:pt>
                <c:pt idx="8">
                  <c:v>17</c:v>
                </c:pt>
                <c:pt idx="9">
                  <c:v>14</c:v>
                </c:pt>
                <c:pt idx="10">
                  <c:v>10</c:v>
                </c:pt>
                <c:pt idx="11">
                  <c:v>6</c:v>
                </c:pt>
                <c:pt idx="12">
                  <c:v>1</c:v>
                </c:pt>
                <c:pt idx="13">
                  <c:v>8</c:v>
                </c:pt>
                <c:pt idx="14">
                  <c:v>5</c:v>
                </c:pt>
                <c:pt idx="15">
                  <c:v>3</c:v>
                </c:pt>
                <c:pt idx="16">
                  <c:v>6</c:v>
                </c:pt>
                <c:pt idx="17">
                  <c:v>4</c:v>
                </c:pt>
                <c:pt idx="18">
                  <c:v>8</c:v>
                </c:pt>
                <c:pt idx="19">
                  <c:v>30</c:v>
                </c:pt>
                <c:pt idx="20">
                  <c:v>7</c:v>
                </c:pt>
                <c:pt idx="21">
                  <c:v>5</c:v>
                </c:pt>
                <c:pt idx="22">
                  <c:v>19</c:v>
                </c:pt>
                <c:pt idx="23">
                  <c:v>15</c:v>
                </c:pt>
                <c:pt idx="24">
                  <c:v>3</c:v>
                </c:pt>
                <c:pt idx="25">
                  <c:v>6</c:v>
                </c:pt>
                <c:pt idx="26">
                  <c:v>8</c:v>
                </c:pt>
                <c:pt idx="27">
                  <c:v>5</c:v>
                </c:pt>
                <c:pt idx="28">
                  <c:v>10</c:v>
                </c:pt>
                <c:pt idx="29">
                  <c:v>9</c:v>
                </c:pt>
                <c:pt idx="30">
                  <c:v>11</c:v>
                </c:pt>
                <c:pt idx="31">
                  <c:v>2</c:v>
                </c:pt>
                <c:pt idx="32">
                  <c:v>14</c:v>
                </c:pt>
                <c:pt idx="33">
                  <c:v>18</c:v>
                </c:pt>
                <c:pt idx="34">
                  <c:v>5</c:v>
                </c:pt>
                <c:pt idx="35">
                  <c:v>19</c:v>
                </c:pt>
                <c:pt idx="36">
                  <c:v>10</c:v>
                </c:pt>
                <c:pt idx="37">
                  <c:v>14</c:v>
                </c:pt>
                <c:pt idx="38">
                  <c:v>4</c:v>
                </c:pt>
                <c:pt idx="39">
                  <c:v>14</c:v>
                </c:pt>
                <c:pt idx="40">
                  <c:v>3</c:v>
                </c:pt>
                <c:pt idx="41">
                  <c:v>2</c:v>
                </c:pt>
                <c:pt idx="42">
                  <c:v>15</c:v>
                </c:pt>
                <c:pt idx="43">
                  <c:v>4</c:v>
                </c:pt>
                <c:pt idx="44">
                  <c:v>14</c:v>
                </c:pt>
                <c:pt idx="45">
                  <c:v>12</c:v>
                </c:pt>
                <c:pt idx="46">
                  <c:v>8</c:v>
                </c:pt>
                <c:pt idx="47">
                  <c:v>10</c:v>
                </c:pt>
                <c:pt idx="48">
                  <c:v>7</c:v>
                </c:pt>
                <c:pt idx="49">
                  <c:v>13</c:v>
                </c:pt>
                <c:pt idx="50">
                  <c:v>5</c:v>
                </c:pt>
                <c:pt idx="51">
                  <c:v>3</c:v>
                </c:pt>
                <c:pt idx="52">
                  <c:v>5</c:v>
                </c:pt>
                <c:pt idx="53">
                  <c:v>10</c:v>
                </c:pt>
                <c:pt idx="54">
                  <c:v>10</c:v>
                </c:pt>
                <c:pt idx="55">
                  <c:v>6</c:v>
                </c:pt>
                <c:pt idx="56">
                  <c:v>10</c:v>
                </c:pt>
                <c:pt idx="57">
                  <c:v>5</c:v>
                </c:pt>
                <c:pt idx="58">
                  <c:v>9</c:v>
                </c:pt>
                <c:pt idx="59">
                  <c:v>13</c:v>
                </c:pt>
                <c:pt idx="60">
                  <c:v>28</c:v>
                </c:pt>
                <c:pt idx="61">
                  <c:v>5</c:v>
                </c:pt>
                <c:pt idx="62">
                  <c:v>18</c:v>
                </c:pt>
                <c:pt idx="63">
                  <c:v>12</c:v>
                </c:pt>
                <c:pt idx="64">
                  <c:v>11</c:v>
                </c:pt>
                <c:pt idx="65">
                  <c:v>10</c:v>
                </c:pt>
                <c:pt idx="66">
                  <c:v>5</c:v>
                </c:pt>
                <c:pt idx="67">
                  <c:v>6</c:v>
                </c:pt>
                <c:pt idx="68">
                  <c:v>31</c:v>
                </c:pt>
                <c:pt idx="69">
                  <c:v>9</c:v>
                </c:pt>
                <c:pt idx="70">
                  <c:v>7</c:v>
                </c:pt>
                <c:pt idx="71">
                  <c:v>4</c:v>
                </c:pt>
                <c:pt idx="72">
                  <c:v>9</c:v>
                </c:pt>
                <c:pt idx="73">
                  <c:v>12</c:v>
                </c:pt>
                <c:pt idx="74">
                  <c:v>4</c:v>
                </c:pt>
                <c:pt idx="75">
                  <c:v>3</c:v>
                </c:pt>
                <c:pt idx="76">
                  <c:v>6</c:v>
                </c:pt>
                <c:pt idx="77">
                  <c:v>10</c:v>
                </c:pt>
                <c:pt idx="78">
                  <c:v>6</c:v>
                </c:pt>
                <c:pt idx="79">
                  <c:v>3</c:v>
                </c:pt>
                <c:pt idx="80">
                  <c:v>11</c:v>
                </c:pt>
                <c:pt idx="81">
                  <c:v>10</c:v>
                </c:pt>
                <c:pt idx="82">
                  <c:v>5</c:v>
                </c:pt>
                <c:pt idx="83">
                  <c:v>10</c:v>
                </c:pt>
                <c:pt idx="84">
                  <c:v>15</c:v>
                </c:pt>
                <c:pt idx="85">
                  <c:v>9</c:v>
                </c:pt>
                <c:pt idx="86">
                  <c:v>14</c:v>
                </c:pt>
                <c:pt idx="87">
                  <c:v>7</c:v>
                </c:pt>
                <c:pt idx="88">
                  <c:v>7</c:v>
                </c:pt>
              </c:numCache>
            </c:numRef>
          </c:yVal>
          <c:bubbleSize>
            <c:numRef>
              <c:f>'ANS 3 '!$AD$6:$AD$94</c:f>
              <c:numCache>
                <c:formatCode>0</c:formatCode>
                <c:ptCount val="89"/>
                <c:pt idx="0">
                  <c:v>4272.9999992296098</c:v>
                </c:pt>
                <c:pt idx="1">
                  <c:v>1402.95</c:v>
                </c:pt>
                <c:pt idx="2">
                  <c:v>7023.9774858303299</c:v>
                </c:pt>
                <c:pt idx="3">
                  <c:v>13390.649992238699</c:v>
                </c:pt>
                <c:pt idx="4">
                  <c:v>24927.577488892101</c:v>
                </c:pt>
                <c:pt idx="5">
                  <c:v>3239.8</c:v>
                </c:pt>
                <c:pt idx="6">
                  <c:v>18534.079984816901</c:v>
                </c:pt>
                <c:pt idx="7">
                  <c:v>4232.8499991655299</c:v>
                </c:pt>
                <c:pt idx="8">
                  <c:v>21963.252474311099</c:v>
                </c:pt>
                <c:pt idx="9">
                  <c:v>20801.599995730801</c:v>
                </c:pt>
                <c:pt idx="10">
                  <c:v>6089.9</c:v>
                </c:pt>
                <c:pt idx="11">
                  <c:v>1814.8</c:v>
                </c:pt>
                <c:pt idx="12">
                  <c:v>100.8</c:v>
                </c:pt>
                <c:pt idx="13">
                  <c:v>12348.8799849852</c:v>
                </c:pt>
                <c:pt idx="14">
                  <c:v>3810.75</c:v>
                </c:pt>
                <c:pt idx="15">
                  <c:v>1719.1</c:v>
                </c:pt>
                <c:pt idx="16">
                  <c:v>3763.21</c:v>
                </c:pt>
                <c:pt idx="17">
                  <c:v>1615.8999999999901</c:v>
                </c:pt>
                <c:pt idx="18">
                  <c:v>14761.035</c:v>
                </c:pt>
                <c:pt idx="19">
                  <c:v>104874.97835350101</c:v>
                </c:pt>
                <c:pt idx="20">
                  <c:v>4107.5499899394799</c:v>
                </c:pt>
                <c:pt idx="21">
                  <c:v>11666.9</c:v>
                </c:pt>
                <c:pt idx="22">
                  <c:v>29567.562475292299</c:v>
                </c:pt>
                <c:pt idx="23">
                  <c:v>26656.559465046099</c:v>
                </c:pt>
                <c:pt idx="24">
                  <c:v>3172.16</c:v>
                </c:pt>
                <c:pt idx="25">
                  <c:v>1545.7</c:v>
                </c:pt>
                <c:pt idx="26">
                  <c:v>6427.4224777914496</c:v>
                </c:pt>
                <c:pt idx="27">
                  <c:v>836.7</c:v>
                </c:pt>
                <c:pt idx="28">
                  <c:v>11446.3599955558</c:v>
                </c:pt>
                <c:pt idx="29">
                  <c:v>8414.1349921560195</c:v>
                </c:pt>
                <c:pt idx="30">
                  <c:v>18507.4499768393</c:v>
                </c:pt>
                <c:pt idx="31">
                  <c:v>1488.7</c:v>
                </c:pt>
                <c:pt idx="32">
                  <c:v>32841.369978135801</c:v>
                </c:pt>
                <c:pt idx="33">
                  <c:v>22768.763985675199</c:v>
                </c:pt>
                <c:pt idx="34">
                  <c:v>3063.2</c:v>
                </c:pt>
                <c:pt idx="35">
                  <c:v>49979.904946340699</c:v>
                </c:pt>
                <c:pt idx="36">
                  <c:v>6146.3</c:v>
                </c:pt>
                <c:pt idx="37">
                  <c:v>30908.383968844199</c:v>
                </c:pt>
                <c:pt idx="38">
                  <c:v>1992.05</c:v>
                </c:pt>
                <c:pt idx="39">
                  <c:v>9328.1999892055901</c:v>
                </c:pt>
                <c:pt idx="40">
                  <c:v>522.5</c:v>
                </c:pt>
                <c:pt idx="41">
                  <c:v>357</c:v>
                </c:pt>
                <c:pt idx="42">
                  <c:v>19261.409976339</c:v>
                </c:pt>
                <c:pt idx="43">
                  <c:v>3076.4724980311098</c:v>
                </c:pt>
                <c:pt idx="44">
                  <c:v>16076.5999695879</c:v>
                </c:pt>
                <c:pt idx="45">
                  <c:v>16476.5649865493</c:v>
                </c:pt>
                <c:pt idx="46">
                  <c:v>4258.6000000000004</c:v>
                </c:pt>
                <c:pt idx="47">
                  <c:v>7176.2149868104598</c:v>
                </c:pt>
                <c:pt idx="48">
                  <c:v>9736.0749905127195</c:v>
                </c:pt>
                <c:pt idx="49">
                  <c:v>28872.189950353601</c:v>
                </c:pt>
                <c:pt idx="50">
                  <c:v>5042.2</c:v>
                </c:pt>
                <c:pt idx="51">
                  <c:v>649</c:v>
                </c:pt>
                <c:pt idx="52">
                  <c:v>3460.2</c:v>
                </c:pt>
                <c:pt idx="53">
                  <c:v>15177.4624818056</c:v>
                </c:pt>
                <c:pt idx="54">
                  <c:v>12496.199990973601</c:v>
                </c:pt>
                <c:pt idx="55">
                  <c:v>4242.2</c:v>
                </c:pt>
                <c:pt idx="56">
                  <c:v>23128.859954281801</c:v>
                </c:pt>
                <c:pt idx="57">
                  <c:v>5044.9399945020596</c:v>
                </c:pt>
                <c:pt idx="58">
                  <c:v>6664.8099934379698</c:v>
                </c:pt>
                <c:pt idx="59">
                  <c:v>25717.4974730422</c:v>
                </c:pt>
                <c:pt idx="60">
                  <c:v>110277.304883508</c:v>
                </c:pt>
                <c:pt idx="61">
                  <c:v>2844.1</c:v>
                </c:pt>
                <c:pt idx="62">
                  <c:v>51097.800487737797</c:v>
                </c:pt>
                <c:pt idx="63">
                  <c:v>7048.2399923354296</c:v>
                </c:pt>
                <c:pt idx="64">
                  <c:v>12450.799992033801</c:v>
                </c:pt>
                <c:pt idx="65">
                  <c:v>19343.778986605001</c:v>
                </c:pt>
                <c:pt idx="66">
                  <c:v>1467.29</c:v>
                </c:pt>
                <c:pt idx="67">
                  <c:v>5735.15</c:v>
                </c:pt>
                <c:pt idx="68">
                  <c:v>104361.94986812399</c:v>
                </c:pt>
                <c:pt idx="69">
                  <c:v>16215.324978799699</c:v>
                </c:pt>
                <c:pt idx="70">
                  <c:v>16817.0974948648</c:v>
                </c:pt>
                <c:pt idx="71">
                  <c:v>2423.35</c:v>
                </c:pt>
                <c:pt idx="72">
                  <c:v>11441.629986421</c:v>
                </c:pt>
                <c:pt idx="73">
                  <c:v>24088.779984229801</c:v>
                </c:pt>
                <c:pt idx="74">
                  <c:v>3361</c:v>
                </c:pt>
                <c:pt idx="75">
                  <c:v>1947.24</c:v>
                </c:pt>
                <c:pt idx="76">
                  <c:v>4778.1399979010203</c:v>
                </c:pt>
                <c:pt idx="77">
                  <c:v>10812.15</c:v>
                </c:pt>
                <c:pt idx="78">
                  <c:v>6850.6639931461204</c:v>
                </c:pt>
                <c:pt idx="79">
                  <c:v>1571.2</c:v>
                </c:pt>
                <c:pt idx="80">
                  <c:v>15843.924988323</c:v>
                </c:pt>
                <c:pt idx="81">
                  <c:v>9182.4299817696192</c:v>
                </c:pt>
                <c:pt idx="82">
                  <c:v>1480</c:v>
                </c:pt>
                <c:pt idx="83">
                  <c:v>9588.4249888155591</c:v>
                </c:pt>
                <c:pt idx="84">
                  <c:v>15648.7024694345</c:v>
                </c:pt>
                <c:pt idx="85">
                  <c:v>6068.1999952204496</c:v>
                </c:pt>
                <c:pt idx="86">
                  <c:v>27363.604972146401</c:v>
                </c:pt>
                <c:pt idx="87">
                  <c:v>3161.35</c:v>
                </c:pt>
                <c:pt idx="88">
                  <c:v>3531.95</c:v>
                </c:pt>
              </c:numCache>
            </c:numRef>
          </c:bubbleSize>
          <c:bubble3D val="1"/>
          <c:extLst>
            <c:ext xmlns:c16="http://schemas.microsoft.com/office/drawing/2014/chart" uri="{C3380CC4-5D6E-409C-BE32-E72D297353CC}">
              <c16:uniqueId val="{00000000-D90A-4DF9-863B-B55C212FC62A}"/>
            </c:ext>
          </c:extLst>
        </c:ser>
        <c:dLbls>
          <c:dLblPos val="ctr"/>
          <c:showLegendKey val="0"/>
          <c:showVal val="1"/>
          <c:showCatName val="0"/>
          <c:showSerName val="0"/>
          <c:showPercent val="0"/>
          <c:showBubbleSize val="0"/>
        </c:dLbls>
        <c:bubbleScale val="100"/>
        <c:showNegBubbles val="0"/>
        <c:axId val="108450383"/>
        <c:axId val="108452303"/>
      </c:bubbleChart>
      <c:valAx>
        <c:axId val="108450383"/>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08452303"/>
        <c:crosses val="autoZero"/>
        <c:crossBetween val="midCat"/>
      </c:valAx>
      <c:valAx>
        <c:axId val="10845230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08450383"/>
        <c:crosses val="autoZero"/>
        <c:crossBetween val="midCat"/>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Revenue by Products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'ANS 4 '!$Y$6</c:f>
              <c:strCache>
                <c:ptCount val="1"/>
                <c:pt idx="0">
                  <c:v>Revenue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cat>
            <c:strRef>
              <c:f>'ANS 4 '!$X$7:$X$17</c:f>
              <c:strCache>
                <c:ptCount val="11"/>
                <c:pt idx="0">
                  <c:v>Côte de Blaye</c:v>
                </c:pt>
                <c:pt idx="1">
                  <c:v>Thüringer Rostbratwurst</c:v>
                </c:pt>
                <c:pt idx="2">
                  <c:v>Raclette Courdavault</c:v>
                </c:pt>
                <c:pt idx="3">
                  <c:v>Tarte au sucre</c:v>
                </c:pt>
                <c:pt idx="4">
                  <c:v>Camembert Pierrot</c:v>
                </c:pt>
                <c:pt idx="5">
                  <c:v>Gnocchi di nonna Alice</c:v>
                </c:pt>
                <c:pt idx="6">
                  <c:v>Manjimup Dried Apples</c:v>
                </c:pt>
                <c:pt idx="7">
                  <c:v>Alice Mutton</c:v>
                </c:pt>
                <c:pt idx="8">
                  <c:v>Carnarvon Tigers</c:v>
                </c:pt>
                <c:pt idx="9">
                  <c:v>Rössle Sauerkraut</c:v>
                </c:pt>
                <c:pt idx="10">
                  <c:v>Mozzarella di Giovanni</c:v>
                </c:pt>
              </c:strCache>
            </c:strRef>
          </c:cat>
          <c:val>
            <c:numRef>
              <c:f>'ANS 4 '!$Y$7:$Y$17</c:f>
              <c:numCache>
                <c:formatCode>General</c:formatCode>
                <c:ptCount val="11"/>
                <c:pt idx="0">
                  <c:v>141396.73000000001</c:v>
                </c:pt>
                <c:pt idx="1">
                  <c:v>80368.67</c:v>
                </c:pt>
                <c:pt idx="2">
                  <c:v>71155.7</c:v>
                </c:pt>
                <c:pt idx="3">
                  <c:v>47234.97</c:v>
                </c:pt>
                <c:pt idx="4">
                  <c:v>46825.48</c:v>
                </c:pt>
                <c:pt idx="5">
                  <c:v>42593.06</c:v>
                </c:pt>
                <c:pt idx="6">
                  <c:v>41819.65</c:v>
                </c:pt>
                <c:pt idx="7">
                  <c:v>32698.38</c:v>
                </c:pt>
                <c:pt idx="8">
                  <c:v>29171.87</c:v>
                </c:pt>
                <c:pt idx="9">
                  <c:v>25696.639999999999</c:v>
                </c:pt>
                <c:pt idx="10">
                  <c:v>24900.13</c:v>
                </c:pt>
              </c:numCache>
            </c:numRef>
          </c:val>
          <c:extLst>
            <c:ext xmlns:c16="http://schemas.microsoft.com/office/drawing/2014/chart" uri="{C3380CC4-5D6E-409C-BE32-E72D297353CC}">
              <c16:uniqueId val="{00000000-4418-414E-AB96-6917D26B5677}"/>
            </c:ext>
          </c:extLst>
        </c:ser>
        <c:dLbls>
          <c:showLegendKey val="0"/>
          <c:showVal val="0"/>
          <c:showCatName val="0"/>
          <c:showSerName val="0"/>
          <c:showPercent val="0"/>
          <c:showBubbleSize val="0"/>
        </c:dLbls>
        <c:gapWidth val="115"/>
        <c:overlap val="-20"/>
        <c:axId val="104817759"/>
        <c:axId val="104818719"/>
      </c:barChart>
      <c:catAx>
        <c:axId val="104817759"/>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4818719"/>
        <c:crosses val="autoZero"/>
        <c:auto val="1"/>
        <c:lblAlgn val="ctr"/>
        <c:lblOffset val="100"/>
        <c:noMultiLvlLbl val="0"/>
      </c:catAx>
      <c:valAx>
        <c:axId val="104818719"/>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4817759"/>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Revenue by category</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0.11230249498842954"/>
          <c:y val="0.14617532992821941"/>
          <c:w val="0.84390687422391231"/>
          <c:h val="0.66835410481290725"/>
        </c:manualLayout>
      </c:layout>
      <c:barChart>
        <c:barDir val="col"/>
        <c:grouping val="clustered"/>
        <c:varyColors val="0"/>
        <c:ser>
          <c:idx val="0"/>
          <c:order val="0"/>
          <c:tx>
            <c:strRef>
              <c:f>'ANS 4 '!$AE$6</c:f>
              <c:strCache>
                <c:ptCount val="1"/>
                <c:pt idx="0">
                  <c:v>Revenue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cat>
            <c:strRef>
              <c:f>'ANS 4 '!$AD$7:$AD$14</c:f>
              <c:strCache>
                <c:ptCount val="8"/>
                <c:pt idx="0">
                  <c:v>Beverages</c:v>
                </c:pt>
                <c:pt idx="1">
                  <c:v>Dairy Products</c:v>
                </c:pt>
                <c:pt idx="2">
                  <c:v>Confections</c:v>
                </c:pt>
                <c:pt idx="3">
                  <c:v>Meat/Poultry</c:v>
                </c:pt>
                <c:pt idx="4">
                  <c:v>Seafood</c:v>
                </c:pt>
                <c:pt idx="5">
                  <c:v>Condiments</c:v>
                </c:pt>
                <c:pt idx="6">
                  <c:v>Produce</c:v>
                </c:pt>
                <c:pt idx="7">
                  <c:v>Grains/Cereals</c:v>
                </c:pt>
              </c:strCache>
            </c:strRef>
          </c:cat>
          <c:val>
            <c:numRef>
              <c:f>'ANS 4 '!$AE$7:$AE$14</c:f>
              <c:numCache>
                <c:formatCode>0</c:formatCode>
                <c:ptCount val="8"/>
                <c:pt idx="0">
                  <c:v>267868.17</c:v>
                </c:pt>
                <c:pt idx="1">
                  <c:v>234507.26999999996</c:v>
                </c:pt>
                <c:pt idx="2">
                  <c:v>167357.22999999998</c:v>
                </c:pt>
                <c:pt idx="3">
                  <c:v>163022.35999999999</c:v>
                </c:pt>
                <c:pt idx="4">
                  <c:v>131261.71999999997</c:v>
                </c:pt>
                <c:pt idx="5">
                  <c:v>106047.07</c:v>
                </c:pt>
                <c:pt idx="6">
                  <c:v>99984.580000000016</c:v>
                </c:pt>
                <c:pt idx="7">
                  <c:v>95744.59</c:v>
                </c:pt>
              </c:numCache>
            </c:numRef>
          </c:val>
          <c:extLst>
            <c:ext xmlns:c16="http://schemas.microsoft.com/office/drawing/2014/chart" uri="{C3380CC4-5D6E-409C-BE32-E72D297353CC}">
              <c16:uniqueId val="{00000000-0147-46B9-BA87-7FBD219624A1}"/>
            </c:ext>
          </c:extLst>
        </c:ser>
        <c:dLbls>
          <c:showLegendKey val="0"/>
          <c:showVal val="0"/>
          <c:showCatName val="0"/>
          <c:showSerName val="0"/>
          <c:showPercent val="0"/>
          <c:showBubbleSize val="0"/>
        </c:dLbls>
        <c:gapWidth val="100"/>
        <c:overlap val="-24"/>
        <c:axId val="562784783"/>
        <c:axId val="562783343"/>
      </c:barChart>
      <c:catAx>
        <c:axId val="56278478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62783343"/>
        <c:crosses val="autoZero"/>
        <c:auto val="1"/>
        <c:lblAlgn val="ctr"/>
        <c:lblOffset val="100"/>
        <c:noMultiLvlLbl val="0"/>
      </c:catAx>
      <c:valAx>
        <c:axId val="562783343"/>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62784783"/>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54513839951278598"/>
          <c:y val="0.10165182887915118"/>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scatterChart>
        <c:scatterStyle val="lineMarker"/>
        <c:varyColors val="0"/>
        <c:ser>
          <c:idx val="0"/>
          <c:order val="0"/>
          <c:tx>
            <c:strRef>
              <c:f>'ANS 5'!$Y$5</c:f>
              <c:strCache>
                <c:ptCount val="1"/>
                <c:pt idx="0">
                  <c:v>Average Order Value</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xVal>
            <c:strRef>
              <c:f>'ANS 5'!$X$6:$X$26</c:f>
              <c:strCache>
                <c:ptCount val="21"/>
                <c:pt idx="0">
                  <c:v>USA</c:v>
                </c:pt>
                <c:pt idx="1">
                  <c:v>Germany</c:v>
                </c:pt>
                <c:pt idx="2">
                  <c:v>Brazil</c:v>
                </c:pt>
                <c:pt idx="3">
                  <c:v>France</c:v>
                </c:pt>
                <c:pt idx="4">
                  <c:v>UK</c:v>
                </c:pt>
                <c:pt idx="5">
                  <c:v>Denmark</c:v>
                </c:pt>
                <c:pt idx="6">
                  <c:v>Austria</c:v>
                </c:pt>
                <c:pt idx="7">
                  <c:v>Venezuela</c:v>
                </c:pt>
                <c:pt idx="8">
                  <c:v>Canada</c:v>
                </c:pt>
                <c:pt idx="9">
                  <c:v>Sweden</c:v>
                </c:pt>
                <c:pt idx="10">
                  <c:v>Switzerland</c:v>
                </c:pt>
                <c:pt idx="11">
                  <c:v>Belgium</c:v>
                </c:pt>
                <c:pt idx="12">
                  <c:v>Spain</c:v>
                </c:pt>
                <c:pt idx="13">
                  <c:v>Mexico</c:v>
                </c:pt>
                <c:pt idx="14">
                  <c:v>Ireland</c:v>
                </c:pt>
                <c:pt idx="15">
                  <c:v>Portugal</c:v>
                </c:pt>
                <c:pt idx="16">
                  <c:v>Italy</c:v>
                </c:pt>
                <c:pt idx="17">
                  <c:v>Finland</c:v>
                </c:pt>
                <c:pt idx="18">
                  <c:v>Argentina</c:v>
                </c:pt>
                <c:pt idx="19">
                  <c:v>Norway</c:v>
                </c:pt>
                <c:pt idx="20">
                  <c:v>Poland</c:v>
                </c:pt>
              </c:strCache>
            </c:strRef>
          </c:xVal>
          <c:yVal>
            <c:numRef>
              <c:f>'ANS 5'!$Y$6:$Y$26</c:f>
              <c:numCache>
                <c:formatCode>0</c:formatCode>
                <c:ptCount val="21"/>
                <c:pt idx="0">
                  <c:v>51733.101889325815</c:v>
                </c:pt>
                <c:pt idx="1">
                  <c:v>44463.797228101233</c:v>
                </c:pt>
                <c:pt idx="2">
                  <c:v>32674.48119299451</c:v>
                </c:pt>
                <c:pt idx="3">
                  <c:v>30275.850970194675</c:v>
                </c:pt>
                <c:pt idx="4">
                  <c:v>19914.883742713657</c:v>
                </c:pt>
                <c:pt idx="5">
                  <c:v>19168.78987445743</c:v>
                </c:pt>
                <c:pt idx="6">
                  <c:v>18077.565835049809</c:v>
                </c:pt>
                <c:pt idx="7">
                  <c:v>14863.390054185878</c:v>
                </c:pt>
                <c:pt idx="8">
                  <c:v>14804.358523323646</c:v>
                </c:pt>
                <c:pt idx="9">
                  <c:v>11261.410648192077</c:v>
                </c:pt>
                <c:pt idx="10">
                  <c:v>11208.233406576581</c:v>
                </c:pt>
                <c:pt idx="11">
                  <c:v>10604.719989587054</c:v>
                </c:pt>
                <c:pt idx="12">
                  <c:v>10529.179581598295</c:v>
                </c:pt>
                <c:pt idx="13">
                  <c:v>9057.5262445345488</c:v>
                </c:pt>
                <c:pt idx="14">
                  <c:v>8996.5933262012841</c:v>
                </c:pt>
                <c:pt idx="15">
                  <c:v>6153.9644840490282</c:v>
                </c:pt>
                <c:pt idx="16">
                  <c:v>5787.1949934638978</c:v>
                </c:pt>
                <c:pt idx="17">
                  <c:v>4914.7024526319765</c:v>
                </c:pt>
                <c:pt idx="18">
                  <c:v>4617.1366666666654</c:v>
                </c:pt>
                <c:pt idx="19">
                  <c:v>2844.1416666666655</c:v>
                </c:pt>
                <c:pt idx="20">
                  <c:v>1649.5249999999999</c:v>
                </c:pt>
              </c:numCache>
            </c:numRef>
          </c:yVal>
          <c:smooth val="0"/>
          <c:extLst>
            <c:ext xmlns:c16="http://schemas.microsoft.com/office/drawing/2014/chart" uri="{C3380CC4-5D6E-409C-BE32-E72D297353CC}">
              <c16:uniqueId val="{00000000-0219-4DFC-8525-3D239F64DD61}"/>
            </c:ext>
          </c:extLst>
        </c:ser>
        <c:dLbls>
          <c:showLegendKey val="0"/>
          <c:showVal val="0"/>
          <c:showCatName val="0"/>
          <c:showSerName val="0"/>
          <c:showPercent val="0"/>
          <c:showBubbleSize val="0"/>
        </c:dLbls>
        <c:axId val="248777999"/>
        <c:axId val="248778479"/>
      </c:scatterChart>
      <c:valAx>
        <c:axId val="248777999"/>
        <c:scaling>
          <c:orientation val="minMax"/>
        </c:scaling>
        <c:delete val="0"/>
        <c:axPos val="b"/>
        <c:majorGridlines>
          <c:spPr>
            <a:ln w="9525" cap="flat" cmpd="sng" algn="ctr">
              <a:solidFill>
                <a:schemeClr val="lt1">
                  <a:lumMod val="95000"/>
                  <a:alpha val="10000"/>
                </a:schemeClr>
              </a:solidFill>
              <a:round/>
            </a:ln>
            <a:effectLst/>
          </c:spPr>
        </c:majorGridlines>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48778479"/>
        <c:crosses val="autoZero"/>
        <c:crossBetween val="midCat"/>
      </c:valAx>
      <c:valAx>
        <c:axId val="248778479"/>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4877799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 Orders Frequency</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'ANS 6'!$S$19</c:f>
              <c:strCache>
                <c:ptCount val="1"/>
                <c:pt idx="0">
                  <c:v>Total Orders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cat>
            <c:strRef>
              <c:f>'ANS 6'!$R$20:$R$31</c:f>
              <c:strCache>
                <c:ptCount val="12"/>
                <c:pt idx="0">
                  <c:v>Accounting Manager</c:v>
                </c:pt>
                <c:pt idx="1">
                  <c:v>Assistant Sales Agent</c:v>
                </c:pt>
                <c:pt idx="2">
                  <c:v>Assistant Sales Representative</c:v>
                </c:pt>
                <c:pt idx="3">
                  <c:v>Marketing Assistant</c:v>
                </c:pt>
                <c:pt idx="4">
                  <c:v>Marketing Manager</c:v>
                </c:pt>
                <c:pt idx="5">
                  <c:v>Order Administrator</c:v>
                </c:pt>
                <c:pt idx="6">
                  <c:v>Owner</c:v>
                </c:pt>
                <c:pt idx="7">
                  <c:v>Owner/Marketing Assistant</c:v>
                </c:pt>
                <c:pt idx="8">
                  <c:v>Sales Agent</c:v>
                </c:pt>
                <c:pt idx="9">
                  <c:v>Sales Associate</c:v>
                </c:pt>
                <c:pt idx="10">
                  <c:v>Sales Manager</c:v>
                </c:pt>
                <c:pt idx="11">
                  <c:v>Sales Representative</c:v>
                </c:pt>
              </c:strCache>
            </c:strRef>
          </c:cat>
          <c:val>
            <c:numRef>
              <c:f>'ANS 6'!$S$20:$S$31</c:f>
              <c:numCache>
                <c:formatCode>General</c:formatCode>
                <c:ptCount val="12"/>
                <c:pt idx="0">
                  <c:v>116</c:v>
                </c:pt>
                <c:pt idx="1">
                  <c:v>16</c:v>
                </c:pt>
                <c:pt idx="2">
                  <c:v>18</c:v>
                </c:pt>
                <c:pt idx="3">
                  <c:v>44</c:v>
                </c:pt>
                <c:pt idx="4">
                  <c:v>82</c:v>
                </c:pt>
                <c:pt idx="5">
                  <c:v>24</c:v>
                </c:pt>
                <c:pt idx="6">
                  <c:v>134</c:v>
                </c:pt>
                <c:pt idx="7">
                  <c:v>7</c:v>
                </c:pt>
                <c:pt idx="8">
                  <c:v>36</c:v>
                </c:pt>
                <c:pt idx="9">
                  <c:v>65</c:v>
                </c:pt>
                <c:pt idx="10">
                  <c:v>128</c:v>
                </c:pt>
                <c:pt idx="11">
                  <c:v>160</c:v>
                </c:pt>
              </c:numCache>
            </c:numRef>
          </c:val>
          <c:extLst>
            <c:ext xmlns:c16="http://schemas.microsoft.com/office/drawing/2014/chart" uri="{C3380CC4-5D6E-409C-BE32-E72D297353CC}">
              <c16:uniqueId val="{00000000-ED43-4754-93DC-25D4D4A8B6D7}"/>
            </c:ext>
          </c:extLst>
        </c:ser>
        <c:dLbls>
          <c:showLegendKey val="0"/>
          <c:showVal val="0"/>
          <c:showCatName val="0"/>
          <c:showSerName val="0"/>
          <c:showPercent val="0"/>
          <c:showBubbleSize val="0"/>
        </c:dLbls>
        <c:gapWidth val="115"/>
        <c:overlap val="-20"/>
        <c:axId val="108545903"/>
        <c:axId val="108546383"/>
      </c:barChart>
      <c:catAx>
        <c:axId val="108545903"/>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546383"/>
        <c:crosses val="autoZero"/>
        <c:auto val="1"/>
        <c:lblAlgn val="ctr"/>
        <c:lblOffset val="100"/>
        <c:noMultiLvlLbl val="0"/>
      </c:catAx>
      <c:valAx>
        <c:axId val="108546383"/>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85459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Orders</a:t>
            </a:r>
            <a:r>
              <a:rPr lang="en-IN" baseline="0"/>
              <a:t> vs Aov</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lotArea>
      <c:layout/>
      <c:bubbleChart>
        <c:varyColors val="0"/>
        <c:ser>
          <c:idx val="0"/>
          <c:order val="0"/>
          <c:tx>
            <c:strRef>
              <c:f>'ANS 7'!$S$6</c:f>
              <c:strCache>
                <c:ptCount val="1"/>
                <c:pt idx="0">
                  <c:v>TotalOrders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xVal>
            <c:numRef>
              <c:f>'ANS 7'!$R$7:$R$15</c:f>
              <c:numCache>
                <c:formatCode>General</c:formatCode>
                <c:ptCount val="9"/>
                <c:pt idx="0">
                  <c:v>4</c:v>
                </c:pt>
                <c:pt idx="1">
                  <c:v>3</c:v>
                </c:pt>
                <c:pt idx="2">
                  <c:v>1</c:v>
                </c:pt>
                <c:pt idx="3">
                  <c:v>2</c:v>
                </c:pt>
                <c:pt idx="4">
                  <c:v>8</c:v>
                </c:pt>
                <c:pt idx="5">
                  <c:v>7</c:v>
                </c:pt>
                <c:pt idx="6">
                  <c:v>9</c:v>
                </c:pt>
                <c:pt idx="7">
                  <c:v>6</c:v>
                </c:pt>
                <c:pt idx="8">
                  <c:v>5</c:v>
                </c:pt>
              </c:numCache>
            </c:numRef>
          </c:xVal>
          <c:yVal>
            <c:numRef>
              <c:f>'ANS 7'!$S$7:$S$15</c:f>
              <c:numCache>
                <c:formatCode>General</c:formatCode>
                <c:ptCount val="9"/>
                <c:pt idx="0">
                  <c:v>156</c:v>
                </c:pt>
                <c:pt idx="1">
                  <c:v>127</c:v>
                </c:pt>
                <c:pt idx="2">
                  <c:v>123</c:v>
                </c:pt>
                <c:pt idx="3">
                  <c:v>96</c:v>
                </c:pt>
                <c:pt idx="4">
                  <c:v>104</c:v>
                </c:pt>
                <c:pt idx="5">
                  <c:v>72</c:v>
                </c:pt>
                <c:pt idx="6">
                  <c:v>43</c:v>
                </c:pt>
                <c:pt idx="7">
                  <c:v>67</c:v>
                </c:pt>
                <c:pt idx="8">
                  <c:v>42</c:v>
                </c:pt>
              </c:numCache>
            </c:numRef>
          </c:yVal>
          <c:bubbleSize>
            <c:numRef>
              <c:f>'ANS 7'!$T$7:$T$15</c:f>
              <c:numCache>
                <c:formatCode>0</c:formatCode>
                <c:ptCount val="9"/>
                <c:pt idx="0">
                  <c:v>232890.84573612799</c:v>
                </c:pt>
                <c:pt idx="1">
                  <c:v>202812.842851377</c:v>
                </c:pt>
                <c:pt idx="2">
                  <c:v>192107.604370677</c:v>
                </c:pt>
                <c:pt idx="3">
                  <c:v>166537.75483498201</c:v>
                </c:pt>
                <c:pt idx="4">
                  <c:v>126862.27740648401</c:v>
                </c:pt>
                <c:pt idx="5">
                  <c:v>124568.23481442399</c:v>
                </c:pt>
                <c:pt idx="6">
                  <c:v>77308.066402529497</c:v>
                </c:pt>
                <c:pt idx="7">
                  <c:v>73913.129433085196</c:v>
                </c:pt>
                <c:pt idx="8">
                  <c:v>68792.282437479997</c:v>
                </c:pt>
              </c:numCache>
            </c:numRef>
          </c:bubbleSize>
          <c:bubble3D val="1"/>
          <c:extLst>
            <c:ext xmlns:c16="http://schemas.microsoft.com/office/drawing/2014/chart" uri="{C3380CC4-5D6E-409C-BE32-E72D297353CC}">
              <c16:uniqueId val="{00000000-5F74-4AD0-9DA5-2D96A2BF6EC0}"/>
            </c:ext>
          </c:extLst>
        </c:ser>
        <c:ser>
          <c:idx val="1"/>
          <c:order val="1"/>
          <c:tx>
            <c:strRef>
              <c:f>'ANS 7'!$U$6</c:f>
              <c:strCache>
                <c:ptCount val="1"/>
                <c:pt idx="0">
                  <c:v>AvgOrderValue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xVal>
            <c:numRef>
              <c:f>'ANS 7'!$R$7:$R$15</c:f>
              <c:numCache>
                <c:formatCode>General</c:formatCode>
                <c:ptCount val="9"/>
                <c:pt idx="0">
                  <c:v>4</c:v>
                </c:pt>
                <c:pt idx="1">
                  <c:v>3</c:v>
                </c:pt>
                <c:pt idx="2">
                  <c:v>1</c:v>
                </c:pt>
                <c:pt idx="3">
                  <c:v>2</c:v>
                </c:pt>
                <c:pt idx="4">
                  <c:v>8</c:v>
                </c:pt>
                <c:pt idx="5">
                  <c:v>7</c:v>
                </c:pt>
                <c:pt idx="6">
                  <c:v>9</c:v>
                </c:pt>
                <c:pt idx="7">
                  <c:v>6</c:v>
                </c:pt>
                <c:pt idx="8">
                  <c:v>5</c:v>
                </c:pt>
              </c:numCache>
            </c:numRef>
          </c:xVal>
          <c:yVal>
            <c:numRef>
              <c:f>'ANS 7'!$U$7:$U$15</c:f>
              <c:numCache>
                <c:formatCode>0</c:formatCode>
                <c:ptCount val="9"/>
                <c:pt idx="0">
                  <c:v>554.50201365744897</c:v>
                </c:pt>
                <c:pt idx="1">
                  <c:v>631.81570981737502</c:v>
                </c:pt>
                <c:pt idx="2">
                  <c:v>556.83363585703501</c:v>
                </c:pt>
                <c:pt idx="3">
                  <c:v>691.02802836092303</c:v>
                </c:pt>
                <c:pt idx="4">
                  <c:v>487.93183617878498</c:v>
                </c:pt>
                <c:pt idx="5">
                  <c:v>707.77406144559097</c:v>
                </c:pt>
                <c:pt idx="6">
                  <c:v>722.50529348158398</c:v>
                </c:pt>
                <c:pt idx="7">
                  <c:v>439.959103768364</c:v>
                </c:pt>
                <c:pt idx="8">
                  <c:v>587.96822596136803</c:v>
                </c:pt>
              </c:numCache>
            </c:numRef>
          </c:yVal>
          <c:bubbleSize>
            <c:numLit>
              <c:formatCode>General</c:formatCode>
              <c:ptCount val="9"/>
              <c:pt idx="0">
                <c:v>1</c:v>
              </c:pt>
              <c:pt idx="1">
                <c:v>1</c:v>
              </c:pt>
              <c:pt idx="2">
                <c:v>1</c:v>
              </c:pt>
              <c:pt idx="3">
                <c:v>1</c:v>
              </c:pt>
              <c:pt idx="4">
                <c:v>1</c:v>
              </c:pt>
              <c:pt idx="5">
                <c:v>1</c:v>
              </c:pt>
              <c:pt idx="6">
                <c:v>1</c:v>
              </c:pt>
              <c:pt idx="7">
                <c:v>1</c:v>
              </c:pt>
              <c:pt idx="8">
                <c:v>1</c:v>
              </c:pt>
            </c:numLit>
          </c:bubbleSize>
          <c:bubble3D val="1"/>
          <c:extLst>
            <c:ext xmlns:c16="http://schemas.microsoft.com/office/drawing/2014/chart" uri="{C3380CC4-5D6E-409C-BE32-E72D297353CC}">
              <c16:uniqueId val="{00000001-5F74-4AD0-9DA5-2D96A2BF6EC0}"/>
            </c:ext>
          </c:extLst>
        </c:ser>
        <c:dLbls>
          <c:dLblPos val="ctr"/>
          <c:showLegendKey val="0"/>
          <c:showVal val="1"/>
          <c:showCatName val="0"/>
          <c:showSerName val="0"/>
          <c:showPercent val="0"/>
          <c:showBubbleSize val="0"/>
        </c:dLbls>
        <c:bubbleScale val="100"/>
        <c:showNegBubbles val="0"/>
        <c:axId val="642144255"/>
        <c:axId val="642145215"/>
      </c:bubbleChart>
      <c:valAx>
        <c:axId val="642144255"/>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642145215"/>
        <c:crosses val="autoZero"/>
        <c:crossBetween val="midCat"/>
      </c:valAx>
      <c:valAx>
        <c:axId val="64214521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64214425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Total</a:t>
            </a:r>
            <a:r>
              <a:rPr lang="en-IN" baseline="0"/>
              <a:t> sales</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lotArea>
      <c:layout/>
      <c:barChart>
        <c:barDir val="col"/>
        <c:grouping val="stacked"/>
        <c:varyColors val="0"/>
        <c:ser>
          <c:idx val="0"/>
          <c:order val="0"/>
          <c:tx>
            <c:strRef>
              <c:f>'ANS 8'!$B$25</c:f>
              <c:strCache>
                <c:ptCount val="1"/>
                <c:pt idx="0">
                  <c:v>EmployeeID</c:v>
                </c:pt>
              </c:strCache>
            </c:strRef>
          </c:tx>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val>
            <c:numRef>
              <c:f>'ANS 8'!$B$26:$B$34</c:f>
              <c:numCache>
                <c:formatCode>General</c:formatCode>
                <c:ptCount val="9"/>
                <c:pt idx="0">
                  <c:v>4</c:v>
                </c:pt>
                <c:pt idx="1">
                  <c:v>3</c:v>
                </c:pt>
                <c:pt idx="2">
                  <c:v>1</c:v>
                </c:pt>
                <c:pt idx="3">
                  <c:v>2</c:v>
                </c:pt>
                <c:pt idx="4">
                  <c:v>8</c:v>
                </c:pt>
                <c:pt idx="5">
                  <c:v>7</c:v>
                </c:pt>
                <c:pt idx="6">
                  <c:v>9</c:v>
                </c:pt>
                <c:pt idx="7">
                  <c:v>6</c:v>
                </c:pt>
                <c:pt idx="8">
                  <c:v>5</c:v>
                </c:pt>
              </c:numCache>
            </c:numRef>
          </c:val>
          <c:extLst>
            <c:ext xmlns:c16="http://schemas.microsoft.com/office/drawing/2014/chart" uri="{C3380CC4-5D6E-409C-BE32-E72D297353CC}">
              <c16:uniqueId val="{00000000-44E7-4F41-84C6-33DBA1460291}"/>
            </c:ext>
          </c:extLst>
        </c:ser>
        <c:ser>
          <c:idx val="1"/>
          <c:order val="1"/>
          <c:tx>
            <c:strRef>
              <c:f>'ANS 8'!$C$25</c:f>
              <c:strCache>
                <c:ptCount val="1"/>
                <c:pt idx="0">
                  <c:v>TotalSales</c:v>
                </c:pt>
              </c:strCache>
            </c:strRef>
          </c:tx>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val>
            <c:numRef>
              <c:f>'ANS 8'!$C$26:$C$34</c:f>
              <c:numCache>
                <c:formatCode>0</c:formatCode>
                <c:ptCount val="9"/>
                <c:pt idx="0">
                  <c:v>232890.84573612799</c:v>
                </c:pt>
                <c:pt idx="1">
                  <c:v>202812.842851377</c:v>
                </c:pt>
                <c:pt idx="2">
                  <c:v>192107.604370677</c:v>
                </c:pt>
                <c:pt idx="3">
                  <c:v>166537.75483498201</c:v>
                </c:pt>
                <c:pt idx="4">
                  <c:v>126862.27740648401</c:v>
                </c:pt>
                <c:pt idx="5">
                  <c:v>124568.23481442399</c:v>
                </c:pt>
                <c:pt idx="6">
                  <c:v>77308.066402529497</c:v>
                </c:pt>
                <c:pt idx="7">
                  <c:v>73913.129433085196</c:v>
                </c:pt>
                <c:pt idx="8">
                  <c:v>68792.282437479997</c:v>
                </c:pt>
              </c:numCache>
            </c:numRef>
          </c:val>
          <c:extLst>
            <c:ext xmlns:c16="http://schemas.microsoft.com/office/drawing/2014/chart" uri="{C3380CC4-5D6E-409C-BE32-E72D297353CC}">
              <c16:uniqueId val="{00000001-44E7-4F41-84C6-33DBA1460291}"/>
            </c:ext>
          </c:extLst>
        </c:ser>
        <c:dLbls>
          <c:showLegendKey val="0"/>
          <c:showVal val="0"/>
          <c:showCatName val="0"/>
          <c:showSerName val="0"/>
          <c:showPercent val="0"/>
          <c:showBubbleSize val="0"/>
        </c:dLbls>
        <c:gapWidth val="150"/>
        <c:overlap val="100"/>
        <c:axId val="190028751"/>
        <c:axId val="190025871"/>
      </c:barChart>
      <c:catAx>
        <c:axId val="190028751"/>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025871"/>
        <c:crosses val="autoZero"/>
        <c:auto val="1"/>
        <c:lblAlgn val="ctr"/>
        <c:lblOffset val="100"/>
        <c:noMultiLvlLbl val="0"/>
      </c:catAx>
      <c:valAx>
        <c:axId val="19002587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0028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Unit</a:t>
            </a:r>
            <a:r>
              <a:rPr lang="en-US" baseline="0"/>
              <a:t> price vs </a:t>
            </a:r>
            <a:r>
              <a:rPr lang="en-US"/>
              <a:t>Revenue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scatterChart>
        <c:scatterStyle val="lineMarker"/>
        <c:varyColors val="0"/>
        <c:ser>
          <c:idx val="0"/>
          <c:order val="0"/>
          <c:tx>
            <c:strRef>
              <c:f>'ANS 10'!$X$5</c:f>
              <c:strCache>
                <c:ptCount val="1"/>
                <c:pt idx="0">
                  <c:v>TotalRevenue</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xVal>
            <c:numRef>
              <c:f>'ANS 10'!$W$6:$W$82</c:f>
              <c:numCache>
                <c:formatCode>General</c:formatCode>
                <c:ptCount val="77"/>
                <c:pt idx="0">
                  <c:v>263.5</c:v>
                </c:pt>
                <c:pt idx="1">
                  <c:v>123.79</c:v>
                </c:pt>
                <c:pt idx="2">
                  <c:v>55</c:v>
                </c:pt>
                <c:pt idx="3">
                  <c:v>49.3</c:v>
                </c:pt>
                <c:pt idx="4">
                  <c:v>34</c:v>
                </c:pt>
                <c:pt idx="5">
                  <c:v>38</c:v>
                </c:pt>
                <c:pt idx="6">
                  <c:v>53</c:v>
                </c:pt>
                <c:pt idx="7">
                  <c:v>39</c:v>
                </c:pt>
                <c:pt idx="8">
                  <c:v>62.5</c:v>
                </c:pt>
                <c:pt idx="9">
                  <c:v>45.6</c:v>
                </c:pt>
                <c:pt idx="10">
                  <c:v>34.799999999999997</c:v>
                </c:pt>
                <c:pt idx="11">
                  <c:v>46</c:v>
                </c:pt>
                <c:pt idx="12">
                  <c:v>81</c:v>
                </c:pt>
                <c:pt idx="13">
                  <c:v>30</c:v>
                </c:pt>
                <c:pt idx="14">
                  <c:v>33.25</c:v>
                </c:pt>
                <c:pt idx="15">
                  <c:v>36</c:v>
                </c:pt>
                <c:pt idx="16">
                  <c:v>31</c:v>
                </c:pt>
                <c:pt idx="17">
                  <c:v>32.799999999999997</c:v>
                </c:pt>
                <c:pt idx="18">
                  <c:v>31.23</c:v>
                </c:pt>
                <c:pt idx="19">
                  <c:v>21.5</c:v>
                </c:pt>
                <c:pt idx="20">
                  <c:v>18.399999999999999</c:v>
                </c:pt>
                <c:pt idx="21">
                  <c:v>24</c:v>
                </c:pt>
                <c:pt idx="22">
                  <c:v>17.45</c:v>
                </c:pt>
                <c:pt idx="23">
                  <c:v>43.9</c:v>
                </c:pt>
                <c:pt idx="24">
                  <c:v>19</c:v>
                </c:pt>
                <c:pt idx="25">
                  <c:v>18</c:v>
                </c:pt>
                <c:pt idx="26">
                  <c:v>43.9</c:v>
                </c:pt>
                <c:pt idx="27">
                  <c:v>12.5</c:v>
                </c:pt>
                <c:pt idx="28">
                  <c:v>28.5</c:v>
                </c:pt>
                <c:pt idx="29">
                  <c:v>21.05</c:v>
                </c:pt>
                <c:pt idx="30">
                  <c:v>18</c:v>
                </c:pt>
                <c:pt idx="31">
                  <c:v>19</c:v>
                </c:pt>
                <c:pt idx="32">
                  <c:v>25.89</c:v>
                </c:pt>
                <c:pt idx="33">
                  <c:v>21</c:v>
                </c:pt>
                <c:pt idx="34">
                  <c:v>18</c:v>
                </c:pt>
                <c:pt idx="35">
                  <c:v>40</c:v>
                </c:pt>
                <c:pt idx="36">
                  <c:v>18</c:v>
                </c:pt>
                <c:pt idx="37">
                  <c:v>38</c:v>
                </c:pt>
                <c:pt idx="38">
                  <c:v>15</c:v>
                </c:pt>
                <c:pt idx="39">
                  <c:v>19.45</c:v>
                </c:pt>
                <c:pt idx="40">
                  <c:v>20</c:v>
                </c:pt>
                <c:pt idx="41">
                  <c:v>13</c:v>
                </c:pt>
                <c:pt idx="42">
                  <c:v>10</c:v>
                </c:pt>
                <c:pt idx="43">
                  <c:v>12.5</c:v>
                </c:pt>
                <c:pt idx="44">
                  <c:v>9.65</c:v>
                </c:pt>
                <c:pt idx="45">
                  <c:v>14</c:v>
                </c:pt>
                <c:pt idx="46">
                  <c:v>22</c:v>
                </c:pt>
                <c:pt idx="47">
                  <c:v>32</c:v>
                </c:pt>
                <c:pt idx="48">
                  <c:v>7.75</c:v>
                </c:pt>
                <c:pt idx="49">
                  <c:v>23.25</c:v>
                </c:pt>
                <c:pt idx="50">
                  <c:v>19.5</c:v>
                </c:pt>
                <c:pt idx="51">
                  <c:v>97</c:v>
                </c:pt>
                <c:pt idx="52">
                  <c:v>25</c:v>
                </c:pt>
                <c:pt idx="53">
                  <c:v>21</c:v>
                </c:pt>
                <c:pt idx="54">
                  <c:v>14</c:v>
                </c:pt>
                <c:pt idx="55">
                  <c:v>12</c:v>
                </c:pt>
                <c:pt idx="56">
                  <c:v>13.25</c:v>
                </c:pt>
                <c:pt idx="57">
                  <c:v>9.1999999999999993</c:v>
                </c:pt>
                <c:pt idx="58">
                  <c:v>21.35</c:v>
                </c:pt>
                <c:pt idx="59">
                  <c:v>6</c:v>
                </c:pt>
                <c:pt idx="60">
                  <c:v>7.45</c:v>
                </c:pt>
                <c:pt idx="61">
                  <c:v>9</c:v>
                </c:pt>
                <c:pt idx="62">
                  <c:v>4.5</c:v>
                </c:pt>
                <c:pt idx="63">
                  <c:v>9.5</c:v>
                </c:pt>
                <c:pt idx="64">
                  <c:v>15</c:v>
                </c:pt>
                <c:pt idx="65">
                  <c:v>9.5</c:v>
                </c:pt>
                <c:pt idx="66">
                  <c:v>14</c:v>
                </c:pt>
                <c:pt idx="67">
                  <c:v>16.25</c:v>
                </c:pt>
                <c:pt idx="68">
                  <c:v>17</c:v>
                </c:pt>
                <c:pt idx="69">
                  <c:v>7</c:v>
                </c:pt>
                <c:pt idx="70">
                  <c:v>10</c:v>
                </c:pt>
                <c:pt idx="71">
                  <c:v>26</c:v>
                </c:pt>
                <c:pt idx="72">
                  <c:v>10</c:v>
                </c:pt>
                <c:pt idx="73">
                  <c:v>14</c:v>
                </c:pt>
                <c:pt idx="74">
                  <c:v>15.5</c:v>
                </c:pt>
                <c:pt idx="75">
                  <c:v>2.5</c:v>
                </c:pt>
                <c:pt idx="76">
                  <c:v>12.75</c:v>
                </c:pt>
              </c:numCache>
            </c:numRef>
          </c:xVal>
          <c:yVal>
            <c:numRef>
              <c:f>'ANS 10'!$X$6:$X$82</c:f>
              <c:numCache>
                <c:formatCode>0</c:formatCode>
                <c:ptCount val="77"/>
                <c:pt idx="0">
                  <c:v>141396.734903448</c:v>
                </c:pt>
                <c:pt idx="1">
                  <c:v>80368.671974514</c:v>
                </c:pt>
                <c:pt idx="2">
                  <c:v>71155.699909429997</c:v>
                </c:pt>
                <c:pt idx="3">
                  <c:v>47234.969954013803</c:v>
                </c:pt>
                <c:pt idx="4">
                  <c:v>46825.479953019298</c:v>
                </c:pt>
                <c:pt idx="5">
                  <c:v>42593.059960685598</c:v>
                </c:pt>
                <c:pt idx="6">
                  <c:v>41819.649953996297</c:v>
                </c:pt>
                <c:pt idx="7">
                  <c:v>32698.379980891899</c:v>
                </c:pt>
                <c:pt idx="8">
                  <c:v>29171.874963399001</c:v>
                </c:pt>
                <c:pt idx="9">
                  <c:v>25696.639981058201</c:v>
                </c:pt>
                <c:pt idx="10">
                  <c:v>24900.129985374198</c:v>
                </c:pt>
                <c:pt idx="11">
                  <c:v>23526.699973952698</c:v>
                </c:pt>
                <c:pt idx="12">
                  <c:v>22563.359987036802</c:v>
                </c:pt>
                <c:pt idx="13">
                  <c:v>22044.299987822698</c:v>
                </c:pt>
                <c:pt idx="14">
                  <c:v>21957.967488128601</c:v>
                </c:pt>
                <c:pt idx="15">
                  <c:v>21942.3599741488</c:v>
                </c:pt>
                <c:pt idx="16">
                  <c:v>20867.339966019899</c:v>
                </c:pt>
                <c:pt idx="17">
                  <c:v>20574.169984587999</c:v>
                </c:pt>
                <c:pt idx="18">
                  <c:v>19849.144466497401</c:v>
                </c:pt>
                <c:pt idx="19">
                  <c:v>19551.024983853102</c:v>
                </c:pt>
                <c:pt idx="20">
                  <c:v>17910.629981672701</c:v>
                </c:pt>
                <c:pt idx="21">
                  <c:v>17426.399969297599</c:v>
                </c:pt>
                <c:pt idx="22">
                  <c:v>17215.775470547302</c:v>
                </c:pt>
                <c:pt idx="23">
                  <c:v>16701.094979286099</c:v>
                </c:pt>
                <c:pt idx="24">
                  <c:v>16355.959973822501</c:v>
                </c:pt>
                <c:pt idx="25">
                  <c:v>15760.439977222601</c:v>
                </c:pt>
                <c:pt idx="26">
                  <c:v>15099.875</c:v>
                </c:pt>
                <c:pt idx="27">
                  <c:v>14920.8749793935</c:v>
                </c:pt>
                <c:pt idx="28">
                  <c:v>14352.599963817</c:v>
                </c:pt>
                <c:pt idx="29">
                  <c:v>13869.8899857249</c:v>
                </c:pt>
                <c:pt idx="30">
                  <c:v>13643.9999832093</c:v>
                </c:pt>
                <c:pt idx="31">
                  <c:v>13458.459991064599</c:v>
                </c:pt>
                <c:pt idx="32">
                  <c:v>13424.1974937865</c:v>
                </c:pt>
                <c:pt idx="33">
                  <c:v>12901.769987989899</c:v>
                </c:pt>
                <c:pt idx="34">
                  <c:v>12788.0999809563</c:v>
                </c:pt>
                <c:pt idx="35">
                  <c:v>12771.9999891519</c:v>
                </c:pt>
                <c:pt idx="36">
                  <c:v>12294.5399852961</c:v>
                </c:pt>
                <c:pt idx="37">
                  <c:v>12257.659983703399</c:v>
                </c:pt>
                <c:pt idx="38">
                  <c:v>10672.6499884687</c:v>
                </c:pt>
                <c:pt idx="39">
                  <c:v>9915.9449908241604</c:v>
                </c:pt>
                <c:pt idx="40">
                  <c:v>9244.5999931543993</c:v>
                </c:pt>
                <c:pt idx="41">
                  <c:v>9171.6299937255608</c:v>
                </c:pt>
                <c:pt idx="42">
                  <c:v>9103.9999909102899</c:v>
                </c:pt>
                <c:pt idx="43">
                  <c:v>8713.9999961852991</c:v>
                </c:pt>
                <c:pt idx="44">
                  <c:v>8680.3449947750196</c:v>
                </c:pt>
                <c:pt idx="45">
                  <c:v>8574.9999880880096</c:v>
                </c:pt>
                <c:pt idx="46">
                  <c:v>8567.8999876409707</c:v>
                </c:pt>
                <c:pt idx="47">
                  <c:v>8404.1599857091896</c:v>
                </c:pt>
                <c:pt idx="48">
                  <c:v>8177.4899923272396</c:v>
                </c:pt>
                <c:pt idx="49">
                  <c:v>7991.4899937621303</c:v>
                </c:pt>
                <c:pt idx="50">
                  <c:v>7661.5499988377096</c:v>
                </c:pt>
                <c:pt idx="51">
                  <c:v>7226.4999884366898</c:v>
                </c:pt>
                <c:pt idx="52">
                  <c:v>7136.9999987818301</c:v>
                </c:pt>
                <c:pt idx="53">
                  <c:v>7122.35999992489</c:v>
                </c:pt>
                <c:pt idx="54">
                  <c:v>6350.39999251067</c:v>
                </c:pt>
                <c:pt idx="55">
                  <c:v>5882.9999949127396</c:v>
                </c:pt>
                <c:pt idx="56">
                  <c:v>5881.6749898120697</c:v>
                </c:pt>
                <c:pt idx="57">
                  <c:v>5862.6199964612697</c:v>
                </c:pt>
                <c:pt idx="58">
                  <c:v>5347.1999956216596</c:v>
                </c:pt>
                <c:pt idx="59">
                  <c:v>4960.43999135792</c:v>
                </c:pt>
                <c:pt idx="60">
                  <c:v>4728.2374943185596</c:v>
                </c:pt>
                <c:pt idx="61">
                  <c:v>4601.69999436736</c:v>
                </c:pt>
                <c:pt idx="62">
                  <c:v>4504.36499684304</c:v>
                </c:pt>
                <c:pt idx="63">
                  <c:v>4338.1749890502497</c:v>
                </c:pt>
                <c:pt idx="64">
                  <c:v>3997.1999941952499</c:v>
                </c:pt>
                <c:pt idx="65">
                  <c:v>3958.0799989156399</c:v>
                </c:pt>
                <c:pt idx="66">
                  <c:v>3704.3999965265298</c:v>
                </c:pt>
                <c:pt idx="67">
                  <c:v>3437.6874989224598</c:v>
                </c:pt>
                <c:pt idx="68">
                  <c:v>3382.9999949336002</c:v>
                </c:pt>
                <c:pt idx="69">
                  <c:v>3232.94999785646</c:v>
                </c:pt>
                <c:pt idx="70">
                  <c:v>3043.99999946355</c:v>
                </c:pt>
                <c:pt idx="71">
                  <c:v>2688.39999465346</c:v>
                </c:pt>
                <c:pt idx="72">
                  <c:v>2432.4999990463202</c:v>
                </c:pt>
                <c:pt idx="73">
                  <c:v>2396.79999566078</c:v>
                </c:pt>
                <c:pt idx="74">
                  <c:v>1784.8249995727001</c:v>
                </c:pt>
                <c:pt idx="75">
                  <c:v>1648.1249991375901</c:v>
                </c:pt>
                <c:pt idx="76">
                  <c:v>1368.7124936543401</c:v>
                </c:pt>
              </c:numCache>
            </c:numRef>
          </c:yVal>
          <c:smooth val="0"/>
          <c:extLst>
            <c:ext xmlns:c16="http://schemas.microsoft.com/office/drawing/2014/chart" uri="{C3380CC4-5D6E-409C-BE32-E72D297353CC}">
              <c16:uniqueId val="{00000000-22A2-4941-B7DC-F60F3E7443D2}"/>
            </c:ext>
          </c:extLst>
        </c:ser>
        <c:dLbls>
          <c:showLegendKey val="0"/>
          <c:showVal val="0"/>
          <c:showCatName val="0"/>
          <c:showSerName val="0"/>
          <c:showPercent val="0"/>
          <c:showBubbleSize val="0"/>
        </c:dLbls>
        <c:axId val="64345423"/>
        <c:axId val="64345903"/>
      </c:scatterChart>
      <c:valAx>
        <c:axId val="64345423"/>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64345903"/>
        <c:crosses val="autoZero"/>
        <c:crossBetween val="midCat"/>
      </c:valAx>
      <c:valAx>
        <c:axId val="64345903"/>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64345423"/>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lineChart>
        <c:grouping val="standard"/>
        <c:varyColors val="0"/>
        <c:ser>
          <c:idx val="0"/>
          <c:order val="0"/>
          <c:tx>
            <c:strRef>
              <c:f>'ANS 11'!$L$6</c:f>
              <c:strCache>
                <c:ptCount val="1"/>
                <c:pt idx="0">
                  <c:v>TotalQuantityOrdered</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'ANS 11'!$K$7:$K$486</c:f>
              <c:numCache>
                <c:formatCode>m/d/yyyy\ h:mm</c:formatCode>
                <c:ptCount val="480"/>
                <c:pt idx="0">
                  <c:v>34550</c:v>
                </c:pt>
                <c:pt idx="1">
                  <c:v>34551</c:v>
                </c:pt>
                <c:pt idx="2">
                  <c:v>34554</c:v>
                </c:pt>
                <c:pt idx="3">
                  <c:v>34555</c:v>
                </c:pt>
                <c:pt idx="4">
                  <c:v>34556</c:v>
                </c:pt>
                <c:pt idx="5">
                  <c:v>34557</c:v>
                </c:pt>
                <c:pt idx="6">
                  <c:v>34558</c:v>
                </c:pt>
                <c:pt idx="7">
                  <c:v>34561</c:v>
                </c:pt>
                <c:pt idx="8">
                  <c:v>34562</c:v>
                </c:pt>
                <c:pt idx="9">
                  <c:v>34563</c:v>
                </c:pt>
                <c:pt idx="10">
                  <c:v>34564</c:v>
                </c:pt>
                <c:pt idx="11">
                  <c:v>34565</c:v>
                </c:pt>
                <c:pt idx="12">
                  <c:v>34568</c:v>
                </c:pt>
                <c:pt idx="13">
                  <c:v>34569</c:v>
                </c:pt>
                <c:pt idx="14">
                  <c:v>34570</c:v>
                </c:pt>
                <c:pt idx="15">
                  <c:v>34571</c:v>
                </c:pt>
                <c:pt idx="16">
                  <c:v>34572</c:v>
                </c:pt>
                <c:pt idx="17">
                  <c:v>34575</c:v>
                </c:pt>
                <c:pt idx="18">
                  <c:v>34576</c:v>
                </c:pt>
                <c:pt idx="19">
                  <c:v>34577</c:v>
                </c:pt>
                <c:pt idx="20">
                  <c:v>34578</c:v>
                </c:pt>
                <c:pt idx="21">
                  <c:v>34579</c:v>
                </c:pt>
                <c:pt idx="22">
                  <c:v>34582</c:v>
                </c:pt>
                <c:pt idx="23">
                  <c:v>34583</c:v>
                </c:pt>
                <c:pt idx="24">
                  <c:v>34584</c:v>
                </c:pt>
                <c:pt idx="25">
                  <c:v>34585</c:v>
                </c:pt>
                <c:pt idx="26">
                  <c:v>34586</c:v>
                </c:pt>
                <c:pt idx="27">
                  <c:v>34589</c:v>
                </c:pt>
                <c:pt idx="28">
                  <c:v>34590</c:v>
                </c:pt>
                <c:pt idx="29">
                  <c:v>34591</c:v>
                </c:pt>
                <c:pt idx="30">
                  <c:v>34592</c:v>
                </c:pt>
                <c:pt idx="31">
                  <c:v>34593</c:v>
                </c:pt>
                <c:pt idx="32">
                  <c:v>34596</c:v>
                </c:pt>
                <c:pt idx="33">
                  <c:v>34597</c:v>
                </c:pt>
                <c:pt idx="34">
                  <c:v>34598</c:v>
                </c:pt>
                <c:pt idx="35">
                  <c:v>34599</c:v>
                </c:pt>
                <c:pt idx="36">
                  <c:v>34600</c:v>
                </c:pt>
                <c:pt idx="37">
                  <c:v>34603</c:v>
                </c:pt>
                <c:pt idx="38">
                  <c:v>34604</c:v>
                </c:pt>
                <c:pt idx="39">
                  <c:v>34605</c:v>
                </c:pt>
                <c:pt idx="40">
                  <c:v>34606</c:v>
                </c:pt>
                <c:pt idx="41">
                  <c:v>34607</c:v>
                </c:pt>
                <c:pt idx="42">
                  <c:v>34610</c:v>
                </c:pt>
                <c:pt idx="43">
                  <c:v>34611</c:v>
                </c:pt>
                <c:pt idx="44">
                  <c:v>34612</c:v>
                </c:pt>
                <c:pt idx="45">
                  <c:v>34613</c:v>
                </c:pt>
                <c:pt idx="46">
                  <c:v>34614</c:v>
                </c:pt>
                <c:pt idx="47">
                  <c:v>34617</c:v>
                </c:pt>
                <c:pt idx="48">
                  <c:v>34618</c:v>
                </c:pt>
                <c:pt idx="49">
                  <c:v>34619</c:v>
                </c:pt>
                <c:pt idx="50">
                  <c:v>34620</c:v>
                </c:pt>
                <c:pt idx="51">
                  <c:v>34621</c:v>
                </c:pt>
                <c:pt idx="52">
                  <c:v>34624</c:v>
                </c:pt>
                <c:pt idx="53">
                  <c:v>34625</c:v>
                </c:pt>
                <c:pt idx="54">
                  <c:v>34626</c:v>
                </c:pt>
                <c:pt idx="55">
                  <c:v>34627</c:v>
                </c:pt>
                <c:pt idx="56">
                  <c:v>34628</c:v>
                </c:pt>
                <c:pt idx="57">
                  <c:v>34631</c:v>
                </c:pt>
                <c:pt idx="58">
                  <c:v>34632</c:v>
                </c:pt>
                <c:pt idx="59">
                  <c:v>34633</c:v>
                </c:pt>
                <c:pt idx="60">
                  <c:v>34634</c:v>
                </c:pt>
                <c:pt idx="61">
                  <c:v>34635</c:v>
                </c:pt>
                <c:pt idx="62">
                  <c:v>34638</c:v>
                </c:pt>
                <c:pt idx="63">
                  <c:v>34639</c:v>
                </c:pt>
                <c:pt idx="64">
                  <c:v>34640</c:v>
                </c:pt>
                <c:pt idx="65">
                  <c:v>34641</c:v>
                </c:pt>
                <c:pt idx="66">
                  <c:v>34642</c:v>
                </c:pt>
                <c:pt idx="67">
                  <c:v>34645</c:v>
                </c:pt>
                <c:pt idx="68">
                  <c:v>34646</c:v>
                </c:pt>
                <c:pt idx="69">
                  <c:v>34647</c:v>
                </c:pt>
                <c:pt idx="70">
                  <c:v>34648</c:v>
                </c:pt>
                <c:pt idx="71">
                  <c:v>34649</c:v>
                </c:pt>
                <c:pt idx="72">
                  <c:v>34652</c:v>
                </c:pt>
                <c:pt idx="73">
                  <c:v>34653</c:v>
                </c:pt>
                <c:pt idx="74">
                  <c:v>34654</c:v>
                </c:pt>
                <c:pt idx="75">
                  <c:v>34655</c:v>
                </c:pt>
                <c:pt idx="76">
                  <c:v>34656</c:v>
                </c:pt>
                <c:pt idx="77">
                  <c:v>34659</c:v>
                </c:pt>
                <c:pt idx="78">
                  <c:v>34660</c:v>
                </c:pt>
                <c:pt idx="79">
                  <c:v>34661</c:v>
                </c:pt>
                <c:pt idx="80">
                  <c:v>34662</c:v>
                </c:pt>
                <c:pt idx="81">
                  <c:v>34663</c:v>
                </c:pt>
                <c:pt idx="82">
                  <c:v>34666</c:v>
                </c:pt>
                <c:pt idx="83">
                  <c:v>34667</c:v>
                </c:pt>
                <c:pt idx="84">
                  <c:v>34668</c:v>
                </c:pt>
                <c:pt idx="85">
                  <c:v>34669</c:v>
                </c:pt>
                <c:pt idx="86">
                  <c:v>34670</c:v>
                </c:pt>
                <c:pt idx="87">
                  <c:v>34673</c:v>
                </c:pt>
                <c:pt idx="88">
                  <c:v>34674</c:v>
                </c:pt>
                <c:pt idx="89">
                  <c:v>34675</c:v>
                </c:pt>
                <c:pt idx="90">
                  <c:v>34676</c:v>
                </c:pt>
                <c:pt idx="91">
                  <c:v>34677</c:v>
                </c:pt>
                <c:pt idx="92">
                  <c:v>34680</c:v>
                </c:pt>
                <c:pt idx="93">
                  <c:v>34681</c:v>
                </c:pt>
                <c:pt idx="94">
                  <c:v>34682</c:v>
                </c:pt>
                <c:pt idx="95">
                  <c:v>34683</c:v>
                </c:pt>
                <c:pt idx="96">
                  <c:v>34684</c:v>
                </c:pt>
                <c:pt idx="97">
                  <c:v>34687</c:v>
                </c:pt>
                <c:pt idx="98">
                  <c:v>34688</c:v>
                </c:pt>
                <c:pt idx="99">
                  <c:v>34689</c:v>
                </c:pt>
                <c:pt idx="100">
                  <c:v>34690</c:v>
                </c:pt>
                <c:pt idx="101">
                  <c:v>34691</c:v>
                </c:pt>
                <c:pt idx="102">
                  <c:v>34694</c:v>
                </c:pt>
                <c:pt idx="103">
                  <c:v>34695</c:v>
                </c:pt>
                <c:pt idx="104">
                  <c:v>34696</c:v>
                </c:pt>
                <c:pt idx="105">
                  <c:v>34697</c:v>
                </c:pt>
                <c:pt idx="106">
                  <c:v>34698</c:v>
                </c:pt>
                <c:pt idx="107">
                  <c:v>34701</c:v>
                </c:pt>
                <c:pt idx="108">
                  <c:v>34702</c:v>
                </c:pt>
                <c:pt idx="109">
                  <c:v>34703</c:v>
                </c:pt>
                <c:pt idx="110">
                  <c:v>34704</c:v>
                </c:pt>
                <c:pt idx="111">
                  <c:v>34705</c:v>
                </c:pt>
                <c:pt idx="112">
                  <c:v>34708</c:v>
                </c:pt>
                <c:pt idx="113">
                  <c:v>34709</c:v>
                </c:pt>
                <c:pt idx="114">
                  <c:v>34710</c:v>
                </c:pt>
                <c:pt idx="115">
                  <c:v>34711</c:v>
                </c:pt>
                <c:pt idx="116">
                  <c:v>34712</c:v>
                </c:pt>
                <c:pt idx="117">
                  <c:v>34715</c:v>
                </c:pt>
                <c:pt idx="118">
                  <c:v>34716</c:v>
                </c:pt>
                <c:pt idx="119">
                  <c:v>34717</c:v>
                </c:pt>
                <c:pt idx="120">
                  <c:v>34718</c:v>
                </c:pt>
                <c:pt idx="121">
                  <c:v>34719</c:v>
                </c:pt>
                <c:pt idx="122">
                  <c:v>34722</c:v>
                </c:pt>
                <c:pt idx="123">
                  <c:v>34723</c:v>
                </c:pt>
                <c:pt idx="124">
                  <c:v>34724</c:v>
                </c:pt>
                <c:pt idx="125">
                  <c:v>34725</c:v>
                </c:pt>
                <c:pt idx="126">
                  <c:v>34726</c:v>
                </c:pt>
                <c:pt idx="127">
                  <c:v>34729</c:v>
                </c:pt>
                <c:pt idx="128">
                  <c:v>34730</c:v>
                </c:pt>
                <c:pt idx="129">
                  <c:v>34731</c:v>
                </c:pt>
                <c:pt idx="130">
                  <c:v>34732</c:v>
                </c:pt>
                <c:pt idx="131">
                  <c:v>34733</c:v>
                </c:pt>
                <c:pt idx="132">
                  <c:v>34736</c:v>
                </c:pt>
                <c:pt idx="133">
                  <c:v>34737</c:v>
                </c:pt>
                <c:pt idx="134">
                  <c:v>34738</c:v>
                </c:pt>
                <c:pt idx="135">
                  <c:v>34739</c:v>
                </c:pt>
                <c:pt idx="136">
                  <c:v>34740</c:v>
                </c:pt>
                <c:pt idx="137">
                  <c:v>34743</c:v>
                </c:pt>
                <c:pt idx="138">
                  <c:v>34744</c:v>
                </c:pt>
                <c:pt idx="139">
                  <c:v>34745</c:v>
                </c:pt>
                <c:pt idx="140">
                  <c:v>34746</c:v>
                </c:pt>
                <c:pt idx="141">
                  <c:v>34747</c:v>
                </c:pt>
                <c:pt idx="142">
                  <c:v>34750</c:v>
                </c:pt>
                <c:pt idx="143">
                  <c:v>34751</c:v>
                </c:pt>
                <c:pt idx="144">
                  <c:v>34752</c:v>
                </c:pt>
                <c:pt idx="145">
                  <c:v>34753</c:v>
                </c:pt>
                <c:pt idx="146">
                  <c:v>34754</c:v>
                </c:pt>
                <c:pt idx="147">
                  <c:v>34757</c:v>
                </c:pt>
                <c:pt idx="148">
                  <c:v>34758</c:v>
                </c:pt>
                <c:pt idx="149">
                  <c:v>34759</c:v>
                </c:pt>
                <c:pt idx="150">
                  <c:v>34760</c:v>
                </c:pt>
                <c:pt idx="151">
                  <c:v>34761</c:v>
                </c:pt>
                <c:pt idx="152">
                  <c:v>34764</c:v>
                </c:pt>
                <c:pt idx="153">
                  <c:v>34765</c:v>
                </c:pt>
                <c:pt idx="154">
                  <c:v>34766</c:v>
                </c:pt>
                <c:pt idx="155">
                  <c:v>34767</c:v>
                </c:pt>
                <c:pt idx="156">
                  <c:v>34768</c:v>
                </c:pt>
                <c:pt idx="157">
                  <c:v>34771</c:v>
                </c:pt>
                <c:pt idx="158">
                  <c:v>34772</c:v>
                </c:pt>
                <c:pt idx="159">
                  <c:v>34773</c:v>
                </c:pt>
                <c:pt idx="160">
                  <c:v>34774</c:v>
                </c:pt>
                <c:pt idx="161">
                  <c:v>34775</c:v>
                </c:pt>
                <c:pt idx="162">
                  <c:v>34778</c:v>
                </c:pt>
                <c:pt idx="163">
                  <c:v>34779</c:v>
                </c:pt>
                <c:pt idx="164">
                  <c:v>34780</c:v>
                </c:pt>
                <c:pt idx="165">
                  <c:v>34781</c:v>
                </c:pt>
                <c:pt idx="166">
                  <c:v>34782</c:v>
                </c:pt>
                <c:pt idx="167">
                  <c:v>34785</c:v>
                </c:pt>
                <c:pt idx="168">
                  <c:v>34786</c:v>
                </c:pt>
                <c:pt idx="169">
                  <c:v>34787</c:v>
                </c:pt>
                <c:pt idx="170">
                  <c:v>34788</c:v>
                </c:pt>
                <c:pt idx="171">
                  <c:v>34789</c:v>
                </c:pt>
                <c:pt idx="172">
                  <c:v>34792</c:v>
                </c:pt>
                <c:pt idx="173">
                  <c:v>34793</c:v>
                </c:pt>
                <c:pt idx="174">
                  <c:v>34794</c:v>
                </c:pt>
                <c:pt idx="175">
                  <c:v>34795</c:v>
                </c:pt>
                <c:pt idx="176">
                  <c:v>34796</c:v>
                </c:pt>
                <c:pt idx="177">
                  <c:v>34799</c:v>
                </c:pt>
                <c:pt idx="178">
                  <c:v>34800</c:v>
                </c:pt>
                <c:pt idx="179">
                  <c:v>34801</c:v>
                </c:pt>
                <c:pt idx="180">
                  <c:v>34802</c:v>
                </c:pt>
                <c:pt idx="181">
                  <c:v>34803</c:v>
                </c:pt>
                <c:pt idx="182">
                  <c:v>34806</c:v>
                </c:pt>
                <c:pt idx="183">
                  <c:v>34807</c:v>
                </c:pt>
                <c:pt idx="184">
                  <c:v>34808</c:v>
                </c:pt>
                <c:pt idx="185">
                  <c:v>34809</c:v>
                </c:pt>
                <c:pt idx="186">
                  <c:v>34810</c:v>
                </c:pt>
                <c:pt idx="187">
                  <c:v>34813</c:v>
                </c:pt>
                <c:pt idx="188">
                  <c:v>34814</c:v>
                </c:pt>
                <c:pt idx="189">
                  <c:v>34815</c:v>
                </c:pt>
                <c:pt idx="190">
                  <c:v>34816</c:v>
                </c:pt>
                <c:pt idx="191">
                  <c:v>34817</c:v>
                </c:pt>
                <c:pt idx="192">
                  <c:v>34820</c:v>
                </c:pt>
                <c:pt idx="193">
                  <c:v>34821</c:v>
                </c:pt>
                <c:pt idx="194">
                  <c:v>34822</c:v>
                </c:pt>
                <c:pt idx="195">
                  <c:v>34823</c:v>
                </c:pt>
                <c:pt idx="196">
                  <c:v>34824</c:v>
                </c:pt>
                <c:pt idx="197">
                  <c:v>34827</c:v>
                </c:pt>
                <c:pt idx="198">
                  <c:v>34828</c:v>
                </c:pt>
                <c:pt idx="199">
                  <c:v>34829</c:v>
                </c:pt>
                <c:pt idx="200">
                  <c:v>34830</c:v>
                </c:pt>
                <c:pt idx="201">
                  <c:v>34831</c:v>
                </c:pt>
                <c:pt idx="202">
                  <c:v>34834</c:v>
                </c:pt>
                <c:pt idx="203">
                  <c:v>34835</c:v>
                </c:pt>
                <c:pt idx="204">
                  <c:v>34836</c:v>
                </c:pt>
                <c:pt idx="205">
                  <c:v>34837</c:v>
                </c:pt>
                <c:pt idx="206">
                  <c:v>34838</c:v>
                </c:pt>
                <c:pt idx="207">
                  <c:v>34841</c:v>
                </c:pt>
                <c:pt idx="208">
                  <c:v>34842</c:v>
                </c:pt>
                <c:pt idx="209">
                  <c:v>34843</c:v>
                </c:pt>
                <c:pt idx="210">
                  <c:v>34844</c:v>
                </c:pt>
                <c:pt idx="211">
                  <c:v>34845</c:v>
                </c:pt>
                <c:pt idx="212">
                  <c:v>34848</c:v>
                </c:pt>
                <c:pt idx="213">
                  <c:v>34849</c:v>
                </c:pt>
                <c:pt idx="214">
                  <c:v>34850</c:v>
                </c:pt>
                <c:pt idx="215">
                  <c:v>34851</c:v>
                </c:pt>
                <c:pt idx="216">
                  <c:v>34852</c:v>
                </c:pt>
                <c:pt idx="217">
                  <c:v>34855</c:v>
                </c:pt>
                <c:pt idx="218">
                  <c:v>34856</c:v>
                </c:pt>
                <c:pt idx="219">
                  <c:v>34857</c:v>
                </c:pt>
                <c:pt idx="220">
                  <c:v>34858</c:v>
                </c:pt>
                <c:pt idx="221">
                  <c:v>34859</c:v>
                </c:pt>
                <c:pt idx="222">
                  <c:v>34862</c:v>
                </c:pt>
                <c:pt idx="223">
                  <c:v>34863</c:v>
                </c:pt>
                <c:pt idx="224">
                  <c:v>34864</c:v>
                </c:pt>
                <c:pt idx="225">
                  <c:v>34865</c:v>
                </c:pt>
                <c:pt idx="226">
                  <c:v>34866</c:v>
                </c:pt>
                <c:pt idx="227">
                  <c:v>34869</c:v>
                </c:pt>
                <c:pt idx="228">
                  <c:v>34870</c:v>
                </c:pt>
                <c:pt idx="229">
                  <c:v>34871</c:v>
                </c:pt>
                <c:pt idx="230">
                  <c:v>34872</c:v>
                </c:pt>
                <c:pt idx="231">
                  <c:v>34873</c:v>
                </c:pt>
                <c:pt idx="232">
                  <c:v>34876</c:v>
                </c:pt>
                <c:pt idx="233">
                  <c:v>34877</c:v>
                </c:pt>
                <c:pt idx="234">
                  <c:v>34878</c:v>
                </c:pt>
                <c:pt idx="235">
                  <c:v>34879</c:v>
                </c:pt>
                <c:pt idx="236">
                  <c:v>34880</c:v>
                </c:pt>
                <c:pt idx="237">
                  <c:v>34883</c:v>
                </c:pt>
                <c:pt idx="238">
                  <c:v>34884</c:v>
                </c:pt>
                <c:pt idx="239">
                  <c:v>34885</c:v>
                </c:pt>
                <c:pt idx="240">
                  <c:v>34886</c:v>
                </c:pt>
                <c:pt idx="241">
                  <c:v>34887</c:v>
                </c:pt>
                <c:pt idx="242">
                  <c:v>34890</c:v>
                </c:pt>
                <c:pt idx="243">
                  <c:v>34891</c:v>
                </c:pt>
                <c:pt idx="244">
                  <c:v>34892</c:v>
                </c:pt>
                <c:pt idx="245">
                  <c:v>34893</c:v>
                </c:pt>
                <c:pt idx="246">
                  <c:v>34894</c:v>
                </c:pt>
                <c:pt idx="247">
                  <c:v>34897</c:v>
                </c:pt>
                <c:pt idx="248">
                  <c:v>34898</c:v>
                </c:pt>
                <c:pt idx="249">
                  <c:v>34899</c:v>
                </c:pt>
                <c:pt idx="250">
                  <c:v>34900</c:v>
                </c:pt>
                <c:pt idx="251">
                  <c:v>34901</c:v>
                </c:pt>
                <c:pt idx="252">
                  <c:v>34904</c:v>
                </c:pt>
                <c:pt idx="253">
                  <c:v>34905</c:v>
                </c:pt>
                <c:pt idx="254">
                  <c:v>34906</c:v>
                </c:pt>
                <c:pt idx="255">
                  <c:v>34907</c:v>
                </c:pt>
                <c:pt idx="256">
                  <c:v>34908</c:v>
                </c:pt>
                <c:pt idx="257">
                  <c:v>34911</c:v>
                </c:pt>
                <c:pt idx="258">
                  <c:v>34912</c:v>
                </c:pt>
                <c:pt idx="259">
                  <c:v>34913</c:v>
                </c:pt>
                <c:pt idx="260">
                  <c:v>34914</c:v>
                </c:pt>
                <c:pt idx="261">
                  <c:v>34915</c:v>
                </c:pt>
                <c:pt idx="262">
                  <c:v>34918</c:v>
                </c:pt>
                <c:pt idx="263">
                  <c:v>34919</c:v>
                </c:pt>
                <c:pt idx="264">
                  <c:v>34920</c:v>
                </c:pt>
                <c:pt idx="265">
                  <c:v>34921</c:v>
                </c:pt>
                <c:pt idx="266">
                  <c:v>34922</c:v>
                </c:pt>
                <c:pt idx="267">
                  <c:v>34925</c:v>
                </c:pt>
                <c:pt idx="268">
                  <c:v>34926</c:v>
                </c:pt>
                <c:pt idx="269">
                  <c:v>34927</c:v>
                </c:pt>
                <c:pt idx="270">
                  <c:v>34928</c:v>
                </c:pt>
                <c:pt idx="271">
                  <c:v>34929</c:v>
                </c:pt>
                <c:pt idx="272">
                  <c:v>34932</c:v>
                </c:pt>
                <c:pt idx="273">
                  <c:v>34933</c:v>
                </c:pt>
                <c:pt idx="274">
                  <c:v>34934</c:v>
                </c:pt>
                <c:pt idx="275">
                  <c:v>34935</c:v>
                </c:pt>
                <c:pt idx="276">
                  <c:v>34936</c:v>
                </c:pt>
                <c:pt idx="277">
                  <c:v>34939</c:v>
                </c:pt>
                <c:pt idx="278">
                  <c:v>34940</c:v>
                </c:pt>
                <c:pt idx="279">
                  <c:v>34941</c:v>
                </c:pt>
                <c:pt idx="280">
                  <c:v>34942</c:v>
                </c:pt>
                <c:pt idx="281">
                  <c:v>34943</c:v>
                </c:pt>
                <c:pt idx="282">
                  <c:v>34946</c:v>
                </c:pt>
                <c:pt idx="283">
                  <c:v>34947</c:v>
                </c:pt>
                <c:pt idx="284">
                  <c:v>34948</c:v>
                </c:pt>
                <c:pt idx="285">
                  <c:v>34949</c:v>
                </c:pt>
                <c:pt idx="286">
                  <c:v>34950</c:v>
                </c:pt>
                <c:pt idx="287">
                  <c:v>34953</c:v>
                </c:pt>
                <c:pt idx="288">
                  <c:v>34954</c:v>
                </c:pt>
                <c:pt idx="289">
                  <c:v>34955</c:v>
                </c:pt>
                <c:pt idx="290">
                  <c:v>34956</c:v>
                </c:pt>
                <c:pt idx="291">
                  <c:v>34957</c:v>
                </c:pt>
                <c:pt idx="292">
                  <c:v>34960</c:v>
                </c:pt>
                <c:pt idx="293">
                  <c:v>34961</c:v>
                </c:pt>
                <c:pt idx="294">
                  <c:v>34962</c:v>
                </c:pt>
                <c:pt idx="295">
                  <c:v>34963</c:v>
                </c:pt>
                <c:pt idx="296">
                  <c:v>34964</c:v>
                </c:pt>
                <c:pt idx="297">
                  <c:v>34967</c:v>
                </c:pt>
                <c:pt idx="298">
                  <c:v>34968</c:v>
                </c:pt>
                <c:pt idx="299">
                  <c:v>34969</c:v>
                </c:pt>
                <c:pt idx="300">
                  <c:v>34970</c:v>
                </c:pt>
                <c:pt idx="301">
                  <c:v>34971</c:v>
                </c:pt>
                <c:pt idx="302">
                  <c:v>34974</c:v>
                </c:pt>
                <c:pt idx="303">
                  <c:v>34975</c:v>
                </c:pt>
                <c:pt idx="304">
                  <c:v>34976</c:v>
                </c:pt>
                <c:pt idx="305">
                  <c:v>34977</c:v>
                </c:pt>
                <c:pt idx="306">
                  <c:v>34978</c:v>
                </c:pt>
                <c:pt idx="307">
                  <c:v>34981</c:v>
                </c:pt>
                <c:pt idx="308">
                  <c:v>34982</c:v>
                </c:pt>
                <c:pt idx="309">
                  <c:v>34983</c:v>
                </c:pt>
                <c:pt idx="310">
                  <c:v>34984</c:v>
                </c:pt>
                <c:pt idx="311">
                  <c:v>34985</c:v>
                </c:pt>
                <c:pt idx="312">
                  <c:v>34988</c:v>
                </c:pt>
                <c:pt idx="313">
                  <c:v>34989</c:v>
                </c:pt>
                <c:pt idx="314">
                  <c:v>34990</c:v>
                </c:pt>
                <c:pt idx="315">
                  <c:v>34991</c:v>
                </c:pt>
                <c:pt idx="316">
                  <c:v>34992</c:v>
                </c:pt>
                <c:pt idx="317">
                  <c:v>34995</c:v>
                </c:pt>
                <c:pt idx="318">
                  <c:v>34996</c:v>
                </c:pt>
                <c:pt idx="319">
                  <c:v>34997</c:v>
                </c:pt>
                <c:pt idx="320">
                  <c:v>34998</c:v>
                </c:pt>
                <c:pt idx="321">
                  <c:v>34999</c:v>
                </c:pt>
                <c:pt idx="322">
                  <c:v>35002</c:v>
                </c:pt>
                <c:pt idx="323">
                  <c:v>35003</c:v>
                </c:pt>
                <c:pt idx="324">
                  <c:v>35004</c:v>
                </c:pt>
                <c:pt idx="325">
                  <c:v>35005</c:v>
                </c:pt>
                <c:pt idx="326">
                  <c:v>35006</c:v>
                </c:pt>
                <c:pt idx="327">
                  <c:v>35009</c:v>
                </c:pt>
                <c:pt idx="328">
                  <c:v>35010</c:v>
                </c:pt>
                <c:pt idx="329">
                  <c:v>35011</c:v>
                </c:pt>
                <c:pt idx="330">
                  <c:v>35012</c:v>
                </c:pt>
                <c:pt idx="331">
                  <c:v>35013</c:v>
                </c:pt>
                <c:pt idx="332">
                  <c:v>35016</c:v>
                </c:pt>
                <c:pt idx="333">
                  <c:v>35017</c:v>
                </c:pt>
                <c:pt idx="334">
                  <c:v>35018</c:v>
                </c:pt>
                <c:pt idx="335">
                  <c:v>35019</c:v>
                </c:pt>
                <c:pt idx="336">
                  <c:v>35020</c:v>
                </c:pt>
                <c:pt idx="337">
                  <c:v>35023</c:v>
                </c:pt>
                <c:pt idx="338">
                  <c:v>35024</c:v>
                </c:pt>
                <c:pt idx="339">
                  <c:v>35025</c:v>
                </c:pt>
                <c:pt idx="340">
                  <c:v>35026</c:v>
                </c:pt>
                <c:pt idx="341">
                  <c:v>35027</c:v>
                </c:pt>
                <c:pt idx="342">
                  <c:v>35030</c:v>
                </c:pt>
                <c:pt idx="343">
                  <c:v>35031</c:v>
                </c:pt>
                <c:pt idx="344">
                  <c:v>35032</c:v>
                </c:pt>
                <c:pt idx="345">
                  <c:v>35033</c:v>
                </c:pt>
                <c:pt idx="346">
                  <c:v>35034</c:v>
                </c:pt>
                <c:pt idx="347">
                  <c:v>35037</c:v>
                </c:pt>
                <c:pt idx="348">
                  <c:v>35038</c:v>
                </c:pt>
                <c:pt idx="349">
                  <c:v>35039</c:v>
                </c:pt>
                <c:pt idx="350">
                  <c:v>35040</c:v>
                </c:pt>
                <c:pt idx="351">
                  <c:v>35041</c:v>
                </c:pt>
                <c:pt idx="352">
                  <c:v>35044</c:v>
                </c:pt>
                <c:pt idx="353">
                  <c:v>35045</c:v>
                </c:pt>
                <c:pt idx="354">
                  <c:v>35046</c:v>
                </c:pt>
                <c:pt idx="355">
                  <c:v>35047</c:v>
                </c:pt>
                <c:pt idx="356">
                  <c:v>35048</c:v>
                </c:pt>
                <c:pt idx="357">
                  <c:v>35051</c:v>
                </c:pt>
                <c:pt idx="358">
                  <c:v>35052</c:v>
                </c:pt>
                <c:pt idx="359">
                  <c:v>35053</c:v>
                </c:pt>
                <c:pt idx="360">
                  <c:v>35054</c:v>
                </c:pt>
                <c:pt idx="361">
                  <c:v>35055</c:v>
                </c:pt>
                <c:pt idx="362">
                  <c:v>35058</c:v>
                </c:pt>
                <c:pt idx="363">
                  <c:v>35059</c:v>
                </c:pt>
                <c:pt idx="364">
                  <c:v>35060</c:v>
                </c:pt>
                <c:pt idx="365">
                  <c:v>35061</c:v>
                </c:pt>
                <c:pt idx="366">
                  <c:v>35062</c:v>
                </c:pt>
                <c:pt idx="367">
                  <c:v>35065</c:v>
                </c:pt>
                <c:pt idx="368">
                  <c:v>35066</c:v>
                </c:pt>
                <c:pt idx="369">
                  <c:v>35067</c:v>
                </c:pt>
                <c:pt idx="370">
                  <c:v>35068</c:v>
                </c:pt>
                <c:pt idx="371">
                  <c:v>35069</c:v>
                </c:pt>
                <c:pt idx="372">
                  <c:v>35072</c:v>
                </c:pt>
                <c:pt idx="373">
                  <c:v>35073</c:v>
                </c:pt>
                <c:pt idx="374">
                  <c:v>35074</c:v>
                </c:pt>
                <c:pt idx="375">
                  <c:v>35075</c:v>
                </c:pt>
                <c:pt idx="376">
                  <c:v>35076</c:v>
                </c:pt>
                <c:pt idx="377">
                  <c:v>35079</c:v>
                </c:pt>
                <c:pt idx="378">
                  <c:v>35080</c:v>
                </c:pt>
                <c:pt idx="379">
                  <c:v>35081</c:v>
                </c:pt>
                <c:pt idx="380">
                  <c:v>35082</c:v>
                </c:pt>
                <c:pt idx="381">
                  <c:v>35083</c:v>
                </c:pt>
                <c:pt idx="382">
                  <c:v>35086</c:v>
                </c:pt>
                <c:pt idx="383">
                  <c:v>35087</c:v>
                </c:pt>
                <c:pt idx="384">
                  <c:v>35088</c:v>
                </c:pt>
                <c:pt idx="385">
                  <c:v>35089</c:v>
                </c:pt>
                <c:pt idx="386">
                  <c:v>35090</c:v>
                </c:pt>
                <c:pt idx="387">
                  <c:v>35093</c:v>
                </c:pt>
                <c:pt idx="388">
                  <c:v>35094</c:v>
                </c:pt>
                <c:pt idx="389">
                  <c:v>35095</c:v>
                </c:pt>
                <c:pt idx="390">
                  <c:v>35096</c:v>
                </c:pt>
                <c:pt idx="391">
                  <c:v>35097</c:v>
                </c:pt>
                <c:pt idx="392">
                  <c:v>35100</c:v>
                </c:pt>
                <c:pt idx="393">
                  <c:v>35101</c:v>
                </c:pt>
                <c:pt idx="394">
                  <c:v>35102</c:v>
                </c:pt>
                <c:pt idx="395">
                  <c:v>35103</c:v>
                </c:pt>
                <c:pt idx="396">
                  <c:v>35104</c:v>
                </c:pt>
                <c:pt idx="397">
                  <c:v>35107</c:v>
                </c:pt>
                <c:pt idx="398">
                  <c:v>35108</c:v>
                </c:pt>
                <c:pt idx="399">
                  <c:v>35109</c:v>
                </c:pt>
                <c:pt idx="400">
                  <c:v>35110</c:v>
                </c:pt>
                <c:pt idx="401">
                  <c:v>35111</c:v>
                </c:pt>
                <c:pt idx="402">
                  <c:v>35114</c:v>
                </c:pt>
                <c:pt idx="403">
                  <c:v>35115</c:v>
                </c:pt>
                <c:pt idx="404">
                  <c:v>35116</c:v>
                </c:pt>
                <c:pt idx="405">
                  <c:v>35117</c:v>
                </c:pt>
                <c:pt idx="406">
                  <c:v>35118</c:v>
                </c:pt>
                <c:pt idx="407">
                  <c:v>35121</c:v>
                </c:pt>
                <c:pt idx="408">
                  <c:v>35122</c:v>
                </c:pt>
                <c:pt idx="409">
                  <c:v>35123</c:v>
                </c:pt>
                <c:pt idx="410">
                  <c:v>35124</c:v>
                </c:pt>
                <c:pt idx="411">
                  <c:v>35125</c:v>
                </c:pt>
                <c:pt idx="412">
                  <c:v>35128</c:v>
                </c:pt>
                <c:pt idx="413">
                  <c:v>35129</c:v>
                </c:pt>
                <c:pt idx="414">
                  <c:v>35130</c:v>
                </c:pt>
                <c:pt idx="415">
                  <c:v>35131</c:v>
                </c:pt>
                <c:pt idx="416">
                  <c:v>35132</c:v>
                </c:pt>
                <c:pt idx="417">
                  <c:v>35135</c:v>
                </c:pt>
                <c:pt idx="418">
                  <c:v>35136</c:v>
                </c:pt>
                <c:pt idx="419">
                  <c:v>35137</c:v>
                </c:pt>
                <c:pt idx="420">
                  <c:v>35138</c:v>
                </c:pt>
                <c:pt idx="421">
                  <c:v>35139</c:v>
                </c:pt>
                <c:pt idx="422">
                  <c:v>35142</c:v>
                </c:pt>
                <c:pt idx="423">
                  <c:v>35143</c:v>
                </c:pt>
                <c:pt idx="424">
                  <c:v>35144</c:v>
                </c:pt>
                <c:pt idx="425">
                  <c:v>35145</c:v>
                </c:pt>
                <c:pt idx="426">
                  <c:v>35146</c:v>
                </c:pt>
                <c:pt idx="427">
                  <c:v>35149</c:v>
                </c:pt>
                <c:pt idx="428">
                  <c:v>35150</c:v>
                </c:pt>
                <c:pt idx="429">
                  <c:v>35151</c:v>
                </c:pt>
                <c:pt idx="430">
                  <c:v>35152</c:v>
                </c:pt>
                <c:pt idx="431">
                  <c:v>35153</c:v>
                </c:pt>
                <c:pt idx="432">
                  <c:v>35156</c:v>
                </c:pt>
                <c:pt idx="433">
                  <c:v>35157</c:v>
                </c:pt>
                <c:pt idx="434">
                  <c:v>35158</c:v>
                </c:pt>
                <c:pt idx="435">
                  <c:v>35159</c:v>
                </c:pt>
                <c:pt idx="436">
                  <c:v>35160</c:v>
                </c:pt>
                <c:pt idx="437">
                  <c:v>35163</c:v>
                </c:pt>
                <c:pt idx="438">
                  <c:v>35164</c:v>
                </c:pt>
                <c:pt idx="439">
                  <c:v>35165</c:v>
                </c:pt>
                <c:pt idx="440">
                  <c:v>35166</c:v>
                </c:pt>
                <c:pt idx="441">
                  <c:v>35167</c:v>
                </c:pt>
                <c:pt idx="442">
                  <c:v>35170</c:v>
                </c:pt>
                <c:pt idx="443">
                  <c:v>35171</c:v>
                </c:pt>
                <c:pt idx="444">
                  <c:v>35172</c:v>
                </c:pt>
                <c:pt idx="445">
                  <c:v>35173</c:v>
                </c:pt>
                <c:pt idx="446">
                  <c:v>35174</c:v>
                </c:pt>
                <c:pt idx="447">
                  <c:v>35177</c:v>
                </c:pt>
                <c:pt idx="448">
                  <c:v>35178</c:v>
                </c:pt>
                <c:pt idx="449">
                  <c:v>35179</c:v>
                </c:pt>
                <c:pt idx="450">
                  <c:v>35180</c:v>
                </c:pt>
                <c:pt idx="451">
                  <c:v>35181</c:v>
                </c:pt>
                <c:pt idx="452">
                  <c:v>35184</c:v>
                </c:pt>
                <c:pt idx="453">
                  <c:v>35185</c:v>
                </c:pt>
                <c:pt idx="454">
                  <c:v>35186</c:v>
                </c:pt>
                <c:pt idx="455">
                  <c:v>35187</c:v>
                </c:pt>
                <c:pt idx="456">
                  <c:v>35188</c:v>
                </c:pt>
                <c:pt idx="457">
                  <c:v>35191</c:v>
                </c:pt>
                <c:pt idx="458">
                  <c:v>35192</c:v>
                </c:pt>
                <c:pt idx="459">
                  <c:v>35193</c:v>
                </c:pt>
                <c:pt idx="460">
                  <c:v>35194</c:v>
                </c:pt>
                <c:pt idx="461">
                  <c:v>35195</c:v>
                </c:pt>
                <c:pt idx="462">
                  <c:v>35198</c:v>
                </c:pt>
                <c:pt idx="463">
                  <c:v>35199</c:v>
                </c:pt>
                <c:pt idx="464">
                  <c:v>35200</c:v>
                </c:pt>
                <c:pt idx="465">
                  <c:v>35201</c:v>
                </c:pt>
                <c:pt idx="466">
                  <c:v>35202</c:v>
                </c:pt>
                <c:pt idx="467">
                  <c:v>35205</c:v>
                </c:pt>
                <c:pt idx="468">
                  <c:v>35206</c:v>
                </c:pt>
                <c:pt idx="469">
                  <c:v>35207</c:v>
                </c:pt>
                <c:pt idx="470">
                  <c:v>35208</c:v>
                </c:pt>
                <c:pt idx="471">
                  <c:v>35209</c:v>
                </c:pt>
                <c:pt idx="472">
                  <c:v>35212</c:v>
                </c:pt>
                <c:pt idx="473">
                  <c:v>35213</c:v>
                </c:pt>
                <c:pt idx="474">
                  <c:v>35214</c:v>
                </c:pt>
                <c:pt idx="475">
                  <c:v>35215</c:v>
                </c:pt>
                <c:pt idx="476">
                  <c:v>35216</c:v>
                </c:pt>
                <c:pt idx="477">
                  <c:v>35219</c:v>
                </c:pt>
                <c:pt idx="478">
                  <c:v>35220</c:v>
                </c:pt>
                <c:pt idx="479">
                  <c:v>35221</c:v>
                </c:pt>
              </c:numCache>
            </c:numRef>
          </c:cat>
          <c:val>
            <c:numRef>
              <c:f>'ANS 11'!$L$7:$L$486</c:f>
              <c:numCache>
                <c:formatCode>General</c:formatCode>
                <c:ptCount val="480"/>
                <c:pt idx="0">
                  <c:v>27</c:v>
                </c:pt>
                <c:pt idx="1">
                  <c:v>49</c:v>
                </c:pt>
                <c:pt idx="2">
                  <c:v>101</c:v>
                </c:pt>
                <c:pt idx="3">
                  <c:v>105</c:v>
                </c:pt>
                <c:pt idx="4">
                  <c:v>102</c:v>
                </c:pt>
                <c:pt idx="5">
                  <c:v>57</c:v>
                </c:pt>
                <c:pt idx="6">
                  <c:v>110</c:v>
                </c:pt>
                <c:pt idx="7">
                  <c:v>27</c:v>
                </c:pt>
                <c:pt idx="8">
                  <c:v>46</c:v>
                </c:pt>
                <c:pt idx="9">
                  <c:v>121</c:v>
                </c:pt>
                <c:pt idx="10">
                  <c:v>11</c:v>
                </c:pt>
                <c:pt idx="11">
                  <c:v>142</c:v>
                </c:pt>
                <c:pt idx="12">
                  <c:v>29</c:v>
                </c:pt>
                <c:pt idx="13">
                  <c:v>184</c:v>
                </c:pt>
                <c:pt idx="14">
                  <c:v>60</c:v>
                </c:pt>
                <c:pt idx="15">
                  <c:v>50</c:v>
                </c:pt>
                <c:pt idx="16">
                  <c:v>12</c:v>
                </c:pt>
                <c:pt idx="17">
                  <c:v>135</c:v>
                </c:pt>
                <c:pt idx="18">
                  <c:v>14</c:v>
                </c:pt>
                <c:pt idx="19">
                  <c:v>80</c:v>
                </c:pt>
                <c:pt idx="20">
                  <c:v>79</c:v>
                </c:pt>
                <c:pt idx="21">
                  <c:v>70</c:v>
                </c:pt>
                <c:pt idx="22">
                  <c:v>152</c:v>
                </c:pt>
                <c:pt idx="23">
                  <c:v>27</c:v>
                </c:pt>
                <c:pt idx="24">
                  <c:v>18</c:v>
                </c:pt>
                <c:pt idx="25">
                  <c:v>25</c:v>
                </c:pt>
                <c:pt idx="26">
                  <c:v>32</c:v>
                </c:pt>
                <c:pt idx="27">
                  <c:v>64</c:v>
                </c:pt>
                <c:pt idx="28">
                  <c:v>15</c:v>
                </c:pt>
                <c:pt idx="29">
                  <c:v>73</c:v>
                </c:pt>
                <c:pt idx="30">
                  <c:v>8</c:v>
                </c:pt>
                <c:pt idx="31">
                  <c:v>76</c:v>
                </c:pt>
                <c:pt idx="32">
                  <c:v>61</c:v>
                </c:pt>
                <c:pt idx="33">
                  <c:v>121</c:v>
                </c:pt>
                <c:pt idx="34">
                  <c:v>140</c:v>
                </c:pt>
                <c:pt idx="35">
                  <c:v>75</c:v>
                </c:pt>
                <c:pt idx="36">
                  <c:v>13</c:v>
                </c:pt>
                <c:pt idx="37">
                  <c:v>39</c:v>
                </c:pt>
                <c:pt idx="38">
                  <c:v>106</c:v>
                </c:pt>
                <c:pt idx="39">
                  <c:v>20</c:v>
                </c:pt>
                <c:pt idx="40">
                  <c:v>33</c:v>
                </c:pt>
                <c:pt idx="41">
                  <c:v>75</c:v>
                </c:pt>
                <c:pt idx="42">
                  <c:v>4</c:v>
                </c:pt>
                <c:pt idx="43">
                  <c:v>57</c:v>
                </c:pt>
                <c:pt idx="44">
                  <c:v>80</c:v>
                </c:pt>
                <c:pt idx="45">
                  <c:v>125</c:v>
                </c:pt>
                <c:pt idx="46">
                  <c:v>35</c:v>
                </c:pt>
                <c:pt idx="47">
                  <c:v>80</c:v>
                </c:pt>
                <c:pt idx="48">
                  <c:v>80</c:v>
                </c:pt>
                <c:pt idx="49">
                  <c:v>85</c:v>
                </c:pt>
                <c:pt idx="50">
                  <c:v>42</c:v>
                </c:pt>
                <c:pt idx="51">
                  <c:v>80</c:v>
                </c:pt>
                <c:pt idx="52">
                  <c:v>25</c:v>
                </c:pt>
                <c:pt idx="53">
                  <c:v>13</c:v>
                </c:pt>
                <c:pt idx="54">
                  <c:v>6</c:v>
                </c:pt>
                <c:pt idx="55">
                  <c:v>75</c:v>
                </c:pt>
                <c:pt idx="56">
                  <c:v>28</c:v>
                </c:pt>
                <c:pt idx="57">
                  <c:v>58</c:v>
                </c:pt>
                <c:pt idx="58">
                  <c:v>12</c:v>
                </c:pt>
                <c:pt idx="59">
                  <c:v>95</c:v>
                </c:pt>
                <c:pt idx="60">
                  <c:v>44</c:v>
                </c:pt>
                <c:pt idx="61">
                  <c:v>80</c:v>
                </c:pt>
                <c:pt idx="62">
                  <c:v>20</c:v>
                </c:pt>
                <c:pt idx="63">
                  <c:v>26</c:v>
                </c:pt>
                <c:pt idx="64">
                  <c:v>52</c:v>
                </c:pt>
                <c:pt idx="65">
                  <c:v>40</c:v>
                </c:pt>
                <c:pt idx="66">
                  <c:v>20</c:v>
                </c:pt>
                <c:pt idx="67">
                  <c:v>13</c:v>
                </c:pt>
                <c:pt idx="68">
                  <c:v>241</c:v>
                </c:pt>
                <c:pt idx="69">
                  <c:v>71</c:v>
                </c:pt>
                <c:pt idx="70">
                  <c:v>90</c:v>
                </c:pt>
                <c:pt idx="71">
                  <c:v>140</c:v>
                </c:pt>
                <c:pt idx="72">
                  <c:v>59</c:v>
                </c:pt>
                <c:pt idx="73">
                  <c:v>50</c:v>
                </c:pt>
                <c:pt idx="74">
                  <c:v>90</c:v>
                </c:pt>
                <c:pt idx="75">
                  <c:v>66</c:v>
                </c:pt>
                <c:pt idx="76">
                  <c:v>60</c:v>
                </c:pt>
                <c:pt idx="77">
                  <c:v>18</c:v>
                </c:pt>
                <c:pt idx="78">
                  <c:v>86</c:v>
                </c:pt>
                <c:pt idx="79">
                  <c:v>18</c:v>
                </c:pt>
                <c:pt idx="80">
                  <c:v>137</c:v>
                </c:pt>
                <c:pt idx="81">
                  <c:v>35</c:v>
                </c:pt>
                <c:pt idx="82">
                  <c:v>108</c:v>
                </c:pt>
                <c:pt idx="83">
                  <c:v>89</c:v>
                </c:pt>
                <c:pt idx="84">
                  <c:v>160</c:v>
                </c:pt>
                <c:pt idx="85">
                  <c:v>69</c:v>
                </c:pt>
                <c:pt idx="86">
                  <c:v>105</c:v>
                </c:pt>
                <c:pt idx="87">
                  <c:v>159</c:v>
                </c:pt>
                <c:pt idx="88">
                  <c:v>56</c:v>
                </c:pt>
                <c:pt idx="89">
                  <c:v>70</c:v>
                </c:pt>
                <c:pt idx="90">
                  <c:v>40</c:v>
                </c:pt>
                <c:pt idx="91">
                  <c:v>24</c:v>
                </c:pt>
                <c:pt idx="92">
                  <c:v>153</c:v>
                </c:pt>
                <c:pt idx="93">
                  <c:v>30</c:v>
                </c:pt>
                <c:pt idx="94">
                  <c:v>62</c:v>
                </c:pt>
                <c:pt idx="95">
                  <c:v>16</c:v>
                </c:pt>
                <c:pt idx="96">
                  <c:v>50</c:v>
                </c:pt>
                <c:pt idx="97">
                  <c:v>62</c:v>
                </c:pt>
                <c:pt idx="98">
                  <c:v>54</c:v>
                </c:pt>
                <c:pt idx="99">
                  <c:v>40</c:v>
                </c:pt>
                <c:pt idx="100">
                  <c:v>206</c:v>
                </c:pt>
                <c:pt idx="101">
                  <c:v>247</c:v>
                </c:pt>
                <c:pt idx="102">
                  <c:v>94</c:v>
                </c:pt>
                <c:pt idx="103">
                  <c:v>79</c:v>
                </c:pt>
                <c:pt idx="104">
                  <c:v>24</c:v>
                </c:pt>
                <c:pt idx="105">
                  <c:v>86</c:v>
                </c:pt>
                <c:pt idx="106">
                  <c:v>78</c:v>
                </c:pt>
                <c:pt idx="107">
                  <c:v>38</c:v>
                </c:pt>
                <c:pt idx="108">
                  <c:v>71</c:v>
                </c:pt>
                <c:pt idx="109">
                  <c:v>164</c:v>
                </c:pt>
                <c:pt idx="110">
                  <c:v>175</c:v>
                </c:pt>
                <c:pt idx="111">
                  <c:v>25</c:v>
                </c:pt>
                <c:pt idx="112">
                  <c:v>82</c:v>
                </c:pt>
                <c:pt idx="113">
                  <c:v>6</c:v>
                </c:pt>
                <c:pt idx="114">
                  <c:v>44</c:v>
                </c:pt>
                <c:pt idx="115">
                  <c:v>88</c:v>
                </c:pt>
                <c:pt idx="116">
                  <c:v>165</c:v>
                </c:pt>
                <c:pt idx="117">
                  <c:v>98</c:v>
                </c:pt>
                <c:pt idx="118">
                  <c:v>38</c:v>
                </c:pt>
                <c:pt idx="119">
                  <c:v>73</c:v>
                </c:pt>
                <c:pt idx="120">
                  <c:v>75</c:v>
                </c:pt>
                <c:pt idx="121">
                  <c:v>81</c:v>
                </c:pt>
                <c:pt idx="122">
                  <c:v>187</c:v>
                </c:pt>
                <c:pt idx="123">
                  <c:v>50</c:v>
                </c:pt>
                <c:pt idx="124">
                  <c:v>196</c:v>
                </c:pt>
                <c:pt idx="125">
                  <c:v>106</c:v>
                </c:pt>
                <c:pt idx="126">
                  <c:v>149</c:v>
                </c:pt>
                <c:pt idx="127">
                  <c:v>150</c:v>
                </c:pt>
                <c:pt idx="128">
                  <c:v>139</c:v>
                </c:pt>
                <c:pt idx="129">
                  <c:v>254</c:v>
                </c:pt>
                <c:pt idx="130">
                  <c:v>125</c:v>
                </c:pt>
                <c:pt idx="131">
                  <c:v>191</c:v>
                </c:pt>
                <c:pt idx="132">
                  <c:v>50</c:v>
                </c:pt>
                <c:pt idx="133">
                  <c:v>149</c:v>
                </c:pt>
                <c:pt idx="134">
                  <c:v>51</c:v>
                </c:pt>
                <c:pt idx="135">
                  <c:v>24</c:v>
                </c:pt>
                <c:pt idx="136">
                  <c:v>139</c:v>
                </c:pt>
                <c:pt idx="137">
                  <c:v>20</c:v>
                </c:pt>
                <c:pt idx="138">
                  <c:v>146</c:v>
                </c:pt>
                <c:pt idx="139">
                  <c:v>22</c:v>
                </c:pt>
                <c:pt idx="140">
                  <c:v>173</c:v>
                </c:pt>
                <c:pt idx="141">
                  <c:v>146</c:v>
                </c:pt>
                <c:pt idx="142">
                  <c:v>80</c:v>
                </c:pt>
                <c:pt idx="143">
                  <c:v>109</c:v>
                </c:pt>
                <c:pt idx="144">
                  <c:v>2</c:v>
                </c:pt>
                <c:pt idx="145">
                  <c:v>173</c:v>
                </c:pt>
                <c:pt idx="146">
                  <c:v>30</c:v>
                </c:pt>
                <c:pt idx="147">
                  <c:v>47</c:v>
                </c:pt>
                <c:pt idx="148">
                  <c:v>20</c:v>
                </c:pt>
                <c:pt idx="149">
                  <c:v>75</c:v>
                </c:pt>
                <c:pt idx="150">
                  <c:v>325</c:v>
                </c:pt>
                <c:pt idx="151">
                  <c:v>50</c:v>
                </c:pt>
                <c:pt idx="152">
                  <c:v>52</c:v>
                </c:pt>
                <c:pt idx="153">
                  <c:v>32</c:v>
                </c:pt>
                <c:pt idx="154">
                  <c:v>114</c:v>
                </c:pt>
                <c:pt idx="155">
                  <c:v>50</c:v>
                </c:pt>
                <c:pt idx="156">
                  <c:v>67</c:v>
                </c:pt>
                <c:pt idx="157">
                  <c:v>258</c:v>
                </c:pt>
                <c:pt idx="158">
                  <c:v>170</c:v>
                </c:pt>
                <c:pt idx="159">
                  <c:v>81</c:v>
                </c:pt>
                <c:pt idx="160">
                  <c:v>21</c:v>
                </c:pt>
                <c:pt idx="161">
                  <c:v>127</c:v>
                </c:pt>
                <c:pt idx="162">
                  <c:v>26</c:v>
                </c:pt>
                <c:pt idx="163">
                  <c:v>69</c:v>
                </c:pt>
                <c:pt idx="164">
                  <c:v>264</c:v>
                </c:pt>
                <c:pt idx="165">
                  <c:v>115</c:v>
                </c:pt>
                <c:pt idx="166">
                  <c:v>90</c:v>
                </c:pt>
                <c:pt idx="167">
                  <c:v>125</c:v>
                </c:pt>
                <c:pt idx="168">
                  <c:v>97</c:v>
                </c:pt>
                <c:pt idx="169">
                  <c:v>145</c:v>
                </c:pt>
                <c:pt idx="170">
                  <c:v>76</c:v>
                </c:pt>
                <c:pt idx="171">
                  <c:v>153</c:v>
                </c:pt>
                <c:pt idx="172">
                  <c:v>22</c:v>
                </c:pt>
                <c:pt idx="173">
                  <c:v>140</c:v>
                </c:pt>
                <c:pt idx="174">
                  <c:v>118</c:v>
                </c:pt>
                <c:pt idx="175">
                  <c:v>55</c:v>
                </c:pt>
                <c:pt idx="176">
                  <c:v>23</c:v>
                </c:pt>
                <c:pt idx="177">
                  <c:v>77</c:v>
                </c:pt>
                <c:pt idx="178">
                  <c:v>103</c:v>
                </c:pt>
                <c:pt idx="179">
                  <c:v>98</c:v>
                </c:pt>
                <c:pt idx="180">
                  <c:v>85</c:v>
                </c:pt>
                <c:pt idx="181">
                  <c:v>137</c:v>
                </c:pt>
                <c:pt idx="182">
                  <c:v>70</c:v>
                </c:pt>
                <c:pt idx="183">
                  <c:v>20</c:v>
                </c:pt>
                <c:pt idx="184">
                  <c:v>148</c:v>
                </c:pt>
                <c:pt idx="185">
                  <c:v>106</c:v>
                </c:pt>
                <c:pt idx="186">
                  <c:v>10</c:v>
                </c:pt>
                <c:pt idx="187">
                  <c:v>92</c:v>
                </c:pt>
                <c:pt idx="188">
                  <c:v>130</c:v>
                </c:pt>
                <c:pt idx="189">
                  <c:v>105</c:v>
                </c:pt>
                <c:pt idx="190">
                  <c:v>50</c:v>
                </c:pt>
                <c:pt idx="191">
                  <c:v>33</c:v>
                </c:pt>
                <c:pt idx="192">
                  <c:v>148</c:v>
                </c:pt>
                <c:pt idx="193">
                  <c:v>80</c:v>
                </c:pt>
                <c:pt idx="194">
                  <c:v>65</c:v>
                </c:pt>
                <c:pt idx="195">
                  <c:v>35</c:v>
                </c:pt>
                <c:pt idx="196">
                  <c:v>84</c:v>
                </c:pt>
                <c:pt idx="197">
                  <c:v>49</c:v>
                </c:pt>
                <c:pt idx="198">
                  <c:v>45</c:v>
                </c:pt>
                <c:pt idx="199">
                  <c:v>40</c:v>
                </c:pt>
                <c:pt idx="200">
                  <c:v>57</c:v>
                </c:pt>
                <c:pt idx="201">
                  <c:v>149</c:v>
                </c:pt>
                <c:pt idx="202">
                  <c:v>3</c:v>
                </c:pt>
                <c:pt idx="203">
                  <c:v>62</c:v>
                </c:pt>
                <c:pt idx="204">
                  <c:v>20</c:v>
                </c:pt>
                <c:pt idx="205">
                  <c:v>3</c:v>
                </c:pt>
                <c:pt idx="206">
                  <c:v>182</c:v>
                </c:pt>
                <c:pt idx="207">
                  <c:v>37</c:v>
                </c:pt>
                <c:pt idx="208">
                  <c:v>338</c:v>
                </c:pt>
                <c:pt idx="209">
                  <c:v>286</c:v>
                </c:pt>
                <c:pt idx="210">
                  <c:v>141</c:v>
                </c:pt>
                <c:pt idx="211">
                  <c:v>29</c:v>
                </c:pt>
                <c:pt idx="212">
                  <c:v>66</c:v>
                </c:pt>
                <c:pt idx="213">
                  <c:v>32</c:v>
                </c:pt>
                <c:pt idx="214">
                  <c:v>109</c:v>
                </c:pt>
                <c:pt idx="215">
                  <c:v>151</c:v>
                </c:pt>
                <c:pt idx="216">
                  <c:v>45</c:v>
                </c:pt>
                <c:pt idx="217">
                  <c:v>128</c:v>
                </c:pt>
                <c:pt idx="218">
                  <c:v>20</c:v>
                </c:pt>
                <c:pt idx="219">
                  <c:v>44</c:v>
                </c:pt>
                <c:pt idx="220">
                  <c:v>137</c:v>
                </c:pt>
                <c:pt idx="221">
                  <c:v>39</c:v>
                </c:pt>
                <c:pt idx="222">
                  <c:v>128</c:v>
                </c:pt>
                <c:pt idx="223">
                  <c:v>80</c:v>
                </c:pt>
                <c:pt idx="224">
                  <c:v>186</c:v>
                </c:pt>
                <c:pt idx="225">
                  <c:v>8</c:v>
                </c:pt>
                <c:pt idx="226">
                  <c:v>44</c:v>
                </c:pt>
                <c:pt idx="227">
                  <c:v>249</c:v>
                </c:pt>
                <c:pt idx="228">
                  <c:v>39</c:v>
                </c:pt>
                <c:pt idx="229">
                  <c:v>114</c:v>
                </c:pt>
                <c:pt idx="230">
                  <c:v>10</c:v>
                </c:pt>
                <c:pt idx="231">
                  <c:v>164</c:v>
                </c:pt>
                <c:pt idx="232">
                  <c:v>24</c:v>
                </c:pt>
                <c:pt idx="233">
                  <c:v>203</c:v>
                </c:pt>
                <c:pt idx="234">
                  <c:v>134</c:v>
                </c:pt>
                <c:pt idx="235">
                  <c:v>48</c:v>
                </c:pt>
                <c:pt idx="236">
                  <c:v>169</c:v>
                </c:pt>
                <c:pt idx="237">
                  <c:v>143</c:v>
                </c:pt>
                <c:pt idx="238">
                  <c:v>74</c:v>
                </c:pt>
                <c:pt idx="239">
                  <c:v>96</c:v>
                </c:pt>
                <c:pt idx="240">
                  <c:v>30</c:v>
                </c:pt>
                <c:pt idx="241">
                  <c:v>95</c:v>
                </c:pt>
                <c:pt idx="242">
                  <c:v>30</c:v>
                </c:pt>
                <c:pt idx="243">
                  <c:v>142</c:v>
                </c:pt>
                <c:pt idx="244">
                  <c:v>43</c:v>
                </c:pt>
                <c:pt idx="245">
                  <c:v>166</c:v>
                </c:pt>
                <c:pt idx="246">
                  <c:v>5</c:v>
                </c:pt>
                <c:pt idx="247">
                  <c:v>65</c:v>
                </c:pt>
                <c:pt idx="248">
                  <c:v>114</c:v>
                </c:pt>
                <c:pt idx="249">
                  <c:v>87</c:v>
                </c:pt>
                <c:pt idx="250">
                  <c:v>115</c:v>
                </c:pt>
                <c:pt idx="251">
                  <c:v>58</c:v>
                </c:pt>
                <c:pt idx="252">
                  <c:v>99</c:v>
                </c:pt>
                <c:pt idx="253">
                  <c:v>26</c:v>
                </c:pt>
                <c:pt idx="254">
                  <c:v>31</c:v>
                </c:pt>
                <c:pt idx="255">
                  <c:v>104</c:v>
                </c:pt>
                <c:pt idx="256">
                  <c:v>18</c:v>
                </c:pt>
                <c:pt idx="257">
                  <c:v>94</c:v>
                </c:pt>
                <c:pt idx="258">
                  <c:v>15</c:v>
                </c:pt>
                <c:pt idx="259">
                  <c:v>50</c:v>
                </c:pt>
                <c:pt idx="260">
                  <c:v>140</c:v>
                </c:pt>
                <c:pt idx="261">
                  <c:v>4</c:v>
                </c:pt>
                <c:pt idx="262">
                  <c:v>154</c:v>
                </c:pt>
                <c:pt idx="263">
                  <c:v>30</c:v>
                </c:pt>
                <c:pt idx="264">
                  <c:v>99</c:v>
                </c:pt>
                <c:pt idx="265">
                  <c:v>215</c:v>
                </c:pt>
                <c:pt idx="266">
                  <c:v>126</c:v>
                </c:pt>
                <c:pt idx="267">
                  <c:v>59</c:v>
                </c:pt>
                <c:pt idx="268">
                  <c:v>10</c:v>
                </c:pt>
                <c:pt idx="269">
                  <c:v>129</c:v>
                </c:pt>
                <c:pt idx="270">
                  <c:v>5</c:v>
                </c:pt>
                <c:pt idx="271">
                  <c:v>89</c:v>
                </c:pt>
                <c:pt idx="272">
                  <c:v>135</c:v>
                </c:pt>
                <c:pt idx="273">
                  <c:v>263</c:v>
                </c:pt>
                <c:pt idx="274">
                  <c:v>28</c:v>
                </c:pt>
                <c:pt idx="275">
                  <c:v>19</c:v>
                </c:pt>
                <c:pt idx="276">
                  <c:v>52</c:v>
                </c:pt>
                <c:pt idx="277">
                  <c:v>263</c:v>
                </c:pt>
                <c:pt idx="278">
                  <c:v>75</c:v>
                </c:pt>
                <c:pt idx="279">
                  <c:v>5</c:v>
                </c:pt>
                <c:pt idx="280">
                  <c:v>89</c:v>
                </c:pt>
                <c:pt idx="281">
                  <c:v>105</c:v>
                </c:pt>
                <c:pt idx="282">
                  <c:v>82</c:v>
                </c:pt>
                <c:pt idx="283">
                  <c:v>60</c:v>
                </c:pt>
                <c:pt idx="284">
                  <c:v>38</c:v>
                </c:pt>
                <c:pt idx="285">
                  <c:v>120</c:v>
                </c:pt>
                <c:pt idx="286">
                  <c:v>18</c:v>
                </c:pt>
                <c:pt idx="287">
                  <c:v>102</c:v>
                </c:pt>
                <c:pt idx="288">
                  <c:v>54</c:v>
                </c:pt>
                <c:pt idx="289">
                  <c:v>47</c:v>
                </c:pt>
                <c:pt idx="290">
                  <c:v>58</c:v>
                </c:pt>
                <c:pt idx="291">
                  <c:v>266</c:v>
                </c:pt>
                <c:pt idx="292">
                  <c:v>65</c:v>
                </c:pt>
                <c:pt idx="293">
                  <c:v>126</c:v>
                </c:pt>
                <c:pt idx="294">
                  <c:v>109</c:v>
                </c:pt>
                <c:pt idx="295">
                  <c:v>35</c:v>
                </c:pt>
                <c:pt idx="296">
                  <c:v>160</c:v>
                </c:pt>
                <c:pt idx="297">
                  <c:v>83</c:v>
                </c:pt>
                <c:pt idx="298">
                  <c:v>35</c:v>
                </c:pt>
                <c:pt idx="299">
                  <c:v>148</c:v>
                </c:pt>
                <c:pt idx="300">
                  <c:v>65</c:v>
                </c:pt>
                <c:pt idx="301">
                  <c:v>85</c:v>
                </c:pt>
                <c:pt idx="302">
                  <c:v>54</c:v>
                </c:pt>
                <c:pt idx="303">
                  <c:v>88</c:v>
                </c:pt>
                <c:pt idx="304">
                  <c:v>20</c:v>
                </c:pt>
                <c:pt idx="305">
                  <c:v>241</c:v>
                </c:pt>
                <c:pt idx="306">
                  <c:v>339</c:v>
                </c:pt>
                <c:pt idx="307">
                  <c:v>21</c:v>
                </c:pt>
                <c:pt idx="308">
                  <c:v>62</c:v>
                </c:pt>
                <c:pt idx="309">
                  <c:v>131</c:v>
                </c:pt>
                <c:pt idx="310">
                  <c:v>31</c:v>
                </c:pt>
                <c:pt idx="311">
                  <c:v>105</c:v>
                </c:pt>
                <c:pt idx="312">
                  <c:v>57</c:v>
                </c:pt>
                <c:pt idx="313">
                  <c:v>192</c:v>
                </c:pt>
                <c:pt idx="314">
                  <c:v>59</c:v>
                </c:pt>
                <c:pt idx="315">
                  <c:v>20</c:v>
                </c:pt>
                <c:pt idx="316">
                  <c:v>70</c:v>
                </c:pt>
                <c:pt idx="317">
                  <c:v>68</c:v>
                </c:pt>
                <c:pt idx="318">
                  <c:v>292</c:v>
                </c:pt>
                <c:pt idx="319">
                  <c:v>110</c:v>
                </c:pt>
                <c:pt idx="320">
                  <c:v>134</c:v>
                </c:pt>
                <c:pt idx="321">
                  <c:v>99</c:v>
                </c:pt>
                <c:pt idx="322">
                  <c:v>39</c:v>
                </c:pt>
                <c:pt idx="323">
                  <c:v>111</c:v>
                </c:pt>
                <c:pt idx="324">
                  <c:v>127</c:v>
                </c:pt>
                <c:pt idx="325">
                  <c:v>50</c:v>
                </c:pt>
                <c:pt idx="326">
                  <c:v>202</c:v>
                </c:pt>
                <c:pt idx="327">
                  <c:v>276</c:v>
                </c:pt>
                <c:pt idx="328">
                  <c:v>34</c:v>
                </c:pt>
                <c:pt idx="329">
                  <c:v>114</c:v>
                </c:pt>
                <c:pt idx="330">
                  <c:v>120</c:v>
                </c:pt>
                <c:pt idx="331">
                  <c:v>117</c:v>
                </c:pt>
                <c:pt idx="332">
                  <c:v>118</c:v>
                </c:pt>
                <c:pt idx="333">
                  <c:v>140</c:v>
                </c:pt>
                <c:pt idx="334">
                  <c:v>24</c:v>
                </c:pt>
                <c:pt idx="335">
                  <c:v>141</c:v>
                </c:pt>
                <c:pt idx="336">
                  <c:v>87</c:v>
                </c:pt>
                <c:pt idx="337">
                  <c:v>10</c:v>
                </c:pt>
                <c:pt idx="338">
                  <c:v>207</c:v>
                </c:pt>
                <c:pt idx="339">
                  <c:v>319</c:v>
                </c:pt>
                <c:pt idx="340">
                  <c:v>51</c:v>
                </c:pt>
                <c:pt idx="341">
                  <c:v>94</c:v>
                </c:pt>
                <c:pt idx="342">
                  <c:v>171</c:v>
                </c:pt>
                <c:pt idx="343">
                  <c:v>29</c:v>
                </c:pt>
                <c:pt idx="344">
                  <c:v>190</c:v>
                </c:pt>
                <c:pt idx="345">
                  <c:v>36</c:v>
                </c:pt>
                <c:pt idx="346">
                  <c:v>22</c:v>
                </c:pt>
                <c:pt idx="347">
                  <c:v>70</c:v>
                </c:pt>
                <c:pt idx="348">
                  <c:v>168</c:v>
                </c:pt>
                <c:pt idx="349">
                  <c:v>28</c:v>
                </c:pt>
                <c:pt idx="350">
                  <c:v>90</c:v>
                </c:pt>
                <c:pt idx="351">
                  <c:v>126</c:v>
                </c:pt>
                <c:pt idx="352">
                  <c:v>22</c:v>
                </c:pt>
                <c:pt idx="353">
                  <c:v>76</c:v>
                </c:pt>
                <c:pt idx="354">
                  <c:v>27</c:v>
                </c:pt>
                <c:pt idx="355">
                  <c:v>94</c:v>
                </c:pt>
                <c:pt idx="356">
                  <c:v>120</c:v>
                </c:pt>
                <c:pt idx="357">
                  <c:v>78</c:v>
                </c:pt>
                <c:pt idx="358">
                  <c:v>92</c:v>
                </c:pt>
                <c:pt idx="359">
                  <c:v>165</c:v>
                </c:pt>
                <c:pt idx="360">
                  <c:v>143</c:v>
                </c:pt>
                <c:pt idx="361">
                  <c:v>70</c:v>
                </c:pt>
                <c:pt idx="362">
                  <c:v>88</c:v>
                </c:pt>
                <c:pt idx="363">
                  <c:v>12</c:v>
                </c:pt>
                <c:pt idx="364">
                  <c:v>99</c:v>
                </c:pt>
                <c:pt idx="365">
                  <c:v>158</c:v>
                </c:pt>
                <c:pt idx="366">
                  <c:v>130</c:v>
                </c:pt>
                <c:pt idx="367">
                  <c:v>82</c:v>
                </c:pt>
                <c:pt idx="368">
                  <c:v>187</c:v>
                </c:pt>
                <c:pt idx="369">
                  <c:v>216</c:v>
                </c:pt>
                <c:pt idx="370">
                  <c:v>80</c:v>
                </c:pt>
                <c:pt idx="371">
                  <c:v>117</c:v>
                </c:pt>
                <c:pt idx="372">
                  <c:v>161</c:v>
                </c:pt>
                <c:pt idx="373">
                  <c:v>15</c:v>
                </c:pt>
                <c:pt idx="374">
                  <c:v>59</c:v>
                </c:pt>
                <c:pt idx="375">
                  <c:v>162</c:v>
                </c:pt>
                <c:pt idx="376">
                  <c:v>9</c:v>
                </c:pt>
                <c:pt idx="377">
                  <c:v>195</c:v>
                </c:pt>
                <c:pt idx="378">
                  <c:v>100</c:v>
                </c:pt>
                <c:pt idx="379">
                  <c:v>59</c:v>
                </c:pt>
                <c:pt idx="380">
                  <c:v>97</c:v>
                </c:pt>
                <c:pt idx="381">
                  <c:v>122</c:v>
                </c:pt>
                <c:pt idx="382">
                  <c:v>206</c:v>
                </c:pt>
                <c:pt idx="383">
                  <c:v>62</c:v>
                </c:pt>
                <c:pt idx="384">
                  <c:v>143</c:v>
                </c:pt>
                <c:pt idx="385">
                  <c:v>110</c:v>
                </c:pt>
                <c:pt idx="386">
                  <c:v>144</c:v>
                </c:pt>
                <c:pt idx="387">
                  <c:v>180</c:v>
                </c:pt>
                <c:pt idx="388">
                  <c:v>138</c:v>
                </c:pt>
                <c:pt idx="389">
                  <c:v>38</c:v>
                </c:pt>
                <c:pt idx="390">
                  <c:v>107</c:v>
                </c:pt>
                <c:pt idx="391">
                  <c:v>139</c:v>
                </c:pt>
                <c:pt idx="392">
                  <c:v>141</c:v>
                </c:pt>
                <c:pt idx="393">
                  <c:v>205</c:v>
                </c:pt>
                <c:pt idx="394">
                  <c:v>97</c:v>
                </c:pt>
                <c:pt idx="395">
                  <c:v>35</c:v>
                </c:pt>
                <c:pt idx="396">
                  <c:v>143</c:v>
                </c:pt>
                <c:pt idx="397">
                  <c:v>86</c:v>
                </c:pt>
                <c:pt idx="398">
                  <c:v>156</c:v>
                </c:pt>
                <c:pt idx="399">
                  <c:v>59</c:v>
                </c:pt>
                <c:pt idx="400">
                  <c:v>83</c:v>
                </c:pt>
                <c:pt idx="401">
                  <c:v>264</c:v>
                </c:pt>
                <c:pt idx="402">
                  <c:v>140</c:v>
                </c:pt>
                <c:pt idx="403">
                  <c:v>163</c:v>
                </c:pt>
                <c:pt idx="404">
                  <c:v>284</c:v>
                </c:pt>
                <c:pt idx="405">
                  <c:v>359</c:v>
                </c:pt>
                <c:pt idx="406">
                  <c:v>154</c:v>
                </c:pt>
                <c:pt idx="407">
                  <c:v>138</c:v>
                </c:pt>
                <c:pt idx="408">
                  <c:v>278</c:v>
                </c:pt>
                <c:pt idx="409">
                  <c:v>115</c:v>
                </c:pt>
                <c:pt idx="410">
                  <c:v>147</c:v>
                </c:pt>
                <c:pt idx="411">
                  <c:v>173</c:v>
                </c:pt>
                <c:pt idx="412">
                  <c:v>191</c:v>
                </c:pt>
                <c:pt idx="413">
                  <c:v>70</c:v>
                </c:pt>
                <c:pt idx="414">
                  <c:v>217</c:v>
                </c:pt>
                <c:pt idx="415">
                  <c:v>144</c:v>
                </c:pt>
                <c:pt idx="416">
                  <c:v>94</c:v>
                </c:pt>
                <c:pt idx="417">
                  <c:v>96</c:v>
                </c:pt>
                <c:pt idx="418">
                  <c:v>162</c:v>
                </c:pt>
                <c:pt idx="419">
                  <c:v>87</c:v>
                </c:pt>
                <c:pt idx="420">
                  <c:v>168</c:v>
                </c:pt>
                <c:pt idx="421">
                  <c:v>150</c:v>
                </c:pt>
                <c:pt idx="422">
                  <c:v>157</c:v>
                </c:pt>
                <c:pt idx="423">
                  <c:v>55</c:v>
                </c:pt>
                <c:pt idx="424">
                  <c:v>663</c:v>
                </c:pt>
                <c:pt idx="425">
                  <c:v>147</c:v>
                </c:pt>
                <c:pt idx="426">
                  <c:v>16</c:v>
                </c:pt>
                <c:pt idx="427">
                  <c:v>96</c:v>
                </c:pt>
                <c:pt idx="428">
                  <c:v>151</c:v>
                </c:pt>
                <c:pt idx="429">
                  <c:v>29</c:v>
                </c:pt>
                <c:pt idx="430">
                  <c:v>315</c:v>
                </c:pt>
                <c:pt idx="431">
                  <c:v>107</c:v>
                </c:pt>
                <c:pt idx="432">
                  <c:v>164</c:v>
                </c:pt>
                <c:pt idx="433">
                  <c:v>168</c:v>
                </c:pt>
                <c:pt idx="434">
                  <c:v>122</c:v>
                </c:pt>
                <c:pt idx="435">
                  <c:v>164</c:v>
                </c:pt>
                <c:pt idx="436">
                  <c:v>300</c:v>
                </c:pt>
                <c:pt idx="437">
                  <c:v>83</c:v>
                </c:pt>
                <c:pt idx="438">
                  <c:v>206</c:v>
                </c:pt>
                <c:pt idx="439">
                  <c:v>311</c:v>
                </c:pt>
                <c:pt idx="440">
                  <c:v>161</c:v>
                </c:pt>
                <c:pt idx="441">
                  <c:v>165</c:v>
                </c:pt>
                <c:pt idx="442">
                  <c:v>194</c:v>
                </c:pt>
                <c:pt idx="443">
                  <c:v>153</c:v>
                </c:pt>
                <c:pt idx="444">
                  <c:v>129</c:v>
                </c:pt>
                <c:pt idx="445">
                  <c:v>297</c:v>
                </c:pt>
                <c:pt idx="446">
                  <c:v>69</c:v>
                </c:pt>
                <c:pt idx="447">
                  <c:v>125</c:v>
                </c:pt>
                <c:pt idx="448">
                  <c:v>88</c:v>
                </c:pt>
                <c:pt idx="449">
                  <c:v>56</c:v>
                </c:pt>
                <c:pt idx="450">
                  <c:v>373</c:v>
                </c:pt>
                <c:pt idx="451">
                  <c:v>228</c:v>
                </c:pt>
                <c:pt idx="452">
                  <c:v>264</c:v>
                </c:pt>
                <c:pt idx="453">
                  <c:v>245</c:v>
                </c:pt>
                <c:pt idx="454">
                  <c:v>503</c:v>
                </c:pt>
                <c:pt idx="455">
                  <c:v>82</c:v>
                </c:pt>
                <c:pt idx="456">
                  <c:v>215</c:v>
                </c:pt>
                <c:pt idx="457">
                  <c:v>360</c:v>
                </c:pt>
                <c:pt idx="458">
                  <c:v>34</c:v>
                </c:pt>
                <c:pt idx="459">
                  <c:v>274</c:v>
                </c:pt>
                <c:pt idx="460">
                  <c:v>272</c:v>
                </c:pt>
                <c:pt idx="461">
                  <c:v>92</c:v>
                </c:pt>
                <c:pt idx="462">
                  <c:v>205</c:v>
                </c:pt>
                <c:pt idx="463">
                  <c:v>291</c:v>
                </c:pt>
                <c:pt idx="464">
                  <c:v>161</c:v>
                </c:pt>
                <c:pt idx="465">
                  <c:v>142</c:v>
                </c:pt>
                <c:pt idx="466">
                  <c:v>708</c:v>
                </c:pt>
                <c:pt idx="467">
                  <c:v>180</c:v>
                </c:pt>
                <c:pt idx="468">
                  <c:v>173</c:v>
                </c:pt>
                <c:pt idx="469">
                  <c:v>109</c:v>
                </c:pt>
                <c:pt idx="470">
                  <c:v>104</c:v>
                </c:pt>
                <c:pt idx="471">
                  <c:v>111</c:v>
                </c:pt>
                <c:pt idx="472">
                  <c:v>180</c:v>
                </c:pt>
                <c:pt idx="473">
                  <c:v>225</c:v>
                </c:pt>
                <c:pt idx="474">
                  <c:v>108</c:v>
                </c:pt>
                <c:pt idx="475">
                  <c:v>151</c:v>
                </c:pt>
                <c:pt idx="476">
                  <c:v>277</c:v>
                </c:pt>
                <c:pt idx="477">
                  <c:v>101</c:v>
                </c:pt>
                <c:pt idx="478">
                  <c:v>365</c:v>
                </c:pt>
                <c:pt idx="479">
                  <c:v>178</c:v>
                </c:pt>
              </c:numCache>
            </c:numRef>
          </c:val>
          <c:smooth val="0"/>
          <c:extLst>
            <c:ext xmlns:c16="http://schemas.microsoft.com/office/drawing/2014/chart" uri="{C3380CC4-5D6E-409C-BE32-E72D297353CC}">
              <c16:uniqueId val="{00000000-C0FC-4E83-A809-370C963CA48B}"/>
            </c:ext>
          </c:extLst>
        </c:ser>
        <c:dLbls>
          <c:showLegendKey val="0"/>
          <c:showVal val="0"/>
          <c:showCatName val="0"/>
          <c:showSerName val="0"/>
          <c:showPercent val="0"/>
          <c:showBubbleSize val="0"/>
        </c:dLbls>
        <c:smooth val="0"/>
        <c:axId val="53625839"/>
        <c:axId val="53626799"/>
      </c:lineChart>
      <c:dateAx>
        <c:axId val="53625839"/>
        <c:scaling>
          <c:orientation val="minMax"/>
        </c:scaling>
        <c:delete val="0"/>
        <c:axPos val="b"/>
        <c:numFmt formatCode="m/d/yyyy\ h:mm" sourceLinked="1"/>
        <c:majorTickMark val="out"/>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3626799"/>
        <c:crosses val="autoZero"/>
        <c:auto val="1"/>
        <c:lblOffset val="100"/>
        <c:baseTimeUnit val="days"/>
      </c:dateAx>
      <c:valAx>
        <c:axId val="53626799"/>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3625839"/>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'ANS 14'!$M$6</c:f>
              <c:strCache>
                <c:ptCount val="1"/>
                <c:pt idx="0">
                  <c:v>TotalRevenue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val>
            <c:numRef>
              <c:f>'ANS 14'!$M$7:$M$55</c:f>
              <c:numCache>
                <c:formatCode>General</c:formatCode>
                <c:ptCount val="49"/>
                <c:pt idx="0">
                  <c:v>153691.274888744</c:v>
                </c:pt>
                <c:pt idx="1">
                  <c:v>117981.179862449</c:v>
                </c:pt>
                <c:pt idx="2">
                  <c:v>80368.671974514</c:v>
                </c:pt>
                <c:pt idx="3">
                  <c:v>50254.609959523303</c:v>
                </c:pt>
                <c:pt idx="4">
                  <c:v>48225.164950476901</c:v>
                </c:pt>
                <c:pt idx="5">
                  <c:v>47234.969954013803</c:v>
                </c:pt>
                <c:pt idx="6">
                  <c:v>46243.979970593697</c:v>
                </c:pt>
                <c:pt idx="7">
                  <c:v>43141.509957139497</c:v>
                </c:pt>
                <c:pt idx="8">
                  <c:v>41819.649953996297</c:v>
                </c:pt>
                <c:pt idx="9">
                  <c:v>38653.419463024002</c:v>
                </c:pt>
                <c:pt idx="10">
                  <c:v>32698.379980891899</c:v>
                </c:pt>
                <c:pt idx="11">
                  <c:v>31167.9899639211</c:v>
                </c:pt>
                <c:pt idx="12">
                  <c:v>29171.874963399001</c:v>
                </c:pt>
                <c:pt idx="13">
                  <c:v>29144.059954778801</c:v>
                </c:pt>
                <c:pt idx="14">
                  <c:v>26590.974976447698</c:v>
                </c:pt>
                <c:pt idx="15">
                  <c:v>25696.639981058201</c:v>
                </c:pt>
                <c:pt idx="16">
                  <c:v>25159.4299716934</c:v>
                </c:pt>
                <c:pt idx="17">
                  <c:v>23526.699973952698</c:v>
                </c:pt>
                <c:pt idx="18">
                  <c:v>22391.1999713808</c:v>
                </c:pt>
                <c:pt idx="19">
                  <c:v>22154.6374636162</c:v>
                </c:pt>
                <c:pt idx="20">
                  <c:v>22044.299987822698</c:v>
                </c:pt>
                <c:pt idx="21">
                  <c:v>21957.967488128601</c:v>
                </c:pt>
                <c:pt idx="22">
                  <c:v>20867.339966019899</c:v>
                </c:pt>
                <c:pt idx="23">
                  <c:v>20574.169984587999</c:v>
                </c:pt>
                <c:pt idx="24">
                  <c:v>20144.059979913302</c:v>
                </c:pt>
                <c:pt idx="25">
                  <c:v>19908.999987933701</c:v>
                </c:pt>
                <c:pt idx="26">
                  <c:v>17215.775470547302</c:v>
                </c:pt>
                <c:pt idx="27">
                  <c:v>16701.094979286099</c:v>
                </c:pt>
                <c:pt idx="28">
                  <c:v>15760.439977222601</c:v>
                </c:pt>
                <c:pt idx="29">
                  <c:v>14352.599963817</c:v>
                </c:pt>
                <c:pt idx="30">
                  <c:v>13424.1974937865</c:v>
                </c:pt>
                <c:pt idx="31">
                  <c:v>12682.287492076801</c:v>
                </c:pt>
                <c:pt idx="32">
                  <c:v>11724.0599942922</c:v>
                </c:pt>
                <c:pt idx="33">
                  <c:v>10672.6499884687</c:v>
                </c:pt>
                <c:pt idx="34">
                  <c:v>10221.174983962899</c:v>
                </c:pt>
                <c:pt idx="35">
                  <c:v>9915.9449908241604</c:v>
                </c:pt>
                <c:pt idx="36">
                  <c:v>9171.6299937255608</c:v>
                </c:pt>
                <c:pt idx="37">
                  <c:v>8574.9999880880096</c:v>
                </c:pt>
                <c:pt idx="38">
                  <c:v>8177.4899923272396</c:v>
                </c:pt>
                <c:pt idx="39">
                  <c:v>7991.4899937621303</c:v>
                </c:pt>
                <c:pt idx="40">
                  <c:v>7226.4999884366898</c:v>
                </c:pt>
                <c:pt idx="41">
                  <c:v>5881.6749898120697</c:v>
                </c:pt>
                <c:pt idx="42">
                  <c:v>5326.7924925699799</c:v>
                </c:pt>
                <c:pt idx="43">
                  <c:v>4960.43999135792</c:v>
                </c:pt>
                <c:pt idx="44">
                  <c:v>4504.36499684304</c:v>
                </c:pt>
                <c:pt idx="45">
                  <c:v>3232.94999785646</c:v>
                </c:pt>
                <c:pt idx="46">
                  <c:v>3043.99999946355</c:v>
                </c:pt>
                <c:pt idx="47">
                  <c:v>2432.4999990463202</c:v>
                </c:pt>
                <c:pt idx="48">
                  <c:v>1784.8249995727001</c:v>
                </c:pt>
              </c:numCache>
            </c:numRef>
          </c:val>
          <c:extLst>
            <c:ext xmlns:c16="http://schemas.microsoft.com/office/drawing/2014/chart" uri="{C3380CC4-5D6E-409C-BE32-E72D297353CC}">
              <c16:uniqueId val="{00000000-98FF-43D3-A628-FA0B8460F437}"/>
            </c:ext>
          </c:extLst>
        </c:ser>
        <c:ser>
          <c:idx val="1"/>
          <c:order val="1"/>
          <c:tx>
            <c:strRef>
              <c:f>'ANS 14'!$N$6</c:f>
              <c:strCache>
                <c:ptCount val="1"/>
                <c:pt idx="0">
                  <c:v>TotalQuantity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val>
            <c:numRef>
              <c:f>'ANS 14'!$N$7:$N$55</c:f>
              <c:numCache>
                <c:formatCode>General</c:formatCode>
                <c:ptCount val="49"/>
                <c:pt idx="0">
                  <c:v>1416</c:v>
                </c:pt>
                <c:pt idx="1">
                  <c:v>3073</c:v>
                </c:pt>
                <c:pt idx="2">
                  <c:v>746</c:v>
                </c:pt>
                <c:pt idx="3">
                  <c:v>1697</c:v>
                </c:pt>
                <c:pt idx="4">
                  <c:v>2500</c:v>
                </c:pt>
                <c:pt idx="5">
                  <c:v>1083</c:v>
                </c:pt>
                <c:pt idx="6">
                  <c:v>2851</c:v>
                </c:pt>
                <c:pt idx="7">
                  <c:v>2526</c:v>
                </c:pt>
                <c:pt idx="8">
                  <c:v>886</c:v>
                </c:pt>
                <c:pt idx="9">
                  <c:v>1436</c:v>
                </c:pt>
                <c:pt idx="10">
                  <c:v>978</c:v>
                </c:pt>
                <c:pt idx="11">
                  <c:v>1735</c:v>
                </c:pt>
                <c:pt idx="12">
                  <c:v>539</c:v>
                </c:pt>
                <c:pt idx="13">
                  <c:v>1885</c:v>
                </c:pt>
                <c:pt idx="14">
                  <c:v>2084</c:v>
                </c:pt>
                <c:pt idx="15">
                  <c:v>640</c:v>
                </c:pt>
                <c:pt idx="16">
                  <c:v>1050</c:v>
                </c:pt>
                <c:pt idx="17">
                  <c:v>580</c:v>
                </c:pt>
                <c:pt idx="18">
                  <c:v>1573</c:v>
                </c:pt>
                <c:pt idx="19">
                  <c:v>1658</c:v>
                </c:pt>
                <c:pt idx="20">
                  <c:v>763</c:v>
                </c:pt>
                <c:pt idx="21">
                  <c:v>740</c:v>
                </c:pt>
                <c:pt idx="22">
                  <c:v>742</c:v>
                </c:pt>
                <c:pt idx="23">
                  <c:v>722</c:v>
                </c:pt>
                <c:pt idx="24">
                  <c:v>1223</c:v>
                </c:pt>
                <c:pt idx="25">
                  <c:v>673</c:v>
                </c:pt>
                <c:pt idx="26">
                  <c:v>1158</c:v>
                </c:pt>
                <c:pt idx="27">
                  <c:v>445</c:v>
                </c:pt>
                <c:pt idx="28">
                  <c:v>981</c:v>
                </c:pt>
                <c:pt idx="29">
                  <c:v>603</c:v>
                </c:pt>
                <c:pt idx="30">
                  <c:v>612</c:v>
                </c:pt>
                <c:pt idx="31">
                  <c:v>755</c:v>
                </c:pt>
                <c:pt idx="32">
                  <c:v>928</c:v>
                </c:pt>
                <c:pt idx="33">
                  <c:v>817</c:v>
                </c:pt>
                <c:pt idx="34">
                  <c:v>1056</c:v>
                </c:pt>
                <c:pt idx="35">
                  <c:v>601</c:v>
                </c:pt>
                <c:pt idx="36">
                  <c:v>791</c:v>
                </c:pt>
                <c:pt idx="37">
                  <c:v>697</c:v>
                </c:pt>
                <c:pt idx="38">
                  <c:v>1155</c:v>
                </c:pt>
                <c:pt idx="39">
                  <c:v>404</c:v>
                </c:pt>
                <c:pt idx="40">
                  <c:v>95</c:v>
                </c:pt>
                <c:pt idx="41">
                  <c:v>534</c:v>
                </c:pt>
                <c:pt idx="42">
                  <c:v>623</c:v>
                </c:pt>
                <c:pt idx="43">
                  <c:v>891</c:v>
                </c:pt>
                <c:pt idx="44">
                  <c:v>1125</c:v>
                </c:pt>
                <c:pt idx="45">
                  <c:v>500</c:v>
                </c:pt>
                <c:pt idx="46">
                  <c:v>328</c:v>
                </c:pt>
                <c:pt idx="47">
                  <c:v>297</c:v>
                </c:pt>
                <c:pt idx="48">
                  <c:v>122</c:v>
                </c:pt>
              </c:numCache>
            </c:numRef>
          </c:val>
          <c:extLst>
            <c:ext xmlns:c16="http://schemas.microsoft.com/office/drawing/2014/chart" uri="{C3380CC4-5D6E-409C-BE32-E72D297353CC}">
              <c16:uniqueId val="{00000001-98FF-43D3-A628-FA0B8460F437}"/>
            </c:ext>
          </c:extLst>
        </c:ser>
        <c:dLbls>
          <c:showLegendKey val="0"/>
          <c:showVal val="0"/>
          <c:showCatName val="0"/>
          <c:showSerName val="0"/>
          <c:showPercent val="0"/>
          <c:showBubbleSize val="0"/>
        </c:dLbls>
        <c:gapWidth val="115"/>
        <c:overlap val="-20"/>
        <c:axId val="1918154255"/>
        <c:axId val="1918150895"/>
      </c:barChart>
      <c:catAx>
        <c:axId val="1918154255"/>
        <c:scaling>
          <c:orientation val="minMax"/>
        </c:scaling>
        <c:delete val="0"/>
        <c:axPos val="l"/>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18150895"/>
        <c:crosses val="autoZero"/>
        <c:auto val="1"/>
        <c:lblAlgn val="ctr"/>
        <c:lblOffset val="100"/>
        <c:noMultiLvlLbl val="0"/>
      </c:catAx>
      <c:valAx>
        <c:axId val="1918150895"/>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181542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baseline="0">
              <a:solidFill>
                <a:schemeClr val="dk1">
                  <a:lumMod val="75000"/>
                  <a:lumOff val="25000"/>
                </a:schemeClr>
              </a:solidFill>
              <a:latin typeface="+mn-lt"/>
              <a:ea typeface="+mn-ea"/>
              <a:cs typeface="+mn-cs"/>
            </a:defRPr>
          </a:pPr>
          <a:endParaRPr lang="en-US"/>
        </a:p>
      </c:txPr>
    </c:title>
    <c:autoTitleDeleted val="0"/>
    <c:plotArea>
      <c:layout/>
      <c:barChart>
        <c:barDir val="bar"/>
        <c:grouping val="clustered"/>
        <c:varyColors val="0"/>
        <c:ser>
          <c:idx val="0"/>
          <c:order val="0"/>
          <c:tx>
            <c:strRef>
              <c:f>'ANS 15'!$S$5</c:f>
              <c:strCache>
                <c:ptCount val="1"/>
                <c:pt idx="0">
                  <c:v>UnitPrice</c:v>
                </c:pt>
              </c:strCache>
            </c:strRef>
          </c:tx>
          <c:spPr>
            <a:solidFill>
              <a:schemeClr val="accent1"/>
            </a:solidFill>
            <a:ln>
              <a:solidFill>
                <a:schemeClr val="accent1"/>
              </a:solidFill>
            </a:ln>
            <a:effectLst/>
          </c:spPr>
          <c:invertIfNegative val="0"/>
          <c:cat>
            <c:strRef>
              <c:f>'ANS 15'!$R$6:$R$82</c:f>
              <c:strCache>
                <c:ptCount val="77"/>
                <c:pt idx="0">
                  <c:v>Aux joyeux ecclésiastiques</c:v>
                </c:pt>
                <c:pt idx="1">
                  <c:v>Plutzer Lebensmittelgroßmärkte AG</c:v>
                </c:pt>
                <c:pt idx="2">
                  <c:v>Gai pâturage</c:v>
                </c:pt>
                <c:pt idx="3">
                  <c:v>Gai pâturage</c:v>
                </c:pt>
                <c:pt idx="4">
                  <c:v>Forêts d'érables</c:v>
                </c:pt>
                <c:pt idx="5">
                  <c:v>Pasta Buttini s.r.l.</c:v>
                </c:pt>
                <c:pt idx="6">
                  <c:v>G'day, Mate</c:v>
                </c:pt>
                <c:pt idx="7">
                  <c:v>Pavlova, Ltd.</c:v>
                </c:pt>
                <c:pt idx="8">
                  <c:v>Pavlova, Ltd.</c:v>
                </c:pt>
                <c:pt idx="9">
                  <c:v>Plutzer Lebensmittelgroßmärkte AG</c:v>
                </c:pt>
                <c:pt idx="10">
                  <c:v>Formaggi Fortini s.r.l.</c:v>
                </c:pt>
                <c:pt idx="11">
                  <c:v>Leka Trading</c:v>
                </c:pt>
                <c:pt idx="12">
                  <c:v>Norske Meierier</c:v>
                </c:pt>
                <c:pt idx="13">
                  <c:v>Specialty Biscuits, Ltd.</c:v>
                </c:pt>
                <c:pt idx="14">
                  <c:v>Plutzer Lebensmittelgroßmärkte AG</c:v>
                </c:pt>
                <c:pt idx="15">
                  <c:v>Grandma Kelly's Homestead</c:v>
                </c:pt>
                <c:pt idx="16">
                  <c:v>Tokyo Traders</c:v>
                </c:pt>
                <c:pt idx="17">
                  <c:v>Heli Süßwaren GmbH &amp; Co. KG</c:v>
                </c:pt>
                <c:pt idx="18">
                  <c:v>G'day, Mate</c:v>
                </c:pt>
                <c:pt idx="19">
                  <c:v>Norske Meierier</c:v>
                </c:pt>
                <c:pt idx="20">
                  <c:v>Ma Maison</c:v>
                </c:pt>
                <c:pt idx="21">
                  <c:v>New England Seafood Cannery</c:v>
                </c:pt>
                <c:pt idx="22">
                  <c:v>Pavlova, Ltd.</c:v>
                </c:pt>
                <c:pt idx="23">
                  <c:v>Exotic Liquids</c:v>
                </c:pt>
                <c:pt idx="24">
                  <c:v>Pavlova, Ltd.</c:v>
                </c:pt>
                <c:pt idx="25">
                  <c:v>Karkki Oy</c:v>
                </c:pt>
                <c:pt idx="26">
                  <c:v>Forêts d'érables</c:v>
                </c:pt>
                <c:pt idx="27">
                  <c:v>Formaggi Fortini s.r.l.</c:v>
                </c:pt>
                <c:pt idx="28">
                  <c:v>Heli Süßwaren GmbH &amp; Co. KG</c:v>
                </c:pt>
                <c:pt idx="29">
                  <c:v>Nord-Ost-Fisch Handelsgesellschaft mbH</c:v>
                </c:pt>
                <c:pt idx="30">
                  <c:v>New Orleans Cajun Delights</c:v>
                </c:pt>
                <c:pt idx="31">
                  <c:v>Svensk Sjöföda AB</c:v>
                </c:pt>
                <c:pt idx="32">
                  <c:v>Bigfoot Breweries</c:v>
                </c:pt>
                <c:pt idx="33">
                  <c:v>Exotic Liquids</c:v>
                </c:pt>
                <c:pt idx="34">
                  <c:v>Cooperativa de Quesos 'Las Cabras'</c:v>
                </c:pt>
                <c:pt idx="35">
                  <c:v>Grandma Kelly's Homestead</c:v>
                </c:pt>
                <c:pt idx="36">
                  <c:v>Aux joyeux ecclésiastiques</c:v>
                </c:pt>
                <c:pt idx="37">
                  <c:v>Cooperativa de Quesos 'Las Cabras'</c:v>
                </c:pt>
                <c:pt idx="38">
                  <c:v>Pavlova, Ltd.</c:v>
                </c:pt>
                <c:pt idx="39">
                  <c:v>Leka Trading</c:v>
                </c:pt>
                <c:pt idx="40">
                  <c:v>Plutzer Lebensmittelgroßmärkte AG</c:v>
                </c:pt>
                <c:pt idx="41">
                  <c:v>Specialty Biscuits, Ltd.</c:v>
                </c:pt>
                <c:pt idx="42">
                  <c:v>Karkki Oy</c:v>
                </c:pt>
                <c:pt idx="43">
                  <c:v>New Orleans Cajun Delights</c:v>
                </c:pt>
                <c:pt idx="44">
                  <c:v>Specialty Biscuits, Ltd.</c:v>
                </c:pt>
                <c:pt idx="45">
                  <c:v>Leka Trading</c:v>
                </c:pt>
                <c:pt idx="46">
                  <c:v>Formaggi Fortini s.r.l.</c:v>
                </c:pt>
                <c:pt idx="47">
                  <c:v>New England Seafood Cannery</c:v>
                </c:pt>
                <c:pt idx="48">
                  <c:v>Tokyo Traders</c:v>
                </c:pt>
                <c:pt idx="49">
                  <c:v>Plutzer Lebensmittelgroßmärkte AG</c:v>
                </c:pt>
                <c:pt idx="50">
                  <c:v>Mayumi's</c:v>
                </c:pt>
                <c:pt idx="51">
                  <c:v>Pasta Buttini s.r.l.</c:v>
                </c:pt>
                <c:pt idx="52">
                  <c:v>Grandma Kelly's Homestead</c:v>
                </c:pt>
                <c:pt idx="53">
                  <c:v>PB Knäckebröd AB</c:v>
                </c:pt>
                <c:pt idx="54">
                  <c:v>Bigfoot Breweries</c:v>
                </c:pt>
                <c:pt idx="55">
                  <c:v>Escargots Nouveaux</c:v>
                </c:pt>
                <c:pt idx="56">
                  <c:v>Specialty Biscuits, Ltd.</c:v>
                </c:pt>
                <c:pt idx="57">
                  <c:v>Lyngbysild</c:v>
                </c:pt>
                <c:pt idx="58">
                  <c:v>New Orleans Cajun Delights</c:v>
                </c:pt>
                <c:pt idx="59">
                  <c:v>Mayumi's</c:v>
                </c:pt>
                <c:pt idx="60">
                  <c:v>Ma Maison</c:v>
                </c:pt>
                <c:pt idx="61">
                  <c:v>PB Knäckebröd AB</c:v>
                </c:pt>
                <c:pt idx="62">
                  <c:v>Refrescos Americanas LTDA</c:v>
                </c:pt>
                <c:pt idx="63">
                  <c:v>Lyngbysild</c:v>
                </c:pt>
                <c:pt idx="64">
                  <c:v>Zaanse Snoepfabriek</c:v>
                </c:pt>
                <c:pt idx="65">
                  <c:v>Svensk Sjöföda AB</c:v>
                </c:pt>
                <c:pt idx="66">
                  <c:v>Heli Süßwaren GmbH &amp; Co. KG</c:v>
                </c:pt>
                <c:pt idx="67">
                  <c:v>New Orleans Cajun Delights</c:v>
                </c:pt>
                <c:pt idx="68">
                  <c:v>Karkki Oy</c:v>
                </c:pt>
                <c:pt idx="69">
                  <c:v>G'day, Mate</c:v>
                </c:pt>
                <c:pt idx="70">
                  <c:v>Exotic Liquids</c:v>
                </c:pt>
                <c:pt idx="71">
                  <c:v>Svensk Sjöföda AB</c:v>
                </c:pt>
                <c:pt idx="72">
                  <c:v>Tokyo Traders</c:v>
                </c:pt>
                <c:pt idx="73">
                  <c:v>Bigfoot Breweries</c:v>
                </c:pt>
                <c:pt idx="74">
                  <c:v>Mayumi's</c:v>
                </c:pt>
                <c:pt idx="75">
                  <c:v>Norske Meierier</c:v>
                </c:pt>
                <c:pt idx="76">
                  <c:v>Zaanse Snoepfabriek</c:v>
                </c:pt>
              </c:strCache>
            </c:strRef>
          </c:cat>
          <c:val>
            <c:numRef>
              <c:f>'ANS 15'!$S$6:$S$82</c:f>
              <c:numCache>
                <c:formatCode>General</c:formatCode>
                <c:ptCount val="77"/>
                <c:pt idx="0">
                  <c:v>263.5</c:v>
                </c:pt>
                <c:pt idx="1">
                  <c:v>123.79</c:v>
                </c:pt>
                <c:pt idx="2">
                  <c:v>55</c:v>
                </c:pt>
                <c:pt idx="3">
                  <c:v>34</c:v>
                </c:pt>
                <c:pt idx="4">
                  <c:v>49.3</c:v>
                </c:pt>
                <c:pt idx="5">
                  <c:v>38</c:v>
                </c:pt>
                <c:pt idx="6">
                  <c:v>53</c:v>
                </c:pt>
                <c:pt idx="7">
                  <c:v>39</c:v>
                </c:pt>
                <c:pt idx="8">
                  <c:v>62.5</c:v>
                </c:pt>
                <c:pt idx="9">
                  <c:v>45.6</c:v>
                </c:pt>
                <c:pt idx="10">
                  <c:v>34.799999999999997</c:v>
                </c:pt>
                <c:pt idx="11">
                  <c:v>46</c:v>
                </c:pt>
                <c:pt idx="12">
                  <c:v>36</c:v>
                </c:pt>
                <c:pt idx="13">
                  <c:v>81</c:v>
                </c:pt>
                <c:pt idx="14">
                  <c:v>33.25</c:v>
                </c:pt>
                <c:pt idx="15">
                  <c:v>30</c:v>
                </c:pt>
                <c:pt idx="16">
                  <c:v>31</c:v>
                </c:pt>
                <c:pt idx="17">
                  <c:v>31.23</c:v>
                </c:pt>
                <c:pt idx="18">
                  <c:v>32.799999999999997</c:v>
                </c:pt>
                <c:pt idx="19">
                  <c:v>21.5</c:v>
                </c:pt>
                <c:pt idx="20">
                  <c:v>24</c:v>
                </c:pt>
                <c:pt idx="21">
                  <c:v>18.399999999999999</c:v>
                </c:pt>
                <c:pt idx="22">
                  <c:v>17.45</c:v>
                </c:pt>
                <c:pt idx="23">
                  <c:v>19</c:v>
                </c:pt>
                <c:pt idx="24">
                  <c:v>43.9</c:v>
                </c:pt>
                <c:pt idx="25">
                  <c:v>18</c:v>
                </c:pt>
                <c:pt idx="26">
                  <c:v>28.5</c:v>
                </c:pt>
                <c:pt idx="27">
                  <c:v>12.5</c:v>
                </c:pt>
                <c:pt idx="28">
                  <c:v>43.9</c:v>
                </c:pt>
                <c:pt idx="29">
                  <c:v>25.89</c:v>
                </c:pt>
                <c:pt idx="30">
                  <c:v>21.05</c:v>
                </c:pt>
                <c:pt idx="31">
                  <c:v>19</c:v>
                </c:pt>
                <c:pt idx="32">
                  <c:v>18</c:v>
                </c:pt>
                <c:pt idx="33">
                  <c:v>18</c:v>
                </c:pt>
                <c:pt idx="34">
                  <c:v>21</c:v>
                </c:pt>
                <c:pt idx="35">
                  <c:v>40</c:v>
                </c:pt>
                <c:pt idx="36">
                  <c:v>18</c:v>
                </c:pt>
                <c:pt idx="37">
                  <c:v>38</c:v>
                </c:pt>
                <c:pt idx="38">
                  <c:v>15</c:v>
                </c:pt>
                <c:pt idx="39">
                  <c:v>19.45</c:v>
                </c:pt>
                <c:pt idx="40">
                  <c:v>13</c:v>
                </c:pt>
                <c:pt idx="41">
                  <c:v>10</c:v>
                </c:pt>
                <c:pt idx="42">
                  <c:v>20</c:v>
                </c:pt>
                <c:pt idx="43">
                  <c:v>22</c:v>
                </c:pt>
                <c:pt idx="44">
                  <c:v>12.5</c:v>
                </c:pt>
                <c:pt idx="45">
                  <c:v>14</c:v>
                </c:pt>
                <c:pt idx="46">
                  <c:v>32</c:v>
                </c:pt>
                <c:pt idx="47">
                  <c:v>9.65</c:v>
                </c:pt>
                <c:pt idx="48">
                  <c:v>97</c:v>
                </c:pt>
                <c:pt idx="49">
                  <c:v>7.75</c:v>
                </c:pt>
                <c:pt idx="50">
                  <c:v>23.25</c:v>
                </c:pt>
                <c:pt idx="51">
                  <c:v>19.5</c:v>
                </c:pt>
                <c:pt idx="52">
                  <c:v>25</c:v>
                </c:pt>
                <c:pt idx="53">
                  <c:v>21</c:v>
                </c:pt>
                <c:pt idx="54">
                  <c:v>14</c:v>
                </c:pt>
                <c:pt idx="55">
                  <c:v>13.25</c:v>
                </c:pt>
                <c:pt idx="56">
                  <c:v>9.1999999999999993</c:v>
                </c:pt>
                <c:pt idx="57">
                  <c:v>12</c:v>
                </c:pt>
                <c:pt idx="58">
                  <c:v>21.35</c:v>
                </c:pt>
                <c:pt idx="59">
                  <c:v>6</c:v>
                </c:pt>
                <c:pt idx="60">
                  <c:v>7.45</c:v>
                </c:pt>
                <c:pt idx="61">
                  <c:v>9</c:v>
                </c:pt>
                <c:pt idx="62">
                  <c:v>4.5</c:v>
                </c:pt>
                <c:pt idx="63">
                  <c:v>9.5</c:v>
                </c:pt>
                <c:pt idx="64">
                  <c:v>9.5</c:v>
                </c:pt>
                <c:pt idx="65">
                  <c:v>15</c:v>
                </c:pt>
                <c:pt idx="66">
                  <c:v>14</c:v>
                </c:pt>
                <c:pt idx="67">
                  <c:v>17</c:v>
                </c:pt>
                <c:pt idx="68">
                  <c:v>16.25</c:v>
                </c:pt>
                <c:pt idx="69">
                  <c:v>7</c:v>
                </c:pt>
                <c:pt idx="70">
                  <c:v>10</c:v>
                </c:pt>
                <c:pt idx="71">
                  <c:v>26</c:v>
                </c:pt>
                <c:pt idx="72">
                  <c:v>10</c:v>
                </c:pt>
                <c:pt idx="73">
                  <c:v>14</c:v>
                </c:pt>
                <c:pt idx="74">
                  <c:v>15.5</c:v>
                </c:pt>
                <c:pt idx="75">
                  <c:v>2.5</c:v>
                </c:pt>
                <c:pt idx="76">
                  <c:v>12.75</c:v>
                </c:pt>
              </c:numCache>
            </c:numRef>
          </c:val>
          <c:extLst>
            <c:ext xmlns:c16="http://schemas.microsoft.com/office/drawing/2014/chart" uri="{C3380CC4-5D6E-409C-BE32-E72D297353CC}">
              <c16:uniqueId val="{00000000-4193-4B83-8990-5DE618322302}"/>
            </c:ext>
          </c:extLst>
        </c:ser>
        <c:dLbls>
          <c:showLegendKey val="0"/>
          <c:showVal val="0"/>
          <c:showCatName val="0"/>
          <c:showSerName val="0"/>
          <c:showPercent val="0"/>
          <c:showBubbleSize val="0"/>
        </c:dLbls>
        <c:gapWidth val="150"/>
        <c:axId val="189132639"/>
        <c:axId val="189131199"/>
      </c:barChart>
      <c:catAx>
        <c:axId val="189132639"/>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baseline="0">
                <a:solidFill>
                  <a:schemeClr val="dk1">
                    <a:lumMod val="75000"/>
                    <a:lumOff val="25000"/>
                  </a:schemeClr>
                </a:solidFill>
                <a:latin typeface="+mn-lt"/>
                <a:ea typeface="+mn-ea"/>
                <a:cs typeface="+mn-cs"/>
              </a:defRPr>
            </a:pPr>
            <a:endParaRPr lang="en-US"/>
          </a:p>
        </c:txPr>
        <c:crossAx val="189131199"/>
        <c:crosses val="autoZero"/>
        <c:auto val="1"/>
        <c:lblAlgn val="ctr"/>
        <c:lblOffset val="100"/>
        <c:noMultiLvlLbl val="0"/>
      </c:catAx>
      <c:valAx>
        <c:axId val="18913119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dk1">
                    <a:lumMod val="75000"/>
                    <a:lumOff val="25000"/>
                  </a:schemeClr>
                </a:solidFill>
                <a:latin typeface="+mn-lt"/>
                <a:ea typeface="+mn-ea"/>
                <a:cs typeface="+mn-cs"/>
              </a:defRPr>
            </a:pPr>
            <a:endParaRPr lang="en-US"/>
          </a:p>
        </c:txPr>
        <c:crossAx val="189132639"/>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'[sql northwind-LAPTOP-B4NDH1S7.xlsx]ANS 2'!$W$31:$W$50</cx:f>
        <cx:nf>'[sql northwind-LAPTOP-B4NDH1S7.xlsx]ANS 2'!$W$30</cx:nf>
        <cx:lvl ptCount="20" name="Country">
          <cx:pt idx="0">USA</cx:pt>
          <cx:pt idx="1">Germany</cx:pt>
          <cx:pt idx="2">Austria</cx:pt>
          <cx:pt idx="3">Brazil</cx:pt>
          <cx:pt idx="4">France</cx:pt>
          <cx:pt idx="5">Venezuela</cx:pt>
          <cx:pt idx="6">UK</cx:pt>
          <cx:pt idx="7">Sweden</cx:pt>
          <cx:pt idx="8">Canada</cx:pt>
          <cx:pt idx="9">Ireland</cx:pt>
          <cx:pt idx="10">Belgium</cx:pt>
          <cx:pt idx="11">Switzerland</cx:pt>
          <cx:pt idx="12">Denmark</cx:pt>
          <cx:pt idx="13">Mexico</cx:pt>
          <cx:pt idx="14">Finland</cx:pt>
          <cx:pt idx="15">Italy</cx:pt>
          <cx:pt idx="16">Spain</cx:pt>
          <cx:pt idx="17">Portugal</cx:pt>
          <cx:pt idx="18">Argentina</cx:pt>
          <cx:pt idx="19">Poland</cx:pt>
        </cx:lvl>
      </cx:strDim>
      <cx:numDim type="colorVal">
        <cx:f>'[sql northwind-LAPTOP-B4NDH1S7.xlsx]ANS 2'!$X$31:$X$50</cx:f>
        <cx:nf>'[sql northwind-LAPTOP-B4NDH1S7.xlsx]ANS 2'!$X$30</cx:nf>
        <cx:lvl ptCount="20" formatCode="General" name="Sum of TotalQuantityOrdered">
          <cx:pt idx="0">9330</cx:pt>
          <cx:pt idx="1">9213</cx:pt>
          <cx:pt idx="2">5167</cx:pt>
          <cx:pt idx="3">4247</cx:pt>
          <cx:pt idx="4">3254</cx:pt>
          <cx:pt idx="5">2936</cx:pt>
          <cx:pt idx="6">2742</cx:pt>
          <cx:pt idx="7">2235</cx:pt>
          <cx:pt idx="8">1984</cx:pt>
          <cx:pt idx="9">1684</cx:pt>
          <cx:pt idx="10">1392</cx:pt>
          <cx:pt idx="11">1275</cx:pt>
          <cx:pt idx="12">1170</cx:pt>
          <cx:pt idx="13">1025</cx:pt>
          <cx:pt idx="14">885</cx:pt>
          <cx:pt idx="15">822</cx:pt>
          <cx:pt idx="16">718</cx:pt>
          <cx:pt idx="17">533</cx:pt>
          <cx:pt idx="18">339</cx:pt>
          <cx:pt idx="19">205</cx:pt>
        </cx:lvl>
      </cx:numDim>
    </cx:data>
  </cx:chartData>
  <cx:chart>
    <cx:title pos="t" align="ctr" overlay="0">
      <cx:tx>
        <cx:txData>
          <cx:v>Orders</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 lastClr="FFFFFF">
                  <a:lumMod val="95000"/>
                </a:sysClr>
              </a:solidFill>
              <a:latin typeface="Calibri" panose="020F0502020204030204"/>
            </a:rPr>
            <a:t>Orders</a:t>
          </a:r>
        </a:p>
      </cx:txPr>
    </cx:title>
    <cx:plotArea>
      <cx:plotAreaRegion>
        <cx:series layoutId="regionMap" uniqueId="{80520318-31D7-4896-94E8-A3D25B43A7DA}">
          <cx:tx>
            <cx:txData>
              <cx:f>'[sql northwind-LAPTOP-B4NDH1S7.xlsx]ANS 2'!$X$30</cx:f>
              <cx:v>Sum of TotalQuantityOrdered</cx:v>
            </cx:txData>
          </cx:tx>
          <cx:dataLabels>
            <cx:visibility seriesName="0" categoryName="0" value="1"/>
          </cx:dataLabels>
          <cx:dataId val="0"/>
          <cx:layoutPr>
            <cx:geography cultureLanguage="en-US" cultureRegion="IN" attribution="Powered by Bing">
              <cx:geoCache provider="{E9337A44-BEBE-4D9F-B70C-5C5E7DAFC167}">
                <cx:binary>7HxZb9xIlvVfKfh5qIo9GI2uAYrMTK2WZcvyV/YLIVsq7ltw56+fQ6Xkllj6LDfag/LDyIATIhkZ
EXc5995zg/rnl/EfX7Lba/vLmGdF848v42+vorat/vHrr82X6Da/bg7y+Istm/LP9uBLmf9a/vln
/OX21xt7PcRF+CsjVPz6Jbq27e346r//iW8Lb8uz8st1G5fF2+7WTu9umy5rm2/ce/bWL1/KrmiX
4SG+6bdXl8PtzW3x6pfboo3b6f1U3f726skjr375df1Ff5n0lwzrarsbjJXmQGlhNJPM3P24r37J
yiK8v03FgWTEla6W+9vmYerz6xzDX17O3WKub27sbdP8cv/5r3FPlv6vy3FT+vt9++Wyysvt3bZ+
fSrX//7n6gI2urrySPRrqbx0ay35q8vfH/b+n4udmwNJuNSCa3L3w5+I3THmgFCXK27EXu7iYe69
3K+KuL29+eWyvW5vm4dbzy3refGvhq+0sLq7VsbV5U+gjP3+T+F7N2X+LQH8m+7AD4zgLmf83tyf
uoPDDqQkUgki92oj7GHuJ3r5jnV9UzFfxz+vma+316o59P5+1Rze2vy6mB7k8pxR/ps6oQfEUONq
RfZK0U98hZID7hKXaNfd64Q+TL1XyXes53ldfB24UsLX62vpb34ClPJuszDufqRHkAOYu5HK1c9J
XxwoRRkCxL3wCYBsH5v20v+O9Twv/a8DV9L/en0tfe8nkP7vXdPa+PpBBP+57Qt9gNhLNBEroxcH
FFpxXX4PRCuj/46FPC/2rwNXYv96fS3239///ZBzdfrjJC7/LwLcWcbz+euzt9aZkmev5zj7cSpx
Foi/+1nC7aPs1IGy2B3oIzbc/azC8csred4LHsatnODh8toHvHd/vw/s7HXx5fbHCV2oA8WESwx7
ijzsQEiX66/hwKwqgpfX8bzIH8atRP5weS3y3U8g8g+3xe3c3WY/EO/dA4K8X1N6n+qYp8J3lDpY
7nH6KD99HG6/a0nPK+DR0JUOHt1Zq+HDTxB0/evi+uYH6kAhydfcuOohyV+BjoFnEJeiKt5jz7oG
eHk9zyvgYdxK+g+X16L3f/8JQCcusuvi5sehjgKgC6W1kvf55FPZM3lgGIoBeQ/3ZJX27F5ez/Oy
/zpwJfyv19fS3x3//dI/tsCeHyl9yQ5cJalRjH8Np4/DrT4w2ghpHqLtWvzfsaDnxf914Er8X6+v
xX/8E+DO5RC38639sSpA2HUJBf1A6F4FT4kh9wCqMUqoBzoO8eEx/n/nmp7XwpPBK008ubfWhn/0
9zvD5rbIr236II7/vPSSC9Yo5dJHMP/IGdwDY6irjFkVvN+xjuel/3XgSvJfr6+lvkHVA653xXj+
5cL/Kin6+naMv5Q/TugM1Rfn0nAtn2b6lCAqw/KXfw/T7RmGl5fwvLwfxq3E/XB5Le3Xf/z90j5u
r7MfSKwJDnJfgtB0xR5rEE0fWThlB/Quzj5QO6tg++Jqnpf7/bCV2O+vrqV+/BOwC5fVdfwDOy4C
xeyC7oo+TzFDKVJwsGr3AWAdZF9czvNivx+2Evv91bXYtz8BxX9R2rYLr38gj4Cmi3IZNVquqirk
NbgBgvOhqlpF1e9ZyvNS/9fIleD/dWMt+4ufwOR/t+GSVRTXD1D7n4dThwtETCUMKqfniGRH4b7S
oJL3oEPWTPJ3rel5LTwaulLDoztrPfz+EzAMF+WPzS6R4DOK6Cr0PW38tLyi5oByIdhD+r+GnpeX
87z8H8athP9weS35i7O/P9SueqD7HPs/94L/6/uu0tVHXfivxxQ21+319u58w3ffvbM7UNarod86
JrFX6fHNb6+YEHcGtz9dsHzFk5rqWVP4Ou72uml/e7UQc0ZzrqRG196gN4MsdbhdblGNzJUyQ1zD
EdmVi5ZygdgW/fZK0wMuhUabn7mUIeNtym65TlFccIZC3FCmEa9AwT5sED4zhWXxVVb3v/9SdPlF
GRdt89srjoqk2j+2rHKZkYI0UZQzrQxHoMP9L9fv0DvH0/S/MprYgg6pvHVp0HZmyypROZlPqj6e
P0jZVem1cKxsdkU9NZPYtGyU0eg7ZUA+h4UVheOXbEz1iYnk1G1S4xT10WDyrHmdybxyJq9MR1l9
lmmbjOUGssoS7odaC3qrx3Lq3mXRqLNr15VV8IXnvFbnoYrrins5jRssRVTS5m8iStqh2ISZtGnl
lYPM8zOqpxpLDvOcTqcs50Xyp9P0JcY8UukzQkKEfyIjA6JboMspjIL6GIFFPJaRpnncRSpyb4Oh
LJL6qM1FJo4y0TdWH81N2MaDP8dVFv+ZkSBmwe7b01MA79P5teaas+XsATSFxTydf0642yii4puE
pjyN/bbkkkeeMcypk50dh9C2Gxu1oYg8RzhzVVwMgk8N86mY1cBPWhUVTeqVZc0tPTfSrXHv24uE
CT9eoybowQiUvFxRgYa8Xq1xjGKHRZY7N8qxPWGbcNahrneZK1pOvMK2Sn1KJQnaPXe2d7eXdbPM
K4zQjEnCDHoPq3mrbip16XD3Jpxgc8rrSZU1f0QiYEXoDUncxW+KAKe5Wi+KSsaU9+1to6Gx2rYW
LhUuA/XlMvjQU9WEso8dMkb8xtGZrrkvB6LkNRzJaY/LOdbZeezQkr7maT11l2lDyBx5TRRnEMq/
uxJXuwv5g7YMwdEg8nQlkY6CLJmIvRFqgMvtJqpmmu6kHbpGbGM3EOqT7SCC2msWkvVTSabemm0f
l6QaXtAK4OmpWCRTwpUSjKGCavhKK62KSTKlRfAlMHMh7WFZV3kwbZ0gb8x0OLl2hIl8e/90hWSa
SEMEvASOygGn7koAoZkTaarW+RzFVufO0dhGi0PkYxnhRFk3JGIWfpw3E6u80TAOQciYRN1lXqlk
8guH2uLS5FFui00tS8ve5X1cNJ+/vcwFTx/hLbo3nAhBhKQaGM7VCku6IXAtqefx82hbCyMgXUqg
HzIOXDreaHnvXFYsrRenaYdy+YirsHtBP38RFqU42ac4UcYVXADanlqLW7OmnRpVfi4y6QDDE6DX
PHj9RNpJnvJAAvebsLPpdZ7IAohqq9xSeeQ6idOnXh0BbRfknyKMKuI560/FmFZl/gKs0LWD0UVI
mintMmgYlNvThY58KCpTzPxzEzDl5Nukbaqsu6jnNq4Kf6inGotzdN7jXjnVeTlt3HSenMuhqoLj
xtgsCf18nsl0mkd10QZeYYgKWr+TxMneqdyEc+6Dcx0BicxJJlqckNlk+NY0Doa6fsFNKYiRJwbA
FHUXoopQLsHUyhViwDKLui/66pOWpUykXy29pNoLgs4Y69NZO4D2YNqjZ9YJ3Ovu4KSigYtb49By
Ve+6gb/sQ2KN4gzZhoEjUbDMi++uzCId0yYPorL6VFl4Ub3lTeqK14xGfDrlTTdBHCbos/lDHo3T
pL0uskMd+QD8Qb0L6zlwjmwukvmDdbpGnbuxWhKEUfR5Zg7TTi7qKRtuYEJTr2X/rrJJOn+YM5UO
qUeybAlaMaQPBZWFiXCRTxaZiJuPI3THZTLho5lJ2LqbSja82SndLbpLxzBGglHfTW/c0JkGzy3H
BF9RInnAymOnWHKDtpJ5ej02qqirnekt7S8FL+f2zNo0sF6W5ZblvhMG+XgUCgTXj4VbBOJDT3oK
I9NuiDyjr4sSKcq3sWGNmpA+jvNonO0UaHJxujINHkxFSE2VfZpp3tjQGxnRVeMNZVJmx7yrBwDF
t2dcoxHTwCK2UNVUIHavZ2wsaaIh58NHPneLMQ6dWOCPNTpF8FZ9LdWnIOEzjHBgXduErzWABXb6
7WUs6ewTp8CZAcU0YgX4dBws4Kudz7zvaseo/EMuirzlXlt20rkt66gGGkVpU9CtDXQZX/SNGwJx
qkiW4TZ0W9aXnqv1kPVey8L6NAtcdTlym7mT1wxU9e9a1yGxX8t5LE9hRCTyEiKCuPJEAJoNzh4R
2GHZR8gujoMkbRfP74XkbxjifTV5PLV87A+/veM1rrkcAQrpBna9nORFTfAU11IVRMVQN/qq7wqC
JFZay5DE9vNitwJJljiK6DDCbMfUcHyE7V1m66hqMWneJQMLLoNRLSbN6njO7VFcMb5AZD03hO7q
rK+a+HCWUwqvC4Z8yanp5ObwTk1ruNG3t8RWyOYiA3IRNoFq0CAYyhVU17zI5zIp2JXbRhy+1Vbh
soDW4d3iund+jK75hLUF0bi4OLBygRRb1Qg0TkSRxtNRLpfKOm3S68wkWhzFQ7bIoZ6GUp0H9Yin
4ogvW5zCXDW71NGW7yrX9rzxJ8QLbPeFra0qAGzNgPxgFK5CpEC+91Rb7ZhSnXXldMXDfkGq1tYw
rTmb4/JLS9yUFd7UlvX8QbNiiY+5U1IoZFR5Fk7bOVe0DXeGO91whSzVQhyDTjisj/cz0KSIHQMT
E0NWLejWATaPYlYNgLUWGQkmjNuA4DfUWBSiyEMBUbStjpzWl1mXwCUiwxL8tpfPAoUpCLyvrwNc
7HOUx6XiykddpAvIrvAyAI6gGPKXVJcOs1CTqp33fa5LoMM+vWWRO/apj8oyCouXYGEVjpYpBQ4x
MoKwRHDSdBWOSFIia61G/b7pKCykndoWBoXYD/mIpBKl3AaDU46NpzI+QeBZHxRIWQB6kNJgx6y9
0Kpxg2QXtMIFGMAh+3cWjQ5EgNyB47djgUB1r7awHgqIcszcAr4CL1rUEabjoggniSk+zJSY/h0p
8xIrkWmK2JSqdqlTvy1tsfQKH2MiNr8EAYAEpQJZ0LqyQTrYOCEZp/dRNKks8Nou5ZUfDCRIzhWb
hZ22dWRV5XqGMZNEnrV1XJ+QrOOj9CpkO86pDXNHvA7ySHO/Hsox/ELijBwNQSfUJtVFmd2IJJvt
u7xUOV5nmWk2vBE9JeO8cZPCyMqvkT823W4YpNuf2zoKxtJTOcnpGSeWmk1RWEP9ZGw7G3jl6NZz
4kVFb8Xoh2Pawxn62Q5T5o2OTESyM4x24lJl7SRCn4y0G7rDygwRDZC/BWF73EYamZmv52yYZ5S1
MMXqeEynoPPqpkrUrjc65BuZO+P8flAliz90IguDDRcto/6E+rScPBW2jdmYmA2pH8osPNKMt5u6
JMN8GpiCkEM60IjtQqdxI7Kt0jIXV5Psw9S5MiUZx/djO/L2tdO0hfMOEUN3N9IqZa9m3YdF6VVl
SaPmrRnnLD0MYrAbu7kUbl56Ji05i3xt56Z2P9M8cYubiFVlP25gKlN9a7p2GIifZkNDk6M2KGrp
blAHyEwdBrmTqnNDtZOmh72qWJNFt5Fb8BZSHil3rXg987KHSc/UNlX0livSKrItClFV+rgzQRxl
Z4Uc0zrcJn3YDv3ZIIMwjneByIdOvgsKxutjlYgodHewFcVTr+pngrCeNW48GC90hKrbTRTYOZmO
h7BxovhwiHNEGz81gwDA9lXcyT9Kp1OyOYZxDE7gDxxpCz3vKmRdxmsn7o7qTca0xke7v+jEcYZ7
OMUmMN1cNqL+PHe1Yf1JomwVsiM6Oo7W/pTItNOHY5HQPPOk6Je4SKQTYzshlwgq12Mw4a0AP5GR
keGbaaiGSl8kgZMM2U6n3GHVcdpNxu3fqITL2Hi1MQsnoW0ro/SDDoPAmU+FyBpIyplqQPZroHYd
yVOHB1ZnZzSuY5pdJMmQuMF2SAAE4baMcQDP+oCsZUlT72SEbUkYTXG9IVWaWHdTtMSRxR8sZAXm
y5PMmKsudOvatyi9IVnmdjEiiE9VtHwJ1o+Uxatrs+T0Imqwe7+KaMHVLomGRWI8a1N8lE3UOpdF
rhfIF30buto3Q1vCAOYC+cZha2yO56r9VqNWzhBfnWj8IJY0AWbLIoois6Dxoh5aiYjJ/0ezcZFz
IUwCLsnpHAtVOEXqRuK2rlHQ1Dsbx8i0/MGlk6792I1k50CDoqu7D21SdHEBeTnRXB5G3Szo+NpN
9LLkGJqu5ksFy8IMHLfqz4EzLgamrLNoXk4OrmUmX0TT9xSPIsS69YA19EWDaf37/VjLef0ZhFuE
a3KsSnWZShEY7ovBgADyKh2hhbS9t55gbgy+UifOsrmgne6E0cFqrH+f4xo5y+U33sj0NSexdS7v
Re3sH38Q8v45MAUsfa1ZlWMBtHCi/nMaqyq2h3HBJ2y6ZjPeIvRCxsOYXKIAD0vjyb2iyrlvYWqo
vDsbHhfUTIH0aBr1k3pj8q6ElHqWZ3iEVeDYrA+aI+iNl5JpSXrDHO/pwUd1SOrPZi/BsoIHAdf2
e4pYjBrNr8pCDfRo6tylOid71e7NQwVpBvkoEWPEVups2fyopgh2GlK7TBOJSOHiVNZER1ezE4uu
PcFO+SLevSHN3dRhldjk8i00tg3G4Y02Dutq2mhZ+l6gzjzM+KXMeCn01iGySJPjmUk9VochAYlE
tkPclfBpk4QL89EM0G/ca1Z/piosYD6NRMaKzdseye6bZjkGgi9k/fIh+tDFR1aQxR3yWS7rLzoV
RsNVl4V4G2ZXhC6+N6o5DflR2kyatqd8bytx0phWH96L3CS9xXLGmKf4EkSAEpMnVZwizve0nhW5
QuaWuP2mqp22iH3ShAEml0lUomRqswrcZgbCAJQN1BR1x7oMF3fuEF9xLZ06lbi7FMniOJ1w02Rj
edSKkuS5nxmR5b0XNCFoQ2poh+ejtm7wgaRRZud53eH/KR/A20kyUFBFNbj87LxP2wCkwGATzE6j
sOw/qCIYUQUE07zY/mAA5clu5DUDwrg2yjp3m+UIsfl2dIrANMc402fn8SNRYwK8CbOyTNOjezo5
abPIJrsuylDvfplEIzg/qpII4jjkdz5Tl24GgTXBkAbzBx655dBe1XyIBnXU7rc+mrCBiHg1zil2
lIZDI7dqJhQo11qxiI+O1WI14KsWE9/zp26TDpAA7dC2dLw2jhk+LAwcz9cx2EfHi7MZvLIRLC2M
B8piUvlrXlGLJ9RElxq2l10Du9qTLDOVmQ12XVHbgB2HQT3jO+Y99RagLAdrWEuRgqIMaIrSN89R
OxV+m4GYkKd5qhZ/asUQg4QPU7cFVHIVTIh5zQSkSXao9RbhdTFfqALWuSm4+CQrQgy3U4ZdfhyQ
ngXOyRA01sbnhicLSVl2CHevdRpw1b4VoLGmYDsGiTNFOzVUMms2oC6oEp4GCaQ+iZBTlOQIhgbK
nx0xY1eqyJewkctgMTfLLI5NbfaSTNoSTDSPScz7k2GWeaDfpnM3OJcWyTRYhbmqjfoEvIV9OUM1
QwKJIMsegqpwAP4oLxeWKouRryKzNnk5VJ+UmaKafhZjprJzpepqCnaClU3r/DnENBmDLSIaz6TX
ZOC/Hd/NqLYfwEgOafuehHUShn4gJx6N7waN3Ka+MX3c1+xjE7igJg5t2vW58R02N+mHWXRMlF6H
6DCi2Ke0RE6p8WpyRztYeZ4Y5ve46Oje0wM6U+Pmfid7XdZVAoLYl5JPy7bu4CbL+gX/zBQuaILs
f3HeuMmXJ4o79j5I2HJNUuLgiSmclgcDDnYi36JyX3obcRZUcOUQ2WJwPrcTrbYJHHXxSpMvd+5N
FjklkMhINHvQArij4Bc4dULfjpPl2qPMEveii3Q4lN5AChD2YpoDw46Huli8PHTmhQ5slndUa08g
LWuP65nAvgVB/+EcvOWy8jRGp/HT/UTSGoS0GqbiXO4rtiJOZp16SVF14m26B6x0TzTWOJ8Ba3Cy
eiEhG6usEJs8zOsy8KJadc5lF8sKe24HdPH6k5iFSxoXiRFz6D5bltXdOZxTpogjXiC7xckrtrQZ
N8UwLjapg5mlsSejpsjzbZRk8MbdXiDggRfQS128/Ax4b6iTnEaMZ9p9gfhaFfTgcoAPsGC2HFim
f6GVoxY9BPDV7DIqS4VV6zAc4Q1DCZitHbF4UNaDeIm8Pq6Xtb9Q3T2t7Zbp1dKrwbuTONICx33K
J9huLJ2h0aCq9tCYgAPGKlAHwJO+PdWKQIc34Q1BgrlAWeF/tZT1jxq8g5vWboBU8sFGSDqWpV9X
gRBvtEHPCoisokWpXZxAw6WwAiq7B8dvr+UphYBjJbAfnJnF5tEOh52zp2sJes5A3ybhpUFXTX2K
JV3y8aZxNd/OJVLnl+T81wnxlwtAHCgXx3Wh6xWvmEaW0Cwnwbt6LBAowhQR/1hPKWDu3rO/vUG6
0Hb/au8sOwR3S6TGa6+Moh21mnDMEhEWbabe3SPGEM0LaT8pPkm5G0Xj9rukCmb7thv4lGzyrljw
nFtAg9PMAvHohRU9tXSsCKWUi9PIXBspQNGtiMbJEGfQE6/fZXunGpDXwcfHLg2A67Hbx1BBJLoJ
nmk4ggNSCydaFpJUvO5mv69R2e9kzktJvBHQMvmA+hqPwz8Ceh5PHPWkP+z7WdUeZr+9ibUaoThB
OJHomFCKV6BWUkXcrVs2Ov151KQLMs13iVDVyKJ7OzluJ/aHhv6/TeXn5pN4rfbu5KtSaiUzPSIb
YS7pzu/D3hhGdeKREshaeraJw3+LWpMElD/FS9JwDLxbIf4CB3wIwET3cXK+D0tIkhdt6DSDXxRN
vQSMbwt0wZdHZgqDQPtJwANxHgV/r2DNZw7TPMZ2lumRLhybSl/nueaflIXDvOSCf50KqnPRwXMF
Kn29hro8YPnUhSo82qcivQQ7AjtidY6Pb+/q/ijGo42BK8RUOHfPCAeEuOt2ISHoy+g4ag7tzEjU
bJkcl9MIHRGsK/9s5gI9dL9sQnCrxsuDGdWi18qwpfkpojWO4IR+mVZgfs6YAPdALvJAhmF5NCE3
kOV5MMYpHSc/YGg5fWzqOkcZZBMminqbZ93MWp+URDX5xrUSVNsZH2nJ1YXZ9/NShWKEvwmKnNbj
6zSMeoMjM12vYgpOJMFRjSMUGjrON5mTVFDFfYKiHQyLvHSfViBDdxEs1B2M7UuNdCCA7iHKGaAb
peGSBgw9c5DQlsxFnVCwDg8gxVKdPudNtiRzzj63qdAchbeTyqVz7KVNm9PZKxprinijKp0lnfdA
edQIm5F3n8jcZVDorA2Q71y7SxDXdQ9mCbVFqti2cktMmaeoKvoTgm5FHPrZmDeop8DnZ0l2xZH2
Gn6uptaI6jhRxFnIgKa34FmnfR1mhqnh9SZKuxy0KxgYjS6Dl0StWwa+05XhQHKv5jg9xC5MbSo9
bMNaCVm/l5Pp5/I9+g1LRws5IGHqvGwbNBHexxXY5nCDQ0g4TrCLbE1p4ucUSeefE0rPxj2RahzY
JyrHqXXPQZsF1dvCmCRl26RoHIJKmKBean0c5UIvfVuUE3S7GUY228kjDpiJ3kdqRqXrT2IKhrPU
NG0ze2hHDzGqaeNa9EXjiDSHgmTt8FmRPJ2iTSCQcBderovc/lGAeXE6z9233O6xqEY/PFRnbg7c
TnZFlCnWIYu+y7NAfC954lS0S9DZm0Z2lw0WOktRslmDEzGV11uicgokC0uNZbA0Zd6QOr15DxAv
3cuqME62y2MZSi8Kw+FSTrFMNlM8BIex6PlRTPh8nNuxPwKTUb7TVjF/NDI613GbEXDGvX0fwKiP
RCjLxoP3RZ8TW2V/hCQuN6OhAWrRjLeHKHZBKbFCnroV+VSmcMdiqNSZGuJqo0UUQbvEsbtEj2Kb
lHH3Zk6ylmyRlbdbdyI8g8Wq/EtUdZeMiurUCic8zfum3coGFDTOvoRHfdmZTWQG962uohp9/Sq+
iZs62GRRFXqTKIqNDEx94s4s301BgS5wUUmBr3anwhdJoXcDvvLYRT322Y5ld4hzD8FNbdLsMB1p
NnuTSeQuSkh5WQlw814GiqbxHF6GV8M4u9eZU0iU8l3+fnBZvCWsJSf4Ew5R7JWOw88EaLqdbZvi
tkl08BbkYYzzSi03NxStHtQztKLvepZE8a6aCmdLm7x91/QChAOgYNNMY3fCGzulnswH1w+0CSL3
j7hnZjrGCYTuS8NEQrdlV7Uoc+I8mryeS/fWbaXON07g2JPc4DjCRtA2eTv2PEWdlJensmlp7Qdu
VF6TpKnORi3IaaPoYqGBXHqoYT+cjEhnXxOd9sdgv52TOOUR27hAvxs6DLzw5tmlEcrmyvk4VPVw
WzvO6LOYztdNk5QMJwoqHB+c5waWG2VV5uHElO021Tyk44nqwjr0CK3i84lqADFKKr8feMZP8IJ6
Vp3YsbY7VnXsVGb56IHp/SCH6QvpguBcULhP33TtBtQiib1wzHu9kVPJt0K3xXkVCftxqkbkZATt
7bDxuhRnIFJfx6GsPKfj4hqd6dLjLCsOSxAFHiN5+3akRfq2iaY29dO2Da/qaKr/sGOVM68eu9EP
qK0SL8H60HF1wbnB8cZo9sXoDheGNVHmF3OfXCd5NXto8uQfijKuvarq6VuDJsJxxazrd5YEJyIu
xHXjqvEsAd/fo+0gOkwatF7QOTUq0i48U65Txl5GU3NtHSQ1Gxf5WeLJpKkv1KDSHYBeKd/Esz5q
aRld4JwOznYMkb1iZVEd9t1ID5OqV9eWB1cD6uSruc5n97CuxOQldR7eThDIYdTqrtsiDZwuW2tk
4FlRo2Obhq1Hor4/ViatDmvkodQLdWOuTNGaz3ys+PvEBuXnfu7n2w4Gvul1yV4LHCw4JIgUm3qs
20vkl44nh6I/c2yTfppJWRzyjAY4mQU6+TyaiEAsG4FIJIld8EEyVUf42yiBXzVFcpjKzl7hbBfH
+nt2QknBd4nizUfwcvWFKSJ7RKfMXOa5nU/DJqm3owbkogzO4/NCkPbEdmK4KJrAvreuK77wtAc4
sHrqz8WUw3nAab2hvO1OR6uH43gYeQnexi0OA5WLDcpjnLAE7WGOZ8cGZ0EQ2bczc6MrF9TJx3p2
2/cI+OERnE2/nqnT4gyTineZCeQZOtyU+21uso07TwWHvdtiN4dOeZGCgr8Ix7KqfZwMITs7JPXH
qu1EiOJ6ns+sEd0pDiqlYAfy8n3IZ5MDs/Nxy3XqHlH0/Py+msUbtw85mHnr3DgBwxm0s0mKOTb+
lI/IdTe6A6XtnqWS97rdktKmWetlpgrOBqcKL8CyZOeOmIoPWWuvMSYE0RvTD02ODCbp/oe6c9tx
G0mz9RNxEDwGA9jYFzxImVKe005n+oZw2i7GgcEIBk9BPv0slaurysZG93TvqwEGA1TbTqUkKvj/
a31rico7zyTwy9SG4sSMjT7PQTOvZcdXcgvUZ/4oomUZjjzq4qRkPKTnpDEuPzCie3bSPLcVfNxk
Lxb43VXOdk0LuU9sKXTc9HcmgN9/3oKB4rXOyDq5m4EtMHpC78L1uk8GfR/7JHikPRO2zLzjpubM
uifZikXXsHw3ftZCGVEFrk8BITZNGBzpMo7705b3bubHy+hBKjZ40xmFV82srTop7OSuK0OKyaVM
9dwst1BL5FjGc9h+WOluttKQLrsBrteE1RpiRDxPWMSnl1Rg+3M4R5yd0gyDU9sDK7papoye0siT
Xn7Y462JlmLzA2HzKcJhR67zBI7Acei23lV8GdP5mQWtkiBw2o65wgVN26kySJh/FjGomSLiSfdo
tjDYjysWTVkSOkTkZmXS92XkoOPf0g7HaQVAbq8MlK2TjCZRZiFVpynY/Cjvuy3I2B7j5e+J1xV0
Gq0ulJaNUn0/TYnMp2rLZNZFENhHg89DDnuznMMt0nUSzh2/URzubKF7yLzlPvmhL2K9wfihs1RX
vUhSU7cwCm+VgExaSS/8VdwmYV5lOeEUkph04bVqnYUdOad0K6IV7nc2RdNdkDJPSy2bZCxoomJI
cdDsXkIbuG8Lw2gSO7tFR2OaMK7bhUdzVGKE44Ep4c0DRVsLyrOnLUgMxWA255voSpykE/6CIYFA
kBWH0JBnNbedLdJ2CD2rlaYh5bWNvEnT2zBYsvkjzFzdXMkhT760y/J533n7seX2c8tsKgusCfp5
BdtRN3njjgQ3D4JDInOwv+h+7raou3OxmA8Ld6y0g91tQYFp2kLrVD+7vssq57KtmHOR4HxdJv11
apv9QE0HG6/1zS0cxpyUoR/Xodpxs0ke2MjjZwqAyFVigdaD6wEXTAEebv0WGqse7dCPeT1S2t6M
pjfP8zBObT37dmmuoRq3tAi0Z9fayKGK+qE7qKFJn3tFwppN3JxVkwa3kfLJObIwLU07wrxmWIuq
KGqWL/1M5+Puo6grCMVNuCJsGcbahpm5Az+4TtfWrU3BxpX4clCtLJNsXGzBQt2AIQUQOV+PGZ5c
vUHkft4bJ7418L2Ho4S/Vjl8KNdi35S7w10eN3+Rqa4SEvMFfoXmCXcdcZgpy8q5t/xFijb8DOXN
HwDtsKMhTB+opfIhkMSVi874K+n1x06CBGuxuB1o1Mg3s0aTKdLYmLeYNO40R3Hji8Z5mZcC4uip
sRGedEugcAu/lFh243uJteS0rKH4qnhMP6umDV9VGK83C5zbKrWDuY4hGb9AfI/U5UzztoglGW6z
pokxt+JwvFyEyddEXZbhrdeXu7aPxnez5IGou0zACIWYbLLrPu2FKUcn/ASvaTcQC+kqwzLucI4U
WSBketvZMXrnnE+qiDr8DoXsKM9LhZ9bQv7CNcE3m17rbI5oNXGAnA6zlmpP2prpk8XWxktl45h8
xo13dQUL8nW5CiaVVZOVwZUY0ujjhRs4hPui5kJsgb1PUy/f5yW3uD1g8zyYuQENZZo0voF15852
A1RSuBYjzY0fZ/uuosmLcoTMuBRi6fzXadrwWcGHEnvabKFiflvgWi0FHLml7uUSnyBSt0CmhN8x
zAMb/Z4AIW0OmvLpnGzY34oA48hUdc0QpHUwaDC/ZF/Sl2nsujdqF1+qMR6rjgQDuZtXGj7DXcsZ
qCDMcEU2rbw7rhiqTjj9+rX2A+cSoxzD6AmKIzB3MV/DoJybC4m3aZLa2tkFCQMQKbiIyoRrLhO1
HNolg5WiVSkVhjRXX9bYpWy2QUSYqeO+2V/7ce7VfWTCdaywVTQKRxrLzG5LF85ttx0DEsk+uc/m
uMkLFQ4i/tIBGw36cglyL5sDDDPlya3iJjOsxLbtE1vMO9fjXFLccNOt4vCv8q6YQXMnW9UvW6PV
ecubKCblOGMBsw/dAnUoLjwwbzYf3GwH8dq2KjFtteKjAhsFaZy4d8XiB5NNhxazWn898znQv43D
6Je05uCfdF+nA7y254ZE8F6OFqDU1FduSwIiH+RsFd6HJAAuNUuQzPAAFmDuePrfdcAowes4yn6r
mOU+fU3hMvHnH2JtYC+Gw9SxizQahY23Z2RHL9Y9eIGLD4LP4U6/tUlDfHYEV73j8zaEIxNvs115
wIs+h9AVYLNt5JrhFoHjeHqZOQSF/GbCQOnviGRkS8q5HedBHXe4W3i3cMuTRr7H+dwvukq7ad76
czzj6e0FenijaCwBvcS6eY6n1IqszgCqivhE5nnYDDgkMWHGwe7QDgdrc4nzOJhMpUAh3UaAuTC6
W4YTc2MCQ1SeHMVE9bZZqLALlFRRAqmauzWp294noqvtCuKGQTvoTX6zY/TL6ybosgYu2NIwOxdh
MrCkptseJ0f4fvrF5nP3MQBdMxWRQfisSGZ8dmrQJvob6RWmLNDv3KnaZCPj1eLAqfhijwaYj3s2
b79T9icm2uUBjafLFXRgcWNIE5cqyuZbGW6brm2sAWstDEawDbpnyfxKrweMcLSIe7slhe9X1R/d
REAx+tyuPcI5i/pmd9IoHK2JbooM99G5muJ9expFsHoMCEFXYwLFhthIm6ZHlyWTrhqd+/dgb/xm
i7Bdh/ApV0KlFfqX+6+OwMAuRrlgNej3YME24mTIa4wTbryaeaqWb23gL4oLJuqoL3fF2wNyWksT
HPQc5oBzooH1ZUMSY+pkI+NVOBr61i1dEo4lbaLWlBAURYoNlW7jnUY/1FxFJJ2nV6APwCbAsIKy
K8F0DAsGpDACVwRx667F5q2LZMAcfuthuPlijRWtqcq6U9COBij7nCJcAbbOaqAb0TaPVd6nDJZU
MPEjcgt4Y6hvgyIGW3c12G6Q5QzB7H0HsIBro2GPc0AMnuduD1lo/cOGN7tKWJOzWoKt+B4AXoJ4
KG17E+AYHj9juVz5I5XaXaauOBJXmGCyk0MyWLzjiIy3Y7wk8smscXMLTLL91roQr3y+7h64WjND
Gdl34QsryPox9+n8sLqO4ykgxgZ3mGqD05RqhBVUyp5CyIe0YtKs1yFEC1GtYGM+rXGCHGGqxuSq
T6QEnujS56FpzWGKevKauTEsGAWHyF23g9Af961A5Gi7Q6YyElU0jwtCXV0PQJ6JhS3XbeZAp439
Dhy0bVaPX5d1FzQC23Bpe7pFBzhE8FlJjGBh1S7xgqM3QN5BFJOlwAvjdhwwFPTbeBvPdr5po3DJ
K5K2lh4AQtgPq6cTqOOpx7MEDUA/J47nbaExgN8PwWXiHfMk7wvM1JsoMtUw4ChqELzCDV2CvIJc
8rBrKADFnlmb1WoBYFfFRIt6Hzz+TZsCpwM2om21xPa3deR9HTWjL9cp3d4oTovl7Kfe2aoblvxp
TNGTgIdL0wELgYAKpCNzG3dNdM55pygwoWbThQsbdg4CHr1vnVAnH9jxAayeLMGARV+Qipl7+AyU
baVIR+lKuiZiq+Z1k2PRuXxq6pmLvMP56+LuLMNoSw9TtqYvQcOtv4NypWKIAUZvRWd1+CYYiIdC
A8S4MyBMSE3XdMNSwCKkGoaGpLrWoeQfVOrdWuK+iakO83nFYzfkl9ctu1/jFTJ0HJnmLu90/DqA
smiLZe7e4lGbVzcZU3DRQ3sEUQlQql1wyXfurQ1W0mK28kEZYPK4dTPiPSN0l899OwfXTuJDXTmh
6P00T+Y0pQOyHo6qG+gC9CpoSP4CxVhQXAZt9m6jPa59QsanxW3RtRrNFJVyydfLtEY00JkeEg8d
x/xqjHmfVTsLMDhpwfyxT6Ole0JaVlQO4lblcKkn5RCnc43xJTz3m+FgA9fwlTebf2XNFBZ2nAmi
k6mqdd41vwErJlWSJtPHHOP+MUya8N2AQH8l+CdpEXi8cED+X5G5yW89TP6jXSZ86vL5CwDl6cHO
ZGuKfDIkxOdgf2BtoDDRhIk+4n7geqwZY1yh3/0MFS24WYfIfZIQO6rcY1EZkCneC89D8xLkXfIs
eZzoMoGqf21tH8IKA2mp4vjrNkP9d7Wy0IPcO25QSi8VPHCkmF6x0Rptn1wymiS9nyQfcMqPeX5h
k9yA/DMgAb9JPcBrgOFo7pMNKM12XCNkNaIqNsRP/JrMXMv9GiD3Nn1shF/Tr2mfGHUlTa6npGwS
R6agypc0WR0OLwWaBZ4W+AjJQpGRCuBduGNszMkmSqcyR/z1vHmomEUW+fSQJP2af876fsKhMljV
+Q7nWMpJWmHOA6dQBVvWtgBaEjBWwJExxoOq2pCFxocGGHuSAgXl1nwnQ7DRsYKhCVCvHu26KQ7H
UrQKtJBtmwtEjmtwgA3SynYnw+MS5xNWGBH7zLkXk6/NIisYsTn2PkSGhJd3UppxNtW4ZnkW1sTG
8zi8z2pfwq3AT7FiK1eTYCQrdstxMlw1iElKVkKxvjyTJGsJ64689QsdPs1Bu0dpIZpc4c/AwtPM
n4NpxMJ8ltvYdFnpUS9Ml8O/sOd+DojA/EOAmiEreymQY+iS+8XG7Ql2Dukt+0okUiR/uN5RplLY
Ty7WLWjPNV96XRKduIgW1HUIIhUdfJSxnOLe04/yd6Prn/9eP7u9+LXQtJ8hrsrgv4ICv2Tw/05I
iHRDNKkV9Jsy9pJt0j/AD61YhwsxMLDL/oVR+bMnf3lExLgv36yA7DAs30vFwN8fEaJhPhHkJb7r
H4+4/KBq4rR3sOZHypMZENxCfIDIh5AwK3+8FX/0J/wR5vjRA/DVWCRrWv7H10v8+Z//94PR+L/f
K8L++h//Dzzyv/7r9h9fa/FP/9bxu7m0bY2//qXLb/Pnz/qraezSofBnEdkvnQw/vgjjH30G/84f
/s/aHChCFn9mXi4//qcyh3riwti/KrovDQmXf/GjxgF12wzXLprOQ2TdCTrl/9HiEEdor8nRyABv
B846QJM/WxzwHRmXLPLFZScEXRIh3mq4yJcihxhVT4jfMSw5EdgcVDD8O0UOaf7LRQXKA+0AFOo6
fK4kxu/480Ulu80jCOAxwKjQ0NMC2fkhsilopoJHrTs5ObUwEwFyZhpIccwJrRa1B28jlKOxcDKJ
3CsSJYkre5a1lwTDMkfujBC7fAMyu/AT9zHuZtQ7kVUEg4GqQwyO+fU0yE5AQDcNJAYtw+QIxKx5
o6h0eBjNrhCwVSq0VYBs14I9I9TfJturz0or2H+jQtjxKLtwfxYDBPdKOJwfkC2UXaANWjrBN17F
YwzP7wHaJ4dPkLWpP5IU5mOJH4K5fB9Wqyo5WXeO2NSmJ7ntFKdbS1x6HHro0h9HIVd7PchAYEzZ
WDfg6fdte+3MxOBJJK5tD14TaL4xGRi575MtcEed0qE9qKbnGMTbKMfyR13PZBEGTi/wTX0cs3tp
pj3WxQrbKyvHBlk1W0Atxcy3TpODGAbclduqp5TLGuFye1Ek+xCQ4uAlrCYA1ardn6mEuPZhgfKW
7tfCAJHL3yMivJ/PvQ8mMj8uFO5RUw5LwLFezKgbGNcnGP39PpR65GbW15gK0nHHroow57A/7ZmM
1FwueFLw1jAgu6VclhjsKJQA04ZYmhyjBwRgxrnOQqNoobMhtmcImno6i7lTn8NgMOAAPOVD/rBu
HIrO7vk2I8jh+uW5RZ0BqRNJZ2hoPgr7JzMMMXh6eN7qSLtlXSFUSRdUWZ/vvAqHOZoAI7Mmwzq3
w3iMRUSj6x22/pSVjVotLc06MHG1pRHUwR4R3wopQmzBElYZREGZRmudtM7TQ7ZdPNK9XUh8gjFL
zK3ZVqzlXoj+A+s1FgkfqukBei3+ZRjjmit2RZMK4xUdj1O75w98HH2I+ysKBooMP+oG75C8F6nq
7RWbc4xmCjfiV0pxA0KgOF8v1y1WcHHIiJf+ehlNg+RyBhu+yPNxWGvYUFCkfQq6BK+MwJyDWFna
V2vqfPQ5CqYBkiD6BfLCXNKvZ+ajBQJyrqOsLcKmte4RRDR9glSziitQLGNaIGDdNPBuHZJXHwMn
iT5GXKzpQeBatwfVBWa+bruGR9cNw5AxF3LcU3mbYiJZZSEE4nSvJESHTFvGGZegGRCL46+Lwsp9
v3XZ1B0nbDrJ52lviQWjiXaA4CAmFlDUjnhlmvvdw329TfHhB44Fa7BBUHtKzddQYvMqh5ZnDwQB
d1bGfMfesKiEI+ep3V2ohuEuGMI1KcMlzB+HfZi7q87bJSgSMwZnzui+YI6JA1sINVsMy16EBla0
Io8RQlyYfAK+pVXeKh8UlCjd1nRv8mfo+ekV88zN4IPFutdbl/JHELnqiEeFKzyyHRb0DGOlxzKu
oYtkc7LwA9GzuKbJYJICRlvWV3KdYe8DCUNjTSs3VsNa83uBcJSE5SIDdsrnMG6rHtfIY7Y19IlL
wbMap6lA+Ug4cmCrBpIXHNBUJbVOzaQLavL2ozTL9mUE5qbqXGtIBqsYQ38YUFUyFU6JDt/yxLQr
VLDl734Ph6QyZCCfsykgYTUA/L5OOHyQco1DdWqwqSDWHAY5PJsNyiLyVn4ACTLyPKoNu7hKnVrW
vYgyTk47bBVcOCTWv0FI7M7gPJKPS98NmK33S+T/k2LD+pyll3NkC9nyPUsxFZ1EPIawFmVjPwi+
JXc2JIOvswWJzRIb2rxXPpTbXeZz3AyimSD+BiprzI/oI8HyKJYMLqjTkHpyMLcwr2Lgc8DkGd9v
kIhQD72iKq3jvccHqoVF2FdJx8K3LJg8zglgiY8utW1Qw+9pEllCv5jz+y24cOKI6jftAEeetDn2
aaCdprSM+NQDnYvxFjg9ZrYmnU5wp8uzlX2ysoUG30w4vAoaBb4vwgl0QyE3h9kYGgSKi4qEI/xQ
wA/LHoVkEPMOSdYpKCgk3fOiGyX55IIumE7ZJgXCkNEU5eXKco0oVp+E3yLiAoiiFHzzyXYeyUwS
xbj7db0bujqZKOtKjkz4t34kuztGjs20UB6mris2lE5MCOV1LithjDRnq/YekopGYKzqlYoRMOq5
Qrgd6dcFUncGJ2EQLp4/QjOfn5s9pRl4+254wEcAzxVFFBAcwYAv11o0eNpoATCf9gjXBnAIbnDW
jHpWtYxaNp+zeb9kmVMo/eq3nguaX1/qIHZ0MaWXlKDvlssvuYEZRP0Q73v4oln3QhXyD1jO+dx+
CHga2DsiJiT75EiQjoEGiW20gouE5H097U7lpcTKCCtWd7skB4vqoghLofVY1aUNSDVKHNOo7Qhh
KHaw0y54WuOm2vAp3MqddNuDwouHoLUJRFsgSx42ZbowrmoVqO4L/t72QpeJPW0SujDsEDiJK1no
3Tp2OYhnOAqvabgC1ek9mLLTvka5KRBUZaiQkntbKTX3d4ys4pltyfQQAVLJix4lM5/Y1CSf8asu
bzJw+61QWAixqgj72GXcfYjhtrdFG3s1HzToeCzZgrnpcokZVfSRuMTDuYFt65GIi5HbhmJdjEiK
YZSJzQpNjLVgpoDKJbxetd9vmnEFahbCqbvCHXVC2VS2qANKslp95NBHTz2eCnRKpdxTkPp1LkVM
zA1TkYMJnqfmZcxXd7e0cNXgE1j5lEs7flvHMX1SqoGjHhIbtvWWywZcYTNg9pt40Bw75OKncunX
/gjkFvIuCN10xjsCbw/ye6r7Awgs8xGooz0hMggHMhpX+23aeRoXGffuFRMavFhUecRfccB63IoT
hC/hragJoBxM0ntObc9Lti+DhxloOl2ErAlsiatpvZr6RuhyDUd1s8XoxalDcGJfs4GrAGT+6pD6
SS9mZ75tRBZ6yPoP6AaJ+7PXrQRBoHPMPH1v0CkBFzYbj4znW1Bwt2RvJISeU2yxyfobjg+oBcbl
JA77YHboDZqAk9U7UWFfwXdo82qkkwbalYzLG6Io8hUB/gE/FjQVDr09AzZEMMBAfGSznqslCFu0
zNA9+Obg5pJCJsAPihTVH7DDxAa7Svdjm8B92vKPl8df69E3vAPJEw8TQc6vbyZa2CaFkJsjARYX
axtw2MbogwivgD56fVB2z+49oD9EfSIf24JLr1zB4areztS48BhgGhRHePuYzW0C57Vq+UyuPKyo
EV0sOq8NMlH5AWrJ+rTCYG+PiEHHJMCJneAVKyZoYOCV5Jx+N3hK5HmFjVdBh/b9i0nCvWMFsgSC
HRctsUdQFu3kKYxISD9gm2WASI0abxrTLUGpp8k+BlPIkHmjq/vEhg4C2lGgr2U8wKtxOJEFNbD7
C+SeBOKUa2Q7pGGQaRurTeEjPxW4Z+8pgnQDe3Q7y+9b1+MaEXz2T002WlA5sQ190SN4gX4ljJFh
FURGAxVEwwBC6s2kMS0MCUSqBH1UM0w7u73kbSfsuVcBnAMgKH1XZCiXAP5kbPvFxvneF97l2z1K
TJf3yK8wRVUfzrJCMRIAqN/3zn9rP/+fLd/39nsP2ur79+n2i/1fsIFHSfTPVvA/+hT//BK7vxcx
4h/+2MTD/6LorULLfYgvREF7Yoh9+0efYpDjC8ku3wJxSfXgqwoQfPhzFc8IvsAAnYl5ioUM59Tl
W7P+WMUThj9C904OgQp5CfSL/0OC+ElKQYfkH//9954M7P3YtP8GoaNUMcmSMCX4afj18IA/b+K4
RvkeziEOtQgNhbzIjKP5AR0II7whG7DguKmOnd3FAKqU4+FLqAdMRYFNrtEgSMXdvrb5b40y4W9+
7M0pEFl7vXUbxX5KxYe8XW3tR3xun/d990eKJqMHEuTZOdui5BW9MmhcYzbBaTPZBgN6upHPAAfE
5yyUGORXG2Sf4qnrmypP+gh5Ve+HpRo6BXgZycolPmZrkDyvSs7sXrHeyEpxtJ2cWtzdlmuG2pXw
oAGivGIaC/oKqji8qLnb9vmQNZp9t6bJcHi3aWtqpOyTuGaoffFI9BGJbP+IKj243eMK22EZLKLH
GNLT64Am8DQixkdRgB72/jppNCLnYhm1OhEadHjhIChXqCyCvg7UlX1skhRmTobQ9NXEsg0Pwbx+
42bv7tddYYcQZqTpoc+7sQSOtzWVzYNIwJzYllsNjVWW637hqTrdeXrUcdLUTeQ4vLy1pTfSDNQg
po/6l9I3SxYd0iUZVcm6ZMNtjgCC7Gy2pRDeDXUPHAjYdL1JMq1V0kNMROnU1j0jSpyhTsh6Ufve
qNtoC0CXpBzJ7AOcx2ApMpH0b2BycR91zK5pue17eBjHLX4PJ53ljx1IeHeYuMQvnI7Am5MdUcyD
7Ah81Qno1T3dk37+sBvwyaVmFokERjXivZOdyDsJ5+1I0DmEnW6TbVz2TtL17NBW8MaTlgJYaNr1
SPZxw5ARk/jjHjoxlBI2wuOy2thVs8nEBwSmXXgZnfuvq03XbwvPhles2+Q2oZ24GtKWnudA6aCY
24VSBDOXHDwiyfZr1tngAzB4/cQ8MkXVuglaxagpOSczNGzkKGn0bNG+dcAAsu31tKEfrRjB4L2Y
0A0PzsRdVsBSG69yWDCkGFv0MhQAaZsvqRb+qxnQ5VGyfNyPs4FbXcQUCg1AM7QX1OBOUVQ2aMyJ
EMX7L3oHlJbJIH4ZwpmlVZc35rtrAI2XSGVmy+UWupPSrfRLy9NoL+OwMY8Cy8jR5UhPQPmi9B6u
cYQxBvcliXGEhcinkhayf6+7tQUC0MgveRBG89HBbDji6p5AdGSAIA4rpnMJK0b0t/mYwidE9dk8
YdFsQehkiCHeBug8IQfQ8MH7JcsMU0svoS3/drr+Pw6rn9M5kB/RFonKt9+/1eX3vpmfjyoNXYQk
UxbC5sO2Sa4y1179B48QZ8jFRcifoZjy50cYRzW4WeERBmx/sNhIK/8/H+GX4xYExBpri0cA5iTw
HOg0/iePkKBoBh8p9BBeKuL/rteHews4MQDWPFNomMkVEqH/4hGin4ODCAsijQrXK4UfkOKLF37/
87/FNFtL+BDLBtfBBCPnls+WPO+Yzj6JNgnCM3GD7fHMMFJGKu9v+0Q0dYR0zm2IkMZQ5fGIZhzA
5/qTH8IE4lRLtv0V5XZEX2FSwyDYoO3S3xBQOcA7O2X/vQZYPAO0FaGmCInrECY3oxf352/PYEDp
6JANFK79Ht6Q6VvO1An1BrWB4PPPL6nLG/rX/fXHI11qCuGcUNyyyS9veAAog5MuCItosx/QpynP
C90fe6736j95IMjqSAxFaEj+5YH2rs+06HkEfiartHCQPMyLYOvrP3+Yi+/18/Oh+KoNtNiiEzSN
8DL+/Mr5DCmODSBtQbKuihdi0GiRvyGxehWs6l881s8uweW1o3EeojYX/w+G168ugaBqSgi6Soo5
99e9PAzSFN7uZTSeOf33DL/fHwxPisDNRto3JL8afuDFxiT3HCiQjssueyFxhfsDCwzaK77Q5cm1
p1zfxGP/L/y1kP1uof3ymuZ4gsgbRhmukF+vxjWxQA57B3EkSucPNFygJGyOddCV87m9R7OIj0tU
CNBvEbo+T+3U70/xuph6Gj2UN4AdwqDieROQ9mH7lCq7bKncNDBzs3QOXi3abI5LagnMDdwOQUXM
9uPGIlwt6SynD80mwrdLAc1nNDZIbPhY4WwRpUMjqjDrZjCLem77WsTZulUJ9F60sDIS30i7ozs4
x0xXDNm6vHcgp7IDbaP1Y2ZzYNCIq2V1l475UzrrdXxqJ5r0aC9Idn9C1pnEZ8QbyftkrXjoVIPU
GeqMIA2uWbCfiKVjUsSCiad4br/j/gBSAwjpjNYnz6BxtNtkUf6VReHzOmYiOs+5jbIT8+3wPIB1
MtcehdyHzQbjN7G100Pac3MNBKa/0rS96FsIN2IN3Tj8artEDvGSLL6Nk3WEwIbBhJSc5oYUOfoM
0ScOS4scvAntuxQBlt/9IlBU06a0v7f7MFa2QVb0Vrtt+dLkszkP7RAjbjGQRxaP+UMIlrAyKLu9
yfeGl4C0RVK2epaAwlNi7iNmFn1YFpgnz63vqECgBfXXoExGMFljMLbruQWPjB6GEKBNVspxUvNx
jPicAvKhFHwO0CVk4mjLS5QRqTe2s5PEeXeVGt8ceO7iRwyF7HntcYYfw7Y5dGhcKxHJLHDZxfQl
yMIGsRYwD6VuENhBq0y/nvBmRgeke33l82Y5wYsBqkP+m7Tz2JFcSbbtDz0CdKeeRjB0pJZVEyJL
UUsnneLr74o7OpVZyMTFm/TpBvokg8ppbnvvZTQi45XdZBVuo9Kiw5e707aSLB/nIcjBXUqZeM65
j8dit/iu8YxH5WKmHga10W422DzVbpfcUjx465agi79FiCKO1Kd1dzX0etkow8gALFldepAN/b37
oZ/NZgtPixZgyaW8oUvSHrCW8fGoqnmcH3OeHWs38udQJxJR5tQqRUtn4rG/WBQHGS/0lDHATBfH
w95RNc/yKpW1v43nmgYX1eG4Vb3pFcd21Em2c1riG5JoqTTlzZgTyflJexp3QzRFvYHuExT0o00n
e1O1EdQnqCneoaiWKic/WONRmImsPbp51aVnvAF0coJ0Lp2wdbvsO1STrOlDe1AXZY+v+s5mJzat
L+IGMp3oPONQdaY7hFDcupcqDzobR6AaQyuy+i3KX/CQ2CX47BnK+8olsPcmC4zPtkFTCmRXd4tF
wqV0tps/EkljjxYjt2lm+Pus64Y3vzXHDaYCGggTug+yE21t/PlpO4wIc5Heq9k3nhQUAgIVY2nS
q4qH5BdJRf8+QlfCvgSL8AXe1QjmpCmWtwC9BjEkMrGsj9o5KnlpNE6sultcxP0r0Vz/bZ5bfN/e
NFg7w+37Ww0ndOOQJ0QH6NrymLqdMN7QEC2xg6xlbIbYCPKwsqOpCAk60GnHuYIvPWGR07t8KdTZ
XuYXYmLJW9mVML6qbPmZpW7k78ayDOoNG+B2XttlYo47DAtZgp0xSp/mtIth+CskVHgzRkcqgC4R
3Xiz/DP2rR/iNB+De804BHdnkm1yTuZQTZJ+ILrIRliYWvDMdv1ydmyMuVAJ4tlclw6u7L1Bet2k
U1lNd+wux/aqE1kxPJeDM0bAgczCbtMQQrQdmlVKM29gid5GWUIAIZ3k9MjvRmiQ/kiucdLNN8yK
wXoobZYO0FmJu+11NhsnK/MqOKwGxRhiQqZ3FfLVTkajaHdIgfUvt7aLeeVlkgBl2xnjepiNZeMV
QWojtijjHpG9jLcmWeqnJSqdJ4RMBzpZ1RyDBlxTSOA8DlufbrXfWO5yFio1rzCuTcNj25k5kiIO
19veyJLdAFLjx4hdNV0NuKXl1s2XxiKqlfjWU+GT56mmuDkVtGG9fY2uJw5tJEZ8WTUoKPq1y9yM
D+z7suVYmGlab71+kfat19uqfO0jEu5kG+SQ3jFroNwgjZnHgf2f+F4M8EMQK53Wvh2pH8+tKPQd
u6/F3gs6dNFejnGCo1LG18Ku3HvQMpjisTjOcs1cCWCFAEwNPnbtPLnxG5wBp7v2EHdojmNb8LfZ
sIh4P4Hzls89Nhw2We44nbxOx/taEXgmQ4bsdtmCd4dZGvVD2eig4c3p0+IUO4OjSZzWwW0RjzLY
TJKY6BF7VxGvbWyNiPV4H0r8+50ilxsZxKDXsHyKbaYKs+P99pf8ZDigHKFekCnROBXbvSac6O75
NnR7h3ZLed0FtdqlZuy8YFYimpzRcBi3kdD9fhlF+YL5cHldWAC8bUxwc6sMH8YHq60+tIWLcmFj
HEdIkokAf9YNt/0C6+xc4n0XwMzmWGxxLhJnqOfAurf7peLKTuOugfP4BvWuMyGDR+mDhfjBliCy
Nmj70WYZfJyXAP8LbPAZLlLYS5QjtMbdC2bHYQXzFgGX739Nu8XiWQe88EIQSnfHXq1EHVX3NoS2
ZgOMwHwokXCqnQq47ytlYg64BpoU32MeZu2BDmU/LUlyzzItsjAxEa/3bTQN2Wuex8F4XRpFtvZU
1V63jWH755S4EC2iruiGUy3ZRWFqy2gQ4KLlVy9mN/MxNX2SY2RMiEpk01GbOfGshdIKmaAovxtT
UfDe4bu0V7Ma82JTWczbgJ1HKhxzetX/MFCWN+W4mG4YW425t8HiYuqMxszZkzcz8lBgCges1MYB
+rIRYCi9TYSjRtDrb+zikROFPWbPY49hMJy6IvCvXbFkJd5IH3O4D/yYwQFRFR+yyORPdHpxXhck
IhT/uK93WpjoEw48DbGPVZU6h3gZ8uqo8jwjkTv2yQbPbR7fi2gZdEhfL8e4Sqo/ROiDDuy4CxVU
Mz/6qlL6wXQc7LlpdvTjtgsr+jLhGMOHMEnZJ/YCc3QMkm3cFwS0QeVtCQvEhOUH08YwN037yaTr
huOgI/EXuyQ7RWGqP62hvZXUih5amzo7VRhGxbc2z/qVF6lS3+lybPNNpGUe7Anh9ddJUJnfynZq
kNYIkG+MRYPSV81kYyyFW7emrzrN29FVdvE60jtJVjg+EZoUicSz7BUBSAk04IwOSeo3yG0JYXcI
ih8ZH1cKAyOAhZi7BBzrfHRP2AtcKJ5LeTvN6OZvY67j+DkwqwZtaQkyPmmu9y2Ko26bWM2yKepx
pJgwzG/GBBFkTU9Y3U2WrJDZ0H9PEq4DTQc/qzdBMJbGus1QyLd+ZFjrhPEF06HRlIvbum6m6mgv
RvSjlDnFYAnK+RvbKBA4dtowUcCroE7Sb0oRubn281ufRfn8S6LTQCvsanGJoZXGgDUq7coHJ09Y
Qvq2YfhER9T/IGnehnXuC0IlacOoHYvxNyulpwQEg7Ieh7lkn1A25nycaRAeDJHW5cq3I8M/88XQ
hGmDOCP/2LZ/KjungqaruZqy/DDn+WkYylVFdtje4N5KEEuWzjjkc5uTHSR2nAVZdDOlZvHYqG1P
Ka/oDK3SQPMCmKDLypvF6elPEyKfF6xLA+xda4kjthv54t2NMkPrGhflX/ttVm3YZTjXuIvZQ9nl
8AfIRPHEK+fvvCb3Typo5NbwlfFHxLxZa5ZmMLJmEI1HJ0pa80QSzqJqhHf/07WbAaTz0hhPg5Vb
JPhrYkrrOhOVuNSoJmGzdJ7CGZCYfm4CW7ALCzL6aFNfbDooydmKbVYXdn2en1UhTX/jeX4l1n1b
yx0Rvggr1bLM8aGAa5Su0bvNXTkyhWENNn7MDoY74j3qsjauzn7h1tbK4aF9TTuvKtYDBpUR0Xqo
q3M+LOOpTqQ1H1gWkwObqqiAmQs2dCMyoAN8DbJqnS+lleKbNuUxbi/7LohyHLXqgfkV2ttnMRIu
Q1dcBUkxTsZ7f7IJsHSuzG5naGg/Wk/pKwtdYRd5eRBGdTBMK9nmUX0eALm9mrrX3cqrUHplCO6y
Z9mM+8nbjEuRteeaDrp37KMmKx97/FaU/txPb4OnK3+12BTna2oRfT8BbLszpkh995Uwp00yuUTj
E7M/aaew4WPjGlzHdmlWVwu8YkKFad8l9y5BL5fPpI33wRqM+WToeB43rU2eKoeqsFe27sbL3iSf
VnHr4jRudPezqYB3GGSv1YGuY/7DjgGXrnQU9k4VNNtlFlF+5bTJ8s0R1Oeh7DsrY6NqsCWcVfaS
9ULqNWDlslhr+vPEYfWCktzz/SFRpWTAcCkEaLd2Wz4BymvOVjaOLg5w6njczdQMwVCEc5HzP4NA
b9Nc99t5yor7RkzxxjRbbzOAaKqQG01/h+Ex/p7RXXts5kbzckU+/qa+SO/qTpnPnWDLWqEP3zj0
ojbF5CqgnWkdfZNd49GgE+0J1kd3DRGXw05N3DYbOxn1SwAv9k9Rg7dGeAmmXWAnOGj0zL4ciwxt
YsE3MazcFEtWbUvQBq5QT9jn52PC6KBwEb5ctrxyDkAdFN11Obo/XSWNq5y+Oip4bFZ3lKT1t0EL
AtMpJw8cVVEA2VaEB7Sa44sZqHfYaSIFyQODyJydqyd1JlVVnHmiCbLXwLr56e0dIQzxONrFQ1RR
JmAAAG1hpTg0Y7sQKpwYZ/OHhUYcswAPyjZyk/EwU79XpISq6kURLUx2/DX7mphs3oTEjtSKnaz1
04cashk7cnvj4olxTZhnFKsMbnsYYZ/+5rcXgNHU0KMyEJ2TtaVIuaCPR8u0gQ6DZC/6WoUt68Gz
YeTBVrKTfHUTuKoHqQzimzmWADiFjR8GRYRdQMdufmeAPv6GX6G8d1sRrx0jnk4FQs15hFPBQyc8
cV37brnXs5Xfd8jwG7P1nTUUnfoGBH2wd3NQlSufzfsK++xQhi55mO8DE07C3pPK3Wf4HGjriNYZ
tklikvlqQEjuLD4oJBInfsA6her41GKd2i1CYo3sIoHmN1N/txLsYaoWcllTduimYACtHsAvr0at
juVsT48BMs5dAiwN06kzRe4mTcuG5IljLFhZbeuBBKG7W7QCATC5pPrXbTrn+1pGdCxqu123EbF4
suli3IqRzObKI7uYks7BsheWYGLXZCpm4DywbdimE69LVxUE0zsDqAXb5LY724PuQ79BNIySGRr+
yLrmEBSzyO1c/iUVlOVzMWM/3eWsH/MK/Gq8tZo5IAKGD3/tQeM/k5nr1Fr3nfM7Vnm94UtffR8c
HP+pn91HSlj6qiElF16K5yd/zr0HWMklscfaG/Kfix80L3Nn2HprLBBXbrkcvD7YCplPIwBnrPvB
L/jPpTRuBLhYBL9Lb5A6YPLNHbxSb96nWW/OZ6avOG91agsWY/qiYUdWB29lanQAgbsCyjcOBKDy
ovWyddJF+bZNNJ+jvtU/deQOGwzit7bI4natGnZSWIQhGw+aV8cj1Au2prZvVQV4x53pTM2lHKF+
yGR5DRgw8xqpebynCXaB8TB06QQuVQnalWrAedTmbKGTQSLELQg2YJOX9AE/LPPfrNTbBAKjzBZq
nZfhM+Uh2HToSdbKx7HrrA0CeGdHI6CufauL71xYtPaqQROn+uXJI8y0mjTmsW7VPBtnRLys3Jmi
MQ+kdgK5zXM2auoMbifdBKXxC4B1ROSR/fjvaHANcRnsJQg/jskW+uxyGjuvRpVkmEayB8Wq3jy7
tHemV9thO9TpvJ97YvKrUVlYZwxTd3fSaMQNrjeCwLk5bPKgHENScSP1kACratcpiUjCN4TwzQpP
61WTqse6Gd48v9NXiy/ne1sH6XmZ7YVVFhdudwRYc5fz+O3x2hSgumzq8Z3XOcPrkmLEPpp9ObHa
1m19RU9+pjys2TRNMk4O8Prsiv1T6z6zNxyPo08qXOZkl/fxUPS/CLn5/crB8xeCCQGsLMilkNtc
qnCJhN3TPsn1c08d/KOoCXLzcWfruMl7KylCEMkB5bbJnuyq8usq2HcdWK4VUboB3AkEhqtk9C+j
EuBdWOsMIsxTUIpEhCmyws0ENQ4K4UAedNfaPQ6+jNApVDecWFtf954CcMfe4sKwGn/IYUwBrilv
OMikUMEuotZ/y4fM3SWNZuoKuQJIW6MUx2jJJnPL5mEed2kb3PBa3uUJnQNyXwGewMmJDlhsbWcb
qLSoVhV1crD1qIeAUjB9h9RlE4RZE3evTartdacUAjhY9+ilY8sTrOXgE8usuWXPLk1YD6UoU9a9
VSMUk3myD27J79+aI6FMHN4+ZZOlpSIQkEQjRqTCpjFojW53FcWz/4uG5u9alndRApdxRcZP3sxO
WovtggxfbGIvKkho28Mu7WT6xypyIqyRiig8faO0V5VXozZjZgzK85zlmcOrkGDLbcFKolO49fwW
N34J9aEepmcGQODDJDKVnYRVaVpKA8yeg1wac9gNWMZgQoyqg4UCXiHHajz0+aaIS+DZUCzmfNOJ
En2SwQA6epwgiYOlT+NFbxGXsXQjCEZXfhwQd1Jpk6tdji/qbKS9tFZBGc/BPinp71/DKwyIfHXO
BAfYn9Ofgua4XudGmZ4zKIQOBLl49vbWjPFxhzvFZahHLMZVQ+XkhkFcMG0DAkx+F4vWf2yY5KHX
A0/2GYgHv8NrYjM/BMDgjHXH/E5NujXBCo8B0jM8Anb1QOufS7Zik9qOb2WiRkmosW3fyN6ly6+e
jVZxq6l7DxVr4LSvMAv02FWlvMN47uZhhG3q0bhUu4zXsoTaB7UVrfu+qja2YZQ3HSauhwF+AX3z
1hS/F7zz26liLgRzEipC1gqf2wAqPMnOBdcdtnnn0oEW5pbaJL2ydR8tu8KIuzsVy2EP0zdjG9UF
yw1DdNJbyrrxurKUJuAicMjOyvT4f7lT9KuaBxghRubkFpFSJyYVU2WXoEldjvaJeJYRJq6Knity
hGEZVZ1/xizDtBG/pwt/PxC27xkx6OvncoEdsIqXxKA0EHH5jAEgnzc5lvdks2hj5AGK6Z+uBiPO
ntOOdgBrs2tUF1NzuLi2Osc96YjZy8GPVbBb2cZNbxwsj3DB++2DgVvuqSgbB2WNL9Zvu8yy24Jh
IyF0yaTfadcH9O668C1KXyXlqaZd+NDPiw2Vqc4teU6dIfhT9OxcV2Y0CJLWkVLjzjKXOd0yY8Vm
kMvS+PiE+6DAMJjje6mJgByqMrdJ7FW63uVx3n4rndm5AkfWHMygHx9MyyTOfQnarqLfQdMYd6Wh
QPgFv4jVzoHTiRChk84BTu24WLuVCfnLzYX5W4kxaNca6Arwhgo+2CkHrPGSkTLuNgRR2JqZHc8z
mnLwRFfwRifFYyRAiobEGfCuMqqk4S7WuEf6aWCj0WSM/Zv7vapdD4uKmofTXNEIOZskJOOtHUCT
Pzb92DeHISP9Gdrc6mu7byvQI4PGDRpEOSmfTi5wBcn0oRCStenPdhTR4OOOp/TP2FIUN2aFJ6Vh
Pmwd4mdJGGczwk5cTTOqFW6SrtmbaIb37eWjG/c+T54bNDlDHni7vyP0gaBUlezSFU8qAzs7QFLs
8Bf5qMqsutFeRSVI4uGiXLF72070RvNd5jHNI6xan+3ZmHZzdhRCe68il+nJGBl2eUO6aRArZ7Ja
bLiJOMYBBMoQpkwrVzl6xI9ctFW67Trm7bw0DZrFqmUcT7rrGlghZocdc6ONaESqo2tz14x6IamB
y/SuQp7jzPw+Lm5F7/h3EPr76sgU0trA2+oZT4tqzBszjnFgmyVtI4cwBpNqzAUW3yJdSaETuNMV
FDzvxTIvrXAGIIAOteAgnXmWwIKDGNgGMwH144QhF9BMzxVyHNF0e7SuJ2KxC3oOKElQBqXylp0E
Y9aHoOUz+QhhvhUkpIHF01hcBo43QJZAOIpdVAKXIXGw81iuC1cbz3U0tXsGjgECKtNi/sGNE1ep
pzKCapz2SpapNB4QRXGsMuQrWWjcedbDyIS5S9MxUmEuSM8yEQJI20V70geQbnG+X+Km6XaxcpbH
zAF5ExbjND0xHycNmzm2zjPt6jtU9Ox71beMcauBfx68sm/yPTxeHGCTIzc4BulRMkXV6zY2IYSH
itlp/orUW72ENCaCh9KkHLgqemMs7vs68ph7yWgG9sbaF/MWC0NTbItOBTQSq7gwqUY894+B6aU4
9GODQ5qYBqPyrKBQh2SghvjRIOLMT4ZbieReQZAZeWRjzMDzDLxv5fjd+KR1VqYhXNzqSY2MVd2Y
yqeLjrpuGAwGpW2+XXRgJHfQdRqkrzRX36w4Lg8Nk3D3dlJD0buMoHpOlWXjdpzyh8Rp6CvZ0Qgd
SloumTL6HGa7ytp0YlhJMzbmuR9jkV7njpGY9wlBNHaNPFveCVaDf2BsAxS6DJWZPWnC1SdWJYc3
fJs9KaSxxcylAsIdknV4PbZ9eevDK3yw2PZjxzYYbXSMere5i2MxDedRympb5HX8zaUQIuYwRfQa
M2YpsMFR81ubE1Fcg5BJ9Tru+LisJd9tEtVLnA5rYcc4l+tpSG8tYnLLoXCitn5hStZ4XZBMZzce
58VLxUDLamUK1T/2jts9zq5nIQO7jUGzP61Bk7ZdcqELyPLCESV+MS/sIdZlm0uaSc1QnmnoFXf8
dkOE5FB7+yf5mu6kGb97K1wKE2kzn65p5+SqdgD+WUjuIe5tfXRpm2CeZ7RmCsCvM2Yc4K4DzGK2
CphMK1i93nSfZT3Kp2d28o5hP/KXbTagY+DeaHJnGDq/pdSA9D7ny5QfpEdvr3hfDp2TDWc0N++7
aAb/ZPm2Q1u9M9swqFrAmGNnYt723NTa4qk373Qt9U6mblvwEs72U6QKVliiJenO69sh2Q/siVEt
SfXtJdNRoVBVQd9ucMwyRBFx4g+fLBH2S8McJhInxZsauu4KW2FyW4MjAaMXMQd0xfRPXYeVgQty
VWGTHe5b2cpbKEUk8UsNGigw5avoenEmteBs2oY/1aLeR+sqVQAs0hYJsZBjs51VPfOUMLlypclj
6o2lQa4ckX6mFzpF1ZbK2SRCMzf9qbMSZmg6jfdsMg4GmUEO1804BHv4AOidBRo0+xUR08BHGAMa
GyH8/+Jdija6UcFt1g10qoqIHxS71jYuhXkDTw77ZFMwEbVkOXkZTIp7k0dzg5/Rn1Y9ecDyTxRT
+0GaxOd4jH0YpGFUsB7vKdJxvyYgn5heE5UPmVDjd6tK42pFY1RR1cdQP26TNGrUHh9fdSQz6O6n
gDqXfOBU80SbRglbrwuQM7M2+23KaPkmlYMyQm4u7fa0K+endjF78ypBAeRa2CXTeUdrwG07Bqn1
2+I13MHfibrQ6hlBtaqI8dzHDO+5wFkacT/Sw6SSouu2UrnU1TYh+ca2qC8kRFvLfyqXiHGArh68
dqOyFJObLolhlEwvrUhDkpwAtu81xpaKomFmEBrhviripXic02VaMT94PEvquoAMFqvctuaTBiiU
ROeuWMrq1iFjeDXDF/TpvArF1A5lRtQtlxu3jYgdVDf0Of34u15ayYvSORdxCxUhjEsdXw3MsmcE
Dmhm/ezWlFlBPCsIcwDLIFEwzo+uM7Pz/vCKt2wijUWEzKRArlDKleRVGDRf9HrjzgxOyov8Npq8
PD2CXs3vk6FCludWnBzHW55Q22N1nZoiyugfWvEe/TN+bIyU92ocsutYuDSpMerFOEqo07PtBQJf
kB8ceC8WLtiwNqiew2kx2gk0ZdL97Jh6Wa7dutffncxh0YqYAE20uw+YaYe+VaxpfNcbH1Wiumck
O+IlNLsTA9q8a7Yw7s3QT92dSOcUGhYEqsOsS7Ul5sN+BfiFXi8DSCxq+sLegrpgVhRDycr94LMO
r33PNO8Rzmj8tvytGkiOHR1mPjb6yEDH4WZsNf5GxohY8bZzfKiuE52FEsKFm0ucF0N9a5Fuv5ou
U6xOeOvq6WC5YP3WcFDrW6Y55Yg7mlcFpT9lr9F2hEpsh3eD5BOx+eIkomR5i7p8fOh6jJSkqJwR
9uqwEO0mAxusHchHckv80PdXoin0gc61fHapvF+wm8906B0L2cFuxRsx+aXg21FE9e3UTPnGhlDl
U6LN9nHM0y54genXMcJvmfIVQbbB2nYkuct11xsNXCjGfW4Ks8hvMs0F2lImCJ/eEnMs0UwJsd6h
QiTzA06Conul7CGUY5Rtsne6JP+jTNM3dmVg6eSWrbyvdwP1TAjjwoW7oWFWrAD5+AB6kHFJHDNt
hy49Npx7loEc59IlXu3MTQlhv5dPnhgm1MKx3nDFzW9Y+xpWQfDVkwReH1Hw8+Ue2cQuDu0INFOo
AVDvsgh9SKHpBjVyjTX1hktrnQKAqUTOOUulfSYpAOmqxBj3ZDWx/Wxb8ApyTya/fKKK3b6zp0Yh
QNR+xm4RPvTlF08JkDs1vQQLU9m2aeB2JtFcFF8yspDKX8Cu+7/ieZH5oRpr2ki4E7tqQwE/gedr
anFFBIzSRkCOe+3hUv1Ip8p6a32tDMxglf89wdnUr62W1A9qfuz/SpAvApZ49BdaqCOj8Qw81Sxd
RodMlGTlTdbPxCAYrkYbMfDmZtmTnAjuaGFiA5Gxnz7AajCb6zwyR8ZLzRcewGyPjb4hAbgcmdY3
/TT5rv62akDTa51L1p06kJfnPPOnV9kI+2FuDVGgspPx3l/KMw+1kNbSln42OFEI6yI740Wr5AqW
mjDDFErCK4nE6JRNSd4daqUjLxxYqIk8MeByImQhLyt1rOkelH0cmGFjt3G+lrYFn2hZInrfOeMz
n61hsn8kFQU+If8k4mPCp7U/EmSFW4l2Pt31Oaj+3f/rp6UawA+whAMJr0ND2/qPPygL2Dkd6Hsi
l/5OuEN2nqd4fJNZ39KDNc1vn9ttP9qHPd/38H0IlyrKtN8ZletRaJUMMyxvdT+n8qrkxSV6fvj8
KP8w2qJFmj5CqO/4tv1uhojZMIly7jPUeNKUpnGfBmRv62u03Ma+/fxQf5v4/9dmGzBcA6IS6osp
/XcnhD+rKVRJR3dJ2LGZ0SM5/bvPD/GPawanxKXLY3E+5vtIkwPibxpyDmE1d433WBGxD74wW390
QfsmlBQLf5lDEku+c0FDs8QLk7Q2ovQYtoYFA2BnYpNdkq/mrPsf/Na+6diCr3ngMY7oEh/7r1O9
aj2LKalk/ucmgidB24B45uzv3eln6R+Bl31lR/5g7odgTKQpwCOCi5xh638fkAB13uGztQlmM0+H
5qEpjlVH7PEqS6+gSmnkXvcL8/XHO3axPeNhkw4DIsz33nUZI2oGeONWtb6X9cAgTXLlw+bzx+Lj
kwfuRrDdxmXtgVB6dyUbvxjSzqWEFsHNNDz3/heDeGDgvLPGc4N44kgW4ER2eWX/vnKK/im4Gddd
MYN43QpzreuXzHHX3Qy1T4KWMBrIiPpNqmfFxpje4iHNvKvPz/LD80LKgEgGi4V0fSHl+/hHDbEv
CeBazpZzU4NxGcyeYLmr1qMhbmWbhUgJX4zt+l9v/F8G9stBffMSUmWuOm3dv8/cLQK8l3DSweAG
11370oxUA8oe78DRnudKbobRvUaQo0fpdPgcCalPvrVWVn6u2mWv4viqiaf7z6/Ev+4Hv8piaprJ
xSA/8Pev6hTkT0mMhxDtj7qxTyY1GGOd25Wur3x3YOSzv4Ln/BTI4oYRuGgE1g9piy9CDP+8IYHJ
hj1gfWXkz9+/wmN8xgwk0Vu1JZZLxyCgDa6tjUM6HfucFgzun5+fn/mH5fxyO/5zyMtP+k+6RXYz
An7FIRlz0zh0PMBHAyZYDd24h+P3+cE+vFbvDvbu3k9OjMN55GAadwwfbIRMj+3E5wf5sEBwEN4s
z5GQoyQ38+8zwhA5Z0N14WHODiSdedcwBaalFvz8MB+WdY9ArUemlgUiYFDwuzc4BmPaG73FHHXH
v50r84/rM195KdXTsnj18+cH+3hOAUP9GMLGgWyoe+/OqSmt1ugdL1oZKQO+KZZiSz/zFH/xwf34
/HGYgBiktCyX1M7lnP/zMNTgKnS/BBGDWRh9vC3RyiscAriTh1evcdafn9THR49CgpnSiI4M5GNw
4d9HGw2d9JCoaadx1BWUz4OO9Cafyrs8WDa6Wr443j/uGB9Hm0dCmPzz/dvFmGdafUJGUHl+aFdc
F1N/XzFs067i0+dn9uFI1C48E5xUwEUM3k/rMi4qVZW53ipRHrQjnymaukOByyw/THrziyfx8tb8
taLyCZYQaCkwSIATUfv7Opodg2pw4vEKD+DHH4TzZyQHUjEJI/M2pX6t9Lj5/Pw+PI6XI9oejwhz
Hm3n/Ss2tGUJMp4j1pm9dlIi0s7viCk9/+ejUF46PO+8ymTV3p0XbaZZBhUo7266nppvThexJ//i
E/iPO8UxfO4VfAPqtHfrPkJW4xMTpigzzj6beLs7esXLPDx/fipCfrxHnAgKEfYe6bvOu6pZ99bs
i0JSZypDnMkhM9vaa6dDMVnZaR6cP5E1AuiM6TXB5dwzMgttBvVmI7No+uLp/PDeMUFZuPRKYfrx
OryfXDeqtmDqhHBWmbRHjAPo7X5pW4+WrQtQZZJGhD1UX1Q8Hy+0ZZuQCBw4GWxT3mcBbagnFUoH
onvP4O/upzSXbZSfI/fx8yv98eSsC/XScggE4iR8n6FkIHG7dD1GvpqLrRtY4qlzKvFbNCmAkT+f
H+xfJ8WzyRxO27M57runp7T0ZTAOzYC8aG7Jbh6IPOL7Y1CCNPafH+rD0swmiJVEmpyYS5j2ct7/
WZrz2Mr0Elcw7Io8rKNn1TI9TtEol2pT9T8RBT8/3sdX3HL4YnmuA7GJFfpy6v85Hpx9q7GyBKIc
AMGTGZVFiGpYw1gu9Rerycf1i0MFwWVoLF9ripG/D5UqN7YdBZ6P9Ht+YHZLCl9rLsNpdutkhSDh
HmNv1ieU8WcPYfyLZeZDUULZx5NyWQU8aX94YiY955gUBujujKR3DaJq7fHza/lueiofg3eHeHcx
G+EPHkOuuHmpqPa1NubQmUHaMdmMLNuM9mqJ6heD6hg3WhU31mC2/9dv3+UXBKS82a/x8ZPvfkFZ
MLfJ1vwCQZt4TeD+zIwFvu7za+G1X3yP/vFWEJBzLJdNr8Ou4l1lhEt4ppVHlVf0oM6MoxlclbDi
K/X/eZzLmvufRxT0FzlFeLSsqRjvxFWEqp1CSmiLLz4S/3pCAkYqW4xhYNk039XIbVTk8SBQYtta
3LVN/DPzjC/O5R+vG2E7PnOC3aBgffz7XMYkx+fGGPFVhxltpSy9diS898Rpv3jaxeXq/10tcGP+
c6R3T8JErBUyHFdtsEndpLcLD17yu4emKpwLMpw+xfCm8J66X47s/ccaxqEdPgA0p/gv704yG8jg
Yqthvyke0/8h7bx25MaabP1EBOjNuUymKauqUqmMdEOoZei959PPx5ozrcydnCT0z4UANYTO4Hax
Y0esWMt/oPyny1dl/dirB3nmp0OLobuRh0NBn1r1OajuKPa3zt6IN1P+feVILk/4n28RpkGPmhAq
FqaBbxnzg998yuVvHjwFmnFHE6JpwCT+nHi3XtRRJN0hNjeOK1fiwrYiIjBVUGYmm0u8EpXO1HJz
5oMuKnjMYebnwgJDcXmgC4fRVHRuDCiCyDaIb/wWkCj90ORw6X/5reYGWs3wXUFDUiLc9demZqIh
DTejEvPOhEjH57H0+1IvYs3cUCR668LxqaiNW/BeP7y4aFdsnS8fkaFJIAMBOaknMdcp9WpZwuvB
LtakAwJXP7RYpdPY+fq3Q8IMDyFVJg+pACs7HRLM51MxGpixmu4uQD8MWPouzMcdr8+VxMjHDX56
MGfXAqOITJna+u/O/yN35uhSXRZdQJ4h6i37Ce2R4dpXNal/SxpkD/daRA1lR3bcftO1Zogo+E3c
VlIY96NLFi68plHTfE1ozLbuvarof8G55Ex3tB6Ah7cozqXbPDUIcpuJgsKealryGwlXutLNKTRe
VRolH+UqcW7YMqgxFV3ffSmCijaWQTMzUlVFlhx0LRoApgRh9WJBKPulDpvoK8UMGOmzof3lWVFz
Tc/CEK04yHPf8ZHYhNKF0I5bWjivRpGg9R0CDEnLf0InciP7ZxlCfVTCIX9tqSse/zyKnF+KqJ1Y
qsVe/rjQj9aCAFYDMwGpjWRP0AZ5T9TuNkrb3evcZNrk/fXtrENdoZJwhG2buHz2FEfmZJN2YKV2
bN6LyiZod4bW762Jvv1sxdC5y+HXNYfaumXNlN7CflaNqquNKHY2GXpg+m1krqzS0u/z6iWNxgEg
mhMC4sKh19DPaWIap/yfhhr31Fuvf30kYWP5Y0KYK7hqOxocMCHTY0NtErEGy7UQ2wE5f9nSwmCA
UJGH0+YLWZvZz49XZQKxHll1buNjauq2sKRoaybOvTP1gCMTwq5upq7vadmy6bSUki2a0r4b5XJ/
NdGov6vRiPhyeUgfJQDByZDdUYi32QAW9YjTMeUZEFlo+p0NALWNqRU3RQztc9LDLwF2BEIeECxf
oDP4rEeDawd0geTZbU4TtEV/gaJGT5e/5/ycmZR2aNm2aIlxLEMIFZ0K1ePQkryNkumfdaSr0eem
87u+iqbg3Z6UlUfN+YoybtopKB9YiCKcPQ7jwpTUFgrI0gy9u6i2fvdTM6048vOraaaG4elJNmHO
cwsvNeoRHlomlGb17nuYy0DNrb2k5SsreT5zWDFB4pOKsbmahJMWF3QKo7PtoxKr/IB0/uDRYTtI
Fp1AVQ99LVTFl5dqaVgaVyGpElmew4nTnTO12djNonqulX/JCvpnQwv+uDUHdX4gHOoRaGlYwHg1
hJlOrdCCg1Cm71D/sLrIDdssPGRKARmDH3+2jF5ZCcHOn56zORtHZUL8cvaqTjzJauwSepXAhlbN
ewd0uYtrzl+Lhidu0oSce2MGxvbyXJ4v3qlZ4RSCu4JbA+gFdMHDDVC0PS16NzZ0D8PQ7HEIKwmf
86XD42uqovHE5TmvCuYgLchoUgxmpvP2pi7RVYzH/rZQpZX08YIdrkriP/iJqENrwhbRYZkrlYri
VWRD0ThT68l3cfJ+ee7mjz31YPN9/MeIcIXRDDaOCcErKvN97Co+AOc6cWHhcSdCQcSFYOd9vmxy
4c2ELMzsM9iZunIWqXdh0QM6RN3RUMOnoFf3Oo1SQyX/UBT/aYg7UMHyG2BcEnjlNtTjlVv7bLs4
PNll+EA5D2gWa/MuPgoPWprKk25u8YXpudw0vfXDySzje6m1iqtQjUIzKxtfLo/5bC1nm4AIeKbp
3Le24F+GnkaPyMwRFYogBTQNWIHwyyFCdhyLy6bUOcFzsqTYIqTDmm3il7X5W47GF0S2AXRBCd3R
38OXsQkywNTTq5fAJhO/tskA7PmOLq/bIJmn2k3Btg0HM432RSxfS+2nyvtlQeLcr1wX6tl9MX8Y
pKfUXGSDvwuTMFVjH5e6GbrQuKNH30UREZmT1WB7QZul9/GYI4sBzhS4eyiZbXOV56rxGCSqtJPD
qvWu0tD2g5sKJzRuiCNRT41L9akHBzkLwI4FXeDSIN0ir5EhH4A2NcKxfU+8Xqal9t5aIYg9ypBR
u+KBzvysgxocEw4vLDWss0ojQmrdICEn6Baka+54QE1bJPcKmJ47+UoJffPq8hov2iPFxsEly0dZ
5HSJ42pCQ8AE+OQEyY3afPVDFWaHvayvBO4L25aSOpUJQlwOjPjcDaF/V2EnYlxj+YmT+QP+l4Mv
2Su379Jw5iQ6t6HKAbGEE8l6wwTe09mQRN8U42fX7U3tZxGsuLplK4bCHuRZbYtVvzCUlaANVdQB
5Otm+jnBhOAPj2H38/LaLM2ZzouAyh8xC877dG2ipOEa9JzQjbglDlJopJD+6GEI8VSUrwRH6rzQ
wln/iN25iXjunJ31iPx8boVx5KpBL7/CHIESehZEytMwysA0UUIHyiVLqvxPnfXWPgMm+JLQUHaX
guS1HmmhLlK3m4h8DlT4QM9bcu39RN1++IJkdfLDsmrjCpoEgKxjZ1tf9ShXvv/9fJHlkHHJ6NVY
ppCvLlvOYy97odsiQesFwNmd/Mrx/ho3xBE9NiMcmUz1YnK6mAHwRjv/lQ93uhHHNGK+Xh7P0jYz
dVLfJtV2KrLz9XPkfh29hHFLlxhPalH9R5xVf1PsuPzMQ1f7MZkBDvCyxYULDTuEXORw2Nuy4Fdr
J9JYyCFyeY3QjyR30j2L98+QIWASAbXd9eSSVkK9hVH+96OXxw9vn487/miUkmdLJU9+oJc9XIRl
76a8A0Y7vfL6dCUOWjMlhCj2RI6kjElSxPlrQcsXaFswxu+BvuLEFw7uyZCEaYQTtjG0DDsAV7d+
Xe+sJrxqp7+mJSXrDfMpQbnjqMQfwv6QQ7nSUdqcZ87etmhfejSfQz+2v7wp9HPPgGgYdV5QhXCm
WYIZravyKGrnXrzorUdSxdCeLxtYmK65xmQTmJJno+Rzus8Lr4gDM29jFyKH32GT7nOIOEDsrlxB
C5t7LvXC7IR341UrnFsZAstAMgGUQqpwR2KNmgSEY9lPSly0CY0rR+k8NgUON5cNFLTDPiLj01FV
EOfFIwoqLty9EfwW0LNP5rWMqPaEBDykcS0kitUuyP5+82FXJ+FJBKFDh3pqdyqDDDULWixoqnc1
NIuROoIFVdldXrSlCwPwp0IOhryFQuri1I5ZD46RIgzudugl+EVAwvPJsV90+N8gA6A20IS70rvR
/EOHnifNl/ZzBRVn970obvUZur8b2gcyt5c/a2GzkqyTQeIQHYOVEY4eXfClEdKjxhE/0HFJn3y9
srBL24hdxJLSMAhphOBEHHRzyyTHgs21P9KuVT80lLRhBanXQBBLBwM1P1nBE8/XshDN+JZp+vAQ
QJ/jF+ggT1s/Nq6hMl0Z0bKZOeEzPy0MMTabfL3WbByj6+eTa1LHNWJzY2sPl1dmyQp+issF5DDv
FmEwqhc4ACeAvff1nTFzdE0IXK1dYAvLT1WFuFmhjgX5t7D5y7gsZA0ZcBKP7ZVBRyDrtxIxL4yD
IZi82ckkIX8q7LB28lstqRjH5HWvMK3sayBLaK/+bW4AoOuMlpjVHC3K7+JIhiZrI80C3N44W6W9
mRpqBfa4clwWbsQTK8JmHqHOnroIK90IBwkZghbOUvRqyIqvPCaXpg1iZPAtlKAAcgrLD22xMtpF
mNB6F19LtPHoUIl4TXi4vMvOshDztHHwOaBETmcRjFapnt40QTIr9NIvCQkElfCb0YFu2GAiC1SA
2/b3f2ITgCpAa7I4osdtvMobfQubEMLuwo6I+LpQnqqczFX6CG3aZWsL/gdy+znTQi1/LlCe+l0y
34aZa/AVogJ6ixLAddpZW7Pl4gQUu6qhu7Rs5PtIcKApOkuRnlorPZu2DINOKH+yb2b1CcU2dmq9
8vpY2oZzAgd6dWVOUAljag34Hxxk4lw5Nw9z7i1KCzTIghrCzZUoYHFAR6bmTzkKN0OdTlrHxJRW
OV8Ses6TTWFM47Yyx+rb5ZVackbUQfF1BBusmDCqsMtDBo0p2AKv7dF6gKRqZTOsmRBGgxx05xce
JqpicD4juheRQvT9z5cHsrw8fwYyb8mjOQtGUOoTyuMwjkibiTeBThXssyb9B1cr5ekZowm8ieK4
4CNg8ZGnjN4SmKr05xkU0zne1aQG0LjG95pkr+XvlpzFkT1LeDCONuw4PkJRrlPQGllXQe7mnW9t
fLX86iFR5Yf+Icjj/eXZXLQ6qwWR2ybRI4YofeIbtR+WiTvlyQ21xSL5pSIfRZdOqilua6+YOwc5
4RIpC/xrb95DR6un9pkFMxn24Mt1R8izJOjZFF2GkPa5Nx5SMuwGZETR7vIwz6GVgl1h++sK1C6I
TCSUS6cDlCp6+TRq8LodGkYLtCOvUdabOS3qa1i4LxtfdJJHYxbOhenNXPcptqmasHPgBETb+nFM
fOQrenoD078Pbk7mWDgh+gDTZ5DPY1XvfAVa1BruRdqRL49q8RwejWreWUcrCU+93yKSAx+CA+ew
0Xzr65Z2Gz8CRLkmRfEBJBQSQqZNZp1OHiJqMKKnxpIm8btaJ4XfoK9I8RuqrtL6gdAM/cvel+gq
bzc6FGawY2jytQz3VfTdM02389+7fMX/zDvl7FNsR58BBmAexQdip4LxaouGN0RY/0ptqBZa+sQT
21+5Gxbn98iOsGs06PXI6TNkSYWPcFJdqYHDZPoGJ+RKyL3ot8GhU/4huAM7cTq5fknKA/Yt9qc0
Ohsth2wMivAVI0vTRgQEFhyI6gKOSZNRlw56OEWhMrL94s5IvLu2sV//flcS+DiUfgAxoFh+Ohar
QBoaCEbixpGZfUH+M7muYH28C1RHezXS+O2yuaWHtenw8gL2QwSEjsmpvaCbiQfDESJUSJa75po8
bN59NQn5xptWgqbTuk/6be3tL9udf1bchLzF5tiLNaMx8dRsjihG1/oyl5MU3sG/pB8QIZ31/oz6
0W5uguR1aHNYUlcRcfMPnxoGHKqQRFDJaRL3CYZLZxqbUEMcwofmFgqzxrqTguFdqjVIWihpoE9o
v0H5Pb01fTFum2jU3ToOP/ua9q1X/FfNruJPkjlOh7iDdsOnQ2blrXK+m/k+ZoaWaK5TWXxAJpJc
S3Mv06bUvjTFW5+9X5768xvz9PcFv4eiNtoIgcIjWznE0qulQmj2lKQHw94WfvvXp+bUmLC99CjT
4VhjMF6ylf0A8k9om6AOujykhduRDYw34yWEsqAuohHUuumoLJI4AMa+0a1XI/6maS9SNmxK4y5W
X8r+tu72kLSp8VotX1lYr7nIBDwPKcO5HnO6lTOry5NSa4yNqnxV4m3izdy28Jv+tgwXlFNVQ6tp
9Dunf/Hieu8596vJAP38NM3nCNzC3ONBoV/Y1BKsufbQsanpT99BDBNDplWGN40OoIeGAOmhhWq3
izjGpovAlJvl+0HdTS104Ntef1QLtw6uSkLe0YPevkdo49DRJjw89xB6yHMDdOyWRrDvbd0dPdhM
o2e9uhqRoxvsapPV32ku2sbSfVN8S/VfdfWMrqfuHKJRPvhAKahwJOlza91k2Vq2cyEeOx26sJvD
0PKmLGHoNLdD7wajNrlIRHECnZbWLXDT7Rh9NuB9ubzjFg7RyYwLix4NgyQlPWa7cd/2VMmZx2de
6mw2/46H+EqssrLAmhBbQ+Ac27WPuRyuz4Ymfzm5iQfIYTpXRRrdHH/K8EBeHuL5hXcysyLOISya
DkY7hLgNZHV8VKRVcJghoiWXzajquUeeLwFeKKR/5qaP0/PjjSNEHy12RhTo4ZukR/M5S345xo3S
PlmWtIFEe4rh2nrrqxgSmb2q/SR/v+kNE1KvfiORmCy0+3441NCoSVKxEv1+XLnClXHygbMDOAoU
vZTGDbhFmQhYdRr7JoJoNdNTzHHmYXZpfyWjspkZZi3/cQq/5QV44HTToJuQDY47hlBDOU/A6+i5
eLDhZKysT2ptfr88j+egNxgEeGgYwIU1i/Sj4ATIVsjjWDOP/qRuJdTM45cwuEY2UQVjFMEbpluf
bVLklPKc8o18eTv8hCtkZbYWd83RVwjnUUVLwoo9vkKmk0D3fpZgPTO4q1cGu7hpjswI50+24SpK
vN7Y9JWjfc4mRZ7RPsbtYEwVHVAwtLaIiLqxp5K9hHZy17Zeu4lmPZ1aC+2VB8tCeM/cIxfr2ACb
6ZIS5152pgKOS2OTlE8oCQXVtaYn8ImnG8vZts67lX+VWX9exvz5bgzwJDtf+wrc0JfLE/Ph6s82
69GXCPNPv4umaTVfUncTnGtXLZDeLJ7JzG8ciPmhIVaggJPUB7n+LMt7f/o0jC+65G0RdmzJWkfR
uFHbm4pyR23vUqNxI6jSBh3h5uQdoi/emsXh8jcvxKDz7M0dv6YBZ6iIP4crqrcQSDUABr97Kto8
XyUt2CA/fRjAi3jd5DbgSEDBK/9fqfnH8P+W1X4XdytLNpNjwCUhXpwQVJl5hx41QjaIi7QNir6p
1P2EqTZZ2bHnr6F5jH8sCevi2x5swBWWQEDwTqEHJdg3kEeZrbniUNcsCUdDTVk0L8aSr8lbj5t7
ysidJo96uxLDfyDqzvfav2MSbyUIa21rDPCCYTlrEUMKyV+Tm6KFWzF8aqVop+IqfcWdpE+KfFC1
Gz+81R2iotfEedeKV8ue+I9v/XhPOZzG3ocMafGo3OXoCBVvo/O0stEWl3vOINIIRwn24xgfeXJT
SzyQE3ywKXmfhgAS38qCShd14GbQ9rGq7wd5IpNjbaG2/BZ7PypUnl30sA6T06GTvNYTuLzzjz5I
8BtToJcD3WzGJjOnfT4WriLDpuPc1YHqInRDRue2lh/7xtxY4d9f75So5r4S5gNKfGGbpCqK8SG6
zRuULchXSfdel+yapFgBJCwNETsWdYq5jHQG4ZXqGKSyxYUwGFLkSihmbFAXREdghNsW2k1pz//r
HTx6LyFg5IZN4xGwTGcnKwNeCtRnrpM5+0L+3Rb7WNEdGKMgxc1EcJoPvrbNHeVVa8ytOuSukxvP
aChfQ8V658CqDHnTk9krD6Gu740uXknRL8/K0bcIMUUbO/DuGcx+OydFjAPCWLJ5n0PNAS+u1ruV
nN6gE9imK0dg4QSczMH870cnwCvpIsyAJyErEV0nVr8Pp2yXN39fOLYNWiMYIC6P0rGwrxMgCEo4
Dy+ObiBQdp1mpRqwPIFHFgR/qnSIe8oZA0mdT771NmjXdXoV92/a8JTmN6AWdfWuz9e20BxnCx7v
ZFzCoQGr5AdoohIKWi/K9OZJ3iGRb6TssUITpAFVBtZvLbu1uGTaDMMy6SmnbnS6ZEbDI9ocGalu
ci48/SqFkTvPnJU39DxhZ0M7MiNMaIUkzmjNZhCicov+EKAjlUHu9jmn1w3i5RVXPEf1l8wJM0nQ
r8KHxy0V549KupeiewDiof8LlSQSH7A0czO6efZT0VGG7lcijstTCgHh6ZQmUZooTYLb1eoABkv5
AWbu+y6x/5PD9u+UWrJyagY9OlJuCWMsjM918xCZ75P3+fI8zn7if59GuqtOTeShHMjtwKrFk7SR
e+i3pRULa3MlPM/ivJHhpMBCGwQHbeCtO/g3sxzC5YHMu1gcCBgbcCA0Bs4Y9NOB+CUt97bMktSV
BjsrqlD2vVI24GBuJXMNo7EUJRMDzOVRcjYaJFuCNVQTjDpiZdC96cbfRqBeZc1VmQ+uGcGb7jzI
E4RVAzGJldDoeZCt+mAPz06LqtpPR/8kaz9z66ekoUL56DTZts7zrd7fStZ326zcuFFXYrold3fy
wXPQd+S3Zz2tBBlR7q5YrR/UaCQhkzc/NIeeU/4hBpSfhq/QZme3wTiFrtTLD3bQJivfsbBKJ58h
rBKJLl6ZMC9ugpJEhGo2Mm+MtruOYfqCiwUlW7+J1jrgZ1cgbI0To4Jn8lPVRn8So+m0y0hk9dm4
qcJsB0zUbaHok7UX21plfZsP55lVQsSPnJoKd8/pjOv5oGXmwIY0+mpT30QJLJ0SwO6t/SmxHrKx
+q2b6efKlK4vH4SlXCZu/l/DtuCc/E5LEmZ5fkt+afuvivr7g73R/pJX100EzGeCw++2RFSsNVbu
gA+o//mgCQvnXIx8lkOw2lzx0F8xNs1QpLvAdsotmjXyneLBUdFBbLVJsr53dSd6DpIUTtl+Clz0
O1QiOQBcirXm3xa8D5Px54OEtQ/UtiaxyWSYtO2n3dcenFOXrbi4BfSdfWJFXGvTLDtvxErEXdeh
3xGOr3SPc+1tNft7BSdskG3InVo51MayO8WQeWcoHo7PRdRsYRDOm3fVIYOabKbpfWU/LG/EubI+
t007Yh6uzrIiLUbWJG9fhvE20a61ZN/RdzSgMDUCCr9NdRfmvMtml9JyzMkfs+rp/o8nGo0clKs3
vUOScZaPDHjchbsGHFhVb21Ya3PvexdB1FXRW0mVyHKBtW/gH0+kzxAnq5YLl1tEerKxb+u175sX
/myn0udFTCTP94boiUBzlYHErJh6v51VU+OmQ0b7EZnpOv46TitbRFmzJ2xEKfcTxCKYjigcrkim
KGG/CZR9UaBLeBMWL539bBj3kKwHQ0tK8h7pDzShf0XDNlSezGKV4GKe/kvjF7asOZmp0kXz8hjv
WTtdV8m0RyN104YvquTG7euoq2Q1vpQjX7RyVy8l3Wd2o/+ZfBHqAfmYMSi0EpNtbQhu7hKv2Jve
vUdBLOW5VPx0AthDVtIN/4tVRybJNmOnPu7IoztQ4nqurEYzNlPy1UnkjZG9Q6a9scoX074uh9q1
rGdJl1YGKy48DYXQ9dA3QKigEpwI8U8n97QsSjY4Fvkakn23B5Ng3GnKa9V9zvMVByzmbjDwwRwC
fluV4TkT4hKtQtq7Q3fQ7VoghC3cv6rTbpzY2GnJGg5JvMvnwcxmKMOC8T0jijPgBM/IC0AJnMle
5eZjnEPEjzxSTeQDU9Bhsqbw2q+yZCUsXhikSXshrBY0+0AuKAwS7dZy1rGJ3QGOgA27rN2SrH1H
hia6QRBe2Vz2ZIvmIJWCQwOAmP7h/I+2TdXmCFFDxs31/U0vQVaj3Qr5n7KW+f7IHh0fSSaU3hKq
tvPF6ZBOPPWYPjy0s7Qh7ZoVkCATYSZUArNgM1ER0mC8f/e9lzqDoPxNtQ7UVEb1GelJ2zxcHu9Z
nkP8jnlCjgbcxIMjtx7fYUbexla9fYLOV/qIn9SLe7glvOzOCt1U2SGTs7HDO0dayW6cHRlhIgTf
XE8g5keVD9ARSXd729+AlUanAcnRTI53MK7vKtVYOacL2/lk9gUH7aEqZUSwrJLKC3ZRcVNB4JEE
e6m7koavl2d40RR3I8VkervOGH5qz2nV0uHkQJhORutQqLukCrdqt/W8FYcw75mzPUUTFtg2oLCm
uHntOLd0v6KIMTgPUwM69W1aS6UsmwBuC7MiwAPxlRrJepeVM348QOv3Q6r3d+K/X56xs6D2Y0+C
JP4fI0I0EVQB8oQmrxa5ppWNwpBc7yTNb9/Tzkl2ph3pV348yc/ZkET7pCj6uwaAVEdXgxRex6il
ruUfxIez+EGCWy8DtN9CXWbU6taS3SoAomBvDe/WQkkxeHLC6xJe+NbZojwVGm6lrH2AmAD57w+w
uCap1gHgF5IDahPrk5XyAVaEWKbiptJOQ0NPvkc7M0ejABUmp6J2TsH+h26sRHdnd6loXVgPadRH
A9FX2pDkQ9B8miBdVcN/QMT3/Zts75NqX1crI17eZ38GLMw4qnRll1UMWPO+JfHnsbhP9d+Xt9ni
wXT+mBCyqnkpT0hLYYIqrFz9ANuW2g/dBJhhDTe+Npj53498rJ6ifJDkzJ8WjZ/y9pvkyHt1tfto
0ZEejUfw5E6saTGE+1hpeHmigqofenRXeQrBlm05K257DhnPfc2f2RPcdu5ksWHMszdMj0gZ6M4n
07wbskMIoKS5oYxzebGWppBWXNqd4NGbGXlPp9DUygS9Xid2i+Ip7L/7EVWItbzJio2PY3C0TEgj
KmnfYQP5bSrSiGCjFUjG+/JIliKMo5GIgalKHa83S6ykifZF7bVd22zlro83irZyhpY2BAlFED46
Irx0TJ3OGQAIHTF6anpgDPxqn1KfGN9b1Edb47b3DpeHtTh5R8aE06Qkhjl0CsZ6r9+Z/lNEI3DV
/XPZyOLcHRmZP+JohTwcEcEZRixuH7W7T809qthIGq55vMXRUFyG18KYG/mE7WY3mY8SOTdpAW4k
/zF0/WZE79lQdlWp7uzgOaFcqqDHOmVuW21H7SEYvldrhKOLw/3zFR8kEUfDBUTVhVLBV2QRnS3f
B+NGQ5l7jWdxyQpMyYT1UC7wgBG2ieNwlZoxUHxof/R469ifpGFrr2VRl2aUKHd+fVO3NxxhRk1o
3GpEChO39lFgcr7WwEX7aAVa8ZGKFb0S7D+wD/BomNUETjfICP+A7MxWFJn6YZuUs4xFkttXMVRu
aF+iV0c5ZEqqnR/b7b1tT8VOjvoxvx9Mq4bOyk7s8lcv0a0HBC73HdWdogC5Xz9Rf8l1gqYYAFvg
cLmRyeUeivwcpXc7bZq7rtMG+ZCkxkCAUOmFvtW1zF8jtl6cRggSaRacAZ9iY3oZIGI91uCxpdL5
1Ieqq9C63fjx7u8PGgmkf80I8XFSI6TUmMzj6GndRusRUrTyDcwbD1GbXP3fbAk7Q49JuUsdtrrs
q53cZvF9Unxq14Csi0EMkRP8UCTHtLMUrY/EXK2xhK5pRL9a6DBKud0gqcnDWUf4tnqElnGbw6RX
rYE+lw4YZGkzFbnF7hc5K5JMVaQ2ZM1KRd1m3i5VgMhAofa35JlzmEaehUHSvMgjSbiSi0KBEt9i
hGXlt/sisn4nhaGvPJCXQmFYwW1SKlgCRH96wrxWDySw6LwX8/o2BKTrZ8HKvbU4X6g9zJxhsC+I
OUyzC9pymuhXRBI53g7Dt0qpNuZAQ/9QrnVhLg0HoS5AHnT0ka8R5gwZprwcR26UGBExO3/qksfL
u3vRwMwWrUM3Ba+DELnbTmdIScJgjBn0215HzY//xAD1c1QK8d9iC6TjR4Pv6LRAwiv4k0wXQmfB
mn7EWUVp3lqIEpDoZ+0htxdWPa/UtKwitN+G2jso4c5RSQakW8RQNePVj2YRn7tZExeKt/9kdH8M
C2FFV/i0xya0XFpl9p2+NFf31RXQydJ2Ox6bcGcodYLyd8DYfPUrPD1bbdhJtrEfjZUIafZj4t0E
2pwyInTGvNGFnUCpxLKjCeBKZSkewlk/hop8R/9WddGjM/gm1NPJnQxrwOUZXBweACao8SCUcsRu
5tR09MbrMDt2MIQppbaNIwupeu01k35eNrW8Tbjb6UQ16bAT67JQoqeZOfdidYXmmt6dlT+MJrR4
16r2Ky+vDONJUr9Y3coFMp/Rs4mdmSVIu0JGLeLydMhnCeQYoYnwpwo6J/tZgu+144Pe7y+PcPE0
IyWGqyA5CFrl1PvlehdYpYqpsuGVVSvVledHa3XTNSPCcxtOn4xLHiOwub32nvzFggn68jgWpwy/
B9XmHF+KMmLSaDlIPuKVRqn9VfrhdQFhLtjoK7v/VlbdyqwtPUSgSPzXmjAgTeat3eecMJTHCaTl
dkfmc4PsG6wgb17nfFKMt8vjW0xr0uQFUBwYDF0l8wQchc5INEppKGESDaenfkpdVANfUAl+zWQk
8ugvMTKUY7MCyR3tXXPGrdrq29YudhYS6Ze/ZXmu/3yKEEt5XTQmSYkLc4zeLSWiqE+I2LZGs0uG
FVMLEw1whFa9GazAS1nYnjXS5ejWsnPQZtoWNZLh28C4Mq1069vfEEC+PLA1a8Kyhq3ddMilcu54
L5vTS+m/D75KAYInk3NjZleXzS04MjoiTQYGWRGXkBAn1kVlTGpP4x54kAPpt1b6aTSfUUtecZgL
fhpRDpoLiH9piBeZmPShksIqnZvqKJZVX8weNoubTL9SEvS3VF7PxUradmkeFVK26tyLBAGtMDA7
bUGEe3jNZHocSjfIhlt1h0b9rmvqlTbLhb0IMSqJaLSFIAQR2ftkyax8eW7nrBFoHrijNkj9sUdS
f+PF1qP513g0AgcMzlpGEHdRjBPGNvn54MXIf7oRjPatZG8aKgs95+zv98aRGVEvo6rVwmhmMx4h
dlTfF7XrFSp9SyuebOmGQwbGoRpG/zhwMuGElY7RNsVEY+dUVKBuoSiGbSdTy9sx0Z+koQ6f7HDU
fnil2ezHjAb2IDLbYKMHiFCvHL+lfcrMUpRjKTkTwqcgxKwgQqpyTQzfQvkbFJzJNOOibwz6y516
E67l4Bb36ZFB4bxPtVeGuYnBHJqSNkHY/AX94Y2aR26fflOClfO+9GIDa/xngELQKQW2mjZIBPEE
vyvsGmxNA/PLHOfCG7mXZBw2ZRun/H55L60Nc76ej64OcFDp0AUMk7atpzLH0QTmax7YB8mZHkt0
4PpsFSo6D0UIYU6GKsSghjd4Wp1piVuov4ZiN6DfrF/7zp3lXFv6g9O8tOm+NBKE2697b+W5tegT
bKhbgIzMuqLCVdn2zZT7OdPcyD4EBVeNpe0725XpPerX2EbOMEMf/oD3KepAdLjTXHs6ubE/eJ0U
MrmaWcikqMN61/cjQJFUT2nZ8H7oflTQW9urNzANPkuIcG97C2VoEsAOl3iQXl9e7aXRUz1HIIna
Ms80wUE5PToCRqYz856NhAEEWdEhqve2FB/KdDpcNnaGk5mHf2RNzOjlkeY3RWiQn8oeWgXZ9bIq
QXU/4bzcINe3fRpts0q9L4N9oWxV17o2wy9FdIeTRncd0YXocdhKWyVa+bCFkJPvmsvRs4AEJJSn
yyIhwUVKjVkYKE/GZfHA1bAy0UvXN1hN+mp5q9qwjJyacGIvqKRmPs1xaMXbsYuBAo1Wf43GZBmi
quw0z5dne9GBHJucP+noJOttE6uEnsSdMyFg+b1rX8xp1yuU198GxIARDZS+Xra5OJGcISaL/aSL
xKEQKPpxVDHKpHdQc6zvem8Nd7c4keivkk/iNe6IYCbFU+IJKAY67PWdnNxaw2dJPTj90+WBLJ4L
3vwGZWQFyT5huexcq0ozn8+Fnz3GmnRTBuXzaMN23LafAiTjL5tbnDcUPkz4gTReVoI5ufH7JgX/
7GptWd/WZu7cmdMaXcL8I6KXZQf+a0TYD0VEYjDoMGIYw9aJS2RF4m2prtwfy9sOZkiq45x2NsLp
tkuIu7IohhWh09Onqlfopyyuwz64kmATnmL9qi2c2974ZTlrIcH/YnoWMpgZEDWxPdZEyQi5Y4cY
udW2TfhVkVCXq9R9F3ju0KaH1PjW58PBV9bKP0ubcmbGAhoJV5UhFqi7kiKxnQHhm8Iqemj9mvym
PMX3ZacgoOo39cpLZ2kpSeKCfwIWRC+g4LDI2RoSSCuSKVAseu31xO0Q/Lq8JxeDvWMj86Y99h/D
VMt9gJFOcpzNUEBw7ku7xGBqo1lseThMZMCyyHkaLAdhj/Dn//EDhFORU92TkpQP8KV0r2cHa/rq
e5/08dDU/q6tnlT5i639ppp82e7SYTwet3BO6qrR7FRjMY0oR6fhYJvD9rKFpRhrpvLARQLJ5OVz
OrOVr/haXY8cd3hgNWWndC+RdNClqxYa5IQe0svmlnYnySFEaWcsILmbU3PG5EFzG+AyFeVOcXo3
auDpiL7lUri7bGhp5o4NCSFyXRiZD2YF8v0ie26n7IuWTStjWdr5VCRnDDJ39RnNXqh7iWZ3RFBB
826TTy4fs//kYX9sYh7l0b435CYp04+XRf/CbWnRk86b0m19tykfyzXu6MXFORqQsMmd2JHL0GNx
xvhGqTpkLiCgs6PNsBbkrBkStvUgRWrbxcxc5N0o9kuX3Ff1ZytYiXOW1oc0MTUQGlPOyZuGaLIn
07M5s4mdbzrpa1GUV72frdzPSzvNBI6JmK7KH/Eh6gWyMekWrsGOI7S5PaWlm0KJXi7v56U82odA
9cy1DoGoWFCVm8jKWgQY0R2RvrWldlAljTYb2R2hme2HAA7WfzQ4kMux2jutv/M5Unbhu0lrr+z7
RW+M8ABs+bDMG+gxn+5KrTB7inspLn9qaFMPu2ETD9Rj9RxsfY4+u+PmYUnLfLihW8fNp7Ve6dkp
ieHD8QcIx8J0yiS1sjnfRdiQtfvYus1QwgMh4P8XaVe2LCeubL+ICEBiegVq3PPo3vtFYbttJGYx
w9ffhW+c6yoVtwj7dHT0gx1diaSUlMpcuVamb9qiwHspuD7/Sy57alLZGxbr46iMUJv3qmErmm+1
2BU9Cafm23U7S5A7rPPvyVX2hpV7o3BmwsTRGgT4znO/7MFt6VTHqAHJGVqjQqf5RqZk1/f5JjYF
yHn+uItmfh2dfoQSOFEIFbj9PMF1xvzURPoeGpnuj8n6Lu1vI7+DVkuQ0F3d/kUCDjJ9v/RA5yKt
MssuGXmCYj2OVCPeRw6UoAp2a8YvjRvG9re4C69P9lJofWpOmWtZICrTUOwJIj59yUe56aiNPnhk
F+c8nPGniry/ZnVWBMQxAU019W0nGhF7bg1qR6hchaMMi/J+0kG3s0YBszgsPOwIas+zQoqyP7mY
ipYK2JHZy7wpOrkbjCh05Z27lkZYNAVSuplsGpgw9T4vq4zbVSxxFOgGdP72RAszCAKwr+JP5d/n
yZvLWWjktZF9VuvDYnSHBuh6RA7NprFAKPPUJQ+63QeOcVs3K7t96eo4NTZHTSf3riGSMuIOjOVd
ne+62NAhtkdBs9ZCG/u6D66ZUgKwJJkkzQyYIv29M35PtUdE6ys2lg4vMKchwjNBDA2wijKcGnXV
IoZDlK30k7YIgDfxIbHke381mhNLStiFLhtv8gpYiho0gRL0lrH7rvu4PmVLx//pcBT/jmVH9SKH
EYsKdB0/11L4hrUzjNdslH49PEi5uW5xcQIhfgi1HeSaL5i6cNlEkBhDtn7g97TYlvpBpK/g3Pvv
rCheNwJU3Q4SVsocInhGpH1O6XQUhvmQcrZ2ic8rodyhM2k9XmwYDw4k5ajlwEgYsYv8OUhCNxXa
4noQ69ky9VtQoKXagUK0FNePdYzQKMpMI7DcauUbFt4e+ASwTIDPAmksdUsPJQAf5fwJYF0znU1X
haV16MAfqDvfu1V03cJRNZcfAf1HYg30xspGM+uhqKf5RZBZHdidtC3k616pPezRDnCTRfZaA8sc
hKgTjIlFt8xccQXy83zTTUY1tIRgNQHq2/S2u0GG/rq/LBwdM8RuFigHNT5YdM8t5HWdjhVBfYxr
n2V0n42DH6crOek1G4pP0lToTiZhY+pBn+V+Jo52a7jD9vpIFvbX2UiUtelFYpGohCdUcYHu/iCV
B0FeDHBR/Td2wF1/PmMT2H8NkL2DY5t2fqE/ABDRxmWwDpKeF1ddfOQEkF3Hf2am/3NDJqqMklR4
Vk8VgFV+W41lAnI7wwuZAWVEYDsLXmyyVnobhpz4gfdDf4BYqHc7uCW+L4Xodji5st9NnMdb2Gh/
oAlHF37FZQ6uTY9BDLCKkXYUwwS65mxMAPdtsNecfYv6BdBHRU02SVqavqVNwxfWT/pHHNXRrSfK
8XOIUoc9Ja1JPmgL5pyCa8gC97oT7dzUsP9lIpkendRER6jmdvmuLMu8B/Yr6uNgGqAetqtY43S3
XpVockvqxOA7I4r4l8rq+i9aJQkBX2HBP8rRNYSvRQzaaG5jdnuUA/NtH1ext3LLLR0nAEQB4If3
OFBeyi03lbj8MgOJUpY3YWPtKgStJd0P8rakm8x9vu5KSxvj1Jp5vsJR3IoxNmHNkT0q0WhQa7jv
IqVx3czSzjg1ozhSnUxwmhFmDNDnZU8Je+7a73K17DXPjeqvIPQBLg6RKcg4ldugYhb3CHgYg1p+
L0loZjtCHxIO8ZTyRot3gA958tG2V57OSy9JtIn/NjuP/iTO6huoYuEVgLwe+bcD2VCRPadQorG7
jWV1vk4fam3TgBZhDc99wbqHaHKm6zVxaKLgBLDmuWFXTo0GOFYWQMXuOy0+p27YAhQVdW9tUh/t
aNy4eAbMUiMD2mwS6wkX6GHixXEkzu76Ci/cS2efosxBU7kpqjH4FNobNmiQrVCzSkCWmyhoi+Rg
FmssPwvhEwaOe2kGjuqOSpHAbJYLmvVZkBb2S5FChsYtk8DK2H2rFT9RVdjXY/1SUvff6wNdwoSf
GlYpEqzMSHrN6CCRVkwHpqcIcdzMCRqNNne63YGkpMyT+Caeaqc4JlxjN7qTCnTVljX/yUaia0GT
2AZS6ln3qJtjvI8zF8KWFFR0Jrr+WfPBE2t47yJU4/2YcnnkfWcdR11PH/UY13AeFSuo0iUXRiyK
Mg/gWxYkMBVPiqOpbng3ANekdV3AgGXX3drCqUA/oM2SbKoqeUUe5tFKd5NMiG8Ma9IbCycRECTA
3M2IIyA7lCMCaMZJI0LPEAZkXwjhO6923m1jDam2cBJBPHVO+SDHgEBYPV77eLAtidUb+8m3UclA
x1vLdxlAFdf95KJpf96cKGEYJlA4+gwdO9+ctdGjDuaOWSDNjwHPSgo29bAywmw6dvobCPHACcn5
nsjBT9HDoJOHVBx4tNdJYOLPrn/N5ezOaWq82UHAhbvFVgIgPY0nDf4zo9UzYNj27ZgH6fDHpzyo
iC1IHAErDm9SiW1a3jlkAKwACiPI8IpwsD5N831Y6xm9DEnPzShHDUIVIusCZjKwHfT0fvSSldm6
PMxmC4ixbRD0gNZYCUmtdBRGZsFCQdrNqL/lUwg0/y6dwEp1uL4wS4Mhs144BZMEhNCVmNG2J4aV
AUcpxOyaxyYXKPE2WbYyoAVnRB2UAIcGI0C7qVJHTmQ5UPmCGXt8syCJyo3s3etzNKWkL14N1D0a
dFKtg6h1Bb6RWQEz8htLvDTmC23jO2a8Dk4ZaGS1F/Tyyp6bomwUbyDxA9Z55eBBjY/QSpdZEOUe
JFkJGOmEMz0gXeuD9mVTTiD5Gb8NXbZNa8CgrJfr079Q4Ty3rzhTHGlWZzdVhlKEt+1k58tRg46s
we8n9rOqxXbUKNqyENQPa4m0JS9DEQm316wIiX1zfkAUBcAoU15jTfBuFd2dmYVzrMKGmylZq/Jc
HnsY5m9bKlBE9OgD5gK2yNQANgv6lOGGiBt3DdO1OCY0uaFiMdORq8lBUO8hwWwjDEALk2/oBTpi
tu14nzafubZbWbpF1zmxNW+tk7Br6GjdJg5s4QWJEPmHbiBE3tusCKjzbUKWWdBtAezR8Hrd8MIY
8R4CjgznA8hG1BqG6bmidmiRA6X2M8o138xxUaJrMD46q9Iri7bw1od7IG+If87HqPVVlsdtCUlk
s0bRbGeaO70EtXvd+s2fVzWBbgaSE1YsYEfVaLJsRmlGo4StemcbdxNUqOvB8Kd2Zf4WikDnhpQ9
V5KxstMBhtrsJuF3U7kbyL+muxmQqXRav8tvUPjQzfeiOLj1pk2erq/fZeQI8xQFNdzOoDVUEza5
5aURYsM8YFYPGBQa4KEw3c9FSeclr8sAFN/JWrPGwv47s6ncvwTHvJlR2JxouvXirZGxvUOOVrNW
1lobnHKoQBXNissBPWcEypsgdMSgRr9NvhsWCxvaBULfCvfj+oRePlnPJpQq+QjEHCPERDC43EHi
69jU4UQ/p5rizR0McXX4c2u4yKCahjAG3dvzljnZ9uOgd2hxMfAOL8SGoHE3qW41pNsSOWxl2wNX
0a7cnkub8NSisniW1QoIJUPvUzPKXT181TK0Jbv2VvDM11ajqEVrJh6UqHnMRGzKlgfWLeZJhfE1
QxGOuQOSGoD8xyI0I7TYrL2ZL9YO5A/EcglwRQiGERyezybrzb5rW0NDzTOACtjMNcZtM4j1Ozd+
wgPq+tpdRDuzNQiCAWWDMPTieuDCyuuUwZrmfa0ztCvRz+sGLtwfBgBdBpMIRB0RVpnnw+mK2oGq
Enj7c4BPkbXsmvu6eI9HiKlBsSCr92W/xsawZlKZwTTr8TwzsUbR+Jmi3gcy6QJ8hCkQl1871wq8
tW7yi1heGaNy75nt1HQ5Mpj+MNy75paYBYLt3fV5vDivFBtKWMamaMocDhsc5yKLtl4PYrEhlHRl
My85BF5iyF4g+QeXUDYzsK1gmxawU5WvKcmCqlxxiOXJ+m1A2bt20oxTVswGhhe80g3jaZWRbG0M
s4OcHEiNNZI4aWDC5dEWah/+RNd8bMWE2o9QGDEyHfM01dz2afSueyvrsDxNwFCb8xsELYXnY2CD
aXfQPsYY4toHM3NVPZv283WfugQFzE7lonQHXDi6B9XFpg24C4FCmhWskjCSILapwsm76dogpo5v
Ow9cq3zZgk6vDnW54tGLU4jWLSC2QMEAFrfzERpRYidgXNd8h93J7MGtV0oMizvm5PcVR4u6rouh
7o6jbUTrJek2o+vr01261n+5Ng7F26RNImucd39RpX5m7Jm+Vja+fBNhnWYopDN3XQITrGx+dJUO
Uz9gnQZQu9oWOr/8KL6vSEDGQ2mFMbuXf1zSmE2iWEcBPcJhQBT/s2vZyE7HqBJ0s+n+aLxSAIKk
tb/ugkuTd2pGcYJMgG5fmDCjmx8OOFLs7sd1AwteABQ16iIQV8cLQVVYN4eSQwQE/SyyfjOQk5Th
SA+D937dysJuhRV48VwIBP+FEiKQeIY2V5Pmp3STI0nIqwTFGR5ct7IwWXgN2OD+Rh4ENVbF08DL
55A2h+Bc7L15zpPOVyh/LkaBlAe48IEIt8Bzi2zc+Y7kM7EuoGA8oNp90t8k9oawP11vmMD8zBw/
aGf3fmlXnRzNXQQsetXnPEDPg54+U7Ly+7O/nBUc5t9H6gLKQZbtoIB5PgSt0yOR9QUPGvLTqF76
5tjzbd6HXKwYuvArxZAyV5HH4HOQZg/MYkK/6VE4nzTd6NWfLjnkCcCKBMgNkDAIPZX9QbJchxB8
j75u82cjwrZbKycvjOPMgHs+YVkTG/YI7HpgOQ8T26L9pgR8aK3ctLAsyCJjuS3k1QD+Vzw3YZnB
rGa2Iu9SBulhc990RQBVh2HtOF5w4lNTtvr2GbyCGANMgbeKFru2Pnbuys2yNBpEzQQP1rmBVD2O
04LTvm0IFoV+p6Xv5jesRq8BknXJipdd7Hgs/6mlefVOtktu2hOKwbBUQFsszlF8WKP7WJguPLux
KMBJoHClpoibvu8SWls8yPDcSN6ovYmrlVrGgovBBKDMYEeciYEUHwbImbkNAzdBSn641I9KEK3H
zwVkRq8fj4t20PY6l+BwaznK3nfd3iuc0uOBpoUxCeIotN2Haa0xYWFJkH8GWgcCgyYBwv18SVpB
TGFPrQgghmRoryJ7uz6Ktd9Xlrwz25xnBn6/TLZ19tiUP6///uUszXrZSHH+eo9dnMCC9x6pqwgQ
gths9h5r7l061YemACpCDnytKrhobq6aAxyD5m518XFUD5MXg4hAjhu7LkBVtxXY9ZG2clBe7knk
09GMg6FhQ5pqKFunEyS9WpagWfbB4DUKztu+fGzNelv2X6/P4HxYnd8xMAXBIBvVMeAC1NR9Ii3U
AClMQXbMe0pyfXjq0/pmGpNqX3S1CMyx/0bqcbhJxPD9uu1L74CSO6ha0B/vgP5bhVf1ERm0ysV0
gnQmYE6+qdfQ+vOBr46O4u5CKAAIFWoU5/4dxdJOc3smVrDajaNZvuc0N0kpvjTOGHRIVjsQevyL
QeGtifQ0DggM7dxkTFrB0bMODLp8jN3Sb9Zq4UsrhttzVgRHZ7euGugcM4t/gZ8tCeGUGLoB4eA9
ohqvx9Bx6n22hhm5PFWRw5mBADiF0MBHlXiwy+LKcyWghCx/nFCrkk/t2gv08vE2Z/Nx1qGpl4IR
QX0/lWbRlu4Ygf1PfHFYoIOjtNsPEZRbI9CFPnZoKZUgqLehhVfvri/Y5aY+N60EDWUzGJDNhWnT
GQ6DgY5LGy3Nz9Mfwz7Ph+goySMjbfqhMTgYPN3Ut5MvPC+3zVrZ4tI5zgajXhsVE31c9xjMZACZ
CHgGuAaea2/woXXyHhmQuqt6v+69lQPr0kVgdg6JwLoEIJ96j5R9negTxdhYihb7eFcV7+yPk9zz
/CF7gDsXhDaX2EQZdVo325Ce3e17y/uBztKHRhvLPeKO7XWnWBzQb2MqDXznkQSxCoxx8sPSNxOO
iYiuON7lS/h8RGoN3+EWnsgERqh2y2jY2bcxeIHzjGwr81gbm6n8bmr/XB/YorefDEzxQh5P3mgw
2PSEmYdVGt9Z3UjxMC60DTr41roH1uZROYAzneWDU0DaQydPnD3KDnidlX6INRPzLXMSVnIv5pMT
CSyV+w0RGYqevhOthK6XBOjzUs0k0kBazMDE+SNOjKB7yaK9hXFY3p0G1T95V1C/af2B7Fl6sMSr
AzW9SPehAS2tB5qiFcM3m5Un7SWORvmKeXFPvsLLSYkedHzFAE014pt88E2w5SZf+fCQQcW1Z6EN
xbtu7XhedJqT0StBL68g6lLWsDvGL6YNyYw9GKZDNPtf983FDQEzEGtHrR5tU8os11MLdgMGOxpF
no5iHIYN0iqG6gQDcJfPcBfdCKFofgQF4nXjlzEXIPlAYwDF4rq4hpRXHZr6rNEwYTuR7hG9amGK
1Fc/kE+7cA5Ru+ZQ86V5HpmcmqMqynZwXFmMJmR+UsR3zo9yMMKI+bR+LtFMWOVVyIttlveHnofX
x7m0lr/Hidk+9yFb6PVoRjCcQ81IEvsQiWrrmMBMgh7xuqnFW51CWgKvS8SXF7d62tZDmwvYclGO
8Tsy+W47gS0/DUcIvlnlsJn/vKrJfWKke3wr4LwrHEKLe+b0G5TrHTW7Jk97fIPmxOwVKdr+JrNz
PKqmogtyHcQVvRZNO3BQjcdSmNVDNlS7Bu+vFeK+/2cygEP/3yKV+jg1oCqExAg+RLcBw2jCrt3H
znet2SbWNoJkPdqWe0wSkm3D2vF1GWjD2QgyrmDUm3E6yppLEgvwHRU4IqPxnmgSkOc11fBFtwJY
3MJ7ks60i+duZY6el4EpGtMsPsFll5B/vbn5/C/iDPRBQNcDUHiUMJXrJNYGohVlNccZ1rG1iz1v
0ZQxflvx26X5QrMFDiEHBfwL3QAnLYXhxnNI2OGIHZj7njtQCLcasMCwNjXfGCh94iZjwDL234ay
+KeunSdJGUhfMvLGGkpWTqfFoxHkh+gAQd4M2QflCO5SDRdThdJwUmcbRtgzcEz7ZpKQQ4NMExNP
tM021pBtonQlYviVllOPKjzSkBCepWkAXVOWNgHPOAF1VJCUj5U97ERFv6Vj4mfN82Q0oRHxHxBz
mPO4Hep4XfnRxLiF+so81FaCQM30be/j+grNm1b9JKyLi7yujX9VGPvo1FI2IxxaDBBW6Z4yMu7A
dOAzNtwXaHNlyRpZxZJ/n1pU4qYSWg7jOMFiGU8SkmA0rPX0QyBvYq1WzecJvTY6xcsNrZkGs4et
BNG01wvfKd/LfuUGWrrvTgc074GTWKKyNF4bHoyMOILjWPoiAmfUkXE8fjbXV2vpUXJqSnGgIm1a
DmbDJKiBv6vzDbTEHPHJkig0ISU1Rq1ftivH/rJJMMkDJYvTiCi3edyXIoEANg5bJmEpDqrEPIye
7re2d89s0HNlD4k2rTB6L50bsz492i9B0QDiuvM51bLKGrmBQ5BQQG4d915EazHS0rLN40ELwpyD
UhEVRakLcBk3uL5tZywfs7HrAezDgWGFIi1BFhE1UOSsIQy0cpkvOSVkYUC8jgw+XurKAVSVGW5S
vYMSwPiQkG0D9Z/+by4RcHrhCvEoRWlIWTW9GfpcWD20D9uv2nQf8Tfhvdnu9ro7Lo4EbDMmqoIu
rkXlNpycYUxxk8A3XPHStt17XKErpZ9WvH7xwgcSxQHrC3LRFxBttB+xSB9GhHjencU3dnLT59ux
2lXto25tCmND8Eawb43u9S/Gd2JXOar4YLS859N8fORbL4kPRD4XmbYyi0tH8OnoFF+PIzFF2SxK
xB1aBhVxfsxG956geWCWubMVZWuEMs9XIBfLdgHyQXEPRBLqzrb6XJIatX5w92SByNybzrHDcdIe
mJb7uaFtbfvn9flc2tXYzP+xqALQWJOJjqCxLCBFFLjxvdeuYSMXb/dTE4pL4nFDpR3BhOsyNCBj
Z2149Bj1X0o7QHnJhHAZa1Y29NIR+QtMb6CcjOZ0ZbMxq7TqKbbgJh1KydYHiAKDIelDAlSTqIZj
Q7NbvR8P1ydzxao6mUBpDAm6mDDS4WEqQdD/aPL3Snus6b6SgVxDbC3t9ZNBqrlLj3htAlw5EHUx
2nhuOEGfIf+LnXBqQ9lvkO4r7MiEDZrU0Ef0Lcp9ExntagzHBrJzK+bWhqRsvDFzk1HqMOfwrymw
3fmwWdXy+HWNKCGIDYefq/8zXkctC5AkamSNOzRoQQcstobZRR8Q+LO/CwB3t15h5C9D4Sb3ztBU
UzBWkfaA6i7KYn0S9bdcpulNY7mgab7uPQtjn2luTWj6gdMU2eLzC9bN0ZfZ4PWKBMyBRcfaGXy3
W237nquq6uDn1zkerLjJPRU6D73JqiAdcmR9L61bzZXmY5RZN+nQ48lWebuxM/sQ4cvdALZkn8fF
tDLMhRNnJqZAIxgazNH7qhwHdoGnD3iQMUyCni2QTuGyuD6RSycOTEC2DM3lFsBxynUeTZI1VoSY
rLBvvGY/1Bu3CFLng3IdXTy7ocdjeKXSvLR4qDGCbXAmD75gzUttkjW0mCNO7Ta1dxriTjShXh/X
wvFin9qwzx2kMnQglpocZ7UMQUgxROGU3THxBjJKtOq3fxFKgModJUi0lsyRpjKLdT1GdkvwHhXG
kfJjOXy6YiWmXJw1oFrx9IPno63sfESZpILzCSZcAy7/vc/uxmblcQkapgWPn+PkmfoYdWCV/KKJ
h2pMwECOLh0h32YZyG+WnnTvEIspQQDIzM+0zr0DE7F27+Rxc4wzI9vEaArZs0Lnhyiumg86MP2r
jAu2141o2saaFeFVYRdkV3QR24Jtuz3q9tRRf3Ly6SMZwWtmR0Mq/G6gegl6UbcKszFu7xqR6uFY
22Ug6ta8q0dHe6gkGxpo4ozTThoy+mrGRnpnZ235xMp6uKWxaB5TrWrx2uQl+O2SzAMJUVtHYaSb
39wpAUV1TmtmQg2ubF7bVogNbTpxbzmVVYfCEqBhKlEhRQs/d8AIOEG65r2xQeGDieufu3KKDoYl
jY3HEOj4bevSPS+HokTKWVa3gpD5y1h86KDeEZqyzaEYTDkoUr2i30rbqrZ63nvZro1ku0eWsT/Y
LBNRoE+cvEXp5B57ux7A7DDkRGwYTcfSp5lOb81SZ/uo98AfVdZ6XfstJnHbQ5IrtIDTQv+fnWn7
rk0FWnWtztvGdid22eTZ/2QNz47IPmqvcZJ1nxNz2UNd9nSjGZy0wOtTkvoC1VAaQoaVAleoJ8YX
MpkeytqDfZNmrfG1TSvzBy2E/tg7abwpKkMgYEbLQRpqeZF+yRK7l2BxLtJ/c2YNxxh09u+x0XWH
IjemoOrH7A7/e3vHXRfA89Qhd0wbDRRWCD+4gxnfmcKSYVVMovQl0r1fPGnaT30eeTGEjytSogHH
Tfsty6Io3aGR3DwUZt08JTGRW3SleU0QEzIeAfjqP52O66j1VkgWu9A23vVojqt8Ch7bRxetGfcp
k3EJzvf5DIeSxUuUZPlzkU92EcYlLw9tIeVHRG3u+dKo+q+0iwEcTY1xso4mT5t/YuAjt/GUlkfW
6uQ1b0vCDhB9FeADNKcnaBzl2ywZrUBjmvNkOZIdGqO29F1HGYk2spXM8O0cedeAxsnY7dK6Hp7S
shs7f0g9dttbWoZOI63dM1Fqhu8MsviGRh3+SjAv3Jfgpn2JDKvOw9zp0tcipsOLCUK1T68Ed2yU
enrjx2Wcv+akk1+tFBkF9BHZaAfhCZdfij71npgX1bafl4SA6ZxmN24/RJupRY93WtT9qylHs/Ij
rSp+Dl0/bAwUFF9NW6ChJXVRLPIzswD3cyY8/kISBskvYfHejxCcv5qjqW0L1hLu64WeAvPPhv6d
VFF/YGlWeX7e2/ZNX5rsPiINNnChWwN2EcCMPCu7m75P9I8RyCffTCTFp1suy8DBWzj3WYUHNghz
rOEgmdBwdNhVMkLHb6qOtNKSxzGe2sKHxIw8SNdOtrnVIF9mTbxC9sEa0MsRJ/8C19W/lY7XHjI3
9VDYRhLwIccbLUeHEg/Lqqi+Ri7j9zgN21CrsvGbk5lyO1FwN5EuH7hfOyVoOKZxjG5EJxC6eqPN
dpLG2cuA43qrx7XZ+TAUHQqvlFsAPZI7Whbxs8ZGvrc5sbAdEnAiuDZvNhEBj346Tt0WTHDJR+bV
mk9H3m7AWeHsQTkB/jg7srqwqkYHST/DBCYEtKnRlo4OhCCp7Dcizumm6BKr35W2XXmBm1Fr8tFG
XHt+D7a5JjR5nXI8yipUh60SxKx+ByqxDRr8GxI4kZNsbCNJX12IxQPXVg8ahOKpVY0B+m2mMvD0
OvkJcnj0Ug6FbN5l4bHNSKryw6Gs2Xc8TbbgYag/SKQ1ewmF5KDS2mZTOVUZknnSea5NX6jR6j97
mri+4yTFE4ABzm3UePUNxDGmgwFHBIO4xtekLZZKAWAG/H3LKdEjF9oI+S4Wg0nheRJbHbUIw/kw
vS866smTHWiln4xbuiYoshjNzXDBmUoAyWTFbAUMVGHMtWSt3klwwKfVGrByMeo5sTB/wUkuL2pL
MwI1BYq67fhZGv/O1PqeDpkLgoSQ+O6l6SNt1pq+F0NIqqMR20OuHACy+aV+YlXWTtwOGoKGZIY+
ioPVbdtM+FAjEnw/iC+M/hvLlbf4UqCCrJ4DpCJyKgi5zm2KmoOweC5fF+xeCL+3t0256+s7tvao
Wwq7Tg0pUwodp9Hr5qqyVr221T8kOrRrIoNLfnFqYv6Ek/mLJau4mFdtcg5DZoHnmPx5adxGggsv
OWC8ZrLjcwsFgGzUnOtvXn/TjzvH23jWSk16DqjVtxKY8dFECtID+wLGbdRZrRvdXLKd3NveTY+N
SKA1KaAea4bXY/ulJTkxpWIyKsepyyzFaJj74tJH6CQaa9Dey0528Iae2lBeXgRRXu5x2AAPYQDe
OYSIIMqc9NBhFVhWtFsTyELe2dCrQGsg8QJEVb6eG34SD/sRmnwDXmyN/ukAJHB99CsTrcKHXCeR
rJ6RFFW08ch73yKzcIzWwFBLPglhAbTrAQpsXOh/211ag+gBL0+z+plUr7x6+4tRzJlXkASAeF5V
v0IUVLOxxmsm8zZS+g26TEDy6OZrCMpFX8ERAfS/i4ZjVRanN2MkLxI8bwk7mtoP2YGxaaXEsGZC
OSF0iExDlB0mWvfF6wRaJEJ9TSRxzcb89ydHRJFUnUtdPJnd4qdMNknxMJTPf7Miv2fq4sUMEp+y
xzBKhGvS+uIWnywL+mqtfrDoWScrojyVhWHyyLZgJ4fmC3mLu5W88NpUKbeRJvFAYhRTJbONhMBg
bb0bf0zJP58OJ2NQztM4McEkV2IMTX2M2y+V95Kwp+vLsTJNvy7dkxX3WA40eAUTJv2Hp5DbqP7i
TpilHoBMRb4OIdi5S416m4x6hhpVZhwFxANxY+t/LNIyzxPCNrThgcXVU8v0uquZ0muwy8cMYJb+
0dWeWusuAoDdXjkVl+KBU0vKJpSIm3mOBqVg1HeU76PK9an9BOLf4s9RsPOYbCj2zUyuSPmcz5tp
lEzmMSx1RujS+4luu/5v1h49UcDhI/cKnPm5iWqAXJHBUGhvyjvLK/wm+5u9/tuApYwhzZvCdvl8
undveb+1+U3BdvZa29LiTgSCCg3SwF5jus6H4egil3U75+CcXR9tNZn48dpFvXQbgmcUfRgoA4Fb
V4kDi3JCO2yP2hpHS3kWbRN79MHSZcSb69txqYhnnxpSHAzCzBXNmtlQ3ZS3SColxxxJjY3T1PUj
Oj5ZUHUgjO1s+3PQjTq0J2ub2oIEYBdei7iXnB338i8/RPXYVIKTtCFTMZnYuk6y1c0B7fTPkX7T
QEhsMFayjkvH0KkppaaRl6ZEXgWmZkCvIE89JDmuz+yyBZBXzd1g6HBTziGSgp48nlOnTb0ri3vS
rWymRQ9BBv8/v6/cB14Olq5qwO/L/N+4jcMoR7bEczZErFFJ/6K3UWNgPO3QdITQEZh/xRnhiKhp
gcMscDsb8nQWHj/a1orArIicVTM5gHo5vhlBjSYpbgFYvh+R+5vqFpmxzo9BAEzAQyR6b98a9y3z
kPhamYul9+HpBypOjO60dmrnuWi1L679yO1jxje8gC7oUZZ7sga+WJz6k/lQDgDkHC0PdECoLKIg
VovGt8sRrYX7CAmi6060dNScDkwJXnIvRuvIiIHFAEySt0a71/WVE2DRT2eydeASULdQ/bTXcguM
EABcxOYtTwyE32vV38Vt/duC2n4v8tQrgOkATgBKBWn9WjvbPP0nrW+1bA2OvTIYT9nWzLOrXpoY
DBflvojFLVS09n+zJP83X+oLvSbmOMQMo/HsdleQHnm13E+ddGVZ1iZNcWnZJRU1GFZ+RAsxSDGc
HORaSUi7lz5Ow/9uSIo/jyV4FEHjhWuzoaFdvGU2ervdlXlb3qO/5005D5luCMerMW9RvNcBAq3q
u7G/kzYCKKj2GDuPbK+Pavlq89BMDtJzsC+oaOsyHpOe0hbXibgV2ZENDymwx6bxBSKiLYh8qE+N
AJVgHy/Fv9m3MzILuXeC9j1lRvNhSpCfhmleH/OWBzoS/XxNQWX+kYtj+cSIMqMdzUfNnneu5+5i
Z1dlNSD5K6WzxQ11YkO5ZWQuJmuyYGMA30w+kxq0K863ZkEJCqO+LIWmwQLm0mdaEXRroNpFz0Ph
D+1dzi/RhfN4rYAujF1kQF3lbvwa40j1swxqbWBytQMHFEhguhmfUTn5CvTX4S98cNaSRDctRNvR
T3tuWyZ9HbvNgAKqFT1lLkFzz2tfS+Syy9uudoJ80J+q4dvUvAMXv6HaHxN24qUCal0EqnPXsHOR
J9CgHFQZGHsWGwk4pJ1R39NOs6BNXya3rlsYb9dHvOSUmGpI56LBQQce+3zAg+iNmQoVTsl9IwGb
fP4wRePK9lo6HE+NKNcibA+ipDDCyXfhoKCzT60ST8nXun2/Ppz5l9Q9dmpJ2WPDIMeoaxEelwOY
/0D5iAajwESRiDQf1y2tTZyy03CT2CkKMYgXva9RtHeSF8fZXDextBHmDnhwRYIjBC+Y87UxTSlr
0QNalrOvjoBiDurPJSqSut97X4m2ldG36waXx/R/BlUw1P9wdl27detK9IsESCLVXiXt4t4dJy+C
kxxLonovX38XA9wTbZrYxDHgNwN7NORwOJyylpsP6CbuINCsyM6e0a8AIt4CRdDzYuSb9FeMeapX
XVlGa5Z8k7K9Xe4oDcv8idAvOKrN6omPfgs08MBqhxTSvhXsMNaKTLPMEW5/n/9/kxlxMKg+g7oI
T5IZlGige2WqW0m6//w2BDYFRl7F5/HIuhyQcAb6lJ2ntl8CNr+2OkUxEXXQi3RBmUg1LCw9qOh3
xUgDRvAxYXuqU9xXDnJWkOgZ12mEeRS2L+PJnwYDcfP+vBVI128jS7ACExDaltVi/RKMgGo2euYV
vuAz8iJ3phsJwjuodJeStjMkNOjIZJd1+1TFjy0NyuYwoECM2JldGvEe+NaY6wrKUvGilAY0jvUH
Kh09LJ8CmmgqbGOIYIFaYkzML5xxeaGphoJzy9wKw9FRidLf3Dzmjl3c2RiCqgLeg3BjYL4PyLQ0
bhVrLj3gGNfApAKAbj4BXztmPDVdRPBF4xMzd9102XsKp6USwQ//5liQwluaNKfoZmbObTYAT61k
t2WrwviVno2NJoKjh/cd3XSFmG7M+yvLmSoEI8Ylm1M77Cx26Xo5iMNZfEWbSvXKk56SjWzBL0/9
kFpjzWWTCthK+zZ7qpIDcHEw/vKFM/JXkghky1g3unELSUlv+S3V/V7Fya7YLvHEO6RynLaChJwi
HK33Jhp+aKEoTUiP+kYN4ah7s1GjfQVmNxqvjgsZT+eXSbohLgFqE+aj0D3IldzYXMkYSG8a1KJS
ZId0C1DZIctvtOgeRbDzkv4Ux8UAA5Et3glwLBg7EFTJcoPlhA9yAB7Aj8jVOH7kESAQbzXQQfXV
biJHp/i+RDe1dY+S3HnpMj0RG2LyiYIMB+MWp3pGtlYy0OBiHVn33iboLZ9/oLnsbraeSdYpDrLs
hGH6FDNNmE2gn3jdqgrPJJc3+plUB97PVcF+zsT1rSpIyqsxC7v+n/PaSQUC+gUDHcDntETkHw30
n2Yd9UjTuNXV0n3vgFbhzreJO4G4Pn5eiyUEPbRiSWX2j0vUBZk6550WS9IOnn1OaWCMJKNAsAN1
w3i1KHGgpEIA/YV2C/QwA3b4dN88dx6QWsRbuqXdvovWiybRD11sK3ZM2lAC8GSQIGEoD3lM4fpu
J5PD/vHXQ5rfLO3dCrzYpO1ugaq2Q6/rPmmSe1CXPi6sC7z8/fz2yQ45xpWBP4VhIBdJ4VMlbW8t
7cZDkN+A/1Cbr8fq93kB0lUEAi6KEagEI496KiAzaTPrBNepE60HXrmrNX0fx67CIvgF9emEb8QI
F5hOwDzq8LgE3Lv+YKJLt9gP7Il+YfCZM5D/q45wmI3KABYt+kCDCDFdij6crHhvDMzvqWpS0nO1
ESS8VFI3socaADpBZQJe3nunaOPMn3p6NzhhWaXHzv1CSc9FG5cN54GyugilV0+Dp7cNkvVxdrms
b7p9NNovVFfBRYySPQIsyxSvLY0ASYdpSNh4jAXODJAKXJGqRKjMordCBF9vZyuwiEoIKWz3XreH
B698PG/SKgmCYyCkLCpQyOHMgDrHmO+sXLEV0hgUtTuLT7CBjl6s4WX6ksZTi1PZud/0CrNCV4v5
pA0vLHkA6HJyo90gmbZ+5YW3kSq+XBLEnrnFH/xTtqI95rVvHb92QyUqPjdd8axu5QgOL271aQZE
VBYYjV0eUnN5GOdv7erd2+uvAvN8vpP9PL9jMie0lSjaRJmRKqtwmDILgwmcYmB4zP4zdSEeLlsh
glkUZmfGbQS1Ru8AFFkfZLzAICUqSEqZp9uK4da5CZsqp5vI7EBMjRdYPi9+Yf/sp2OtKwYtpJ15
W0GC56aLkTsmn80DRWsQL+9rhA27iepH0O2BsAkg9JaJgOoLJT2M+QKAD0llTIqLGQCPxawz+XWY
j/plXzq3oxLcn2+3YIAQ4XHATUBRfeJOiaxqmtF/DxFOc9vwZ3K9+mky+AUjmJRpkKy5dEgZTtbb
HL+ZtQpJQbKFqCjaro0JFoyoiiAO9jgYRWriEtGBCDRVB4YuDf2HpQLIllj9iRjhTsTwb0wzB2L6
Hk3g/XzX0+ajL/Xw/OGSHOcTMcKV2A9rM6Z8ljLv2A2YWDCW7WcPs+PdtFXkoxdFcdVLbkYH72BU
0TB5+7mWxgxNb1iHq57ZzSs1q10yfCQR5s6nJ5gUeop/eul0+IKOG5nCbaxRbbKa3uQuK2zXpzZ7
8H0C1m3WK0rm0j3DOwFxrQ1UQhEcsO7aIk65oGkBUqeb7Me1uGzWWIEjohIj6EPmNnYmHWLm/tDY
96zb58nx/JLxbf90yMBvh6cPqB4RMZ36qT5qwDGG5vlgnNCrn+68FlkcDOkUfv+FGg3oq9AjAlhm
jkQpXCgewIERlEHUnEzhYB8JSLNzVf5AumRoFMGvgd4XEE6n+nQFwZiE5SILg1E6oHcs6NG0YsXN
LztLho5WW4TiWDZxNDGOZ1OLBw1ToMw4RAlS4YwCtI4uoTd6GHqZkUhMK8VOyTQzMCII8ESEfp9G
6thkJ5iZAf5l0oNiyWuLJnS8cdqnZFWoJ3N8W0mCR1pXx8ZgAtRLPIoJZXpdjt5FDOxB3DQX581P
ppSJejsaN4E28ukhDKiTKPcyJEXrGaSwOtDkmL1bWk+RT5ZZuWnjHcp5q/CKE6y8cQYvr1JkYrys
BAPGAfyRiXtlO/7C9ucVkq3dVpJw74NybsWENxQqtT2QPXzb+Tl6u5E8nRcjCW6BGfpXIb6um/DC
0Ew9xn8hxlrvnMk7VFWtcOByTThYJycz/4Sxnxc56L8IEktF+bFgRNz75gy7SUXbJTUAwEX9X4rg
4tLMIE3Cs6ZDfV8NFwsgSWbFrSATASQbJHYw3cxhzk/XKi0Kb5j48Hu/3M7WqwaIWr1TLJZKhuB2
2nlqcddBhkv3NH6bDCCYqbjkZF4HtVMPgPrg2MIc/6kec25mgBLDbYDpxZ91kVyPBKxHhO1zIJBa
jeu7wI/1z9uZ7Bbn8wQ8L4ZmcDEGsqqWTX0MvdKxxpDtLYPDborKBxBvYNc7TGCC//a8SNlZ3YoU
tmuszTyudZzVpnBu0fcRmFPxa6yNXeG5+9EpFG5VpaGwc7RFZ1pkY1WXqq6Cns7vUa11F/nYvVWj
/l334moXpd5tgX4wxeLKN/Tv4gq2D7K+bM5rLO7qGDPYuJC4AiTLGIL74X2uou96ZdyABEDRxiA7
18g5AtYYeUDclMI1DDoWc6k17gunKzwbyJz5axq00cf5bZQlzNBHBQodjKVgEFzs+6AYZJwx3Q7/
Ydo3emYHS26HYNQ8NBq7KrLvvVtcWJhDtOLlGFvDr/PipVbEE1nIoALSQEQDtsdxbAGFjOC9+tVn
BQwn3ZvxiCvtvdCYYiOlS7oRJjh9YulpBFQwJGWArVfbr9maXXgdKFy0r0TV+Ll/1RJ8gIVJPGa3
UGtJMFCtu1dO6SAuBMf1XN2xXg/bpPfdVdkaq9KQ/39z35T4JMDkQW7C6qOZtwGzBt/CVAewsm7m
ZQnQLncfj4CDYfoxGvqnorbvnHTqQQOdH5ps8A0lUqV0i20d4EF8ih1QTKffhGnavJ0GfnyQuc6T
vQfcdBoC6sBXgcRJD+pGkqD95LRAwUigPZ1/UOIX+TFHMcRgYRSXYP5QmK70LtlIEzxStQCBgHC9
UiCY6MtbhDypARLC8wdEJUVwPsmUWZqVc0uy0I+6w+Snj2hMIUTqXDeq8P9vzIb01pAYC9+ioX8j
Xn+dDHY4Rq+YhttRO92lyXuJXt3zmslq05xt5P+GITIpsDFhTc2lzla+J2l6AcTKwBjL3ej0R0TP
KK+wEKAYj+NI9olW79z4Xdfi+zy5OP8lijUWKYL7RrMjTPvxNLQZ0sQENmZ6qDUVzY4sGASrAx4G
AAwEYrLg0Z28qy0vw5sndiwwydtHDKwfvqLJXxHm6Uai4zkF9D08XDfGl8xJ0EyavEbrqhAjdTMb
TcipmIr0ldsv0IQu8UXb1TfG+GiULtpAbIVlyoqN6IED/SbFCAa6gIRFo17faSTxEBUCkw6MbqsF
qnXfIq8OfZvX/RDdWZNf0hHgD7tONXGqlC6sZ4JQtaMtFDWRW6rog51cJm4w1VfA+M2Hn5jIxnkE
DPtoos1q2p3fTKk726gurHLnTM3Q8jdylQKhjAWrfYjTIYyLl9IDeXhwXposQ3my0sLtGMdJnRR4
5QXJemuNuxptrtZ4WNMWcdUj0R5zM5yZoiouNSTe4cgPBPk026h5+aR7FWTWUXJRtiNA2Ltd6WqH
ASqe1096DXFALwz4U2QrBUMaF6tYIhOvZSsBKSbiVG2ghxwvjJW+4dpSuBSZYrw/3QO9DvB8xDLk
UsXU0miFgJ84nd9m+e++8cbAjO3UX03r5bxushIHap46RivA5W6CVuH0QMaV53a6BXHoVKOHLquv
+66pQquP5wsAItmHwSa/+rTp/NkdqpDMwPCvo/WpsGsVJrzMmcKpoz2A4ms+4cGaRU9mRFl5wHLv
kg5NQBvnJle+siTmisoXf46CmoDzaQt3Vs/i0XTJiCRi+uiW7/X4UAGtdwFJjo3q/K7TQMnlKGzo
865CJlJjaI8loGgRy6+aayZpFUEmKwKje0rdFhjBF9WkgrtSyeH/39zHjjkwsEoipb44QT88LeUe
DNkt/XbealRS+InZSKnZBDh9F9pY+egnLoa2jCeqozL+fF7OZ4vgqwbzRJOr7jmicTZpAqaDnmuT
P03jQ6nfNSrc/s+H+1SE4LsSq149j4uYnZ+xc2G0YVyhneFjVVUBPt/hmDnRTXC9/WEyE9tPegCW
aAvvFZ7rh7j1HnV3UOSspRLAMEORZ+P8KIJdE4MlURohIT+0Qc++UfKfXS5H8wQdIvDxOBmKsOtD
Ui/d/Cf57rx0ZE+iys+iuxIjQed3XWZdWzlC4GrOJXrwJqS+7CKM89yPHQAqoRhEFfrI1gulJxR/
kDgCaprg14cegVttIzPVendm9U8+maqLUWJcFvwqwnkHmRVHpP9uMQlRLiXCw8GqQZD9rIPxM3EK
Dv7it9WN531Qmz30ZNhn7EEfuyMKHM+DSULdaIGmVcFHNKpngfSbbAClEvh8ThJ2enbbASxnGOVH
yGrnV9E6XLWpcSCNtV9g+8uqql7KxIFLBKaPHCDMhh/xjauoKmA8TA42s+3W+vviRACKKVaQiwZV
noOMnS0GBa7JAP7GEmTJsU/p6Pjr7EyXMUhCdt6w5q6PidCqBEWDyxG12Ni9REgi3VvVSFUkbbLv
RZ3EBsksRWuE2A0XrWOEPDKWZ8F7wo8yPdTW+dJNq+tZ63+X6aCyET6me1qfIaCeAwOxSWGKKLie
LtAC6tw5dnmgqLWgSej0cCLDNWa7QmddwrbxkMYpMHc7HdDKqNod/uOfhMMWKDA/OEKhIByTO502
rAht5tEL20k/arq3d3R00lrWXhvIy5pOCHnQTms+j3WsSFRJDiBnjwdZGWf0RFvSqeolfM1aRIjh
rPjnlLi+CQyr/+xK0Mj1p/AAGAwMiZ5KyMd4bsgYIWsb7Why0RhXMwCSyrfzUiTX1IkU4UjNZWIA
fhGrODoX7YwR2+bOc3fnZUgeFARCOFQOzhHSXcJide2arm2H6lBpzfsMwwZ+HHtG4PTGcui9LAMT
w5SFeQUg7pn18y06zZC8MSbrsiuGh7FfF8UXyU4KTNcCLiBPWIs1MpJGE0UDIKBRzQ9UEvzCvY10
7X7wJtQq5lChvsxSYaLA8cSLzoTJnO4kGTuUtfmTpjYikKUU3bUHoK9d0lTN9zG12R6Rwl0fr84t
AK9vmKs5IIXIFAb7Z5HF84INAM2pgfOKHq3Tr4gsN5nHCIAUc21PPUaEC6IHsV3QZ80DRE6fDS1A
3uesTK7QwwWjS1mGMqWBIfMLx2Ht80wyAFX1mkPf3TEmIfBs1wFXW5Fd6s1SJrtsxS/5XW93z5WX
GmEd1RztrOyXXbzaxYtp9xbHsTGe9Z5qH03ZNQePaearFUXNMe+XImQJXa+TlBaohERR4sfARbsf
4nZWNSp9fmZi7xGYIVxHXGOLNAbZjIe3OZZ54JqY9zKd+9L61aOMkBkt0DnJflY1MUpSzpAIgAB+
mfC6vLD+bLTpNDh4rQzLznMfSByWw7fSeU7GdxDepcjB2DdUSd8oO9+4DFCZBUQ74DKFozfl5mKB
RiIPpgTgqgZndsnu7JYqmgEkcQ/uHNBhIZ+Ngy5200458PLSGZ3Q+eAByu0irX8w98129uePkuzc
otkFvNY29yhizmqqWjJgticPqDvtzDm/sL0sTDrq5+R7PFPF/SZdu4008/TErKM5MtZCWr8CQNw0
d7lz38yKlZMLASw+mpF5P4qwQWaSzbHjgXtwLqZf02zP964zvlSsrxRlZrkBgjoD5TlUZzFadKoO
QwtPO/HXeRVN6Dn92S3orLlaPT+eURncmc7liMnUWgUTzUN30e9Qj+CwgcsIE5xCaO/S3onsAqto
9y/r8DTXlzED+ICfaS96ezRUbxVJVgCTAGjT59QHGL4R5+QHEPgV6KKDjfQvmFufSaBnYZTu+sx3
2BvJgxhS7Vu3Ppy3TVlEsJUrhP7MBKTg5EJPt+sPqTMfp0U1FyYzf/5GwmKibvUpl9r2U2/mADrl
o9l1d9FMx6UpeN9wZa+K6ENmlltRgu1nVYyuN0TAgRuDfSq2j66V+3qRf+FAb8UIV2PMlmZtE4iJ
MFRcz/dz9uYVVRAtvxOgZ57fIJnLRy8RSHs8+Hwq9qnzbH9XTj1OGkY1vEePeb5nPbTR0wCCaVuV
6Ddl9mDD2YPtiADGTPT3RqONTUt40IM+zt7wvfrJXLFzO6156KJXzIJr9GaI35cqKNwjyT66+jZx
alRuDu54pdPfrdb4Rf2Ur8fSDtNShcEjM6bt9wn2ajcdyawY8QAgo5nuj8u+dR5I97NPFZHHn55s
0QPgxgN6DV6ruIUEx0NatzMSCyvRmgnauA75gmoGB4/1++yhsZcwMYif9eUur3D55j9qAjigIG9+
WeQym19LF5Cjc6DbD3Os8PDSyHT7aYKZD2ZNUObFIjTFFdCosPg7pIZaFhLvmRV7m4VjdqzAwRYX
YfnfR7AI5i0hHv1SwFoS3xBNg6QHMlEgDQbWOXKnfkSDSUWZJ3O/WyH85t48YrOu9koMGCIAML73
vW/1B6fYk+R5so5FdGeqGiRkgcBWHLe6jbimWaw4XSDOtljg2j4ltzOG5TzV60hmvXjq62AGQOYX
Fd5TOcOiWbZRwduSbMTE4UW7PiYApqPGe65C3ZD4DVyXf/qI0d2GnN6pKAzGsiKlEJWyJztuMc4J
POLqLgbWIgkwEHbeS0n260SasF8TM+NcmyENfClrA8xHzOenCfVt0y/oD+DsouVF4Rglvv5EpLBn
DIPIpTVCpNmSnd4P4VTd6CrDkGzYiRDB3awTY1HLg6l4Kvwmv0TBEcvqA2l9bBQhlSndMZwnzMwi
1Yciy+mOFSWjOV34GuZP6Xwxpbd9STCkF1rxjpbPKaNBMv7uyt+pfR2tR4e04URtn+h7F1Dk6UUf
79soD41hh8mqYM4HIG3uEVFkYMdL7ibvv1+CqJb8/VxhaeAfh9JM8fstehQ8NC8Z7cFpfk6au3N+
n7cuCa4oZ1r4K0uIxloXMzorj1Ki5mdlhZ32LUU61Ov9LLnQl12b7mty7Rk7s7rvgc60lEFjPnrW
W14kh1p1Bcnc7+ZrQCJ9ulFgLosmXcfXeFhmFFZjkMAGVqb73XgBYHI/mt6Gdj5Y1n1ZhNP8hYoD
xGNsziZ4mWHu/VQ8wKtJN/PQNGruZ+/ZXNEiUl3OieIClJ6vv2LEYV5tjTSvSyGm7N7Sdgrj+lg2
5VcO8UaI4BAtqiUz2pqwlNqPDrjYQ7qzVUDBMt/E+7L4XIUDBCrhXBnDPOUZL0sn9s88ulhzEEVe
tA7AZrOrqvo2v543Vtm6Ya4XdH9IGqGVWdgevdfR3xsvOHfLTnOPlvu0fuEK5qPD/xchbk1tTqBr
ryGibW7y+Htj77RScbrlWoC1HPOtSDaJuSbAx6890SZcH+txod90dt2qpsmkIlA5sXWkCTFpKuxL
MppGuzrQYpyf0AW9ZNeoup7fC1nlETh8f2UITmqxwHUBmhHYV/u2/qDIuXeBZv1jpj+G8SHHtWgN
hUKmXC28czAThRekmDZs6n6gFRqpAqu9iOOPFMkj8n5eLdlNgXLTvyKE2zYydLdAKh4ordFu0o4I
wq2QlbertzM7xftbpY2wSd4S5wkdIMoD7XpsHKf0B9qjz6vDf0OItLFJf9URNikblqkzdMho0sVP
c586r4tb+J5xRVQFIr4y50QJh9NwmjYyaoiaql+Gdpl3H/WMh+LhvEKy1zzyZYbJ+6MRJIuPtpVN
YEIB91OwILpDzyQoWww/GsYrp7GDyGzxkqtvHZccFiu6SZz4IWkUE6cyp7f9AsFEanTBAowBX0Dc
i3H5xx6fTYIS9SVAeCp3n+oqjbmjFhYWk2WWCVAyjHMDvfT0Uhq9NZknw0KesAWNSuLn6YtT7fLo
cqarP3vfCFLIPd6O//3+wPwBuuYxgw+GH3GwNmv7JgKM6B835bph0R/GeXd+MyUricEaziMFRisP
IAqnmtWFU89NCkIyu0mD3t3b+iEhPqpvvpWGCLSYKuUlsdGtwD8+bfMYsU3wS9RzhK2jzM9ZjV7i
i3W4ZkRRi5Ic7RM5wt076hhGp4WHZAnI110HCezZ775wwZ8IEZ6qTj1YZYmwNEgwDOVFAfG+TSpM
Zon/AHwA0pC8vQSWwP+/WbDM1taCZHYeoCx63VUD2KvYVT+lu4rPb45MsW4S73siTnBXQMQBP4cO
m8vN31mT+qlp+Lm2A++5i7VUTYWqpAnm11oDIoES0kw7bNk7OjF92h7nLLTMh2z4OG/rn02CongH
x4PQEo8QW1BN1yO7HBxwUjhdg+wFSAxHv6z254V8tm8IQR0cJNSoiQP74XS7rLVABXSOUX9FNZoO
YaOleJ0+OtrFeTmfDy7kELSRodiLcEl8T7E1rvQ6hRzD+MiAXAsys+abCcq/EehNzhQkliJi/myH
pwKFrcr1qTJABwzFol1bHkfvsuu/g8xKSdMmCWu2koAUfrqE6Bepp7KHpJXaBFFzFKV7p4/iG4Mw
tk890GHURVv9pokdPyaGmxzswcuez6+vVF3w6HLqCmQ0xCJN1HotKfQU7Z7NTYeW49x8cJ3vsxU2
reLESXdyI4lb1OaAFxbT29KBpGyqQw8RXGOD5mtGl+cxmb6N9IH2irBHaqMbiYJLcWmEKXACiQDh
rqbdajpoaL2L6i9UWbGTqK+htonXHC7OU9XonJTg04Ug3QlSO7CMzh9HoLPpfjt8RPRRT59n7xZ9
8V/Zu3/FUsGAwKzLYrvk+hnAHgLCl3Zve7vS2+mTIq0hdSl/FRQbHoy4BexABUka3Vn5zbTeG8vb
eWXkx2EjQ7hkDE2rnSFJ0ErNcSmqXYGKUL92oJpL0Rf7MjJfWy5GFU6ASjMh5NFTRx8XA5qN5hpq
aCyc5x/RqsK4U0nhCfuN7UdeWVg1N5CUXCXsaQCfeabiBZVaO9wkQJpc5CWpYO11W1TR6kFGY/nl
ynwXLacAB0iQ7Tq/U1KXsREk3C+ZV/aRwQ/yjJw61X7FzY1HdmvrNyrWKInLsA1ArRDHNNDYKjZd
adGQe6sTIzCcdlZ5N6Zh7zyN1S36FrIqdIr/buVg70ELrYWKAQoGwgqyhMSjm6VIlrBrx7jPrbfi
v0c5KMdsRAhrlwJzk00Lkv5Zed+b9+340lTButyZw3+/xlD3gUPCDY2ytTjc2Qyoezgj2kzc6D7X
n1gTuG5Acc2w5XjeHGQH90SUsGxoPHOd2sayuflHr73ZIMEOqnrxu+HGaF4NdhNHg+LFILH1E5HC
MuYapQDqhXbIUE/G26ofWu+6VJWP+a+cPod47ezvGgpufVyybl1cKOYZv5fxHbx3kffYJI95eoxM
he1JNQL0GU/V8LKM6IeGqUvA+YfSMXKPI3ox0g4khtdkUOyWxBOBaOCvHMETZdNokqyHnHi9M60w
qp9HVc8V/wlx2bBoOEOog6D5SLCHsneTyozQkB6ZaMXUP4gqcyYXAGAz4LYhPyc+5oiLd7GzYrgX
bGGglDefVqtSjPpLRSBhxovdaGkU2wuzxLAmKM3P6e+qfrQxC3P+1Mj2m2fk/i9AuO2S3jDntSyQ
YCoedHhqM7tz8sdExQUs2+6tGMGsWtaMuLehR9JdrOWr0/gsUliU5DrgDFP/aiJYVBJ3cTJn0MSt
XrX0uwcidVBtZkvm5yosQumugI7bdQmn/hAZud2MTkano2Rvpde0r4OuaBTbopIgKJMhdKsq3qgC
diOCDEit4oqTbshGBf7/TSTQ9jXKAh6av7TkJaXPZAGQ76TYEakM9PTwES7UEcTEVRytZZPNaLyq
5jtNC93qmhQf581XdjOjdPyvCG7eGzXyNu4yWkNEvdyCUnXwQoq2yfqm0UCV3ICSVTVNJPPFpote
W5RDkRcXE7LoaQNXEEGNIVn2jd2FJjiH8yXU7Gv45wZIt+f1kxr1RpygXw/yDiDMQJzbXk/GMXVe
HRIu7bFW9RLL9+qvXoKznEYX8EMrBA3zD5sdGmRmqeIZJNUFtX4+iMWbT4RrzG28AqMiqPGR+nmq
X9LkgsboeH1i7Asxh/lXkEhO2AzTUBQNHL++HMfiGTF8XgcjOjBtxQiCdNE2goTkQ2y66N9Fa2tg
J9+0vPIxhQk+QIUJSD20h/Q/MFgweyJanI5WeQZ0B5g48SmqWq0b6gMmdBXRtNTjbMQIlmb0jBlJ
DDGm/qBpb40WnrdkaXiGxmdsMUc/R2h7elQrZrMy4r1HzQpWOC25clkWktQ8Gsl0pU+3c1miPc0s
G7/0OkVRQLaGBEEARyDlf4LsHsjMZC1herN7V2W5b7HjpKHv9eK8jjJ7QKMTv4OQHXRFwMGkH8na
ubCHyjiY0T/jcrc4qhyopIcRaZi/QkR8QeDuD0DegJChDtCjFpruTeR8p87BswIDDRPlI/MOnYph
UWYeW6miqS8EXRFcaldepeDhrP/7UBrUcmAWsHQAyom5i9Yc13qtYR79rNlDQB3WHQgGN5ugcTIb
0KCD7hUKm5Tu11+ZYuICDRJd5nKZTfVeOCCp/j4M+/MmITf7jQxh4ZppBITXChmGfZF0hj+1Fpqr
7vP+fkXGsovCStvp5u68VNm1SPD6BvAfpjDQKXx61mayGqg/QGjUg3nFR6swGwHPpzXgl+ndgzWZ
Zlh3dXqj9RESi0thHM5/gMzXc/YGDumDp4TYW57nmkuGHB9AEVjkZNfg0EVe7mv5q1kqwgzp4eaV
IqSZkWrW+S5vYgC9IMPoeQNe520arqzcgfC68UFOjKjJUk2CSk1mI0xwk2tV5tHcoOan1/cLDfvp
JXMVJiNdO4/zDqJhmOOJneqjxYmTl/kEi2lKQHNovuO+45mJJldM7CWW4nqRmspfaSLjVWM3PZrM
oNCS0qfE/b62b7G3PhSlfqWXLm5OjKZQVRev1JtshJqnKuZxo5mxARULdIbyEGr8Qk4SU3IYisZo
C2I1MVNYFDV40xOoRdkHWTV/nXxi+V75YqnGKOTb9VeSoAvKN3PScYsYdMzqdL7tBSR9GEfU975/
4VBhgB2FDguXqPjeBJVbTHp7Rh4A7UFOfwum+9F9Rgf5GKkYYmVm/qd/HKV0gyOynW6QnblLSgps
0ApEgKyeds2At6H5el4h2ckF/A/nH8ZYBtJrp1Iq3SoBr7ngHeW8M/Ixow+4ie46W/GIlu0QxtQw
YIBBJ4ACCi546IYpbhOsW6xdD/GFbt7m05VZPQy2ok4uvZu3kgRb0NFIMSQ93yGjPqytd8V69JWR
kgBYqR5CY8SYRtUcTIxszF33u7bevrCg0BBdNshKfKJ0Hlp3XXuPLyhQbT2NhnGz6+E54o/zcqTm
sZHDX0kbl+tqWo56so4Vda+YdUXZXusUd7PML9G/IohQVMhmGyTIKVSZx2+Lh6TufGSA6Y3Jx4L6
lLnc6iquVKk1osXGQv+QjTKfYCaOu5iTEUGpArUuugS28ZEAdt9MFZG21ByR2HXRmIkuB0uQUyzp
YDILRpKtRxRh6/RZm3ZdfWep8oZShfgjFfogqBJ9YD7EXRUzE9aYaxd2++F64y8vB7pe2yhOmEqS
YPdtHqVL1ELSZD4ABY4W3wgnDIuz3Xm7+9PvJub0wPn7r0pCYIOXMDpeIwMqNe7NOlY+sdtgLNlL
3dHHNhuuU70GfumzWb+WaXKP+TdfS9fd5H6neJ8tdbtb7TRwGnZBRxWakGoR+KW3ORRDbjU2bfBt
QLftvF1Nb/QkbLXH80sgS0AgHQyqPkR2uAkE64kbbzKNEb0x7vwjHz7GMVjZhd5cLnUw/T4vSnZL
AyAOMPAIrSxXLHvQhRmTCwi8IJvvKuMOEAj+eQHSFdsIEFYsI1q9ZA0ENHYeMnK99GHekP34lezj
VhHhNnPMaizsAXKs9EdarL5lPBjZz/O6SE/1Rheu62b3MfqPNk0uYxkKn2Vvcx0HmZFgNv7RVZWw
peuGYUYKVg0XJNjCvTnFI16AC2S1NWAs3+bO10FToipJSi1tI0Vw8iDPmJD0hgdOcHRstusjH11Y
g37vRnvqPp9fPqm73wjj/98snx7nEzF4k1uq30Ro+u7Qd773jOckDrr22KSKUEqxguIjunQ0NEUv
fy7Kt6E6zDXasJ5jFaa39JpEvMab9v7A4pwqZdQVSKCqFY9mzT2sBiCI7f4m6p2L82snPacbMYJL
sFLUISJgigUJ2K9TkHCb384LkD5iASP/ryKCf28IKTIKKIdgNT/ooPtNe5y8V0ofzeZbgo4lsE+5
lcrXS0/URqjg6+dkBKd9BqFWDd+OvBDiwzBLEx/BcUic32Ci2ifl42AjQvW+z2kSaMO3Si+fR4xK
N6wC6PP0cn4hpGaz+STBYWmDHlt1jE8a2YRn2VNdYybisdUO58XINhQTc+g/4+gHQJY4tZui7oux
6m3kQswwBbJRsa6KGESmyEaCJWyoF2d2W6QuJIzfZj2cnQfDeQOg2nk9VFKEHYwYFos0Dnxi/s8M
gIg48/v5R+99nBcjO2aojVl8qAPDvWJi2Z6qjs0NlCmQ30ApxqL7FRQE54XwNRcjj40QMansmrWe
mC2ENBjZKeInrwk99gAgqI5ddRUL61GFWSzzv1uJwrHWzdjD7Dok2g0wi4PBxAkw/aW8nn5npaqk
pVhDRzAI1xtGc5kgTKuesyGcxxeicLmG1Bo83t6Fggb6OAVr6HuNtsuAnJDVds8Ohi+P82LunWZ9
A3pn5meTOx3mrl3CFAhfl66dv01Vg/Qf23npL2BLXFvFtCfz2isawmR+hnNIgEuCc2U4wjp75kAT
nTfAu6OGXEcKRIgIiap3Zvu9itZUtsxbWcIyt+gi1ArQ9gV1M/mo+Qdr+4uquqRkC70VIiw0ru3Y
XXibfbmgLSE2wiofbwvtf6Sd547cyLKtn4gAvfnLsu2d1GrpDyEzoveeT3+/1ME5qmITRbTu7JmN
AQZQVCQzIyMjVqwFj/A/tcCpRqs0wnhcQ35wHqlITeyg9gcuBmVrwFQcZN8vH7vFj3NiQPh6mhdE
tu9YKQZ8hUFAYOdaG7pe95rrOyVbE1ZcirsQlFioH8Dxps1p3lpbH+Vw0EXD8lvR/yz7/WVnlr7+
6Z8/c6YMWt3yPY3XyxRsfK3eBtanZlibGVlaslMr4r+fLFlGE8ZLGf/b5NFVZxw8mZHQbpPYvIZe
/sEf6DwYOuCuomx/binp0xxZZu6pUY82Zb3XWm+vWitxY/Gj/DXyJzc5dcfwOrWWMeIxMGZbh6Bb
m8tcOi8WmFNNZSuD/5+5kaGklA8R15RWHifU4TI3G56jf0GLnFixZwWNzDKoeKr4ofr7VPk9QO1y
+Wss8OryyBESdDbvQ1DlMz/a1iC+jFgw6Sxk+hXvULN9CIcDNFi2d1VUXzihcXMofPRyOK+8hC7/
guWF/L8f8I7YV5KiCgi1KH8Fm8p2PfNzXr8N3dVlM4vH6K+fcwoUXw4RkKvxU1EC1+ZuSF6ctdRl
8RA5goZdcHkiwHK+tb1Rq6E+4TGfwc1TvRjhlZxd5fUuWkMpLd3ysK//n6F5TFDz0Y8CSidUnNT+
ru8/j9JRb96q9KivdUoWj9KJrdmLrs+jLBktbEW0YiZIJopw5S5d8Wb+aXJ10OvRZtnUNHDrmPbF
rd3els1Wj78l5kqff8kYoovIrVDrpCo0u+cm39GTVkSGIc73oapuWsu4aqfqWCsOlA6D21TFSiN5
8YwJtVUAIGIkaz7KqDVeGHoJeVIebjxNdmmPaFoIJdSDV14Ztht6/5G4uVF5H6u3Vrxt1tQyFt9i
p79AfOSTeCjZVaeEHb/Az+/VYTv5W6PfF8ld4N9V5cGPnj3eJpcP3LJNCg2ieo5WwLwSBAqlaUI0
WjYpwwi9TtvmMSwepeomMGuYCJlmz2OXqe0Vs+IDznPuP+yhgB8ETcTsJktsO0szE7NOpkm/iniq
qQEji9AOUnqV1QJMCv7uUDJUtbGiSCM7Vvvpt2xPMr+MRmfX9v8ClIFxj3IYJDSMtcyCbEmNInMm
McEl527WvJX272KV5XHpoJ4Ymd95A3VvvXcYdLLrFuFUmS7WytouxTfREIGbnzknZ/7ENGIIdvwm
THmaBW7u/2xhWomdX1nxuDpwsRSuT0zNay2KPtp9GPrpZvCTLdoot+EQbNWhX6lBr5mZpfFtNOVx
pWLGq55r7UtSaRzGNQKdpRvu1JdZ/q5m09ikXpBudGlnB9em/UBSFfUrH2fx8//9OHO4SjJOVifJ
uMJrxLVKzbXWwJJrfsyCiCcrqZwpWDDipz6l/oUN3XGDf2nDOlD+QU4tIuY8JYltOS+LCtZkya9e
I8t5rBQJSd7hhonWQ602x8sRY3Hh/pqbJyBxGkbG5LGrO6M9DMrwNHEjXDaxuM0EU4JQY4NFabbN
TMUzOj/FRF381BhBjYNd73/9sA1LyBqiewBukvfIeYhvzdo3SqlI0UEaPd0dPVl+ZNAisrZ6liXh
7rK1hQFjsGWG0NWmwCcYPc/NofrraZ0OjZaeRm4kEUuNW4/GfGvR+t0UU+zabXBUkketavaImKzc
LgvX+Jn52ZmSOzVCurliRfW9RGkZKrZu6wDa1eQHWVpJUJausjNr4s45uT5r5ofiOMSapj03PMWm
Zgcvp2sFr63GPUNx4tZr/uFAnxmdHTdjhGK3UVnhoHgo/J7cay31VsUqze7KMxNi35745Wt2nkoJ
fknSk2fsa3unBf5Wl+8M7y2WdmEmudUvLZX2UbALwi9B1ApIJC/ejQUeLrzpzZ+y/3UsP9mdt7bB
xNPm3W8zDVRg/miFzskZGH1LS6gRUyBrrykEA913Y9r3hX1Iq0/6tGXzAQ5em4ZbOKi8NcAbwthO
YXBe1pFH3SsVoVLrDW6kvZr5XdTsL5+chUv0z1A+UGDKH9Z8Tj2RZG3QLEgfalU7WMNPNdmPfr0Z
ssOwJs64ELDPTM12UAmcyTZzTAXKNpFAgB6d7DCukUsuxM8zK7NNxGx645Q1Vuz4MKgPNdzwl1ds
8aOQq//vigk3T3YpMm+5WoQYiFQYsj+H3T4IV2DGSyAMMIR0vAGbqu/nPoKggoq5Y9bACuUdwzPo
ru3S+EfsbUPlVmMmKN4nIcJo8lqJeCm2nFmexW1JS+BS08SUQ/mEgmuebuXoB4UEmKDDYgu37OpT
eNEks2kwPdINphAzS5EVJ/ISraOo2rRuAuksU7stxJKN24ytG6Utw4pkEdsPf0VQz3+Nzv2U7WiM
BW4ymx5z81FWfpvDz8sm/szZz2LGqY15vb3uGqNXZGxoRf/JaMvryBvdCIB9zUhX3GjbRvtdJW+m
8kIeXpq36RDsFJv2ru3KMVOHRnAVduZ+TJEEMD+rnozO2c+Q0VtwK25nZI9DbzxETItf/t0L5/Ts
Z8/v0rALFKPmZ3e8AtV83yuvTriVspWQunBnclcDX5TJQaiozw6qrwdeUY/AcUdz0l9Dx0m/+ewO
mNl0LbjhVJA8NJlZ5SxGACPxZSffhwl48aGfJUGBGf4daVSflCkD4yHAgOQll2+yZMW791Hif3j3
hQmDUbSZd2lXhJUX8efX9Fqc0t9Ecrx35LfLXiyASTADVopSGaV2bJ0HI9HRNBDAg3shfK6g+Iz3
snYYUCnzfYC5D8a0LTvXcm6bTfnJ0N1ms0GrtthPaxFryV10asGMo4kF88RszzRBoUSjirtl/l8e
m7fNKB3GVl0Bp/0Z3Ts/UVATozENEwPoI1ow5+5OstxKhUx06k1zClwJdMlvJUjNmzFXu9iVkwZI
YVNOqOTkWo2qSsII4JQqlbZVwjB/VHhWP9Cor0PGKp3a3Gq9p+76uuoG1NPbNHMlpCFztynj4JNn
tfWnfspZQU2O7aPqRWuXlfg87/wB5AYfA7UYax76yjZNTD2qaFnpPs+XAvnTxEngVJds2y3V9Has
EvK5hEmzSPoH7AqrSa4MmyoQUzBj56spKYODQAQnME9+++aNFx4674uRHi7v0cWtcWJltjVQuOgi
Q0yY2PVzHG+VCpIL5fNlG++zGABVTLHpJiqiArJ97klbA7UvtE6AcYtHtTXuAkc7mN7E9ZG7tuSt
XB5LwUOMl6JojTKzPW8D1qUm+UqLSxWYZqdSXTX4ftmhRQuUqsgAhBDEu/Dh5TCNBuJ6ssy9o3tw
SKwM/iwu2YmFWRozlnRKixgLQ/7UQSDdv8jRjRPXrrMmJPw+0PNxHEFsAi+2wv/NPo7XoSapAsSN
pnsgkHJ59IJd1ruGjaTj7vK6LXARnhl7hwWvPL/KBCy7KrepetePh7Tc2fFO8Y+mvh+0bV4/pOE2
9462tqaeu7TTTxx1xPvmJDNEewSogHBULm8rSuHO0V9TdVsKGKcmZk+/InA8T5kw0SbbdriCNYAQ
jw5A5Owle1OvCYIv1IrFcnKz8Jjn683f1UMWx3oGOGfjF/u6eZSnNzU62vXDGKD78J+tXSX6t0Lq
aekj9SZ/r42VitjSOSA6cYUC3yM7FEt+sqReafpRq+FvCs0Jsztup66Ep0ULloA3qZDiAGY9tyBP
RRGrpkAeabWrpHdyuMbJtVCcIFSwihByCf70+QGoSkku0XHh1jLoJ92k47PiHKX4zm92ubn1ndgt
axAS/L1S6l86eSeG54chtjq/6ToMg0p3pIOi/Yiae2X8XBfXyscBimdOzjXqopGzXwgnCz/f1+P3
YlKvpSDcXj7fax7Nj1iZJeYoUNsBBGrm9JBkN+S/nvlDbo7gx1asLR3o0/WbnbYWvEcdy8InmvbW
t7q5jvqvlx1aCsOMisliDtsCYjcLjkVhQKfbMPljezq9zir8L+xUye1z1FKCwZ920MWssY4sLSJ1
MsHYDqbPtmdbfpACLXQEgiONX5oG3vKNJH/OFXd0rvs1UqSFJVQET/uf0U8Gjmf+QZWo5JKJrcah
Kqbq5qeiMad9YkFteHklF0KjAr8ApW0hJsgI8/lB9mVkeXv4DDYhepfKGN77+SOI6XtJKa4L7T6Q
tb1tkA5etrpAxUvi9Nfsu9bA0JIiGMSPcHCOjFYhvmJt/fBVG9WjJJnXdfGp8oObLqi33OMQOejO
ZkTrIpqQk7I+61Fw1Ft9oysrr09t4Svzw9hWzPiTQcyRIJUfdbmVsXntnMkGqfXj68DIZXWTOGH0
ymty+mo7iXMVam1/jPQx3lZt0/duoTbIvDaT55ZTHHzJqkJ+zDw18rZy3xjJ0avjFgblfmius0Eb
0BYdTW1rqUHxq406v9+qUjr8SmBv/i/wYCKu9WEc3D401R9WVxlXWT/GN6Nvt8OGu3p6bp1KYVPI
8VevLsMrxlzqPQC1Or2Vsta5i+UuX2m6vn/g8skYSgMnwZMJYbTznZJEjaIHBT1+pb7mqSBpv8b8
LvHWpqr+aAPMsnsmxemviWEnBqlnmS8P364pA53eX1dl8iYIgu6ONe1/h61UH2W9hazCjIvhh53p
7X029LQw5C4udvEQ19e9NVTPSZxT2W0g9PtchXr8WCZS+6NwpGllSZY2C7xABkh5wQk83yx+K+vI
htCHtkYpPEjmpO7M0rkqiqq60jSqQKNte+6Y693HL3jEscCjivsRWd7Zt+DxSjX/T3+0foKm0LXM
3eUDuvSxTw3MYnij+40tsdE3EJxQNsmlwvVCeRN9vKDE4C/JuiBd5F/mgVwqu7INRTvKNstd28b3
mda6bVetXOkL6QoEDUQ5XouCwGH20snSroz6uKcObffbUOLQDpvLC7ZwI/EghCKQiTYdqanZ7dAH
yOF1FY6o46aCQhxN61aFCLNzK0VbsbXwcehCGyZQH6FoM+8SdrJeJJ1HJzrI3S77Vg0PTb6L1kSz
FtYMK1QmWDSh0DPbY7HhhKo9CivZV9O+i9YaF2t//uwpFYzd1CWiO2wPmStLO3/IVtZpzcLsq0dy
ZDapigeZGl+ZXXTMi+Plr778Jf6ukQgQJ4l2WQRJOY34UGb+3tEghBm+mJRgPz7QhXiLTdlNiBkL
rptzO0anFEGXYidVniZjcH37e6PdO1GwsmILeceZHbGiJ/6gKFWPQLhSBiYfx+6u7r9I7dfLS7ZQ
pT/3ZXZSYtNT66HDxuQ/Rx7A8HSXWZHr98dmulOrpzC7kp3v4z9EtDPXZtvNhEZUCm2xnXVkPetN
W8qbIr/R1j7V2hLON12Qj43T4p5nvxjFQ+UPrhZvL6/hmo3ZthvzyUvVBhuV/zzZx7zfgGReS9EW
Tw/FQqYVecTCtXO+F1pbDX29ZsFKBwy6sXUgHRtdUVmz5M8j3ALha5W81B5qmyB02+QTU6eX3Vzo
cbBVRM6NCjwFnTknWV6XQKZztn1b7jXrqUv3QBf2Q7nxUseVgf7Jw23ycWJZA0lNkX1z4Ci1zzJi
y4ynsVIsUtP0yCgffCt2va263WXfFlKHUytzwELlpDYUXFgxqres2OrTnd0VblwTQfZe+nbZ2NJ+
Ech7MTYmKGxne3IqlDi3ZVBFSbWtKqSHLGqlz/9gAxIGhZtJF6/28+3Sk+U4pcN2CbPfmX/bQLSy
dosvuqFx4SFcSXY+h+vmfRX14cB2EHCFQKD/KNevkf0vbXvnr5E5WnewAyuaJow0xSeP3nn4LwUv
49TCfKVIUcYo5fRKZeHSmTTba2+N73kpHQFaALAZBnnRqjn/GulocaZ74DeNcisP27b72ll7Lb4a
+9d/+Ow6j3BKQUDK/iiBndwYUNqmcNLy2U35OHlbv7ry1M+XTSzdGIJLBNTlH83v+Yls86aTmwnk
jZJ8LaRr3j/bvNuN5rNn7W3nEKu/LXmfWyul3oW7HauoVLGKChrwsyU0gtYzaekSyBGUUFHLDr1j
yUMsXwOmiO89e/BgiIlweNdors1PjpK0Sa2mMWACs93lWul6NtNszMAMwL+UHbAMELUSqKkeXe0p
/nF5dRf2+5n1WZrXxbEs2eA0wLUObmbfK+WKf4vryIANsxy0Tcx5kyuxurqhao57BOxY+j0Mz1Jw
F6xdFgvBAQN/zcz8aAKtCSsHM5p/i8hiFxwNb/8PS3ViYpaFTapkl36cgmeEqrevwQD7ny5bWHNC
fKyT0yRV8BxrYq0oQbi58zvoUC0rVvqBS9V+Bnd4cPHkokw8f7bCVBVLkIuBxUB3rQh52gWMDWhu
lt3z4MYe7NvwHhf556H97K2hvhYqTmfWxX458RHl3C6SZDZc2kWH2rFe5K68EXRZvmaCyGIefEjZ
iPXh8tIuRMQzs7M7MEwin8cUTk/ac+3dJsbdoHzVqm/a2oTl+2/IO9CCQ0VHGJze2ix/SOseekDZ
imimyoEbt+V9akpuIgcr8en9OormApR6iBXwBnz3JmjasslGM6Z7V7t6e1cML305bnrtSka/AlHf
j+NsBdIEWygHcwrmBfmhSM2kKKx4QydZUj7HwbNUf738kZbW7sTEvPRutGbmeDkmCmCclf6mtea2
HreXjbyPeH8QM1xWNtcwkh/nG3CE5rvvBySpS6vfmVG97ddyiPchDws2I4W8nelzzktlqS6ZmRwi
X251biFdGequ06Dh6l4vO7JgBvl1UTZhLEBs7nNH2GVp57TAB9L2s+HcaAMS8J9aZeVNuGQFzDvc
djSyqG+Ib3ZyXg1pNJXY87GSeAyPlN5zIrf3/STVV4rsScfLPr0/pjYvjr/WxK85sRZbRjRJGprs
WVjGrl58H7Lkk+p/tSf1ODa/Lxtb2G6wuEKkwDmCdVubBfQoKgKvLNnOTu5Do/B9ADplFi+XjSxs
N1t8IoZMQfVCF3XuEWDkJrcES9kA7sJwSWWsJ25K+9dlMwvh4A/Pti1EtoElzsLOGDipUgo8mOXt
4+ktgAcoChn92ubKHvAvhaK1oUmacPz088zFZpdT8QJYokJXPstkg0lKncCHS1Yr7HpyZd0bGRSR
vUfAkXw9K+DJ7QZM8W8su2u3Th/0bqnYZNW8kZk7kKjO1Bu9l3ropqe6v+p7SX9NvZpUJJS74hgV
WjxtO41oKqdmExzaPkFroCOy3tZV395SQa7uS2X025vCCvVHczI5b9M47dVmDG5MNZW/qWNu3wyh
XV+1bK+Q4bGUwKxPukLzMI4lKIZ8x/ydyvmwn3R7/BFKo/GU1176EtDJ+lLEdnujO/GwN7DxVNig
PoosU4NtOjjdtZ6Y5ltXBrA7xWOguEPbN+NW8aXsPg8BNE9yUvubsZK774LRs95DgJZfteZE2K56
K33ss6qZbuiy9t6jA7L0gVEXu9v0UCU27pAF+ZVlBONr0VbB3go7mEBzBX4ACprmIQg1tAI8G7rz
rd+ODABNaiA9JGomv8Xl5D3lTR3SP7GM8irtpGiL4BvKOZ2e1RvqVkF2kxVxfs1n1Pyd5sTjf2qp
5imsaXH6Cbqignc2hOH7rK7D33VTJupesqqMN7FltTHvcr99U/W++ZpPPpoyXWBHPxBr0HaV3+pI
a2SJdqsHNeW3xvQk9/KWf/+GpiYmC6Y8C5gEgI/zkxVyUQVSCVeymk4bHe4HVWoOUyQfQqiZvS79
L5LWGldLh5mShNC6diBkmxdFDM+39CzllGnx3gR81A4fh9jh1ImFWVAvssTKG8GW6iMdKyWj22dX
l5dtzQexrCchthmVVh//RAr2Vx3eD+rTZQMLCSYURRq3BXpXtCjmsagBr5pnzUhxI1elb1ZnWV+z
wO+rTWlnlEcdCDD3qef4nMLU7Ca3CbxQ3Taxmv6qfC3i+4X1TRH2Xbm9/MuWXIdslPwMejtK9bOA
n/je0Ps6wIi+/SwpnWsGK42GhcsSz/8aED/gZG3tqolz9Q+xUa++xio0jiAwjLG4ztQVS2uuzDa/
EdppZAlpxYp2BuiLYlUzaul2tHiT8vCGwpsuwLkvoRMSnwU2gUi1Va1XB47DwFj5IotGaCyST2KL
fve5Ed1KwqJHX30j2U9dvU/araGtmFj6JvCw/p+J2cvQAbJqehFdunr4FhvmNmqBZGc9Hcw1dss1
Z2bbS87bvOglnKnHo1Jd12TkayiEhfzIpqJDhgTuAYTPbL3CblQ74p5AIWR7WAf36cF8CSBW1r2P
U7lCh3BiarZuQy6n8ShRovSK8IjYaZb4e6PZNvJdEHw86zszNVu4QbH8LvYYbc0Hb9uY4RaG1SR/
1WWY3CVzczkILF0bsGhCaoxQDWj2mbHSz7u2dljCvtiEdegWARp5R2SoXAO95GhtUyxuvxNzs5BQ
K7E+ZhLmxtRzw247yr+9zu2S18teLe098kwKLKquvu+kwnLWGokBZCRA/ABAgg1oQ5nWuJlWrMw1
Y8fMl81wJJmNYJuyg0dTfzbXmJOXFuzEk/mgXTpVUxn/kT4tDPPQa3FF2V+5m6DEo1nkRS+XF27N
3GybhyPy5nXCwmnaz8T6yZzdpmByKIi+XLaz0M2AuY+cgZ49/WEg/OehruI4VV7LiHzHvZsaG8d4
btUXZaTyEW6DfN+M643Dpb0uIBvg3FGwgwn13KYTwLHu54AptDwTE33aTd62L21fpDuluu/o4UjO
CihiKUI5sPDjouxYNKnPTZI/9prVwzUg9Xq7k7RHI2492Boy+aqwyzd4ONZaVYsW/3ABwAsmBK3P
LZpto9dlTNjNx8Si3aagNhz3ofJNjT0p2JR66SWHdGjTlULawhUMaEozLZtiCJzDsycXnziLzZ62
ShYYV3l7Z3nl4fKeWThu/0PCaILMoiM180xK0EHXWyrfchynO2OCV9Ks6gEshvXfP1jiHcwsgiNG
QWe+TIVjUggmSkU5BRH1qbUOhVruLhtZWjAmzwVnDDMp70rqymQHVVwJYjdzdAfGsLQ15ZGFreCc
WphtPmtCCkbWRrIievLRYyTvFe2Yprf5+A95ukD20h8FGgGplfh0J5lenA3ZaI8CU6kwRNo6myL4
eXm1FgIT/UdaUYDWgRfNUcRxH1mFVmgQhCjXan+d6bvR/p0ba8/4hYEr0V4FewNrvMX/Zp/eSNJ2
DEVK0URhvndavztmnVNNrpUZpr+1nMC+C+U0uPedoM23VZ6W932fJC/hpIXXSaqm+cFjvDtyy7LV
d6rpJS+iVH6rRgPEvSrK7KDIDSg4676vPTfKmb7amWE4qhQOQuMlcaCP2dAEMa+iui4rnj2KlK1k
gcKL81oF/oGHhiOZorc97yV7Y+x7FQ0CXm6GvBv7zNvodS1d9Y0wWDbjTlV7/WCMbX+outLeXP6Y
708y5plZgdmYJuk7GVGUQvswLmgrQldS7hsr9t/sEcBI5lUfF13HlEBzAt4BgD4Ph4MTKVEW0V9M
2m50LSULr4LCtF3Gddb4QZa84ssJti9HU3kRnx8CyjNS3ieM2gZjUd/ktlk8qVFj/7ALjRLO5RV8
fxzElBRB1bCB30KQf26L3MYx644J0qJ4KDVaSegad+NBL6SVT7VoyALNhd6fqalzog9fNUsrizva
zIAbx1DhvRreo8azq/Xy+bJP7wMiPv01NZ8l8go9l6cGU6MJx1+dPYxt8fWyicVPBHcLjUxbc94F
9lJPOXMFJvrO36ae9hijwRfE48pNtfDmxxUg2fT5wM3i1fnnaUOHKl4y0l/p9+30HCY3UvTqq1cG
I94h0pnlzYRGenRfJMAxP132cWkZYTEQytpcLRRZz23LkmR1YWzQIEaqOW2zTRruL1tYWkVbAL9J
oQArvqv7tEbumcTeTVi8ovU2qU//cpZElLchNhJkhPN+zujHeTVVjG/28VFOES6YjiFZ1GU/FlaK
NJAGDl9J50rRzlfKNvIyLGwF+o9R2bTxjvmRFQsLpweMPNUCgTCQ+fvcQloyNhh4QbbJsjsvuA/L
O8v53asrD8YFP8SEFyIBTAAywzkLBohkZk2cxdmmR+BRfzPXVG8WvjeBE4FpbneaHvMYmtVtMzLD
k20KmHX7eKtmD1q7ori4cCOZgAv4FKIaxd49Xyk18XSTEle2KZWDkn7q7UNufdHNK9l49gwUUxjq
vfzxF50CpSEEAgC5q+KxcJKyKDFIdb/HYBfdGsZrYH2NGSj7/7Mxc2qMZb/NbWxM2YPXPlCyjsKX
yyYWv/1fN+YCAdUw1UC7MaFP415RkuPIlMDHTTASwQnhH2a5ZgHF6vWshEUi20gMr4amRY0+/gcv
Tk3M4mUdWgHlHUwkU+U6jDt3K6+T908/UmxKAewxh7RuHrJMo4O6q6yyjZmHrp59it5orFLi2Jp0
aoYflxdsaS+TrEISJiBgqImdby22nJO0VZMhgPUwdsgnM00t01Mz4R88jJ55kNdky5Y2Mw4iNcSM
ABT1s0jWRkHuFHlHnDFD/LlOo+/tGhHvUiw7tSF24smBqbRK4lWGDSlzw99d/UX2t1GwshEWls6i
+in0z6lG0c8/NxL0qjdUUs+lZdxIZuSmwYvJHGTguIp5g2ZUOa3EHbGzZpkwkE4yAbiZaFGrsyPa
1yoCk+PIt3JeJulGRz/A3GgNoItxjWxs4SMxr8ET2dG5Dt6J8dh6l5GLy9mmakcoxHld6p/KYa0p
886KIA0wmZUVXIpcnbOjJMtM5ZCjAT1sYmaYtoWSuVZ4uLzD14zMgmdZKE7jDRgxPADe8Itp2T+I
rQleAsFAy4YGPjLPcWWlH8xhgJggUqm1a9veLzaX3Xi3pf9YwAY9WzH6Pbs4m7YoGJWj5T2UzjYr
t7bzrCTORl6JBwurRYLBqDcy3aKuL/77ycnx8qogjS6ohJcNMqxMMo1f/A8nZQziI/NLhYSvTvo3
80Wq88CohIJVFmhPWtttjQz5PX8lji65cmpFPXdlTHqvjTxhBfykKcsHJWwfNGsNn7RoRmO9ePLr
vBJnp7IbeDOaE4N4XWLcNoN2ZwEeUdP249sYVWQyNIEcEhN4M28mSTUrQ7QoqHdbAM1KzaWBdHmT
vbt6+DDw0pDTULJSyJ/Ojah5mfHgNAGFGsa+d8Idc5mH3gfLk0TPg9Rvg2CNguddFJ2ZnMWAyC5K
a2hoVqShzkz1Liy++16zjZm005O9Xh1gurrspPgTz8IoeQHva1H6A9UBE8S5k9aUm4XR0Ki17Zqc
3YKjptjB23AwJ/u589LjZXPvUbDCnugjKLAVU3ia7fbAg2S5FcpcPWXGNtkVJm37Qx5tcutzHL8q
ylMQvDn+9WWzS14yCqmjIkQKAWLw3Ety5D5MK4rWWnXtB/RnRMv4ph4cN+9W+JsWQhPFJxqNNDCY
pHLmuyaLk6nMMWWq8lWqebdtEkNjVP5unebpsldLpkSTRAadxZUxf6zqWV73RsduMcxOdmulaO/s
YGxui7qU3MYf/yFSMTTpUHui4yQqM+er2Kt2rXiCArpSzR39VuisqZZ9GPTNDgEnLbDxpKzvXpAO
8A12DyUuWPWtbWz5ljsl2VOoJEyeZvl+zLK3y+u4tDvASAvfxO0+fyaVVtUllRBgsDvjv2QcDioq
zJNf1W5kx/vaXGMRW7M3y5XqoQZLFWCvSMPfctAgSjpcD1Tga6l8MqsPpy9/FvSve7MjPma5VSYx
C2pnMO1Kn5Dp3edrLIwLgd8CuEyyT9eEPHmWyGb56MCBhw9DrF6V2lPTGTsQdx+/98+szFbOT9sq
jkR9fwjUvVx5b21T3mnTTz+sVvo/S/5QCxRwQZIZSoPne12bxiiaopFI3D0nvcMomeQGa8F34Yah
OEfZnb8o6M6vfp3J68qDdQiCKGUbyF/k8ItXR27m1U9liKTrSrxYNGexyYG6gdSf6xWOQwC6QMw+
11NxbcW3ifar6sud+V9BX7xbo34R32J+s8BrQBJAYsMqzmIurPStXHdkHLHj/JQSCB2zcAU8vBQA
Sc80Hk+kafBgnX8kDhHa7TWxlirRldxm27Yfv/ESYarKWLknl/YD+ZPFI01UpOdPw1ABnpdZNEoi
6wiWECT0sVaTlbLDe8oVjuqpldnlYephmjlCg61J9PSXNBnmtTdo1SMMV+NnRZosJsfN4kBTJaE2
adU3UUE1xM2qyHlQnb57MdOd2q8R1r/v+c5+1uwwOOFoeIGJ8xL8PUl/YMLDnDa+EaCrtc1LbaMH
h3rtHljarTSNuGpg+9LVP5nESfKtQLlrTdARboqquQpN7WoK21svGY4jR9Gr2utYrz6e8Yk+1f+Z
nCXJXW6OXuZjEl4Ot9FNd7B/Nt4WwNWOTmIWrpzHpRMiULsU6XWYAuazOW1STFkiOAIUx3vUYCQf
ys+Xb7bFA8LYM/qk4u06B4movpE5YyUsgEMOrzs5VaLDoCll4EaF4X1vgq74lzWk3ATtBy8/Ks3n
Z7Ibx073BXqoycJDa8lvmVxc5wUlB0u9a0bIBNM1VZpFL0WdEz4umDPnkSYop8GImIrYWDQF9EmG
NTG70XOH+QtjpeqwmL/ysURQw+A77J1qRTEiqdzdXpMwEtu7Onee5e+j+OdguZJ2X3ovlrrXrZXQ
sBh/OAYcBF1gNmfLGtDXnmJdtFFry0U65hGM3t5DTObyhllKTagX/q+ZOTKmtkdfbcWhkyt/5zev
Es2CMt8H44TG8UpIXfpslG/5XpSNYG6ZueQbkoK6p0j0BqBEtWf/csre2kjNEEBHEx8ue7YYxBiE
03nk0Dbg7XG+MX2ns2ny8bXMVrsPq+fcthCkzvtDYvh7dUq+DpOBbMVDZK7NuCw6emJ5Fla8BkWb
2mDPhEn61stfplh7KijObmho7S97ubRNqCXS8CBxpj42S8Ossss8P8JUXBqxWxj6b6dJr2msrQlu
LcUuWqaEFIsavDJnLwwbDWXAgYlJ2u5f89IJXG2Vzndx3SCI4BHFlcu3O/9iUTukfdZgI7MAECOI
nkcg6HUVusaV9+Hi5uCtT4mHiCWmQM9NQZMzTv1Et9lsGlu5bhzNT+5INovB1ZEyAKLeRbXtmr0a
3+uNETyrgdre2IDZP16nodIIVR6vcoac54fCCIvWdiR+SFw1n8mnGWtTo20Gi+xKnF50GTiVqKCJ
puO8OxAZSpDYJVGTNPhasyPfjZFb9urgm9f1vyZHfQ1SbaPm2aPCc+jyNn3/ZXm0EqpZbwpF7yhn
DK03+oJcZ0P3bdebUMTnWx+Oyyx7vmzofTzDEHg1up7iNTnPELWuN1rNoT/h1beZ+W1IfTfJjjzI
6Yys+PT+6J2bEj6f5CvQexXaoGNKGVHVc3ZOTrK4dqGvGZllYp1h1KUiWjoomfj1D0fq3PjDEgGg
jOl9cM1QFWJWbhZDmPao5MGnlB8zd2Mm3TG1kr0mrZWCFlwBb0SKwEwWAWveOBwVkspCoaqe1dZ3
uvIHyyMg+4W/cs2s2JkzMSPSmyPOOrHX0tENCmlfS8POM9ZwxotmYHsStzN5yBwCLjndKNWlyaqN
XreR7dx2HTOH56v1Ph6sFLosTFlTQoJEYP6O88uKSJVA9h+ahZvaO9vaxNGdnYfb/0fale3Ireva
LzLgeXi1a+iqnuekX4x072zL8yhb9tffpdx7E5daKCG9gXOwHwI0izRFUeTiot+9uQ3Z+ZgJWv56
ToUHJSAwUHsxgHrzBddz055kcQqpflE8gRvqxWyQ9ugaNrRhBsjBsFuZBNvzx1cSJ/jImctZKEGv
JPrIaCVZQZe0xuiPvhut92Ke9gsy8hk7g85L+lx5hSP+kSR6SZzWSc8YJA3+MwZbkJNstdjZLuzN
MZHrbVtVb14lUEhHiqGOAeWCQNK3oTchY7zJJsy4vaaev+21b54KMC61JTjPMJ/HMSDizUI9mzqs
z+vIAGxxJvfMnDd6HI6eIkX+/G6DJX/LQSvhNA52daM3sQvFMsNC5frVDpYoziLN+VYGr76mWmnz
ORExoBJIheCU0MsS7OgtZCJJhzDSupfm3IQW2K/Pu4bkZINCilPYogvA06pThVhboNCAmd6o8U09
nPUp2+YDqFuwt0nFiy5TBrVjF5Bjfs7EFyE6aoVWmB7a6UkTOs6dMqX6lcCfVmWwWI/PPSOCAEEo
Jjq0Awa3i3GKmdNXYRM7l17pDDttzm6Jrt2Wve0cY3O6MjTt6PvdQTPr57ZdrhszScADj1PYkzv0
kGykzeOxxgqcWENGlujWqDiRn6lTcV0D9M37/8hTYJNTu0/dCAhTTmrMBrm7xigvdMIJ4/VNM2I/
GgMkOosjnX0ki7PJjIQz7SnKjZIvD3IBTFijVoaCmdg26JsYHchZ43iAYzJ6YdI9gNhq/9fuBSEY
msWqHABoxHNZFmVbNnOCQIA8LO71vQvqfeXuPEm6h7YHHsd42nmAzYjJNM3ayrByiKlZvq3oszdz
bOzALpaW0+nQzYzFU0aDtYdOr8o1pXbEs5JLR04hjjgiDWyt1IFsOwMnFhsi1hiXBVFBAiSnhyPM
f4vhEXCdgVUdWJgoxKQ1+juFezMQ1eJ1SdTmLUEbiErkruA7ORXht1gnVGoIbm73YMc3Y/UNxDoD
e/D7b7Z9QWNF7iIpN2CJ0koeD7YrlYZ58OM5zepoaTd1d5PPYYrit7GZlqOtvQVWOEzP2njx9x6J
Ir6FZwggVkhnToViFrcuGwD50J/Qb2erPrLEuU21b38vBb0rDH/p8H1TrNqAYhJgywJbHJ1i3nbD
fGi7fgOYr+I6kjmFhZ2igFoBY/epDD1lPmmRD8EpMKJi9T+R+/+9HjYChGkCH4ROnJAumxkGAka3
h3PrT4ZztLBToFDoIDs/gNjxUS9AhOB8px8kxkR2jcYpvA7rQKrO5SQjofJukPk2evZACgJ8ittO
uEkT168D1ENgKfeSYtQEJCbGdJ+TTRX/7KZNWSvyWO5GwlUEfAifXQP7A2rmXOuVbxdj12EeHUPO
Fjg5PcpCc7of6rvUT8MiS8NWtTtLYkUMHPKmrA7IGhLoU3naPDotXjZ1lFd8Wtf/GBNcLpapAg9K
PI73LYEa4Rc5anWncirLaGKS6jyV7LTjMpmgWR4dFVWnTAqasKhBwn64IgXr+XkL6xVzjSUjlwwL
pVUjmhJvwAAwnhigywV8XCyXmdQD2xrB39e6baOjlJqjG/pk9Ffg7TeT/axCqUnl8SYl8lMwOYgN
N+BTnGnQYTWvZkcasD0q8aEb/Gt578hZwM7n7dE3/tvxY0Q4F4v9wMQW6LjfBSNOY9VOOVIcXEzD
hZdMWDOuYnT69TdEN4daBmeOQvFWTCJsapEaVLd1lKD4AGKIIj2k+vWAjBi7Mcdncw795Q6LfZL0
R0H343JLVPFc5irrX2CeOmTusJG1lV1HZrxoR2z8Mm/t1vn46zDIKZV/qynEqM7KDRgSama5vtXw
X6xAOnggHDsvRvKK+dWCAzgfoBUMYJ3qMgf6DLJtfriQRgyNHxkMe0XS27ZWMSjKwgVv9v2fpF8J
1So8Od2SpqQ06qiwlovSBh9JkG2XyX34e4Uwq4a2EzomqHMKdityo80o6l9RgtqzFyTvrEuvdWS8
YEtSZRMS46FRCloVzjcPvxeMB2xjWVgJZJlZc0lpcrfM7t7rSqzj8Hd5Plzo1p0BeG3RmqAyvzGN
R9ftrpLeCVvrvctzheqy7Gb9e0QTDy2e3T3F71mc+LUeja3dGUenqY5ZTu56VDYK4CA95KvoNhGQ
iChcVnIBgVMQq4vArwKElxhyptGc82kAOLHqg7A0DsyIsFawMNOo1JDVfT//oSX+5CNecwAcAEIY
oT313MVNurkETxm2jmG1s7Ofix/LqIhnKhnCSXfiOi+CmDRRl1bhEu+rOdm0yqFBqRutNBFcNmkb
phs9NLHzvT981zBXVGxItj1vL5UUHtVW5480ASZiKXRxsQIuAVjhgGef6T+dlyK3mMuJNLAUGQT8
p1J8Y8k8uGETFVjGbmCAvkjRfNqdFyJX5bcQcU8AAZmOvnT802vXlX1behfZHDGqQENI3Rl1Awwu
YTrv0x6utvLijHkwmNZbSDuGQ2O1VxQs2xjTN6PJiPfmpCr2yMzHCy8YMUGuAyD2qfmKzMtBAouh
bN/PUPkMrvSy2geD8XzegJIbDCwsqAAi5EOQiBps8zYz5qaFL7jmNdYL7+v4/bwE/nATbmkQ5/HF
YmCm5ixQp4qQqadmZyE59Py0BJcaiAFyMmG+vK/epjmjiItJqYh/n2WCoBdzviDBxxI8Syy0L6Xm
DIGNFGtIN2Pw3ba2MT1O9hvVo79VDoJADc1ndBDwxLifxoZF+xppTkO/Mfd73B0S+tKZx0U1tPn5
O50IEgN6X4OaqphwZxrdNy9HyFatj+fH8fQzYeW3i3Yx3nJghBULZL09LvUwuMgy2OUy3LnVXiOv
XXLRTpeNeZn0CjCn7AutxfGDvYpBdVJltKMQVzRzNOsHcCrv4/RNYxdDpgL/SGVh8g8oRECZ0Ks6
lTUu2CGPk4bLUH8Z/OzCdpb72uq2WkdDdJYUucDng8sn2DlQD6xx+K/g7442ZEnNb4ppKkPP203+
c9xsz7vd57DHZYB4FmwGWM4mMgvU2ejP9YQdzLT+6cwPbXZFZsBAFI9jmc8BoY05VySGaIoIdjMM
bHO0PC7FuHfjFBWR+/NqfI6rWACOoIrnwa/IIJiK6m1TNW3WRHW1cRvs4vxI7FsrO5TYzZqrwJoy
L1gL4z9m5XFlWxNKwSYU+YsdpvnB8e4dpwk9/dCrXlwyFwCaEpg24POA8BKuPtDZTpVDYLgWuzeK
bs8XwDlExTAglcLXSeBO4vyBgvVIVzsoGxcNllDdzwHYzYIHzVOxsco8DVf4byGC1fx20hBpIWTB
4awPffqxGEfdUC15k34c9BiQL6IWg+28px+naprey1OI8XPnssTA7gWepqAtTdibR91rM4lLxRGS
SsTyZ7RJ0UkB9vpUInFI5egx7te4/Idfsb0XtdpBm5rNUO/Pu7nUhr9FARJwKgpkekOf1TXcYb4A
1V07NWHgIK1TiJH6w0qMcFzd2GkpnSAmLrbu+J2ShyZ9Oa+J1Ggu1pegvIjtqCIEDQsl7A5QmyYy
zfsx2w3OUQ9igEciV4XgkyqD4KMD8ozoIBZhCGbrJ6uEMlOf7prZijIgfBiWkp9XSPppVmL4v6+C
QlFOvottlk2U0xK1sYil29lww6H+Qijl0y7/rw437EoORkQLEyT7eD5g/bBF/ZdqSb7y+VcihJOK
2liC5TgQMSYPTnqbBrcLU9QV5Z//jxbCmentgLYOd2SQVu1IcknzfQvKCmJjz4zySc3dVUxIViYT
U3tQcUx9a0MYrQjmUic+M7DsNefNpf5m8MrtuNib1qUZKGnGi3wJ/ps9xazB9TDUBS6wX+GVmk+j
vY97VUFT4eXiDh2zAC2B30BG0QUbj9zqQxB6KviMwsdFqGrr1hOWyUGIkWyCYTv6O8c8eqqijtQ3
MIAE3BOqIFi9e+rhlj4TYjBImZoP7Pxo5+1Y3BdxEnm5Kp+TWg1wYpB8YEwNad2pKGJ7PYibGwQ6
/clqt0X501PFUmlmshLBU6PVec2SYrD8GNq41YtfvTPjRx5Eo//oT2YIQM35ICQ33R99hCDkjVpR
TzbeYJ0GyqOUbghjmIgNJ+e9dl7Oy1IpJkSJPklGva1hO9I5F+jdjOzVAfTDsL6bzfVofiEXxqDC
7y8lBAx0yvMusSHNrOz3wpvTEB3LHdanHM5rJal3IZP8I0ic+Qc8uUHvHSYckm0XPznVxkP7cMku
GN3U7kWdIrqTi1hXgYe5Ap+C1EqucOcuBgN9MQZZo7jLX8YgOwTsyYm5TEymBVlkoBrddl9Jm1dC
hVpUHS89SXIIpVO3K837pp2wyXVv9t8nLGYup4/zxlUcN7ENB3R0m+v8uFUU8GHMhHZD81BonkIr
lSmFIwduXmcZS4jR6w8ni5rh6IEXbg4uyBTNQdirMluVWvzfV0c8KRqiMQvy4vnaG27q+slsH89b
TvaAWnulcLDHtmjagItYpkc2v1uz4j6WQA9O3V4IusyPEzcbIcBnw8syaw9GkIWNQe7BtIMFKM5l
Wt02BSYESld14njSes7zhUDS+WarZylEu3b9YpX0KiuSS8+bj4WdHrtAj5amAhG1u3WYroiX8hiG
/BM7UTBw9SsYrL5chTFXag0IzplmR4X+oWdkT8plZ2DBTNll15i8VVQrpL6Cqw14VzznPiHcLQwI
sCLjJ87BSoB22laGDdoXFXhXehGsxAgHG6sruyCbYdMhHXel70fdlN6OoD4urZ8kUE2US82IWVCU
ZoG4QCvy9AC43WCNmJFEXjBw4sw8Cuh+AH+bvoRm/ZqP4fnDIFfujzjh1rZB3N+Dzh3nrX7RgIXx
X/t6s/Q7S/UuVuklBBLU/uKE9RBE80e9wiDVcWCXg32r6Ufb/vnflBKCCMbFtLrknfaZ/vDsfQX2
OnZlpNdBtjkvSKWUEEo4LpXaNQQNYOnyb7L4OYhBl/VQV1fM/EpYQf+GY2CRSDk2/zGrAxbosV3m
mNGPSOofavKqW06UlXPkegRMR2iwsA89KR7jQNXS5VqIQYXXoTFyCH5QcKecCnbc3qHLBMFpqh+Y
FlwifN5nnXs9EqI6bLL7Zi1LUBIMglWtV4gizMz3JNlM9T1dLlCx2QZamBAbfGv+F47AWiT/SSu7
2mXStEUK9fri39K/1Oi/bMCelBicvCpSa5m/8IczCCiBAUJf7FRUR8eBFSDziJZ858UYsH0z/at4
rnemufETFUu39CJaixNiSVl7VkN7iGuRU3r2oSBmCMZuP0GzLLjy621T/qSuqzgUUndZKSmGFFIM
XmPxT6hd+2w/1igbAtHgqtjEZOF/rZ0QUawas2kDalRRPb3leqSTu3xWZMr8T3zyfNTesUcRzTKw
ip1+L7RGaOK2uGFqv74Zm/gBGZfiylaJEEJIhSW9fj10SLCa+Aqnf9v2qkeg1FB8IARLH/jAuuDg
KBi1KVYzAXiEGSmDfO91FmYqBjnpwf0t5BMMGkUu7OpgCIXePL8tw1MakEOKYi5777XHLDXuffC+
nY++UtMBJYZWJmdnFrG9FYAEPvZoo0w0v3XBna0a7ZQ68urvC5+G6dU8ajzFTl33wg/SW5KjT57U
2jaev1LXAIOgj848YFSWJXwjl4wpuI+hC/qdRZh4WhmmdDi2RNUbkzvDb0G2UPakHivM3IEgvcGj
rHn937EdRUiVW+6PECHO6cg8vbSAEKfApGMR+hjyp88pURxPaTh1UAfHMiAPU6pCfKu0fph9C2Jm
juNNChKREovRHJZGS8DCJi8uJjz5znudJGMCexHmhMBoCoDlJwBL5WQEePYacyFbEMPbI6g6wq7e
aMHLeUGy5zNnFsPkGNi2MHorRJ8czB9u6QZAazl0a8/lXiuWXYz1mUW3XAz2T3SjbxzUp7LZvcoc
VXtdpidwOkAq8olV/Pc09rmLPlVTBrCKTVu6sbCcZmtMeRDSvB6wSMasNjoBRdR5nSVHGgB0wEvR
+sb0gQhQMytazbGB3lMR0wIUru/TjFHL8zIkrAMmYKu86PuLa1esYo+L07slRSPIne27cgQeCNKG
Sx87jo7ajG1SGtPuUGzyLg2kAJG5ZD8wuAvkkDvmYZqAyzn7e8Ie/pOAecXUOsYExT5vM5t6ySzo
PTofTvuYJ/kGvMOw+hzGbqCIm5IQcCJMiGsUXVa9cSGMJQyYGc2ZIxP0UqFG5vfzppZcCpCERiWe
Z3hBiWelalFxCXqkVt08YgMdScawSFNtY8zaoZ1TZ9cVgRGCIObnwOqn87IlMehENne1VVqHLXsU
vEdoXmmLG2FexjM3zWBtbdVyBdk5WesonNI5Q32wb9B9Seb+xkOy01Z7q+mwGgWksPXFeaVkBsUO
AsyygEQNQApBGBmWziwYlKI9dui2lgmiLN1lL1jc46AEWv2TFiAJrrsxe9Y7Wioe3DKTAnrmgzIS
g0dgIhRMykDgSpkG7N7SdGG2dMOdM/TtJnWwmGpZGFXIk5kWY0EOp3OwOE/wqTxMvo2JnUPbFqOM
I30J+iONL4zkOh0UR0KWKmNe5LcocR5uqUvbSW3EBJs5cWg4YzTX5JszuFFuxq857Q7AKH7MjXmY
9S88jU9kC7dl1Tso/6LyhddcdjdiLXfiGLda3UX5WITN4nnh6Gh35x1J9ik58ycYJAxUUMSXiJ+1
fjPxNjXF/1w90uJnI803c6KIAJIrGvDmP3LM00+I7mc/Zhbk+PG0ua42dYXBpfZOy3e+uT2vklSU
ZXFcKajPAM09FeVpNKeWg2BTg8EwScs9mLRabL7pjAvHvvRVQwpScZwaAzZEiBNBRrHTlM6v1grV
k/SiXVwDdDFAycxlPd8EZWBsijS+bgpsyTuvJz9lwqMElFWoDIE1G3wSIsLAak3MUc7IepryllPz
gEtXV62wkCq3ksH/fRU8s7yyYn2CDJZ578OYX8ZpGiHbfkRmdPBIF1qatzmvlkykBypavrgK+9tF
dNhYTq2/cPzjZDxpWhQk373l0E9PJZo7yoe4LI6uhQmXQ03NGBvDATvxgGgh4z92BgpXICJ160eh
kTCeLlPnr7GqWFqJFxi69Ci3YZDh1KQNSUc94yI1Y9kxYzguQ7qjk7s7b0bJGCHkmHzeQ4chwRl6
Kmeh7dy3/HY3J+zFtB6TFC0yMJoAYL0xkw80YPDq1/yNU6pGNGRGBZsrB9zhODgiX16mZwCXNzjr
OjplWE+9LdNn3Xuh7jHxHiorBSThC3f8LyoVDIRwGnbhgsDwW5L1GmxqEPORYmqRluaWYPakw7ZK
hV0lpXUcdbye/1eW2Pn2GQFkJIdd7fwfAh7eMo6rCCiq5y5Jt2lVH8yBtaHeBLe+nrycFy67CDnj
IaBl4OX81FtFi2fsqY7bKShGRNKHAPc+QEZhoCVR1ShQESphwtlYFgzvZAaEjdZHkOzNodgU2Wvb
bhm2nJ/Xi/8pMZSt9RISim7pMZ3LsWyj8WIWP8DH8YW/j0YnEJSopmPa4PQsJPqQ+E2Av98H5aNB
xnez1DZfEREAfoFdBmBTFEQ0emcFNVpKIBPdFKBO1LGY7LwEWbznWEi+tcbDHLN4oONhnDIUuiJP
HyKnCuceHMCqmRlZ9F0LEe5pMEJafsdrvFbw3HqHstiYi49hMSsq2W35cV4j6WdfaWSdfhbwH82t
U0GYybTQAG+IbSg+vNRmHqaLQW0DjLOI00YVOfXMDqWbOQFwCIPTaZQUz0bWf0kOZiFxKkHMJ34b
bOnAaeHwHt8n015HHrzNgaXeGEavqjtIv1AA6lpEOmRtYjKs6Vle9A7iT6B328E9ZunGGX46TR7q
1ZMVP/z9J+LECcBpAw/waUo7WED2W3l41TTz64AKjqYqL8i+0B8BmGw69YG5Xfyy8CHAnX54UKL1
jkQVs1UyhJND0ATtqwwyZncXZPeWc4NM97ydZHn0Wg3h3DQ61VFih4hpvCIZ2MoODd3YvSJOqhQR
DowDPnaTWpDSWf2ubPMdNjGH5dApvFkW+UHCgBwaeE88M/nPWGV9nmYGw8SDAF925IckeM6Biszd
jyr497zZpAqtJHGzriRlAZ2R20JSA152F5y6pbsvekXGJS30rPXh+q6ktJh3mpsJZhvT5d7xtXBq
cW8SY+Pa+fNoDBsSDPhwMxpb7sZehjGs6nRXFNlN1zLVj5HlD+sfI1wUs+305pxBZeYHLxOG39Kl
3hWgNvJqcmS2HSKE7DE9uyHlF3BTnFzj/7+rL5w1gqcetTnWLEmvGXtvwYE1bUEoMWPPtfH4n76s
OFVdkdgfMGeM0q9HDlUCCssK0CmqokFROJAvnDvXqOal9mBNDLJ2ZhnaNAmxqvi8LrKQu7abkAlV
o9u6KQc7OvOdYUbmeD/0D2Z+Vc4XperGUskSzl4xtsbCev6N2HRVUTfsMixZH/vtmJG7bAyw2G9U
qCctenBmI1Ci4Q2LKH96Prp2qOeW4+kwqxMfitkqd7DjN69MDhnWIYfYDuJEuZM91kFw1Nu52f21
ffHcw3sPSQ262uITevRjYtXALUVJTRDOPqbax3GMnGlvj8dMdRvI1IU420UTG9VllNVP1S3aKQtc
7BGOfKLd2AYyeWdAKSmNBmwKyUECNxN3O+t9qM/FxXlNJe56IlqId4XdDX1XQNPSuM6abdG+VLFC
hCR4QwTQl9avXWtiVbtymzhlHMmRtfcZ3Wj2Ngt28Xg5WAogglQXrOvCFAWKgNj5emrGcc4NJ/Vg
xtG9MOcjqV+y6em8uaS6rEQIB6/Q3CSPU4io0m1Gr1sQ8oHEbGEXgYrrlxteeIFghOuPMoJPLN0U
sLzBhwG9aJke5+aNJQDRv5/XR5Lwor6PZhHf4AIIhXDQvLzqyOLB4wIH6+/QwRlUKzRlH+WPhE/t
19xMA2ZQSNC1u5Fd+f2hjDd/rwR4S8AogUPEORhOvzu4U8xx4d22pNQZwGtgMkX+WypSHdkHWUkR
C7FeQy29mZC5U/vbYEeleVllr8OyP6+LJNpiP+dvXcTypx2XVCMpdMkCECSCaJ9dFtlOy14D66Za
7s8Lk30bPvGO+jInfhXnM3yKkXPQVwC4M3cmqk1uH05LQ7YeRuAU1pM5GmI5Ov2QBCCekPFqFE8d
hHXe2pk2/TJczrqqUy0zHRo6eFF74P6DT5+6geOTsTRB1BkREGFj5zL299Z7E8WkrA7ubfLuW+Xh
vP1k0QB0ZBzCjpFb0GeeShyQ+k7YT4Y2AAO/4NiGpvbgFEnozFqYOoqpYpUwIbFoLSAZCoPnwNUW
W5ejmR37JdvNBiixFdcft5QYe9Z6CYGUIz/8nA87jexGB5UbVjyFcbYty00fD4CC32lIws+bUuaK
a5FCYO2mfJzHARkxYFbHvAq+DRgwtmyi6rHKnAQ+gro4mPCBBRWcZFzwOEk0nGIGFKOZv7TeSwBs
pncw0ouYKFJruR1/CxNJnOuhnGvPhLAmIRdTUWHskl5g79MhtatQ85afpsto6Gu6alBEFqtWWopj
2kTPJjfjkO/a8UPaPrPEDJf0GpTEis9mKOxpCl5JY8zfjlzFyWx+EMPuQr13ojqfr7yGbUvd2mQ6
uWX+d92NN7X/rOnNPuvNcHCnW7N5SpiNLg82rmHd0hccilNJgjwLlYlPGBxLK6zGw9lkbnLR9wjY
6fBvu3SKeC09lSh9/iLR5cujTkOA0QMSa2kIoa7+1MePg3XbVfvln2R+/YI6JkjtDE4Z+Wm4dgra
UWsXxM88s6MZD8LAwxCiqi0u1QZZANY2c2JCsRWAzfUlaW1I0d38Hr8lyrFhKQaxS1nUx8FQXQoy
IAkQbH/kCd6z1MuCUIZ0Cs9aM+z0fxbyVjPsJ6f2Do2Y68WYn2L92eu7yC1UzNnSQ7ISLkS5nGlj
kScjAqpeXPrOY6nHjzlZdh4s+4WPt5IkBLfGMhYsDoJZ6/wCcI05e6OqcQipMgEfsgQtg4X59FM/
bNg02n0FZVLyT2dt/GqX9hjJV7H+SMP0HzFietLkael0OcToPeZlmjpifJbkK0d3JUTwimAIRjPt
eJI9PbbTRdE/ZMnhC19kJUL49lpdJFgjDD0MBwpgl5FJAFdWBEeZscCXjDcdYjHWhAvfJClzGls1
hNTtFXYtdO0VUW1ckD4d0fhBAOIUfuDXO/3uaaMXucd0JD3+B52fEuKF2MGAGcsbijjBstDMHv3y
C+0RsLP/kcrjyKp+hYfLHGDnCy42LA0Y9MgFBvr8B5L4MxTC0x8gUKxjFPEkLRrpOJuIqzYzn3ML
r5PUSt4pc4DuGFQ1G0nYA6bLNlCVN5B7i3ncNLuLO/Q4n5rxDyaZN+6cH7Rq3vhOH1rZx3nNJF5x
Ikzwbo8lhkkmCCuLI2Udco9wmhSdMqn1VgoJ7o19JotljHhyL8DELOazWTzkmEYl2j/ndZEkOCe6
CIFt6jW9b/A/rKFnzxj23XkDKlBBu+n84Hqm1jPYy7dupnI/lQn5v6/cz13MYJxK/r3QbnQBbShr
0GMqQgT/7UISfKKbcLJ8nyZgYYVuCYgMSh97mwcVjEilh3CMKEp4rEigR8asSyDwMUMQQBHVlm5J
jnaiCf/3lbkIVs/U2GYIb/D27nDlDzvWmfw8hc5QRrXCJ+R2A2Uh+CvxLBJvoqE0SifoEb2bud5Y
/WWbqhYSydIGKPRbhHgLOX3nc4w1qhYkpFMYGFfMiUDY4oFImeUhNSK0B12VWHmU+CNVOLgkGLXB
qCG1aJ2wt+7L8nvDrkbCwoQpzq/Chp5wfi2W5n3LK1kuiOWnee9rqotcfnL/KMN/wconam2smz7g
EvC286eQJdsp25c5J/4HifN+qi7OhwqV9YQzm6KVxpYSAkGgi8G7ZblLpzyi6Way3s5Lkp+qP6oJ
B3eqgrIrdUgChfNMUXEywspQALxl9+6JCwpHt7WrfqApT4Rm4Dg3bvraVW8DxvxG/a3KNrMZjirK
JZVTCMcYc1DAJ9vQyzJeaPymLKOp7CakK0Y7gqWc4e8PAfmhzdMFKMReh8bZnf88KtOJTZ8BixHG
hTt3k9iY+tmBYqlPQO4IblNy7Vabyjw6Kj4s6YUIBlUw3DqAh36uc+Lyj02EQH9KNmmpHyyUaDzt
wwM0/7x60q/0W9KnemdnpHpJKSTNHUaLujps+q/490qC8OSsPY9SnYfzDlSw3viBrUmJipJIemWs
ZIixzm/7rLPwjZziu4u93skN2tSsGDAnD8ypwmTS0MAJyT3gosE0L4QGQ5u8FlOyOEvmvWUUoeFv
WH9F09tG25//OFIXX0kSQoMeZJTmNj+1/YPubBx9GzSqyCB3gD/aCJHBSsy0XiZoM2nIGcatZg3b
ytwazRC2RlR3EzaFgDca2LeXvPxej9FEFSdM9QuEQAF+PqSXA7Ts639c6wNtzvNWlN4dKysKgWIp
giUuGdewekmmh8DAmoy7mD4xZ1P22MnQqEDQCgcJhDaxs1SxXWFDXpSAjc3To3iJpgTkXyQaVe0K
lSjhcLlTZy7U4L6IkpnGv9e3dP425kdHRUOqkiQcMQvTKpPXc0mTBtTqZaqRyOhDl30wX3HApNEP
jMAAr4IgEqXP08u+XWYwvGK8M9L9V23Akgj3fXDuehU2V3q6VmLE02WmRZ/wGtXi/cBsyDhdubGi
oip17ZUI4XAN/mhQjz+eJv+RDP/O9uG8a6tUEI6Ok7UueHlhKbPKQj1PNjrdW/G//02IcH5mu/Wn
kdvJHF1sFCsxv7+3km//SYh4y5Zdlw14KuNphnsoM7eL5oReqiJiU9hLfDl3o5XZPS/gGd4zsd/S
ZF98gUUKH/y38/pCLtz6QGL6PO3BgHfkjC/p2EZdfZWnVwZG6c4bTRrZVrK4+62yYi01Se61kJU0
P2Ks5Vna4kXPLKyz1bdDEGzattw5bvn9vFTpZbuSKpybYTDcYuEvpmR6s5tnDTTXY+fuCsNAV8n1
wyrPVeslFRFBZJ2syRhPPr/fhwb8/iQM4i24pUJNheRQ+Ydwnjy36gzGVTPng8825fSq5HVXiRBO
09Atto7rDv4R7Dz2UBXvSoi1QoRY5G8rX5tp8staTwW9C/oHO1UENrkIQMV5MxF5qhjYCmtqdX6Q
5oWGJLvI42eAh877mfTGsf7IED4Gdc2YGT5kpMX8nJZDmDJ7l7M4bJr6e2WrAMhSt0Y/HqxbYAxG
OeD0MLWdA/yThQvOw/wCaMXCgO7GLt20zZFkB11VNZa6NLrLNlChGPawhfu0i5c8mD2IS/Xv9nz0
2wOpo9I/nLeh9DutpAgRwskLFOCrGQfHugJeRmevRFOI4A77qfCEORpsY4UeQNSe2m3qCtMtExRX
C0yV6RdGvu3BNmiyTZ/sbY+FS/76BZ1WAoX401FTyy0NOhX+bF65yEuimDroU+izitVFar6VKMHN
F7/JM7YsAFEE+f1SkShNvMuCKcbzpK6wkiI4ugmf7hMKKW6x9y0wOd+V+o2jQqZLFkpwgNifDyVG
Hhcs7yyAmGlJNhg0LPQudMlN22xZ/TJiDju9xKBJGl+O/cOcgeRgF3zpQePxqSQwoHCWTcFXbFBs
Ti4vxKNCbrErZ35zVWFD6o8rGYI1LXTKbQe1UP5oItamLN+94cewbI34n9betqpJUunHW4kTrNpr
yaB3MVSy7W/O/GGYT25wqaxCSBNJDwzmoMBE6V/kH/Tnwqkr/u36mUVj+05ihQ9KPX0lQLDaZBM7
bTwI6IZ9Xh5ByQRyk/PnVhZg8UYHeyKP6WgMn358DI1qxE8Q8ay5rh4aMhwDB3CQhWbOccBgyU2i
YzGAafeqjaGyTwTYmA/sELC7n5a5mqxiTlAxBAz3wfPugU5i5mWuesbKLGiBZdzC5LmJ+SLBEbCu
R2taYvHjZW5iMPwkzoLNd9b+vBUlnsA3/IEzAXO8PlpNp1bswTGspT72pOuYBwVZS6yH4GFTURXx
gygE9RMpwr0xBq3HqAspGGq/axqwoLbFDhT3jz3q1i4K1+eVktgOO24ssE9wjhgQS58qRYaisH3G
N7FTsq27/sMaWORquqJOLRVjoeqIPddYximm/x7okkEPgC3XY9Z8q0bg2I3uLlCxacjg8qhtclpx
OBt8jv+MVVrupW7p2AT7p2O/crZ+m2cPuku+LXmSbVOLXpVxc5Nn7msNEGA4Lu51nJRWqA9LG7K4
DQ5576hYZWTf08TiZA78wgoRkUBgHE3MD7dYD82Bk1NQL2E1uEboId+NsECJhJmrImCTiuR8Pxix
h71FHjvCvASrA8syYmwX0GPsdPj/24y1qI0Kly+r0WLd3R9ZQjJlp+6YuTZkzaBkLclFNWZhn0b6
cjMsG8u6n0En0Gnb805rSuLKiVTBa11sTK97VoCeoMw5PwvzsmvTqPu3OPbna39IrVsjdp2f8cT8
ZpcMFJszC1ePD4lujPfTXFToK5hGi0Yn0w+BMXZj1Hc9eneNRQ0s89QC44P0ibud0gSBZQDumoWF
aTUXcZ4mz6Sy52LTagPZpfHoKOq2knCNWSycSEAFMWYrAkgto540jRMgLw6WqlmPNDiAkJDY+8m7
rkYFWlB2MtfChOR7SuC5GoUwTMSaZjhpnf7TwCDzA9XS4vv576aSJXy2OdXyus0hy0oeBvvQGPs4
j74iguNUgVS2/4ezb+uRU2ei/UVIGDDgV+jrzPTcJ5nkBeUKBszFBgz8+rPIOefb3QxqlCjSftiR
Um1TLperVq3lzX3fqmyMQ7Q4bjn93RePkHxfFbRaXAXSuUmHHRPY8+n1lpUp1xJBxqTDPtNmgFYC
aplrqKOlMWgAq6DpDTVTwNPm9QwrbzOr/bNbvAyGwfkeFz9Em99ZGMxrh/ynJF5InDSkIjuM0IyJ
M/54fTPJ9EHml5E9aZziZqAuncfTLDcbIu3pg0F7YAvlmM8mM/SOMsw41HkKJWnqvJjSzwPT5Lc9
5cYXL82fBWndLRhSjJWPuxTYzn/OFBbOwrugFeHjFEs7Owk0hA+y8Z42IcluBHu9vvSlCIN1E8yR
4XKCFMGlqQJj7onKUhFi8AgDD20chVGB9w4ZsgivHmU0a43WRYsgKYIaKmCCuI4vLZp+oTN7spja
vxqy1ei61+PBXeuhrJmZBewIsrKaVDCTlfdRuqmiU5vCvda4Apa9F5JvaAW6uIXY9C3PvlWr84yr
OhNhnHnprqvKIGXpXToMr6z9nBT5SeZtWJv8c+sauyIfj9R6v/4JF70FyN2JTcObwG6Xv6CLlegc
iqupcaDE8Am+HPTlXvKfYg1FsxiwzyzNcjYIUkJba7oEZUM3LHtPkjbIejNI8ObhrT5WkV6pAi3l
ovBO6OmA+h83xGxtRjx00p4uQCTEfSCyftjI1lkDMixFOmdKWwAXA/fRB5ccuAOBxwI7WG/S7K3H
FK05bq5/pcUMwnHMafIHyqLmHH8LrKrn1AYSXTMG29BNP3xq/Z0c73xw/EEBgngbb200eAmMDHmb
/2zOAknMI2icMNi0IHlUQo4Qkaz61tn3drSrrc3oPiR1OCDQGe+1FeagoSjNTSOObnlk5VoKvqDw
jWFVtKMwFD3RMM2PCivU9GjHr9HlbcwC6vyK+qcqDYwo0NaLGwVjvCVQspEPNLu1y02Ewdb6pm23
lf6S822Z7q5/kiXnAqr3/8qmQGRv9p4ikTCkTZQI267vAnNKUJuqVCtDWEuByAHiEVLw8C1wa10e
T9aXSNLzVoTU/DWq98r1QILnY5D+H9CVuKxBOssc1BZR9Ls01GZK9dTRAsjrI8P3HvmjvzZEvXRS
EOwAC4RoKKh7ZsFbcb9sMYwjwmKgB4/WJ68kB4OolWRt2vn5fQzWVbyWQIwyUbBcLkVneRnnDFgs
rQrGg1ET86EDx92NNGuxsWVjPnWt1d6IoTHdcBBJ8fm6ayyu056+FtqDNv5c/gDoNvHRbfEDjPoY
d1/MaC/WPtdSMMVk3v9MTH9/dnHUlT3gZQcTtUhwBO5Gd8vHTdyZAL/5oCnc/sOKQEuCZz12FX8u
zdl1ZitfTuY6K3QEOyU93Q58fL5uZnFVZ2Zm125bA7jQ1PB2UPGBn9qTMiiMz656ZcaxWgX7Tv/a
Bz85szbzEyvm1uhoWMPDvsnfR/BIJeINd29SfW78bVmagf/LrI/gXwyur/NP9nvN9OwuNEcVyXLA
flbJ3jJvOrlN2KkwQlHv43zj1/lemjduJQPl/Ij8beJ8SeQxah/5Gg//UnzBu3tic/coZnNnH5bW
QLZSH3tgpBN6+1CVGx5/YuPKY23pRCBhA10kxOXx7pidCKbzeiDQgYDSN9nLnux8lWyHyF5x08Vr
EvJvmDK2oCyFLsmln8bU7ZSW0yUxgEJnK3RCfxudbLNgiKw02jHeRltwyTbPOVJWL+wK9ErxJhBJ
s3JjL60Y6m3gyJ8IFlDbu/wlJG1aL8o6uLLeMftrIQLTWANaLx2XcxszB86AyquTcboc4s3oBZl1
sHKQVpY7sA24/wDgxUA1ql/QVJs+4mxrW1CE4jLEguSI66G10iBt038InOc25hmHMHoko7AR+Rgt
gvYjOVoq+e4J9S/Vn3NLM4dEq8Ez4gLXXf6qynu3eejHk5k+8JfrB33xC51t2ixMC1/XQHTjC0XZ
S6ycIId+tLOBwNro7JF1r4SVRZ/Dix4PMuTzH/QwJW3cJifTwA+99dN9bj25a1QJS/ECbKr/38Sf
A3h271iDLWtdT/umP4/6p6U2RIZibQxsKbc6tzKLSha3MrvVWEgDRWyrVQEYLK5/mKWtAsITQ85Q
XzVBJnh5PGlWoeRICVIR+45i3FQAdLpWCl/KQ/5Uwk1EVxSpZseT9Zg+U2g+oimCuuJ+xDimwJvH
quKgr/ZNkW1Svb2+rMUAeG5zdrG4RUZcREHE83gMnOKuiSVGaW9NsdNDqOJ7cGcAMnfd6LRXs8vM
n0RyTWqbkPOb3yFGE6cSqHi8EwB+7ia6MvErHdBZld/tNfaDPyWFS2MU3LlTvQ/dXMwJzsIQjfO2
8DrMYrYUvWlMQbp+FwzZtvNcKOL99EHwp+l7RYaAxQny5F02iCBjv+10PAmUiFp1cPo75r005tH1
n+O2gBJpvvHAt7OG+vy4L9NPZVDHxvenEEK/9DGTs6EaBX5qrrZcPxPxBY+3zsQbpf91/Qt8OC8g
3p0USRGXTdBezJ+gioH7ViVuDkVS6MXXo9MEWT6u6Z5+ODOTFUankisizIfvjIH3yi042hOYcx9v
VKneemZBFK5w3/5+OZCitMBkb6ODNK/pdXYTZWxEtmAm8TeBctloxeF1Ex8CM9Yy8Xih7o8uFZkD
RIrGsHNUPVDQrb4M9kszguq6D0gcBwX/RN3tdWtLO4eKKp5xmOKwvDkzgF1UQzZSiTYVl58oie/8
RH5i8Rqj34IbIEGfpnNNzF6xeReWQFmMi7hE9mPan71BPSlkttdXsmTCogRzeFPQ/PBMNHvd9gxH
Kkyq1g3BUdog0qzRYH04OBjwc3C08R4FSf6H8rTkGDQGR4AISY4UXL/aRRPG9Nlw7HC0VxrLHy40
2KJwBXCDOJP86eyQ8kh0bMgd7JmPIsJvg2zE+Nj2n65v25IVF+w3IM+gKF2yyUHOrs2BahS/SjqV
b/qn1P6OSaVTVfhQUBxXgvHHajQWBGZx1KOmI4ryxKWp2oldUXgwJcHY3Lc3nY1uzIGVB8O5JTTs
x62LYkmqv6TeLUBLf79OPOzRwqNoyoA05tI4a8FTWnWiABF3GSbe3vOPeE8GaGmsGFryQ6gnwQGB
nMbs8ixD8G3I1bIBhgDwCqFjft/HztP1tSybQLqLfqQFltPZWqzSlIkD+kIIx8bHSmnMTHbVj+s2
lvxiQhHj7YV3AiZoL/crTqCmAbHVAk2s7z7KWd4XCdFi869F5OAT+CQmPA+ejsfezEybZpq5Ervl
3JY1OwnH22DWfuWbLES5CyuzZBftDm0TDiuywtA+lxArcH6KQqz0Wxb3DO+QidcftdD58EnDacrK
DmZi951DHTKPglptVof3P47FTZv2Pzu4jC43rXKbkqYadvJCbYx6P/Zf7fJmTKwgcSGJyu5LVCfq
MF+jKlq4mi7szlzbqlked9Fk12m2GFULi44Fae5vu94JHPvZRJ3gr70QJMKEAuMAch9UzS5XWvQR
b/oGui2IXeAlKwPe6CCyP0Vrg3gLn+7C0HTkzsKgC1A+sQcYUnYuXjxuW0e0d8vbQVZfM9BNr6xr
YScZ2lKAUlAPg+NzVEFrYGSc2AgSqso+gdds08RtG2AOK0jN4mSjKBc51orNpSVCFAnvY+QW/oeC
SuYRMCKnbRHavQuSsy7okg0rIO9Qr1SGF04bIvwf7ufpWplXOXmnZe17CB2o0d/4okgCl6AXYHtr
HC9LK0Ly6kH0Hmp1qN1efjQ2mFWnM6xowLufQ4uXPdmQRJH2ys4tLujMzsw5EtNw3I53iIWRt+ck
Di1PbDI17q47+9IFyc7XM7uL+yhBpUpgPdFYbLJsBEniTnlbdwgr9wba6j2YfWtjozC82Y633P5b
kM/0VsKwIzwEiTSd9w0KsAhP0+RFyDBGQIxsaw3Olljl8/VlLuRQ52bmAwuR05LcyGEmTvAMir5q
u35xzHLTWORQVmvOuGhtuoinEiKaiLNmCO/r3tD+iEXBLcyqvDWd75z/iju1SfD6ub60hYsZLM/o
AqEfRB1n7pDEUCbQQliazYtHQ9h3Xv3tuoVFVzyzMHPF2hxkLBgseGkXFnEXjKR5hkLFiisuLoRS
cCRAfQeJ+2zXGl4MooP8Tqj8+Mn0+hebr43PTYfz4rn852UOhSYXL1AGmYDLw1ty/G9RUjh7Hz1H
E66qfPVQ7HCqwH8pii24Lj3n5P0yQchfiGZ/fR+XQgcUeEArPKU41pyjvnBUHdEBJOqp/5CiFlXo
H7zdRua4EjqWAr09KbdhmT5o8WdHWlKhicUBSUpt7wRU9KYv3SAasoCxfN/5JOBi7Soji2tDAYLh
AzIPMkOXO5tDKbHQjlOAXdL+7MT90YWK3Fcvt2+rhp6KVrnh6CSvrvSeue51QLOEHKWjzZtI1Efq
SHtXNbUIYmK/Xd/1j90FfHSgUZAWTx0o0JVf/jT0v1B3hERGWNcqoIkdaNcJ3A7dFN2nR6uMdlSD
Wsqo24CmWUiAmKHFKcPERwfYelfroKa/ab020PahHoafhescz1+KQ2vNSzfw/0inCRLqovE26JVi
6b+zSu1L8laMoVGeKrG5vhNL59ijwG3i8mfQRp95f+UZDTrneRGSWqSH2sydMLOT/lTaufsvprBA
ZE8MvInzs+z4XEUFw+JKOZ7YgKZ0b766nn65vqKP4E3Y8GAFSF50OD6AjdDwdIU5ZaUjpEC9LHnr
Gn5S3a8h+mlrffSTJgloa4bo5b4Q3m8p6NE3hmVCW6YlKwn/0gcFQzn2FX1wSueIaVlRovkQ4amp
SWCrEISHcb2D7EQESN7AXttkJWAunTkwsEMVFVcnyNjn7xjw1HJXxvAgKw6i9rvn7YpqDPkaPm5x
YWd2Zi8Zv/YSwy8NlO27t6Z/7IqjSTFuhfYYO5FqV+l/yOVA5AjmrilMo79yeWA5oqQR6QQH1ge3
OKrrhqEDJclKmFw6Dudmpu09S7+dpkkVgSooCIYetVcGDQYt/DVM2FIsRujBZ5oCozVvfuMcCMFa
jjPX30fJSUgwXnsHZu6aYpusaXAvrujM2OxDJaYslchTXG+OGdT1rcX3CpSV18/cUnJzvqJZpM9U
rIBkw4oGuTO8NiwwSJiUdw1/s7p/cfD/1jNXbewwfKfzGKZi8qXyD332JK3Xek2LdPEYnVmZ3Q8u
01mvKKww/8iqz0P1AKx5p1cu/8VDhJIG/ABvMIxezbwtzruUCzz2YjvesPaXaXFUWz97CiQOBt8R
2wz9YS0RXXKIiUqLQZgGz6J5xOdpaQnpwSGQxW9ZXgepjLf+Gj3cnxH5eVp1bmaWIDYEfDkGgxkD
5fK3NqMdMM+KN+m2o97w4mAyMNqBnLqgASAirdhUhHXfcCXrzcBIjCE+v8uNECkBKZ99y2g+9S3h
E5hJMQ+QaQlXGxIgnZgsve9iGNlz58q8QsGB+C9plLKn3gUrTyci9aXGv4JuLJAb73kNJd4mKeNs
FxtO16DZBP6MIGnQ73qSGgW1De4mBRLXtAYJt2Wb2U4nvV1stdaO2nkqd0FaO9obJb3qsYrqEQKl
aS7zoK0aL/R6Wu1q4BZE3GDOVTllkQd90lYsGNAXvGeyIWPgun3x04A06PtgZg0PuAcIYwB+Eryq
emdESq3quA2dtLLcm6zz7I3lxeaLrrs+PbXO4D6SRLB+C9IFHW+93sofQHzcboBbjt0gcTCH5uTA
MGHW1ow+JRXrvVMi8FwMU217D0QKeUxi6e36tEPQjvwYKU+tfGFi9an3ptM6boK27fI9kU25E45f
FbuUNQrdRu7oW6Ai+2+RmaRtqHujgtSQVeUrCcPSITx3oVnMl6MeId+H4yHQNVPRfRs9e6gt+dnr
9ej1sSWIjAFNqImUGGUCSFNdnkOVmk5Cpjrm0D8U5QGkeam5G+o3kNIGVXobeUfbOFy3uXgKz0zO
Lpre75RXGCi8SMCQK6tOUAWpnuJq/HLdzuIeou+IfjRgazjzl0tjqh67IoedppcHDex/Wadvqe0+
V61e+VzL2/ifrXnnux8KCPdOFefRPRD/uzk8NQ4PB/+bU23HcasySKWvacEsPDImWDX6Ri7q6Zgf
mUVqIDxiCYAwaoHsFNePpT7J/kecfBvKMKW7AQeWv+KcB5hqtaomKK0Nz96b/Pv1bf4YyS9/hXW5
zZhC8qMmwa/oMiAdoxc5ZJvC7MMo2ejqc8JDrlberR8dCBZtOqGSJ2Lh+boLirlWnjQFVAloWNXG
zuH+UUdrZhZqvLCDBwm6yS66mvPGXKQ7t8rHEjehdl8cBo3fLpGHJmE3ro1msbAyHSY2HnkNl0de
QhwLnNz+37vW9CvciUEZjzWMIF7ub0SAUSYZcnpRf+LsV5YMgS2xq8YXQ3zrhnuMEQ/jWqtmcYvP
jDqXRk0R5bF08FF7Oh5S4r43SbsrpbOSBSycGyxu6jqgnI6Zs3kFwkSPMCpBpgoKdjALinvJXgVu
fvHgQ/dCboU6iWgNLPwxLkw20TmcthT34OzYQDmnZa2E+yjxS6oMlOX3UTQAS/jr+sFY3MMzO7OD
ETFWDrmHtUl1U+bfG7El+um6iekzXGYal0uZ+YaEhA5gKlhKI59Gswx6EIhft7C2WTNH8C3l0aTA
IjKgqRG1jxn3nzxw+GKuZsXUYiA5269pP88eIKLyU3RVsJjCfzC8n4Zyg7EHeVgUROROkyhQoNP5
+9XhRE3ofEiBQJfh0iSz67bXPqq9VuNAcudh4PdFx3f2Gq/Kkiuc2ZmPo+lE2YOZwE5CilvI1mwb
N9+MebwSK9bMzD27zzunNWGmBbkIw7hRIuSmEmuw84+DKRAYQSTyXGjGToS7MzuAeFXc9FEBrbge
0TfRkbOzQNE3BH3W2OKEoSvUr/zauOcm77a2HIqvvhbdraUmBUgtgf+5/iEXV372i6zLD+nZ0kEi
jV/kR91LGZGfynM2Xvly3cqSh56ve3bcSKHGaoiwv57+zJoKqnUYQK2fADtIzBHJ2Tv659ctLq7L
x0sZJbEpvZhZjCueVYmFIjDnfrRLa5PelHaXocmYrxGEL8USTE1NmBpgJ5EOXm4h9N2auJxMta19
J6PykRdueH01i+EebanJeyDyCqnzSxtJlKXNaKITUIOLP5YYpj9Y5qHpduBtI+zRcpOgaVfmfJYi
GLYPYHjUPZEkzWwaBoOsQo/yL+3jwCNNmI/DUTjO1i2ala/1sboBAhYUsieoG6zNMV1exmo5cqtA
a08Eo7EZuzgg7hdpnQp9U8i367u5uLAza7Pyhid0MwoBawnqXT70xs0GlQcVlGt8OYvnHfckck2U
aHHqZ2HSGGWuimldAzVB1NzsbCY2HMjLRhlh6pGNHj4DxR0OdX+Kcm8XpcOK5yytFT8A9S/Asibv
uXQcIcoKkli4hhK8QyPxo/WTjQD63mR85Rt+rOcgUKN+inYmBHQ/4PJGP2MVnxrsXKkTSuTJPhJ+
u2kG0MKycUCTnSbW6/UvuXTKAQIkuIdgEVnt5eqqjlWMm4D/xi4Et6TIVRjXOtq2Ffl13dJSBJvg
eWAqmAQx5+x0RgElAmaIEv1Fu3s3h1FL6BwTD3JXyvG/le6gHiiPNYBbaE/iOYi8dGWDF9Nqz8UG
m2BSmbSzL1dLeefGfeahGF5EgW1rtHNfahb0xVc6PPDsoXIeXHc/1s3u+toXd9lF1QdCsKgfzTHq
xPdaJ9YukiXjm+FAUgiv+CJeeZsslOAJMglAh1H79jC0OQs3royERYElDT0rCeSwL8vHPn1yBWo/
+8Q9mOrOsnYjd0KNPIN8QdXh+iqXvrAPdIEDfwJEbh7uMFvkF0BFTsCkh87Xuwlx2zxS/85Oj7rn
gefJlbt3KeqhuwY2KAdHB+u+/J4+viZROVbc+99GgofJowCYXYGIyus3sVojfV04oAgEePZNAQnd
0VkosOqywmxWPUG//fq2HhwfKnEyAa2yk/KtjSLTvml8Fa2scgEZgKsfvRsg18BqCzzW5TLL1Gpz
IWC3GHa986Bp0LEW88UdHr7QVDkxGrb+bx99NDQoNoT+NRH7NF4FjCjmVTFZiON7aT8CG4uhG1Ad
CetG8x9O/ZTEP6/7zlKgP7Nhz1FNg0cj6krYUMx5sqw2EFA26M0fKc3ugEg4oKf+tYmHL6hvBlZL
jlW2Rj+64EwXv2AWHFDGQWrs4xeUUARm4EtT6h5sO7du028oUHYDT9fi0XQiZ48oNMv+iEdgIPAD
wKnO7awdiVOGRhWP7t6gWr63YxxNEoC6eU5Qvn2qTYOKnUUh8xpE1IvjOxI72cGrys7etblj3qTM
12tjQgspGVh6bTRFKfDbeB5ffnK378q+nAoMNKV7Y/R3FV9DQS2awFnCAALoMj5I93SuyAZvQDAG
r9axtlD1BSrjulct3N0Eg9aTwOT0Yvjwxm+Hmo0txWtBiINVx1Dxu5PcClgSrXzKJUuo9E2cdIgN
HwCmbpnmmRUjwvNUo9obb0p2Q8un2PoXO8jxQF1hk6nlevld/Nx3FO4AfBdh3hLzh1nXB9Uj0qZ0
jadl8Ug66Imj4Qg6QVRJLm1Zhl05iZdN9Hr3kX5DPSYwkwPJM0ipPBjlm9vetvRGdG+JuwJ+XjqK
55Zn+WVXWJInElmJOZy8+kSKo0WMkNr3XvJGxsN1J1nKCgC0n1BCHp46H0SXUieJxWCWZVgx584p
reehe2VdtY3jclelTdDY+mSa2Z1v+DeKRF+um19aK1C8kFDwpnLxn69wVnvgbUNbCMtNtzb7NNAk
sEobatE+BNjMdzjrbROvsVQtrxiZiDvV3TFtNDvdRj/YSRRjxX1GX3sMehoD2fSkycLMje9cojG5
AsXVyg5p9FM4a2MHS5kKZKfwrESvHAic+YViRwnxuganpVR3foVc/uhrhSbzAPz3wWdbn+1ZtMvB
QpeiDLjL1sjnll6DxIUS68TWgcR3PhokGY9UC7n0UKdHgkZUA2CAY/xOEBtc45APRyc6QfPo7780
gLugY/gDTJhD+oE8jutkumAwg57eZY0UEPFpqhMToF5v+b2XRt+6jDUrTfyl0ITpGHAUYHQBVfv5
vWbLIudWU4ZObUOnuAg8F8kukD8mBj6ur3AhQQITBFqr4PEFDno+5hpVjjS9ErNxHf0BcZA9OO02
Dd6FrJFHDyT5160tfUW8JwBsgSmUcP90Kc6OTptH4HlneFIg9Xn5I2FtQejEzLbEr/daPXbMDLs2
2sVoQ143vbCnF5ZnodEooXajp8eMih51lIZNAdhSHu9sb43vdCkKwxQur0ntEu46y3GNYcTYi0B8
aEb7xkEvFjf/XWLEG7uS20w4gaiSXek/j25yO2p3r8y16ujiYj0L4QnFShzaWbQoRl5bSYHFjsZX
QMiUoYKqeVboMl/f1IVIiNEQ9BrAAmij/TxbaeujaYwziTSXtDfS77YI1aFbkx9G0RwM0R/zaE1s
YwGSNklB4UJFLwuPp/mbxak8D7S/sJnxIwXfC70h8V7mB7w9C/+QjBvhfabGXcF2VvoGsagAyrnU
e2j/mkUXeTUeFCBRwe3tQNn08q5tbdYnxoDfkaK6kO0d+9WjJ19GaMXfsnxNnGPxi/5njc5GCLp+
qDka7dhpCBM05mfUGjZ97wTVWshbCggoZmB/UXGbOCQvlxXl1qDbdsSj32xCoCvQbGmfC1LdJnb2
3DP5dN2DFg8Lgo+FUTDM0aHRcmlPmb3J8VYsQ8IGwPgqyHLsstYMnOoEIhww+Ub8OSo+cR8kd/z1
uvGFfBaVqv9sW5e2IeBNTImmOXCLMbDi6R1J1nCr0wmYvRcAmwRmELUPsJnO6xeQ+qoSPwKVZG74
Wx8oAGoOyAL58fpKlu5noL0mLB9GWSfMyuVSaIthd6dBM1dJVu55nDjB6Ij4Sfgx23S0z/dJW55S
z4VxgGjU4KRBEg9IDGP6Bnr15tiVYlhJ5v9cVPPVAzf6R9wFc35zwIAYkDSkLT6uRCW/y0mgoWRd
05+Yy7x1zGmWHQHY+ca4G1RU7p1WhuBWP3DxKH33kNEmiNA7TV1+G/nuPrEMQOrXOnzLW0dtD/wd
qFA585mVTrVpPDB4QdFBTD69abP3NAoAJQFX8VvqVEeHvxNlB5arXy2R79JUBtJcm/ZYchS4B1iy
8RxBcjsLpfgghGdoy4XcxqAOd0h/ABgZyHQlV1L1ZUt49/h/xhX/pJpndzDqd3XeTk/Y1LEOPkkO
qsu3bu7tr7vkUsRCpxadd4pKMMbWLz2yN20jxaAqlH2ARanUgWc/OUaKnTWqgsUIMoGn8RwAd9KH
MmUxYIyrSTEcXdZRZG0T6PzsqCkbJBJG99b5g/eZtIQcROJVd8pT5M53Jbl1igqkeoTFaxFtCsVz
p2dT+QVAVkyCzgu0EGm2bDpJVSgZdPwuKn+2xm+r2XqgTbb2dbHP187Z0lafW5zlNkNSScUm0cy0
+FKbYW6hLjw8aHut0b90N5zbmT3yIhGZpWphx7DynVEDdcb60OjVEVLbUEpJVsLHUnZxbm7mQdpO
eM81NjJv3kcJFoDqRfNn09iUURmUbHfdX1HwXPpwaBqgzz8xV80zizEVqVfYuGNRAgE4U8i+l3sF
tJfa4si4N7KxansbA1S9G6BW/cmspPVoUDbYN40nOvQqK9Lv3MyGsEeLQkm8c8ZheLKG0vRCe7Tt
/BHRp95XunC8A4+y/ltGMF8Q0iG2t8kYIwzGfpzdqpo1emNhaFSCn78rk21PDXmTm6Wx5ZPb2oUV
geKnNclP1pjqYCmdDRtTMINvuiQtvFD1kX9PjToFbJD41aMdO+ZrbZH8nZoCdFwG8Udk+cqMzdDh
JMIoYtmkx1ZoG3nrwMDRhik6/Aa/ve+8yKZBbhrxNyJ5tUHVU77Yta2rzdDWetumjfkVsws4647J
XUwGiThxdzSprZtYQzY4aCrd5KFQmiZ7JQAMAIhxYpUguTPNZZkHVlsg9mzy1hoDVvXAd6R9USM0
gen+RmcJA3dhnPo/SyhyhEPrsd9ZXJGjsBnfo0owbFiOYawbgOrB9dSArC+oS2xyEKt0SDdQ7GtD
4AehPIh+DCKDFpabnXjUgkQDeiz0t2BR843wZvDDLFbyR6tI8VJCLyoKaD34m8Y32O+cYlOfvdKL
7yGeYaZhPOQlRiKc8c4BpfG2kxnkEwgu+0Izf98VkdVjur05iqZNb0atiyPKW9bRbFD8rvtK88Aq
EojcSgW/MiTAkzeUDuiJF7T0t5bR8XgD2sYCJHRddDKtypCHoSBevMks0ziJFh4bDKVVvltyAPQl
AkrQCeUw1vVGQ2ytfKr6NLl15WA7YV2NNYZ2+rqexMlKRbd9lsS7NNHq3qAjeXFkz0dAnyHFHlh2
aZHHinZFtW01aeOT0Uj7rteW2tpIfb9j1L3eg1YDsNQK/iBWHhaLQX2a70B3DXHUns8ZS9nAZwR0
jFMQq0XWPqlPlv6S8Xs7C4r0YJe/5bgZ7DvXXx17n7K+WfzGWwaVHQx7Tuzts2hadg2rVYZ8APPB
d5gOu6fxzwyaH2B62VswN+huh973bS14oHJg351yJRQtBD5wZQHBDxwZOLzn3YPCMEeRuG0JaAYJ
rHBP71rt4CyaYH1YE+BbiOlIgNHFxH+QgM+DXl4pRwwesoEyU+BhQKE6AqdEhoFGZuWov3rSzm4x
U5BWK9F9yTBmnTC7iLE1+oGagxg5VaQxUNFqAfO9r4SLLuphiF4jm69409J+opYCTkILqh2I7Zep
SDVoROkaWOlIOaie1U55Q8y+zQOw24I6CUGr3YwxyYpgbF29RmqzkG+hf+kD/oKKDjjZZ9Ybe1B8
1LDuQP9ZmS2ur+iY8zXly4UkAASBmM138BAAhGFuBgVIv0oqJAGk2Up6gAAF7ulXb+2BuJTUAyCB
LBU7iXf/3DsHt6/sKuaY8sNevdfozqIEN2CIKGyARIcsqhvjVyRpNgC/rZ3IDQZcbV+jru3qII/j
7K6IiXebqI4dkthNtlFUxbcJ18aWOHmHUoVys2iTNRrd0NwFSbglu2RtMGepFIXdArjfmgC/QP1e
OgXreEHNFkLWlYsaQTIGSV5s8/FrYhcBSb5idMbKN8IhK26/5A3nZmefKVOFsGQKsy3V20q82sOw
z9eEAKffPgthYFVxXMCtJgDNPAVtclsNnYmUuEN1OraThyxuH6+nS2smJnc8f0WUEgc7hgkhMnzh
KHmyGv73L5WpM41WEFhLp7rzpQ1Zm16XKyhI+Wb1XCjjWxzlO2gKrGTsUx75YbfOzMzKAC3Ppdv4
MAPR9Cp/KDGUkPBTyoKcbe3us3D317duIfJhWVgSZlldsPzOXEDUqBkKqkBzPySbsmwe0tHbNr1z
YzXRxhPDym2yaA70FtNI69RTm5lLR7d2W4KsPUKNlYz5ltYuBiDA5mUnp2pNJGkh1jroPP/P2swv
MHjRG+kAa9J4GLUKLOunyk4N3SXoyxRrwWjp02E8A4ODOMHgd5p5iJOBeDPRk5iL+8vxtszb9/p3
nr4yHW3q9mfvrDXWlzYTFBCANTHg31CYunRJx+5RLY+zGhg7TESWURWMudMHbZaGQ+INYeu23697
y0LAQE0AmStG4qd8aPb5RNKXrJzYGcoSALHefYhjureQEwfX7SytDOmhjdc62I8/EAv5w+BxnDUg
atW2G29BKxpgcCaRSA7Xpj2XTaGDhugLKog5ktaOwGkw5oBNefK9NE2A0N4GoPmq6DCsVWmXHMTF
6Nj/MzUH07o8Qx5FgE3H8JYl77Vbb6zRDT2cvtz/JtSmWSNdWUpd8cH+MzlzEd4W4K/pYdKDsF5d
vTHkbWYvto6RPQJ7GpTTYC16XJPAhbnPGQt1ZK0gixaSgQksBTZ9hqQDjaRLN0WDspPpiB3OIZLK
QVrNDHlqDPPoAyh93W/WTE0B4ewiyI3Oso2JEaju64Nf042BxLXpMwzrrVw5S6EFQHyMWEB/DV90
dhLsfmDSHwA6Tbti+39Ie48lqbmmbfeIFCFvpiqVa2+gu2GigAbkvdfR/5fY+3upUitKAc+AUUeQ
tZaWyZV5Gxd3AkcWsmeh77ahkWzNWNj2fbZyBS1dc6cxZ8eZ4YW634bEjPGzT0uFuuDz5flb2t8G
SgMq1UcwFfPN4ILmU6sBtGKuuegsxijZA7MzV2RzF+fuT5T5PkghoLVjBxp5bCxKFMJLEFl3E2hX
MLA78tR9661ZoC1tvZOBzSv7WZ1L+hgBs9b9Vz1+MN1fcn8Mqu0YP/jJs97+vDyPi+vwZISzWzys
A1kMpnC+e2v2yJRtx/JlVaJ/cT2cRFHOV3ug0UNUpnksDfoVXUgZPfKVld27dD6eztz0I062VEa3
R+osgsCztuX+IDU/SvVRC951bfsPkzYp1gGRMzn3Z8NpwqY2pIxJa2kFhGLtKMEBtyTLfbkcZ3H5
ncSZjSisrIYWNCNSpuXWRO9mLm46KdxFsfVFc9WrPIr+5bQ4CTk7LYy008JxJGRSUw51Hd9/qgZU
M2kcau9+u9baXlx+EJQh2AHPoJd1/s0GrzJj2ZgOJ0+w4/YuB3/WBo9atNYoWFwcACAmIh+SZfNt
NbrtIIsJgar4VUtuhXgHS3mTWtuCetI/fLWTULMtlVKIM3qFUINwI0ayLSfNNo6vPGojUXSjrXWT
F/fWSbjZYlQCxRetcppCsdhFvnvtdWsu4h+dKNCXoODwv9mbLcQksJJAbabZG76m+tOAkbjf2+Zw
VSPqP+4g6SFpGOeHOjxgCLfRg8+d9aTXDwNCbZXw6fL8LqYKp79mtkZBiSINr/Jr8MNqymt6eLYB
TrStPDvXry1SMFmEbnztp9tVBYzffZ75swfgB26BqGDAWpzlKYKONZRZDSgemPKXCPFyuejuhIbc
RIr2g5XZY1o6ffk1tWIo1+6aV+FyfIoyqH2QpwBnP98xLZ3QLhDgdzSSflSUFt+y2E6bz6Le2mqi
oDIJ2Tdxv6l6+aaKK6fDUtcPZCzEfrr3k1TdbPSZ0rRgRxl92712qe64cukM5iSAXry4lnykzLvN
+4il0W89LXqjert19fqmTFYNSZaOjtOfMttmwGixlqmZiNSC2u5vResnLzOx8A4ry20a0/yLnwaa
zXgNbX0iYZGqGaS/0YtiYhmQ21X2SW8bHBz3BdWXkGaBv9Y5Wqq2TBYnEy0VTgb6lOcfGzBB1BYW
0+0pma3kAEV+KOJjIm1D7B+i8N4f7pJ/QF6exZwupZNrdFTZWU1BzIJCfrGVg0GJHT1MOuAiQf8F
IkX3dHmGl66501FOKdFJRH8M8qSViIhcZShcRzkyDJnt9xtFvA3jtUr1dDp8/Jz/N6dQJM6juVIx
hHLO5zTS7CrIqkMOkN2wfl4e09J982dMHxEMYwlkeRrT0DebzC3IRrDFC54Ti2GOa63MxSMR8zXo
axSwTGsOq4llSc8aTJDo1GC7M25E8VFTYzs3Ppn6d5C6cTbYgfqWufdNurI/lvfh/0LPMTZVL2iR
ORC6LvpdJ++SpnESbMGCfxBSmKykfiOYOH0+dDeMsocmJRMpyV58d1cOG9m7lcXOlpSrOHSMcTOu
miIvbv6TmLPdYIxjnEoZMXVKB5Gxi0Xqw9T6w52gXeuIkrpbXXAC6dvl5bNEhTgb62xPBK0pNLFE
3DRpN6V1LOs7Tedwx+TxBhynKNQOVT0/2zWy7epre2TxmwIjB8k0WT0psxtWov8H3hBUfJyVn5su
fAy6btP5L7Gwpii1uBtPIk2/5GTv130bo2lNpMyNndz3HQVycC6k28vzuTQg6sesHgXQKdq152Ey
qe2B68BQjAVID0YYQufzOEdTVf0aSc3K83cxGnhNHCD4p87bcGZRJpIgQhASZOj9rgIu1N8kQvGI
KuTm8sCW5g/G4P9Czdankssx8j6E8gWIyJFS03KG5O3kura/HOl3gXV+cJ6Gms2hoaV+2yaEytLr
Sv4qWw96ftcUN37+HuGiOn4VpRfJPcjtaxY9IT5lrdm4Lp2pJz/gt0PZyVqhCatXtJRJfbIfSXIl
mjeTsaQpPyTBWvdp6Uo6DTXLc9rCVSsLXPymGo1fkf8SpYGd6a2TCywccKitGq9M7+KHpFAJKBLE
1wfNdSHUhahqXT5kqh3BFH9uct8p2n/gb4Cv/RNmljUppk8PTSUMWeR1nam7kRBBrx1A9K3YgC3M
IWxqFBB14M+wIWdziDHr//+5DKurtrGrWk4nJvhfeMZDSFXN0coeAltblSv5xMKLCAk3yIEmHVqK
itNUn64TlPH9JPGzjZYFwpPSJMYmQe9p5YNNy322HWga0omd3PCQkppth7FQ3CxReBgjGqI3jhig
EYKO0FeTCkeMDZBUrrCs5aVxocdP5R6zSsxOZ+MqspaKYTGB3eASKBCf46ZFIhdHukZDi0A74Aax
DWTVjjThqKA2aBjeVquDfT2Gdul1VK46x9W77agbn8RMsk0zppIaobwUOXlqbSI5ci4fGgsnoYZN
GofgJCNDxeT8Uww9xlN9DpQxrSpcPMlGQjsOfyT14+U4S2tNg/DKPxguH8wJjTYVqGLRj+/rvYbX
pOsfPXCHyOWo9cFgH/+3cLNTN5PKUTTGKZz3ObN8W7Luwvbedz+nXWuvivovPQMQtAYMiMktiPE5
rTbJi6CvRB3ycufEuMtZtR1GklPJAHztSjuO2W22RsZc+nKTaDegDo6kD11ET2603o87KA6lUyvx
Jo1/psOnTlxjxy0c6r/Fwf8vzuxAQuaX7oLENtLMQ4vsj25rgmpL4ybOVzGP00ttvmU5WSfrDEXm
BTBfjV5flmpALEN66NUHoUeArbWRxWvqFkH5HTT7LN8htoSO7d5cK7UufkYDrNpEb53amNNUnJxL
iW6EejL0vxdpLb5HxVdD28ktopYYRqFm0OzjfmVfLB0ZpyFnC9Wv3T6tdL6iXpWbcbSeE0VYOW0X
P+DJqGbnoK8rQ6e1hBAK/6bQkGhEg7Qtg1stil/bVcXJpQIIW/x/s/hbGvBkFmU9rnKzZhaNovtR
+vcGHiWx791TA7vKleZZ8MydRaGyVt+qf4I5nUWfXWpWZtVDbjFavzpGxbYIe/CLT0Lzw/VeTP8m
y58lc1sqn3J1JadcehGcRZ5tlECQ5XQwiYxDhSOUKPfU/o2mh/elnn2u8ng3dE/Q3faC1zpR+Dwo
L1K7ppm3OvmzWkik6EPW5Ux+VPyI3UdwjE5tbZLwvv1txJCOvMVeqzWH38WzCOVijE2Aw0vzq3YY
PLFPVaL6kpPWz0b14Ha7MF1ZyEt3CLK2/xdlrv0ZhW6TCRpRNJU7veF23Y3SQda+ypVddp8u3yAL
2QNFARFSMERMbG9muyYwhhSqP0eRZUK3ifZ6/jJYwnMppjakK5w7ZDvW/JUOyUrQ+VNdhWf0//Hb
28zJ2s+aex3yoPQ16qU3hhfYerpy/U8H6uzAneB4kBkQ+iATnO0WdOUsDwAeOZL0mCMtJZfHoV1r
wS+sjrMgs42hJXri1gpBxv6h5pUeWwgzkINpK5f+2mBmaz8QTAlEwRTH/O6XHbVw1zb/3noJACMA
v+mN+ptDeX5HpAW+mXhYsAjjjRq/0I8zx+2gIS+ar32cxXmDrsT1TjHlg4yFJYOlzkRC5e792P4s
umfDe9bqv38FMKA/UaYb6uS4HiM6SrFAFMGgUBrbhbnV3W3RfPGUghb+yoJbumORcJYg8+vcEeJ8
X9Hp9ip5Cmck96X3vVMK3KlfdO3RGA9St+0axAdW1sXCBUiB1jCgxIOnoWJyPkJAx6YaT8lgrNWY
t6JhY2wzwM7mTaEGK+Nb2sEGpyAAW1IyoITnsXBtzWTXnHCn2A5n0dGSPvvZm9n3tla/j8q25AS+
fFAtrRKWB2JVJEzAd2YH1VDosRd2RNQALAq1uxFUlBlG15EhJv2nUPP3PT2HSCuiKZTQbaI+Ogjy
qwIZf8zMtT7G8qh4Qlk409MTnKVilSe7ee9p2Waoy/hHCkf8u5lLwhtI7fy5MmQXd+Us9q6B3sc3
8TgaN/ogY88gSZZ/jBojy2yzx3ceafJEarB+9ovWEZWkXcnfFu4k4A2yZE1QX9pNs9nPtb6vIEWA
aaYdS3FVrx60rLVjCGFK5iPz9uXyJ1hay5PjFvxXcn7Vmp2lnt7kbV4Rz68LO8rQevnSk47r4oMZ
/ANRBcQUrBGcbdAanTc3BLXMGmUa21iU0msv+8NWNvLbEplaB3DaHTYKwYHBr2A6lp7RBmoZkx4H
T8UP+9WPFUihIchirdTdFzMVhyegHNLzGPSytFHauP7S6Up0kNVE+1VojfUNzmq7rdpGCe2ens9R
TSvtjR3vDbZeJ+aTGUZatBcytescvWh9f1u2evSq+QKi9bpSOajnSL+8UaHeIUmetPawWbiZcH2h
Xkw/kprE3MWs9XxM6gcMpNGIvcu87CZOFcAwxt8fdGiMAL6k74cy0Bz0DlXRRF06yqmF2zEcD1F+
pvZtRd+VbmXZLxxznKac38YkUyF/IBemqZ+pwcSCK2xorPmAJ1t1VfYUUft9kvlHvsflhb+U2RIS
Ihwke9jrc0CRKZRlXuDgCNX0lxjtOWltqQnsONm0fbSLrC9Z9uIpL2G6IiWwxMw+DTzHGPV5E4m1
QmAVRckCSH0lOKH1oLnf5Li1i24XuFdWsUckNrAwL34ojbfA+zJmd9Uat2Cpu3v2U2a3S19jh9Po
/BRBKDca4lqdRH87cTTxW2hUG6U8yMmNNzrQwz1kSsDGpv+gMolINhaaQP5Bdc2J1IbiwrlSAEi7
yGOE2r3v67aYrZxyS1kCtyhbBvLqJLA5O1Zlo5YTV5+Q3hTJul0sf3OTvTkt5HIXDlclrkO6sSom
PXUWZ9nwJPyIAyXkMXCp0zY+SYXcnJ/SRRNiOvsiq7eyFTua/pjLj7LcO35/ValbgAOX1/XCBXIW
c7oIT2KqBiLnqgluU4BzM8bw/IdvU6dAi2OIY0D4Ad1cjri4ik6HObtb+6HzekOdQpZbMdtl6j4Z
9xNSQjIOuVTbQX60vFuqwXWBe8hjbr1c/gHLQ56kFVhBPJlnH5cHRh63MQRIUbzNM6eqn8ya7vm4
BTGScmRfjrb0LmeG/xdu/qiKgiLKXYmvGor+RpEPmXU3tMem2AgJfsDQ+Fz9JRcPNJwT/Udfqmvx
l1fVn/izTZuhtgBdneF64xEzITV4zeHYiZsh+Owrhx4vZi9cibl035wOeZYldAF3gzzNsCw/+u1P
cbxTm1+Xp3XpBjgNMUuq87aNx15kVn04+RkoKlHaaYAgrOSAe1Y5fdmVG2Ah9cGIGEo0JCD0G+cI
MaGTrG5UAMWP1hXcRbE1bav8Hrh7Y/WbLYWitoouESBj5YPvmFUmqjt4Xb7pha9Z6mgjWKpoq8CW
68c14NtCpgtpfdKwhreD7sZseai1ZqIw3UObSOjLpze8x7dh+N4Wh8sfbOlMRV+c+glnG4+TeRIi
taLuIlbAPdZo2B6nhgpVTI1VNOqrGuOzoRK5UXpLTG90wYSpm4RNFzuF1ycrjZLF6T35JdMBcXLm
obKriq0iYk/u94/V+J4FbzXIgCGiNzquXZqL82uhG4b6moqU/Wx+TU3xSsQaQAaNGKu4hqA6qE+/
ZZbxJsQAhi7P8kI00iL0PqDkIQY0F7QSA+RrzCwsEIJMXs28bg9yYJawoPPosXWH8ng53MJGBwlv
QAHkMNU++D35XhuYhQVvQwxH026KCDSXJGPRWKtrmpNLI6NZh7O8hvgBhqHnHy3Ac9XCTqjYSEq+
98t0m7btsQ+MQ91UKynXVHKY3cNAGiAb8GrHHW/eTmm6jqZjRSgzrA+J0e99Y02Qb2nioITQ+GTj
SR/0WVxfEAtdwZ02rHkmY2fyA0crDFRG4+flL7S07dCJwO2UAwXqwjyVKSi65XnZFWBfQD6LzTWA
iq3VusdcNPZiXd5FcoGrZr6TXPPHSuxpbc8n0kBglsQfa2PqLuffjK5NE/rGWGxkd9jW7rjN6hiZ
sXanF+Vtp/vc85WdCMibJdo+HfxwpRqysNGnj0jxCjgo2n2zm75s0hpCvVhs8k6HF9IPCAZ07R1t
Hn+rhkJii0YjbS8PeunLnsScX/eIY7AoW6ngYsJUyfgq8hhKY+ShL4dZ2g6Ttq08aXTALpqdYQkU
PsFw5YkxZe3Frn8vJO2gjeVBV6Td5VBLTx/8abiMTM4vMpn51iutWB01ynFZJ29S4JRqqzoe6E6o
/U4kAm1tCidpXyKyirb19v8x/GyoZg9azCsIXzW9sUWHGkJH0O26XAVbEgjDhsP8vveEwS5C77uh
hTeuWX5f+RELWRS8QgUzSdARVOZnxzhkxhGYglZs4Hw86PhOU1vpd5ZbfJMG+Sp0lX0DeLvxLc/m
+FhJ0pc+NkSCSfYEDB/s2vN9lJrlYJaWUWx4F912Vf+ESuqT4IlvxWh9uTzQpeV7Eur3cXJyNw5D
boJlMQlV53CqhzS5D1vd3+ilulaLXTpmTdqcAACYVxTPzkclD7WpgO/n8qAgypPuS6dq75dH87sQ
MD+BLPAQBpDVycx39tkS9AzHIZLzyUmtUB2xuB6HH010iGPFTqs3v9avde/zkB/d/rmQfoRWvini
WyHfJePBSPfqABhzm3t7XLU6ZeXy/PhVsfPmSUfJxERzfC7+WPWap2YtjG8J9hyuXE3ibQb5PbSe
Lk/CYhycKPF+n6Qm52YrvdUqLT1BlHxwYtdoSoQdzSs09FbNBRYjMSS4ZL99f2fnvS/kpdsF+PvB
W8e88AltnsG975Nvlwf0ceFAFfpd4Z6AB8j+nC8cq8c703SpM9VdrGMFXaNl4bprVPalwbATKKb/
lrKd56tVI2hV6fPCaPM+viYtFW6zUobjC87RG7pqpQ/yceNNVVxabJBEp+rqbKVKLvolo0vJoTRc
8qdmrzXGRs/W9KOW5g7t7EntU4GXOqcto5uiRHHK47s3Don7Q47fLn+b6TA+33AMA2I5Y4GtQ3Z7
/m0wPG0HPYGonGgIM9pughCEf42YmR2qR7X5eTna8mj+RJv+fnJaSZIbKHFEtKDTtqOIZGtsOJdD
TGfrhwEhb2FJqkZfZb5LC0sZvDHjfSQ2yp0Qm1sp+2L1T4b8Io8N8iUNT8BiTT3tctAPGHQlNgtd
q3kAdsKhana+th8QF+qTfaADRqHsmK+xhBaW32SMy92GTjT19ukXncyk2fuh1fYKtaeqwGRhJ4yi
E616TS1EAewFPURXJ9aCNVvkbt9lg9eQ9sZa4uhZD5lXoC4RbuQhfB1C/VObvWhC7ETuIwyXd5zt
ryGLlJbiFKhvXf6wkvzxy579mOnvJ0OuOqri7pSDW9ajgENcXqN0HDgRV6Bdm69pk123QDisUdjG
3W3fDyvH2MJk8CCknszlB1NwztSRewSXw6wvEAs0P/Fu85DTb6tNVMVrGdzHPFhW6XXSxkUuG1Hu
2bRnuRQEtOXKTTZgidfilWrno/hQGN67pjf3UREZK0iChY0JxBLlACDO9G/mrQCtxkoTSaiSBTze
gFy7rtNie/n7LUwf+gSAteFZsS/nD5su0AIzlGW0DbNP+fAUp/vh73Elk8giuwLJIvRY53t/1Myo
cCOt3CBG4PQImCCriyCy9/eussShCz5h3FCanM9W0MSt18XEKdAQR8PcVQ5FcDSF3eUZW7jRpmeg
zvUyCQjOuyZlyoMUmmO58YQbPX2Si8OIQeIa32Ppu7CzcUMUSbrQyT3fVha6eX1hqCV7u4HgZx6a
2toFnfrXlQ7mjKU8geWghxqziyby1ISOIHOWjJhqPBpuYcPjNamR/cOkncSZXTFDghp35hPHTZSd
P3kPGPpnJMJSOxtW6g4Lp/7ZkKaZPTmQgkhTQrMh1ICsgI5BbadZTlagky21L6X+HpdYW68JHC3U
p88nclo1J1GFOlXGtiTqCOoHjT1L/jlICJZxEGW2oR7RyeORXNcySPojQmWXp3fhoAA4gPUbIM+p
vTY7mkqrKtMwdUv6KeEGnA4I6b//gBAxDfqR3DnSB5vjhLqG3k8NqxQ7lAFYnPEljJ+DcSVPWBoI
KQ98GMXksTzXhmjlqMmzNKg2QVFDBNp0pHGXp2phY5G4/YkwewfjCjEiAUiE3DpqVWwLFWC3fxkF
RypH0eRrKs4WQ6HkSoc+arWJWyyGaXNJa2aaC3cR5/WfCLPjQegbsS9yInTWQxBvhRRVPNDKrp0q
K42mpUgwXyhQIvoOgm76YicLW+l7ljXSmpshuS5r6k8kET+ywKndw+UPsxZo9mHqJvGDMiOQxQrr
JEw0ec7SVwKlsNb+XCDZwLKWDUoQ6nT3abNYNPCRIu6KCpe9Dvu2tyK70wXUCt+1wUHZue7eVfV9
rO54rStaaQMBb8yVdbi00k9+gj6VSk7mtUjKRhwGfsIIzrzVH9VspT6/cE+hmUBvXyd1mNDQ5wEE
MUsjLKKrTS3JdkfaUrq2LJU2bPzLH27hwD0NNG+tm8JQNZHJSMQByDca9tdqcDW9jnkZa+pO8VfK
EWvx5POBZZkgtZ5OvCY8pLlTqqRgu0TbSIKdJ7+MtcWydGCczOP8ijQ18FJazTyOGDuIkM6/e/XD
5RlcCzH9/WQtVLVSqZit86nQ4O5fEukuXkNeLK+GCdBNdUviDXYeoivCKEgDRjFhDYqbxtv6yr5f
syBaXNQqfTCIOkCp5hYKdKAMYWwYSB+KIKcT21prxC5EQCsMDQuyYpArc/RaFJVuXMhDsdFJwG1A
Og4C4tVKVjRt/9lrldYaZFv0fLj05m8K1YjGOrTUAvO60hH0fRm90VYY8ULMm3t/DSG6NCSqSjwq
TLoLH3BFRazqY+lTwdNjcXzW6+Lz4Fvl3xdGKMP8CTI78aBepBhRUfzsgtLGM+Gq1lUuDP1weSUv
zNwEuZCmjszUKpkdOkXoSmGKufQGopu/K1oDsA0+hHaaZvdFaZlPrloUn4K40FYCLxwKFOVwveFx
xgtNm22huvXdxgRysQnEo2duG+uh1PdSeFtEX6saRZDHy+NcuKzOws1ueNVj+IY60ewGfduI20jI
t2FRku05uIWsLMeFBYJXB2Q0HfgrhYXZ2DzVypvEaskti2ObRJsYVMnl4SycDmcRZsMx4ljDm6xn
ODkAkjTaVOGTmtxmVe9cDrQ0b6dDmf5+ctL5HQKomJ6TqIqPVZfZqYetfHEtZegww+a7HGxtVLM1
n+vY82ZiV26aUSjuEz/qt41QeI/5aD2KaS2vjG3hFGeDTV0kbM6mE/B8bAMWc/mgEa61HtPkWAY/
rHZlJSxN3yS4p9IuRoRgDuZsi6hPBnksNxWutprdNYcuAmv03P49SwOGxkmg2Vhc2QXUGRHIDA+Y
woTig9E6auMM/pPfriQqS8v7Tywy5vN5M5s2BIhIrLp/Dror8x9KHDSckJHi1pvYfbN8YfD8vtcb
haPBK+lVvoZw4EVhpVSz0N6DY4KvDluUWs0HqbSu9ouRlJ0t5Dlu78RV4ni6XYkvcv1Wx1uzvwGF
NVq/Li/xpTV3EnWeeyVomMnVNDYz+5HH2qtcyluzSt/+W5TZ87LLYitPOsZGGrmPoEgkcXalmGt6
iEuXB3TiqdFEm4lu+/lCcK0UcSGVwRjiryw+dMnTmEV2W9pjx0R+vzym37nI7JIH9von2uzMk30V
h7KAaLSH9a9DE2nXkRHjb5Fo7ggOX1EQIR/Lh1rytI2WVtmNAXTzCACg2opCHGwwKa+OfpjoTlfW
5raO8h+Xf+LixwU2+bucPPnPnM+HEsRq3Vk6vzB56KK7GDqx+PQPIZA3wtVDo8g0D9GasWdGCZOg
jdgRtxH8+yq3E9ddST9+52Xz2Z5k3LD8JD+gOnc+liBT0iHRB+6wSN629WvD+6DxZScMrV1XvMuG
ZRdts+lzoClie1srg2p3xbirmi+j+RD75VGQ1CuKD/ea6Dq5teb9unQInf4+5fz3db4hF24I7zaL
Xmv1NlkDbi2t7dP/f4p/cvFlaqhGqsohJ3MIKclxrFvH8K/C8MFtgdut1MCWVs5ptNlOwoZBCGVw
DFC0vg7lVBx40dYAoEu362mM2f7RG3PsipwZQ+UtjD4pvPQiRx5WFugC8kamEQo8fZKfpAE9+zAe
Svt9EjOUUX7pPANe5rEE3poZR7Q39OpKpSZarD3IlsZ2GnT2tSpLKUxXY7V27ec4+qTFvJZu/4G3
x9BIWScdadL+OagtMJo2QbSfKHm0DYoEnlv7MqZ/b395HmZ2/5mJ6YpRwYfCQGrMHGvA+mUc0dka
bHwobVVZuc+XP9nJuGafDNZs1Ym/V8ZQ4wkJ0gU0Ca+Cm0QJnW4yHImR/c6ASlvFml7E0so/ndPZ
l5N9kO2KyJy64mPQfImafdlfXT4zl5Kw0xCzzSXIRjaKkUQ+0cdPrSnbA571lVF+KuFL0BlYKcAt
nUxAn6duHwIfH3B0xShoQeUSTo+Fn0PYfU8xJrk8osVJU3ivIbAB+3eObeg8t8Vbhfs9KMzXADU9
KdNvTV9bCbNUJIe69yfObCVKkPiKMiaOnwSfq+Jz0FhHfYiRWBg2yvDaj8JebpvnKui2XjfZAgYb
c4g/Xx7s0kvx9EfMVqdqJFLQidOVNyj3jevjZ1Vtw1i9EXTviibJVsPPIiP85bBrczxbmG0kayh+
EzYqFZuKj51LwLD04+Uoa4ObrU0lyGoQnkQp443JMPrPCu7sCgCSb3F07dIGvhxv8aA8+aKzS0DM
9KjwjSmeuvVdB4hTar1C9fqHKFCuWJqT1MzceDmNfRGndF6NqXIj9nvNc7rmVpFWstzFFB5+KThL
2npUTWf5VuAZcBKnwQTZS6nKdnBV/jJ0x5DvETowYqdvvw1r3rGLh8lJzClvOMkLvLpSjCEnJu5M
Ufir1xq7G16t8K5e1TlcSkHweAZlDOcQLMZseEh7G5SD2X2aeVumt41/W6r3df6ijI8gEf/+i53G
mg2rkYVxaDJiqbFv+/o2dx0VHy6hW1nva2Oa9sPJ9CGyFGQ6VlQbv4m3WW9irfQj0GVkC2p49sqG
LGX7n0Y2R6ZiltIUpTfNYn6feT+N9nOA7o8lrkzg0rqY+v7gwJDV5zI9Hxgmu2InGPQTNQOdz/hO
765GFFjd+lrO95dHtHQynYaafatejfus0QmFQ5SbfRONo+b9/G8hZp8pzUCZ8nom05FQgwkehPy9
6P8ezDuBMv43ZfO3sFWpUeJK05oLGnUbiijEShX+AAGty3vJcsXN5UEtrj2ABlTOIPNSwTj/RHqd
myDZpudZL7+McF03o947ZTdci3EKEUN5heO5EnPpvEWdg3SRVtxUYT+Paam+5JUdjd4kQ4duOtFr
vB2cWH2+PLblOMD3FXp/YNFmY/PQXlIhSJQbK+2OWLSHuHdagrfJh5XFN/1H83ch4E0yYIg6Ezrs
fEAgGsKqGpnEov1W5QAEFSjX+z7aIoikpFtpzaJ3cV+dxJtdWEmeep3cE08eD1lnK7Lj1V8M6TbN
/xptTHdCQvBhMqw18Js5H5icCFJcB2G1ySSSw21X37qYgsnHv/1OREE3QCY1pDo8xyQlaqTJwxjj
dh5CQrsBhVv2jrD21Ps4aeCeKOlPlvaU9ec2H7JqhfDvVfrZpYOJMcZfSY4q5kO+xqP8eBSdB5p9
nc70fBAxCv0j5R2p8oQ3cvX98owthQAmrVKhpb75gbcomUDthdasWNI3lfRLb9+zNf2elRBzdm1v
NVEtj4SQh2OoHRVxj7/u5VFM2eL5tpk+xISip5gCInv6Yif3Xi4Ug1hLJqWyAJuOmta8l62UbJZG
cRpidi14Sij2I4h5wGeIZ+XeAWmWbdGkf/2aYiSKKFIYQgBD+gB1VeK6zmpOtKzTvkV+QnIMWegW
sNBT19XmLtXklRXw8cghoqoAeqaRqEKlO587dUBTHOVJcgaABrF3N1r6vm1hdx19X7Hr0k7WukUf
T9OziMqswu0WyIk37XTDwm7Pim1fBF9xYLwZ9XaN4PXxUiIUKoDIbVA4pEh/Pji5MaPAnS4lxFuu
I69+0hOKekKhf+o796kRWyfTh8+XF+MCuf486GypVGKBFqvIbWF440ObI8+QmO9mOG4s4+tgGNhW
BruhNGPAXsKjnlV3GKjsReOzGLuOpbZXqWbs8shbeTUsLuCTqZh95wIYkesm/CqpHnduU971QIEz
v1gZ/eKMczZSSla4leeUOtUMmsbs2SdJ/1WvVVvFyAH/TcQ8xv5QGYJ9ebKXzmIeKVN5HIb7B8nr
WkQUMTQZVZx8qZV0Z0rFYzL+SlvlGub7SrqxOLaTYPL5aios3TNo4lJNqTCxSaNDVB1FC9OU66o+
SuaaVsniFzsJp5yHK70y0MqSqRxd1+5avHM0cdMHa72atVHNnuKNoItC67JH+tqyBeWbHziC+E0K
X1vz2hB+XP5ei3v/ZEzTmE9O6hZbeiugOgRvRLb7QHaK+ofXp8eYet9/izS7PCshLQNxSqX09FcW
0eqU7aj6lJp/D4hht3OyAE6FCYMr1/mIIEeqRihZpGyKalO7vav72Par6HB5OItX3EmY2VeC2ElW
lXMx5HUkOm4WSAc0D5Tt5SjLa+HPYGafJw1UsTIbBqNXNxD3dorx1nbHvN7rwqYwv1wOtrwWEKwH
NIRPszjL3rU+HS1XYH2jr7wRGrIbvbKVwrD99O9lgflIaFeZU8Nlyg3PP1Kh95Li6syeHKBKqz8p
xavRC4g8PUWptJHylbW3dCrx3ofZCOcGWN18GpWRrp5PtpuWmh2VdyVWHVn+OLRv5ZpE49IkgohW
oPBBK/rg3Z6qzWCGKSlv5kHWbEtPvpflMNinufaAiFb96fI3W1qGU0MSESt0/8Gvn0/kBJtRk9qb
dFnCbSJ7d4PX7y6HWJg88EwMBggxVlvzb5VpXmmOIZBUS3gM2ttQQcMjd3SqF2awstwXalwTx5xH
A9wRetXz91aZcZNlOR/KD9FfHd+tXHDwX7TzYNgFVDEMBcVisRuogY1PqbYGEAOixXzNMleol9Cz
YG2gJDxveoSZmQxaFAG9lGn2a2HofzG8IdpKdSeOuM5F0afUFbqtqHjZUQiU5L3OTH3TogP9jFCX
+Akbi/HOG+jCRqlQ78ww0Hj6mMJNp5TtXVNLHRQDLWNF5EpUvEPhr96iuFc2WiXlb2D6TX/TS7mA
9k3WfxcFQXuqCtO4K2PLRZEy8Q/AC/ufQaMnyl3vqmgcG1OeFo+i/kvv66xylNiXj/nYC9vOG+Pj
KPpGgkJnhNSjGvnhjZZTk7LpW2mirbW1PDhDP+gGqAM17exIzyx5jy66CrNrTFR/G0o5xq6VaFTA
bDu/28b4zGwN121/tU1vVbZvhH6wscLGUjYuJinHQVL661ASkpsqTrpPZjTmL5VQfIa//UCo9tBn
qQFQWxzH1q4NC21IX04mrylZ2QVtF39tjNrcjFIePzUUuw9eZUnQGGR0I9Oe8j+AgqDMt6oedS3Q
X1Hfq1qsbPVQDI9SnMrbWOJVq2M5ecWmEdARKKujULbFlda25v8j7cua5MSBbn8REeygV4rausu9
L7ZfiGkvbEJILBLw6+/B937jKplbxPibh3lpRyWSUpmpXM45jmjDkMhbDdm2k0bffSuT3kpvgOBH
0adZ8RCE9X5eb4XbBM6NygZ705V1RSJnAFLxpqIN+ElQBObPbpMXTzbD2L0ztfKl4g3gdAxCdoNM
0B0gAr+PQrc1vw5jATChHhwcfuySFE2BVpEUO4x/Y2hTcJk+91Pbhc+UDv24kZiseWeqqw7cBXT2
xp+qcgcgpvG7GaToqWkw77+tjFK+gm2I2LHFEr/eT8KFTLvxsncwJorwxk0FeUHQXR1GICjYSVSJ
xPk0AUCMRAASw9wGs/ruNNg8YDeo4rguiHxsc8uEmdVRTVBljBwGUvioZiTA9GrOOe6gquWuZ8x9
y6u0TMCmxdiNUZnmQWCndh3C7O8N5S7eSqUdsKhMkxdPOlYsAebyqXe6YYd6tn3TZkwcEqMjJ0fR
3IbUtASDh9mlh46q4gkYzNMRrerIdU9Dbm3rBDDm7jClUcOJBPyU56k05jSQR/DHgxJgyAcrFpNj
/XRyCcCbVuYIn6Q9JJGfDsnJMQz6bAa1+kGmPt+OZCofR1V3B7RgWz8A1MZVNBThdFuyIomr1HMe
RWsZm7wClETkYLU7T8gSvaNG2nwFanVuR0HF0y92USAJynMeqoeEseoGbaAGEqNmRx9d1ZLnzhbp
Q4Umgy9qbMdgZ5YO2U/KTthhCoz2lFk0gIP38nRbdaX/KDkF27UKDWqdOpPyJw8jHLe24Rc/aw/B
YaQmgvyx67ZqG6asJ5FfhlI9d4rRTVGI7safgjH2qqrYlhgTGtcM9YKbAwMUYBdmlDQwJWtRliJB
5YVtBYPQMzM2JuBZD9VmDEiMLg7wBRWvnvjhgqg0ymAy+6i8+RjTOmb1J88cPq47qIUhPzzNzz5G
i8Va0+RtWs4+l6bALXipWBUXwddhcOKpT3/W4ptIvVOWINzsAD3Vrr1qF93W+Qdo8QUFI3vIhjnP
pYqbgvVxL1jMWht9pi54jKyD63Zbn2ZxhToAMHreVzZg9vK618L6kaKYgYsBo3gZBRiGKNCiAq/l
Nx9l5sZZm+0c1n7t6XsNZpWokfW28+s0pjyLCB9WgpBFZUCmIkDIi3efnoBDvxlYuAL0VaM7+N5L
+g9clRvJbhhKHSsrXfLP6L76V9T8KWfvldoA1UHXo1Hc4CLOydYsxLbGFA6IYkf55uf7Ibvp7ZVY
fyEKx7js/HoG7A7oHrTtLU3qJsgDI3yE8/Mm9QaWvMM0mQCHYsGGN+WTsTY3uhR0YaYFqCqY3wYO
nhbXZalhTLSHyLzNNwpczKmdAZHvmNBNt0apshBDWiCMQtrRwqvF0SHpJctalzsjgi7nW5eqKFgb
OFrSj3MB8/6eHRrMoC3qEAL6TuQYTHSrO6aSzxQ893gNUhFfV5L5tum3wcGQHVAjf6W2teNCOwf8
NjrGNkw+N+otK95TfyUtuLhlv0Xo4zHZaIzcUBAxOEPsD23cNvv/1SL0wJ4lk6t8GxL65iOUhz54
/YviBogkZmYOFAJQ39AhXxy0boxlaeHtkGfo7gGPSC3ayLCsz8zmJ5l1j1MGammh1kphS/fJmSHH
QCCIsS19qrd0KIa+TbvdyNYCesCHWW0RqBnZtG3py2Cu9L4uaR+G3Ai4woBKBg2/1D7w2PWtM7uq
0noR9ZZOH0Zwizjl+nktSQHTjQVILtxX5BgupfQZHpgmYsBNwe5bTHcmQyQcuPT/3tLgoFf4txzt
LnmcdCovTawG4M9mHRzaiZ5qhIyUmSs1oiUlBz18iOhnvkl6BXEwGvDAZjgmuP8TDacTQFYO13dt
6aoCnhF+Y36e4wF7uWujNF24bpRujD5IMWfGglgMebJhNipGfyFqVnXknwGxoxtxRZqS0oDMQUIb
5cMNYz/AWHVdxuKOYUp9Jt/D3Lo3//3M0I0W7QUpDCxneChNL0rslea1xf06E6DtV5qluezGpN2k
KB9jkCpyhYroGi/BAnonLgvmQ9FbjP+hZn25Dj/PRVaX/jzDZopDy0pkarxuHGMjK4xjVqvuVEwC
WVDueJW1SUO3eJ6E2b7WCvQpSWUNh9qZ2CfeACp/+9/3+PzbtAvQTWEDWEGoTMMk2lWHY22olbu8
0CI4rx/0SjNiEcr2mgcRZpE7KgTabTm5eBU6z5b4ouzsUIKHjzPUm6ofnJuP0stWQtklBToTrPOa
oAc6bPMRG58U1k4F2Y5Zaxxj87fr3vFchH15tt1UZxb3PQwMMvOt4/YhTdr9FGQbHrhpVIoUeMv+
Q8vdL9fPbUl1z+VqLwbqNKBTM7G0yngQ9EMYNwF/vS5iyQajXXWmpAVXKyi5LpcG3oQhDBIcGyaf
AjwyvXsf3SLm5+tSFs/oTIqmgD1QNsp6hBSVfw/5sV9reFn8fXhlmN65qfLXY+PMiEw+g6Wsccel
/WaoU2muaPfiQfiAAkWpHPNMeoK8Qd9OMNio//YNqO2MIRrFo5zMlZTrspQgAPIs3C5eH5dnoVQG
+6CwirF9qtVWjA9NueLYF0UgRwjXgWAPgN2XIlIr7GSnYG3F+Ct8uUOHPHCv2r/RqjMx2nmHU4Xf
DbASURw9t8T4wcH138xqpaC9qLxnYrQNI9RENqNK0TAzHip+KoNjb4DDZ3NdeeeP/eP2/5biarVe
RXI20RRS7GAzFSez+QowJWIdw2FrraEiL64IvXz4DzQ26J+5PB/gUPqD0+bdprBO+YQplaI8Fs13
DCOu9CAvJgBAv/c/kvRVeUgUhTDaWNW46fku9G89/m6N7xk7lqxGmHTsiscKdM3pWk1wcT/PJGvW
VCLVkHasxAxnhhaBp6o7Of3b0N9VxWkQ/73rDm4JmFsz1ie67vSbSzHV6TM0SqKL9b4BR7L50KjI
AAH3mo9dvFlzHDuDECCdMP/9zAQhqCiqIsHJ5YAnb10rUuRDZsfrqrho586EzOpzJqT0m64nBQ7N
8JLIGp6QM7ouYL7/uq7PNSbAx5hzB5z2hi65rACKjbOZ8HbuxmwzpfRTPZBNyts9C5qVN+GSup+L
01Qh7Rx03HGI64skom6665tfIINr7cZry9IOxwybDnSWkEPCf6rsBnNXI0U69tAXu+v7t6QF5wvS
Doj0ylNdB0EeysKAP6uzva3WYMQXwC4cIAnN099zxvnPtua26gEEPZtXtk0NUKrQ25S+N+4RQIZ9
cWtmT4YbAZotd0+F/VKyTZKtBNVLG3r+BZqBNxOMV6kOX9BV93R8RmYzQnYdyaCIFPlfuEUUF3Cx
MIeJnIsWBQVmWU3hAPubj/e28V1UO2ctnbN0bOci5nt3dq+MppW2MYsYa+uRFWDl9ZNdB/y869qx
mPQ8l6PpYQnWG94zyOnIntB/emOL6c60/ul4mI9jcTZuKnI/rJFxLxhcqIljg1EMyJp/cENMIBNF
QACpViMiy/qQPdCFgT9oPQ8JyoL9yh1YuNQX4rRLLeucUhSykCNJmwfBWOx2xU6i+xMR1MqGLtjD
C1GaakwIyULlz+GMrLZNV96krb+9fmZrq9FUo5FG4IwdRMjqfrLeR+s5nJ7ZX8RlWAhAvENwd+Co
NL8vlEv8eoKbGtQzigNefmTdyrEsvdDOZeg9axZIqFjH4aHGkMZo/Y1JWkWApf/SBXVkp2LbAfwJ
ZD7AWBsfr2/i0uv4QrbmV0YwdRBPQbbpfi74VpU3lB/q/G0S2zZ7Tb1D5zyP4qh47JqPjr9iQRas
1YV0TSNLJ3NdMWB3q9TdZOb3BtSzZZZGSW2+1XwNmGVNmq6UhGa0nGM4QFZYzg9XgmubycisblFe
XtnX+cs1f43nNoKYeZbSRb/wpeFyCm7LMMHKvFHcecI4mUhxqS59EEWGdFfypWaofnfWkyqT+9DN
wZfw+fonLJjOiy/QPEFdhQaxSqy2GFAxCUNlofDWWMANEmvTZosbe7ZY7ZIA0qfqTYbF9rl3mxnp
jrvejUNkVNoUA2jf/2ZhSIrDwwLtXo8czXTKKAOS98YTR8AcTjWKqfvrIpYX9FuEZltoDr50Y4AI
C5XqIYh4OSHFcCrlvijfrota9AFzjwYGtWcYdk0pTRTC88aDqJEewMFoOregpHPtbc6euC9W7tvy
dQfaG/pfZm4/Hc8USiCUbVKYM/ASt2j7q/25Yj9FxSg/Ua+NPLSM2n669fN0Qy07qsGg3Xvf0E2z
EjEvbvHZl2hXP8usoZ3kHGGil1OBPYdhig6TRE2sshUDuyZKO03TVqTzMyzaCMBl6KMnqyvjpumj
Qv4ATMraHi+U9WzwB/y7x1oswQvAkXsc4kbjfQAXaY8x6hm7OAUY0AvxHzCpEOVryBuL3jAEUhOo
1JFn0ZuNjMn2+7qB0KQvoxF5itDnj5gbsOo1qN9Fu3Imaf6Ss5DM8wQG21xISpH/yjGcII3IDFbe
H8tCAO4Cvu4QrUuaRcnDtis9s+o2qkN4EvJd0Ya7zFxjtVjetX/F6J63bAdjKgOIGTBYb8QseQCq
kCIruZ01KZqPDTGNmg2UYcfKgzf+7MhDweKU/HdiS0SSMyDO/90zR7tRIfpeRguTMBu4nu5otvk3
QzLxzsrihyWdbHvdbq0tSrNbFe1CUibYuqT86Y9bkr8AIYCmu+tS5qv5hxslKHjNc/voCdDukhe0
IclGvKtpmjlbl/tp7I75X4WSZ1LmtZ6pdD6QDE0qsEU5eJLwhNvb4LZKQAiHRqXr61m09sTFK36u
hGOa5FJSTavcsWar5wfgFbJRKgJM6z8dVIPcG2iO/t9J00KAye0zZJqgEUPT3TqJbCPBW0ApSwvN
fI4Jskfl51FFSL1iAxeV42yZ2vXtSxfdHXO2ohmfeYW5QDT1sGlPbWdzfYXzD+n6ARgjkDLAc2II
Q9tPN5B9x3JcLRaiL6oDT22dR6NtbEtkAM2pjauQbJRDD9fFLh0jkPcwwo/WSiAga8ovcjcFKgGU
vxvuSLXJmufUOqbVR8bHqCnWaCoXHwjn4jQHVgNAS5oS4oIM+GfeXcCKqDYPifPgqdc831X9hpV/
oTvnMrWbJznALimFzLQD97B7ZA2NBu8OoYEZPIZrHQJLD3B7xt8PZrRBH0bs8mIMA2bRQ69GIih/
xSSC0+1bA/nONCqc04xiDXTDIYyDdK18/4tw9k8N+i1Yv/tKJL7BIVgmbE4hF+E/NX8VeFcaIBcM
Be6HYxzHrox6n6OVtIlrr9/LytmDujgipN8lvIhN5ux8Yw0yel70tW/TtLsTbcocA9o9ITdqJ0/M
/1wMKzdoKThCywRYo9A+gTqvJqNpwBnbjJBhZJjHGgkzojZTEvVr2m/REHcH1lm1gpljLd6fM6Ga
YZJVMJlDyhEiBfVrMah9kPUxR8Nuntc7jCVupIuWafGFm/lt4f10yumTa71S04gcgKMxQMe6znRq
Era/fq+X1fDswzTDZfppP0gA1m2cAVi0xrvdH6Tc0/Gb6+URA1YG/xSgHaw/Xpe7eNAg75pBQ0G9
pjdcsAKPYHQmYz8GdvCC7mCHKUrVa9W4ZUOCeiJsFtou/sjYoVO0QucdLrVsxg3I7TYYdN92GBvz
MJ4DqMoXN6tjGaCTdMpWtnbJk8+lzP8RrdkwVyH/RWYb1vvyJhfiCL6PFVVe3sXfIjQbwtQMaV3i
8Ai6ckFMCRNSRhwZ/785rN9itBvDGfrKKDI2m7wc4pYUW+q3WwXM5utiFl3b2YZpdwRFuj5oZ9cW
5kdv2oX1E4HxL09FD7bIQ782OLm2ebrmd4AyqUecD7XiVn3y/ZM/fL++ohUV0BvNiiJRhM8BqlG/
DM79ahi3+PvAg/QwNo1mLB2YFMi+CBeneQnsvmueBTlc//5FqwXCG0ADYSYG6IOXPgosMXVAW9zS
zixPqvQjxyqePf7iu/zQ+PRWDmsT1PMv/uEAziRqOiAq3xTEhkR/PPrgdke3gXHw6u/Apri+tMXT
PxOknb4iZoo+AAjKwvu+9UB5ibaiNVyexdWgoxbzRHOtXnc1pZqMAlTIMAEKDqaiw9EcgUyVmZ9N
oAx3k7lyXktRqBWi5wccZOgR0Cel3L5Okrpq5kUdWvc9tGKfoHiwYrsXtQLYhgg+QY2CrrxLrTDq
BHQoPrYu9WncdCoqqID3xExEemBZExn1yhticRt/C9T7arKu5nmlIFDU+9C+a5ptV/8wwxdrDeFo
TZD2bk2NEFymYl6ZAa6KLgaaWVl+2NaGTCtVq6Wb6wTAywZp34wYMf/97AGWtpSIIJRoFbIx1Su3
Nlmr3y9JQOEePc8zyDTu76UEDhRJQhgmVVAC2UwcgwV/0TSJFhR8P+aaQIHra4Gk21rOZCWQQEq5
SRW62uIMkayhVtzPohNHWwtg5oELEv4xw1Z0skiEAnIDsd4CisTxDz84yfKltN8KL87KG7mW0ppV
WDNDHoIFgDXh0QoHrilC0rRVNgiw1w/+aw10kuqeu3s8ssIwQ3brPlwzFAvWCE991E+BCQ6+OT1L
aduAefMtYDybopL7gQCuGE3rEn6JrtWFF/QC2AQOUr14eaB/eL4DZ5pHc55LzKVieJOYu5CP/0yu
uaLci6s5E6EZcZZLWD4PIqxWRCAOjjt1L9fAXRZsXQj4ItCGwNhhLlg7Il/0hZNzCJkcvA1TzCRj
OeUOhYbrjmJJ+yAILwWAYyOPoTvZ1KqcFlNmM77QzQAyDFRspLt3kgggIgy9N/QTz56vy1w6IyQc
oe6YxUfTs7Y2wGPwopQ9oJjDascSfqRBs2JTlwJ/LOu3DC15NnkZmvdLyCg54AVAOOtgjJzNg3G7
posnDGhNcdbtsvS/JzrRUQTYGoKuIvgP3S4RxnMSqgagfHdJ8iMfnus15vFF1UBnGVqtcan+SFaY
A0gxR5R5Nx1/EcSKUudbQAuY2bfrx7Sk5yCc+1eOZsQzlmNEq4Ocmm9KBwzqd1a3EuEvNUehhdv2
kSdANy+6ki+vqxHkdADxILSvqh+nIuGHBEAfzeSAzcF00wOo76Z9Y3J2qq3sCB62L0QB9ZBNafV0
fbW/MuqaUcSnAC0VMzQo3Og5IMtlTmKVAzDI6ZDSqCVB+6bqLH0I6MC/jS7DoGWheABmBt8rY9my
8C4rM3/j9JhnBC1XwQ748XrPygBT/QLO6TSErQpAH+endZRP00M68w3nBh/2QBsUJ56l3asH4MoG
fdJcmZGZevkDG1zvO7CFyXs32kj8gjX4LSfK4nEGeK7HPCktKHATDSBwAzCpXdzX/fyCSPgYgqBC
5ru6HOufKjPGNMKgg7lNAYj1YDGBQEZYvX1jA3bjL5pHsH1AIpvJNwnodS5PErBBdWqG0BZU30/U
avamwU5Jmv6F8UXpHphNYMbEZ2v23RvSyufFNKPWBfccmCwjqsCRB4rH6+qwZBdBBoXEFeqgITBv
tPVMwlIyqOZbRsBTQHqKJNHoi1gEUjw3aTtGU1rbG5taKvKBG7610W/ycv0jFgI2gjT5TJoN74ly
4uWeZsnAKaCEABFZI752ngteRgB9lup1SMcVi7lgVS5kaQbTTTLpjiNkGeSGNHsv6z6BzpIGxkp4
vSgHKRGEOoiv/6AZLSTu4JRiX/PMDh9HGzVCzwCaFPGBezD5Hnu9vocLzgbYaMiHQdNxlXQGCDaU
OeaTsS4CdlvloA1Srb3sFwzlhYh5yWcxh+yA0DcCG3ijQJVWgP6aWGPcyTVW+GUxSCohjoLv1EOC
NA+tepxV320+mgoTxclzYfy4vlsLOLMzlNxvIZoaVGnmtcWsBiL4lajAjNBQfmbm0bJeHbr3AInC
Jap4dz0aq9Z0Y+HpBeGISgGSgi40fbBwygzKyl+A1X4L5reDaivg5t+V/o2fxS3m668vdiEMJgBv
NzERCVZx7OrluVUSzL1jM6s8V8ekcPfWMHxFGeC2TuXJddnGnNyj56i362J/4TRongZy58ZchPyY
49DkKqObwcGgLwxIKWH9CmcEAM5qN5Hp0IZW5IyY6y/yj9T7aYruORztKLOLd5jeuPKAF4POE9Z8
LUHp7rbqwIGSR225ktJdUjYk8BF6zih5GFW83BuKPl9TeNgbu8tvFYrqdT3cDMH79a1YOoFzKdrN
yaeQ9Zi5xuVsubpzgUYKyNOwdNrI9PPpaLK2fCpNsk+DpNrwQT1cF79kG0AN6mJuFugkMPKXi+RJ
amCQCDeqGNp9Z9d3jvcXjwXMdf0WoQVRVBaV48+X1jPzR2lWT0WmNnP/1/WVLB0X7s08V4rYxdPh
cdyxLaegZ3iTNAQdNNPO5tORVOOKmGDphs7MzXjHYWzR0XdMBIlsbLcGL0xmiTqiBFcHyBieis2q
bLydzDx/F0oxPIc9l3ec0jKmgIzDPzLwkVFu5t0YBWbW2lExdMDvATZxHZteY4ybJivKB7DvOp8A
HtFiGBJ4rbxVKbA+THM4JTKYbtwiqYB2bRdpJEgi3ruEAF4rs6ou6vwuP6m2mR6Jq/hLW5DpRqJQ
HsuOT2GUVz5gPWrQU6WRw3lRbBBao50WuDfym+PRVG5ru64PBrNInA5Z8hAqW8DD24HagX+VAbbW
lXtHDKSI7DZskA3KHhoJlGjTEsnRYMmxrA37GBje1uKTs2M8GHeT4gQ1bjLeA1542rue4Z48gZdJ
lNG+BlEfK9GIN6B3HihornMYp3Z6GxvfqiIVFPzBmZBcj4AG0iXRCPCeLWY55ctAB2vfi6r8YqS5
BaCD3EfB0gCf8IqNXIyDQpBPW3A5ILnVH2s2MVpGAzyi0BoXnEA1ze96kHYcXaR/3lAXT4CRxPoh
5sYQ3llhXzDAVIz/nejGQUn491doboki/8iVh69QZDoNZQAopn5//Qot2aLQBxooZgvBU68TkyuE
060rG1jl0AJhXYZnN09hjfjOoPVHbdaYewuP3F/Lai4FeSHAWUH0a6NzWK8VEQKQSKdFcoRZJzvf
1EaKHlGGrOOBm2u5pqXg61yWlrqo+mKoAolt5IEA4EtPqx0Q3V46Kpqnlhh/QWeAYztbm+bpctxz
o68hL5voEOW0Q8/kaJzCPP9RZvTTGGQ8BoIH25oMaCkiUM3P64e6ZBfxA8CMQV+hh7TQpYWvR8DH
0A4fYAmJx5BD6m0yqo/EaNeaUZcsI0C8kFVD0nie5L2U5A6iLhAIwpW5yTujUm6IQANu56DQ7YEq
wkRLeOMB9+T6Ape051ysdqJFzevEmVNrognmTGsexG6JGIEhgbPGEj37Kj1uOZelnSZrmtYrDGwm
QPkiynCg/HB9NcvH9e8m6hSFGMk12gJyNnl45wPFXanbpvy4LmPpDpytQkfRCnuTTEmHHUvZz7wx
IrxD0HyR3ndCrox+rUnSjBZQDYCkPe9Xh9m/epQbVz074XZsV8KYFR3QabVh9Z1xqLCisEm3wbSr
SRlPUyzUM/CkVvzB2ppmHTl76zD0VcmuxAmZVR71ZIgyDjjNrWhX3t+LcoB2hm5rzJq6+lOgT0nn
2LNVdLosrlnceJ+4G0aBtaJxy3KQA0eKFc8AXRuEHAFIxOcEFBLhsv/ZAKTK9bZD8vMvtG4ulv8/
OZouNDUGUpwA+2bZdEd8cTK95K2g4Q0c2hrkz9qatLA2rcTY0gC5Y48kHz6SP1GKVpC2oWGk6uDp
f7cwTSFGDFCJVmFhBrSuSqPGL7fcfkmyNd+15J9BEvjvDuqm3B5L2rsQVA4sCvphC3DVyCRvkzNu
2rx8qBoO5Hixks9dkzrv9Zm+4xmSeZgNh30tbhQ1Y+6fwAcbjRbQVSrEkbusq3bXd3TxOp8tVPMk
ZqYCE/xoeOdLO8brLsqt/rlkAlGysenqtZn7NW3RPEjeNxIDcBBHvTFykqMvASwGUpk1XsRFOcB0
BxEVOoD/4NBQY82scURG3if1bZagRwWjRAYyWj5bY/1c3MEzUdqSKr8kEuCBc4UG0dw//nBAawe4
Btim8f+iGZ0gE4kqJ1DeAVejOcXeDhWvGAyV54Doeqz/CTJ6I2wbeFpwj407rBispcrGuUC9x9kL
jJ5JE14FD+ujyd0bP29v29Q8sv4zmBTvfc+PrAxqWpm4JvR4XTkXPTSewRZIfi2CEsflfRADrcEi
jFOkBo8L4QCG8SPxkpWoZlFXzqRoB1hXdt13BaSYM8BwL49mVuz6Eg9Or1654IsPHLR/AM8Kj1rk
nDS7EiLz0KQVZBnd1pY0Lu0cwXdsA72vcaMwjYfUidy/mGImSJbjCQ2wyjmTfbmPdu+LiirUicSY
7AZf8cgCw5dvdCt5nEX79VuOzrkyZoZKKmMu4pQE3GFfkahWrI9kuC8SufGabx5xt9dVZD6cP8LE
M5Fa1noIbeYZDkRSHBjJYkS/stq04mthMeR1Vs5vTZrmWKeQz1i32Eh3bql8To0nn3zK3OcME7vu
CgzC2mZqjlX5zHeZCVm+FNvJiEe26yaE9m9AexGAdyxXJ5DXJGreteTG3FEGidZY7DpPxgVJt2qy
4hQ3OxmqV5oP936/Rp85/+y1I9TuhIVxLBnWEJuCDKsSFJUnbyWQXOoZJYjtAAqI8XfUV7TNtFkA
65IjC5obp0y+NeJz1946aWzZh6JGTgHkubtpolFSPIZmFvmAM/dug/7ocPDE5pvrOrto1s4+Rtvn
Jq9aOVIsWPpPVT9ueXmLHPWKkMVdPROi7Sp1VOEpgRWX5Y3TDMAd+QswOxQvbcwLuejW/4PwLsBR
0U4i22hgCy35vXWTyGQRQHNWTm9xv84EzQb8LCwqXQdd0gKC0LcU1Ri8TJ03y1+xXX8KcYHeaSIB
bSNZDkqYSyEN5tUAijUbEldtDJnv697F48b6z8dyKUazIKhBp07p4OxD25ZbFprJdsw7Gl/XsD9d
2qUUTd0NNAABEQaLCSc7roq3huaRSD6U9/Vv5AB0e+49Rh1HkxMO3Cuoj9jH7cDiHrqHhgQ8clS3
B2TfGqn2n+YJiwLWBzpHgM8IUoXLE7Jn8OTBRf6+hxpk47ODCdwgzgCKAPhrvORxa1cU7887dClR
O6wqc/wypSb8mT/d4Y0TdSR9vL6Di2r3C4zPB9eNRzTdlsFQB6A/xyVy6Adjyn3H+EuyT0qyBnjz
Z5wKPioX/Yxz7zZKQVowRbkxDdboov5Q1jeA8JId2iyQGRdfUNu5vqg/3SREgSkq9IA95du2ZuAm
U7R9P3iwttZN07xb/otVHEGOPDqwRisbuBBSXQrTDF1u2mltTBBm09hyPzkewDPyyAx3ssF0xXOT
bKc1zqjFrTxbn3ZoowITep77CMOpjJw+jyZAbCP+kMlhFTJ0aS8dH9MtBIUQ39dJitDmkMjaCHBs
dTQYTjQQpOalAISLjPvmtnq/fnQLEf/cR/lbnqbzLA9cXgSQx8rXzo2oeVfxr3hhbEj9yRijYdiF
/aYlKwZr6W4je4vGPUSnqFRqyjnwwchKCnA9RBhJATx5AsafrZWRqOQH23wN3eP1dS7dO0CXAS4Z
GCToe5s/6MyngOpjKkcBgR2GtJuvQf02JN+vi1gob7vmmQw9wSg8m9tdY8w19OZ5YlPc9/+Auvur
O2cuRuvB4u4t90ByH6q9wGxUOb2jz3DF4Sx0PV1+hWY2C5pn+AysVCm+4d6HSNhjNdQ7K2GbHIR4
KkW4fDKMfN/IHvjidKWJZumynO+CplBlbXkVBoPmOJZsBefR5L5P1skrHoJhJTe5pEXnojR3VCNh
KIIWSzWRn254E6VB7PTfnXaHgK5sD4H8G+NzLlGzdLXnFEE7QWI5vhRiD+TvtK4iA7QQnXxtg3Sb
mZvG/O+58csj1Uze0MDpTbPUIXitkXFz1/z62kZqBi6sLK9tZ06Xlk1ZBFhSMILKqGX5STr11nGS
N4buzYl5T9evzJKxO99OzQwYbcI5WnphBhwZecOzW3ZR0AFZOvtRFMf8v7/8533EOzyw0CyMNqFL
IzB1omgxF4aXR/VTdRIP/oiRuLJer69q2db8FqMpCSrS0grmG9BNxSFpx09u525NW6xEsEtB3/lq
NK0ADERqtg7EmO0TU7NTmqvCm6DwD9fX8/8xKb8XpKmHI5KxAC43WsWQkB9ot/Xyd3+K7WDvKEyF
7eZnoreZshhF3pXQYtE/AQscoxloUZvJZS7PLBxaq57cFKCT1FM/qtId9n45FUfUv0NUGatEPhnc
bd8n6YpYNn1946Kau22Kythd34ZFw4aiM0C7AIEFut7LLzEyXpZhiS8xzB8gilLNjhu3NRJh5lo8
tSZJU6C5QavIKkgKSbqpgy3jL7X5ORXZtublir9YvPpnq9K0KEUSwO15hlwm3WEOCjPmwh3RPMSj
yssxcv5u5W/X93ExgkPf4b8bqakTvLMRTD7UyQv24GE0+q0JsoDC3yRNLPtHMuKN3q/p0Xw6l1kH
3P0zoZqpISLJexB0AM+KPwboBjS9W9q+08natla6Y02H4QSkXR7R5tqQm3KtA3LtSGdLeBZ/ONTv
86DBNlfgdM6KlxkkBs8Y190G+Upl8Nf487WlarFOMngyL1ssNWj6OFcTZELYVLyK0t805EvlgCCD
q9vOK/fC9r8E4EYwAawtB3Uy5U8DjfOwnUdqfiNWtkENZu8Mxr7IkyfRFLddW28oWSNM/ZUJ/fOj
Z7xCBGcg+9H0UDgj8Gs7kC151gkOb6PAH+Nmh6m4wzUHoWmI5mY5PIGn2Fcvitz45nvQr0ERLPoj
kPf9z0doSmKJSTY4KKDbGz74ZNRXPE5zEMGMcW8KYKC28dB7wYpqLrqLM6HaceV2VdY0g9CyiRyB
laMmydfI4WAqFy/Av2vTn9M9uO1D6UEM78sA1EWZW4JXIW/RFJ9ZIO1qhlfwr1pPVqaY2gQq627a
Ps/aqKjy/odrFa4blclIPkzQzt4CwJ58Mrsq7KKUEXd8nIak+1LLUpws2SYYagu89gnAQv1uBP9Y
trNVSeKa4OXU5YPRRx3npMdXiATMLyEVN2nhdQc0kDi3dSCQWRKG9TgASfW5bvocCSeQZh2SjIfv
VauSm7JJ0YBeq6SPx54ja+eo6Y4FhO4LYyD7lrUgMTJAtafCnp2qog1iJMiaeMSI3yu4iNRN4hMQ
ToGfAVlAErJPFC1C96BGD/4B9l/4qeon3kf/h7PrWm5bWbZfhCrk8DqDQDBTVH5BWZKFnDO+/q7h
rltbBHmFe44t0fbZPu4JPZ17da3pIhr2805TbU+Rs7UUDLGteBpvZqj5xOBA9PH3RS29hU3cHvNa
CFPTQLc6cmlTZk5NGjxyUaeSJEj1Y5N0o0YkuQJ0nzpNwgqjqpUMVZCj+snjADdB6bMeXq3lUU5s
FBi6XBrBsNINpM5Qu6YB9JSNuGkNo3rWp258xKyB8qgPQ3Co0ZS51rtYcEt041hJ3/HfYSl2pzyv
+DcMuzJczLvAv+jpVWoXo1aOdBqFxq0QUF/7MRDbgAfpSyYi7PoTECSaXVCOagEATD778jCsx/YC
tfWojwqLlaCnRQrFl1Tyuo1GQSVi0BiZHesjukErz1MASufF7UAQ0hZHokei8DAOtX+SPTFgXR+J
t68xa+sIRxDTXdVST9+1yvdqkkd+EeLgK04HKLdmrHg5k4+8FzdrTKHldobaMNgaXo8soBGM32qt
yjSfMFne+V1P3dWMGOUpq4CKRsvGTN+PCfga0B0YF9zkMmnGcqfKk255bf8njfTPuGq3WoZVK/no
/k75vtFjIJxyKUsDlsW1tghLCdOVhhQNiEJte1Id01w3MIW3lO1K6nx0j3IQzEiKEz4B6AQnwFPP
82zBk2N6+EYk/1jFXE83Va7zCF5TBJb3gDhzZM6dUqeMevP3/d5Vjj8IzcRuB9RfDhFyAHOXbUuy
Nu5IEXlbhefe2lAn3bQ0FvGuCYLabIlVbuk64ovXB8wlsQGgpQjIp/1GEi5QPpV2FiCcGh+2o9kN
u0iz/vNdsqESbMQfvucNFzIabtpkBE2++mBD4HrlRcVURr19UZbS4ff3h1AHpsTrQA+aezp+gGFi
qMnAYCL+0R8AULFRkh3ErqmjfkuT7RAzhARhYYP3FBkwmlGQjNkJws3w684I/aJrMgyamDKiAMI2
aEKrgP/z+zneJYPyWUBM8CA0r0jy2zEtOw/mTT6tqhgDwLid2Hz/ToNZ2HPWV37QmFngcC4kQxJB
w9eK0hYqNIKXmOa2cGD3HthPKmynP4xCbxylthRApesrwAaWmK0b0140q8FfsPLvM4QErxd5L8Tv
571woZoVEceBlNJX1tQrpIcQ1cuJlnXuKmWjkgyBjKDSTUxEWnpulyv59ziRgtORLQBsDmJv6K0X
eYaC92OjAJLPMY85TakdndNdQfZ0tTltzG/DXC1V8lzE8r+0dFEA/heIoOwelikmbc/MqUHj8r4M
oSoLs6e1hRni5mByhCOodbFyGpiYbU1VfMNdpI010N4UqEciwpOCcmZPPEszFbNduIELotrNukQF
eR60/Qs36Qwu8fme042elBZbV2d2Juq/aY11TeTfdWk0pDAz6Wj35j+ris2M+qZHNVOnxYLkvUE0
glPNo2EKbc3AUrotnBF6KGKEfwaij26YEME3K4NARqnn2hb23opLNyppcUJPATl/LR2KOH8Bc/Iz
t6jjoy7HxI+BcAHB4CDxpGs0c98POYVdKQFxlYSuZxerz44mJCPgnJF8AzWBLmVLgA83e/JA4WYV
2iLMF0Rd4WJf82iZYoylVEYqMU1zY5o7c7PD72z2ZdvEdl1C8MvOtm38jrjEaYjrOOTBwcf//oDX
nH2QB+LgP7v49QF/D3/XYv8dH5R9Ufww2QelxKSnk7nC12YFWib7wDfFF/sr7K+yP5hfm+fT8+Zr
U5gF/rTZ4Otrw/4vWOdmgSMuTY5XfIoOY55HxRG4QRIFY34lSpDxQ5LqRCE5ef+HOaVDY2pktEIS
Op2NwnUzpX97u6S6ZHnnaZ04/aYnLXkuTJ58f+nUtzVzXHMLaxNu2AUvh805waw/Hqhw6kxgJuJQ
pTmXBHTzmpKY+OyoP1+oRU8LFaI32Kd4owBLkMEOKlq9QeuaGwKgNnhKBg9BdCoTl+4429pMCO7j
d0VzweK/Pu5rQjNN00viEI+hB5xfkl5EFjBNwd2qJeFPEjbJvlP83Ly+mjvD2h1s4g5s487xUyZb
mZSmYhWWYn2SI8xUghwOeXGsM12dvr42S1O4bhQJc86BMy6hpAnDnnFE1wfTDugKF2uEoYrPSKbo
Y4Nv1q3H1/5jeEsWNP3NLYD9wIsGSjlw6biI2X0Dg0boJi4P6Kv9Ybt/j5/W/uwviubbahFWxYNR
X8hDYQqzdpNz4wqpDaY0pM8KwV0TssXpEmqtFrjqkt39edlsP7CPMPgLA5YZju/14YmemOQi3BsK
8bKzX3f//LAhVXYQLuzrH0HBhAWTGA6THy7+d/Z9+WFZxMrIdkshNk6r79PK3JwgHL6eV7/z5Y1i
wFIxCF1lg4tYNy0/U6Np2Siyl7eYwUhrCqEXXiQWXS31SV6yYrMzAb4YGkOBlIToxFxf832exumI
w2fSDLIWm7bIwiu7d8MArRMQAsR4IdgEMw+jkow0LUPMYIzJZvO8MXfvtvOC5/NiLVyxwDyHm+38
oDQTn3zmC54RgNJmt8O1QTb9FxeDjmMBlj1mJGME+jUPhbmRR3U4MQKm+bqz/xIH7EBXC7L2FrIA
DPCTzmwjQpfmQZyDzu79/ePx8dGHmfIIwcOMlQm/x59A2tpadHX+Luj5+9wT9vN7JCMJ2C8LybdL
tev8aFFggKoJHQJZnMM+VmhQxMROAZzCnot7gEqGjoSiXK2gKH8/5tsg6mX7/xJjquiHydpr0IJK
yYhB/UPxP0DLY6srpqB/J3WjAthTA5i3DuD3i7KZOaM8wiJjY2DcKbM6mLXhsmfP3j8zAS7mwBLN
+2f5g6Z4vT3fiIe2LhvQRKE5wQfA7/D5jN3GsED/Oi/OcXvcbq2FS7yN8842O1OsbdmJAR+DMCRg
Tmz70Xmj+yWhcve9/zzSmaDVfEEsqpBtz9xpxID0PDrg1KclNrlNjc22M9NQaphUAtpOQejVtF0H
ns0Cd9z4MxfuUGGio0oDlTzzFj4pyjMuHv+5qY1GXjGB3DJtKP/C+ryISrpib2Ch8vX+8/9Bdvb8
Y8lL00kAWcYfMXlt6eszkAuhDkbamMx/gUVoPxBoSmZ1NLA6iPMC2NeLT5UQOJT4ifNfUEwXxLIb
KfBjYTPFpGMU8QRgh39eC5jI3F0+8HDY42EaFaqSPVb2gU/82OLXy2O6GN84LTzjhTfM3ssvq5qX
QnOlV7b81arYyrCgf7Q3WwVbC3MCrIsmXVqBxFh6vgIgDaAOC7gXsGNm55LnRqLIFZo8GeGLn8Jc
FeaFvGD3e7pmYtI82UtGzSVudUUYjaUKwDYM+LYoqJRmkrKJMi4KdAkKKScHn/gkpSntyF/8biID
Pn1mTVlYA8FSnO2RPrgPjmtZWNL39+kLFpdrQ/bAydnAFzo9P29Oq5Z8+/DFvxbt15tYowg7ABg8
QKKFeY8apGvBV3KqErUcH2OUGJleve+aSKvpI/nw3dyNHgpSOfHjaPYfS2MvbhUKWiYMTAlH7QGa
6REAvCbMJeiYH9CqyrTXAfr08ZGpFJzBeSSwqlZL93JrWMGmgqkJckAoAT7JjKAXyA3aRkWOqM70
Ga4S155WfyWHWxfPIf3AvA2qEqQxKICqlux2JsSvWIKZc1DSsLaApggj5XqvvRqonNppIP0kOq+d
GT8nbt87ghO7mVOvygWZcOMXijN6MxYsM6XlxQL0Ols4C6/dq0gfYurVpnjc9ltxq5m8oy08+f+D
KCrk0WvBIiizoFYlt1zU+yCaJFTzzffwNG271WeNKSbf2QYS0Eae5alcMjDnPvA/e/2X7MxaCD0j
xCwokDVEOj6c0m+eAnaahvymf3sZzdR9QknLYkE9kx43N4pLReAKqB1oQb6+0ZbHm5nYZieDlGvl
U3RGR9+V3435eIwSMh4CnDGCRyR64jeq9bt0vXE6L3v+QX1mrZRGPZUyoLfJqJAJVRDPUDjAqPIs
zhFflsCHL21Gt3tFegC+rog49ox78zREyQnAiUi0Lb/LZxHiLNmoruAMD/nrsAaeFi0xg5AsiYi7
hGHY4uHAgUD0eUa4jr2uLTgQTlMLRREWemlKJ9soDwnpt6Ot28apXw1OZC1Gvxivzrf8k/JMKnKa
54mezK4XeyPiurDlY0OIv619UyU6eapXmXOSXOW4dLeXZtsr0sD6wJxtBYMdEXQC6tY1Z3WYMARw
9BQxnQEBTn9lHCSCBiLTswGAaIeb2Go26UmmPkK1ADd/PvYOkOUhvTKSHusDeGDjWfJ+PzkZzV2R
+OZTsuBziWz78zVeXjn8VNS+39RST3WdSHmLYYqm+jwQzcKYUkvavxewgVAC6DTbcN3R1A1ItFdO
yYPhpibEgMM95pbiLjyGG1MDYwQg2FHWzWrw4QVeH5iBJgI+L2Qkr21NJGFNRMszC6v2nVEkHM5w
+lqgeCPOZxRn3OEbKMJKMJeEVpwdPnMoQKQlzTb+tsRzkD+V/0dcmimn2YlfbXJmzTSYUYOCbJBs
1xm3K1IQ/GvQgfKvYYoxWURITbRIOb9v9NYrkjEdGMrZkHC0Cm78+mglTp26bFAD2pnl3ica0dfa
IX0AGAHt7ehbNVFygMh0vM3235LVk31CeaLvU/KnJ/7H74u5jcDMFjNTakjT10qTYz71iHigwprd
5JEAXnKL6WcfjeXZAEMpaY7MgEjUnHj/cRnRjP7s1tE2IJb1hMMYEYtMSb2vbNFKHgEl89CshNXk
PAF0wE4IRq2YzR6IXet2lVFjocrxVihiGTpwh5ANR8zjprmg8mF0hg0CUc1nrZAOheJuuPEt3Q0+
pj1/UByfpoFlGa6w9NDYbc948IryDTegfqLsQLm2UCTSvcrfrTMdUDojUGXHvZfbOsQrXxKIt3Yb
zDVBAB4NgtyYaztnQn7s1IjD2DIabSUzclOrtwwLV8/BkJac6Nt/1HadToF0ZA6fLW0b8jvj3XkF
1wuYMV5oqKnkodOYuX42t5pCImz172b7+qXb43ow/c2wkb9FSyYowMo28aMMvCXKr/cN0okeAWT3
0opu1BOOhBmxaOfDu9T42YqSZCritoOdFUi0t9AbzyUQxf2fiehmg5mRZLQj8hw/whLx6RePqakL
K7gxf9gCGGAu0OvAghdv+Uc0SNYHLtYULKAL8QSZDJAP/rEni7bHrdy7JjTbaSlHSSJi9CZVzslW
w8wFUiak2IRuSl/ET9HWDeItaLfbkMxsczOFEqcZEIdV0EQC4pFf81R+a3Gef/VDSCtE9NKPbInk
vfMEmg36W2DlMCPrWtBqTckVHQ9TWX0fDuh0KZFWgr7vVr6jGch/TpbVmyO4KjWXmOmOXBUkBd4J
OqPYZaoz1aKr1SCEepPQeBW1ZDhntkFRdWfVwDulHNLCxt9JpdPOt4eJ1JulnOfd4/5Bf+438FFY
SPIA+hjndNJctYI61c2J5k5vuRMr/xPo+fcnfUeIXu15XnsSDl3UBjJzTXKCwnoSr7VXjBz+iGn5
OWDzZmANlvdS7JYsy9umGLxZwBbBWEEPmgJxdn3TTSii8WTykS/aSl+VPb2ma9mVdhVUmoU6lIy0
q9/3ekd+XlGcn2/U1HhEqIaj/Ejl93w1mNFh3PkP3Soh6W6gkN40O/F2+ISxT9p6cW7KTYThesfz
s84iweNDFfQDlzsYZx++b/kcmfFWfxx9a1ppMclo+SjuJ25BSt26pDPSTLr8EFODEMSxJ7GtO92W
j1bw1Wj4dzRIi/71Q28Oa3EDL8KUHn8/8wsuxLWqBJYtHEMN6XPMvJi/58RrVU5MqpjKTvgiQzdh
j9t8J8FV2nAWxse4xnYwZQhtlH+YE/EeX4Fq7A7r8NF7Lb/kBR6488awHoYVzCZOw2afiTQA4kyK
kqBuzjvJD4Kdr32rM1BVIdqwF+zYLHpCl7yE22ylLMIqR1IU8TAkKS5B6R+nXwGeUOiMLKbSGcjZ
o6OgtEN+yx1jD0jw6LneAqtvwUi7DXQzmiKQjBAQQCnH5fn9oBl5gSbUQxlDmHQm/zSEpCMyClt0
Agbf6gceUpTbNDYy9EvMdusVgDTg7Nh8DjbjZGYf5lksA5UYZ4zYCglXviW+edvWNhz00z+g1f74
O4/d1Iog64+xXoBvRZYWt6qL18wtyclQ9THHbGHIErt6bdwDhizpVHWio2pqNICb/NqsVWI4xXdG
C2o8YZ4PKozCpUq324AE1oLeG8Q9GervDSBbHdVSLUSXtYgUTaGKT7IVCtUx/uIQfvy+8dscw4zY
TITmFQDt8xTEAtSir6qvdB1TjcqfvBlZg7OEaXyXpWBzw/BE6AMZxtnbkfmy9D0OQkQ8VbBAE/cj
pP4OjVkp3CDx6Nm1CzxJfe8fljpsbq0Cdqr/Up5xlFFNge+pQUyrxAZw/7e/5T+r58jRFnyKS3P/
TFxdEZqdaGbEoVcFIATkCeOcP9uTgxga7GuZqF/pTnmAb0GrPZAS1X31tDTv/I42xj5RCsZ60DB/
cw57WWtcJcoFLnSXPzQH/SgXiHiUVPKoQX0avefHcdO7KuJ4LwusxE7wZuM/KM/ekGIEuREwVmpe
dYUcuIkIjmpKGsk/MZ5jtCsSmvUm/IicLqOLDhX713+jziTKD2EVcphPFyBbQMtnFDz6q4MAqL/n
3izWnBPai4bWPQGFegL4CzAxEXifsVMnJQC7aiAb1VP6B/78flpxqPxrbfQ2trT4swS2eVcB/CQ4
Y6s4UXRfTEGwpwJmWB6n1bHboGviKDkIyvLbRRF86xdhX0Bvl+EVIfPCzwhGSaqoXQq1652iA6r+
IYa6NWaNiZb05T0s8A5zPea3pwKfl1UdYI7BXN6Pai4PYgR531KMJAhS2u4zG5iAVmmqh9bFRNzv
8LE960sq7tYlEqHe/qU722Q3aQFXhKCbofxs3xyR0RjWEfnityJiQALk/GKS6N4z+UFy3ivj9V4T
BwbONXGnrbSRzJIae4MWVujWn/ynSLTtuFLwah+mBS13z3L5uds5QERU93KNmQ0xjZ+NrXwaTMP2
YC/3b83Gs5N19zCSJZrsAG8vFqMIDFZQJc4FvtCq4aAkbUyn135f0ngbH6e1RMMl4cMUxw0dZiig
DoeN9Zr5tl2kxUoQgU6N6PZ0RijfDtfFS1ZYPvrSNqNbnqMnjECCxeb+zruzAmSwK1TopbpLk1Bk
cYPDlXqGOGXNAFuF9k74kJiKDUiFlfpsY0IR7Xbqa2gHYCrdrrdPI6lX9PcF3LPMrxYw2/ughHqu
+ljAYO5QgPwZbir3b7xV3WgvIWirZmS9hAK2SHMm/yQxHBq17CH/dkFHkKIyDpGtOuEpe1F2iCty
DnrJBStErebCblk2aH7TGgMdxmQENm139mRl1Vdqju221Fi80lLNdMv9Vdb9Y7tZDJnc0yoIg0Pw
AjQcfv0sNRUPcDHHcoK9sq46CmhuU/yqdNrB4vUbIkRmZS9s754k1DQMeYI1igFec0O/rwphFDUp
pg+JQZQD4u9vNWmyFb+RTqlZWeIDiK+WnuldswH17Sj9AigO5lDNTjWT42AKc6ZeToYtO/nDtGKA
om5jbUdTg1VMtgDLQX/ykrl0Z7+ahNI8ltFVYRPOojXF0KUxHykxAkQtTb6Kbfgwrh85ZMWGlWJX
iE5pa7i3B5Fke9/mNifmdSzZLhcq10yFUBESypjQB5sJPW9guh/WgwqUBX7oVBZJABu77yIC9GZp
ee+1M1poRiPPO3Et2YoFeTmRlxRs0K19s0H6iosI0NP+eJZPg93oLKFc3nEHgP/MuB0Dz1QAmszM
KowX4QArwEG8PBei5T9JH/zbaIrqTvbhBy5w3624RoG6jkQFprIiFDlPrmspN1ZerrJwXf3c/gHK
+4dkBl85+hBRLV+hLPoLUPQvzU7fLA3Gu5MIw1wtBh8KbEGsQmUi/scdIARqlGiRiukGl4CYHdIB
zriu3BrxeINyTyFFXHQLgPE9916R3CqcaIsYORopLX9ByNw0VGDvKFAEtiIaKjBIb17JIdQs0uJh
LdLhPaTSa22dEdpyWuvxk5V2hA+faW0heM9itkCQks1wW5BknZ99e7IkSztmjm4t3M3tS/m5JlRp
Xp8PPwp+37PYT4+xOqS3AKNjNR8JT46jWaBSO8RJbLjVksAVb20khDMZ8CkQmFBWPJ8rOZToccuN
MKHVa/xHplWGcqzuGU2ktr+V9qTsqUyCP+sWZ1WvMfTt+5t/X4x/MDFw/UCxCA0jhcCeQJ6ci4kR
MFT60EYJFTBmBN3bjr7m/yB8HT/nTrLJAjqth++htkWycOq3hj7aM1n2GEIZsex5SWyUSaGmN0hd
53thkzoYpWXyHErSFDSuo51nisiw0Bp5J8h4TXKuWwWtBZgISIpO5oYPj5nro5PnhXUVFd+4ayfY
CyfhXUJHUYXmo6/fd3yfvME6nBg42s3QwyrTSzmZeuQHDnxA/QeGEYmD3hvWtA9p6PqPhgNErN5k
kV1vn7v/RRQdB/BjBTNprHF8yg0RpkIPtmAr5+AxwCwMU16XTrEpI1RpUG1N/Tf+tSLGsga+1fmA
dYRTBy0rodJIY+/whxwKA2AQihX2z628Xf6Hq8nwIFcWJu2aCvqhSboYx741XkERtVQ8xvmA0S5J
sx8UU2Gc+lrAhfMn9SS4MKjEU/03RY3CSj03msk9eah3o0CUNRelyr2HhacFo5lN9UHp2vVug5Sd
gKwkMJyzVzDcIehsgIOYfmPiok0+wvQImn8sOtB392xgGg+8TAYlNzM45GKUpkBie043mt29Ytgb
4TG6IiLjMSP1UXHUc2v+QXv3krl8737RGakyHYf9zsspMyX09TxA/gsDmqyBSD7xEK+fnNaOvxCZ
iBevd4ngTHCrmC/n8xkIRtv2O3O9dbdpfIK57tM3j5EZZCnUJd4jqKHLDEFzGK43ZfxybrSVUYrI
YwKEy9bOBgkxgoWoATluycvLRAlK6y2VrJa7Me8pi5+kZ9capT2AXgeQlg5tatYPHOX2yHs5/o75
8qVbUIsMln/uzexJ3vqoKPldet0xZGFG/rv3+WzvTAdS9sQJCdXfhbO/z58FEwo6Ov/l3uujcFpj
aDmpdkuJ9TuBTbAwm3gqoZ6FJXOvn1Hu956feUgdI45aoqXqmzuESGUXdrYR4e5uNasH9clS98F6
sWqH/eNz5QgoZgzbA2YIXODZoQt9Xutl7acU3UydQbDnbbzDFIXYjc3IaX3y+xnf0xCwRdFtpAKr
HPPOZpZaqiZVh0guZpzRyUYkgfpr/2+1Cl78U/EB1pYe9IKIXyJkB+QWSqcyN375fQ13YhlwGWR0
U6LXCbM+5wgKUqgA2ETHGsY1/1d+K1mCF91qNH5UaLsBUoWFsZRLTdX3uAtGIcILmPPGehln3koQ
cU3GiSgZGuzREv9476I1wSJMc9v/m+1RlXkwEGt1o9OSELmNGskGUl/QSpDSmC4xu+LK8yepZIld
5CT4kVQaUV1/C9x2feFy72xRQe5cVWFoIeOEoM01JzdJJpRJU8LgGYnyiGSfyT+na2+r7YCLiUj9
Lv3KaLpJ1ouG5i0bgzKMDlaxB597HnEUPEzlkiskkiNXfPf+oElxizrJs4Fknmfmrx0e7qrvUfm/
Tg/yPvi7KDdvDxmTaRFEAki8gQDDTWiOS+GBydD85b4+8WgcfjJQoNQ7X8lOMXeYARSYmvMirIjv
AvYczZAFspEZ1ZHgR3/7YqTwVjXD7tQQ5IDpCcNzDiNcYDKrIedQzVELChAlq3wLoNpi4618EYko
BAkzB0Ju6Wndmryw9JFWN1iWE2mxGQeEaYFKGcDdUPHUPoO5LQlz/Ezenda5jXme/GO9WnjMt8YA
G6+NKZcoYEcR5LycvOv7ErO3vISODpLaCRFp/qBtkoN3RGnWd+aTOCQiykY4c6nk+Y6uZKQZVgca
GwANNdusLMWNF8cQ3MJZOctr2eKs6EM+fSj7DgFvGrvoE29XY0pg+UoU8GFOvyRPLwXO1/L7eg0z
ezfiQ4AnGViD8imhBsiDumaZ1lAkfGC1H+pS1PsOn1/tmSnxH/ZmECZBFwXQF4Hb7nJ005jeFhPe
YCysMyKcOGd8aVEf8yw9Nm8LN31rH1xvdSZAOQzJS2QRW61egbPnhrrZvaDNGBhM7KJp8xDbS8x1
5xmhsJxn8zuQUkXu/nq3DSZqV2MIdq4A1uC5xceEjrSSYKoA8Q8KLXb8w8ChQ21hp3de0RVZdgk/
DjnipAg9sDrKkBzYt6vB9gmpNgNtX8tzuVlMO97afCgL+HeXc7EtcOUwlSKMzJr4DurosD+kbfZ4
NxFJHQ/6+BWDIczg4SytK5pEJsOMj5aUxz3O+rkKtsofm86Htmi8AGc9IW5C4h3mgtLgbFh/RRdg
Q2iAKUrSbjbDElvdP2yU0KnMiTLm6TgMFtDjChOV0XDSmcqq3aeU+5PCY/MIC5cumkB3nywbAvy/
BGf6uEXDqFgLTEY6QmJ7zvDon1DAP1EBjS//TRkdbhcwJ8xb4tEiMePhFtCw/uhBQLZ0+GxwjynR
bDAxEc8h6rqK00CXBlndyThe05wxsJ4B91318VQHW/6ON72FQjIn3yb70kUpgq24SwqPndlcDP7c
5OxME6WpVK0DQd7xH9KncBu7g1VQ/uH3l3mXR/89y4t1+4NHlSIM1L4Cmc7W7DYita1gO90CSy5R
memVKAtGQSrZ6X1Opn/ytmIO9SW5v+9l4cgu2u3HXpAS9pqkB5Vo6zkAenmpTYzSs5eky50g9BUv
XHJgP+i0gtz40QA68kmAMGs2lQXo8FdU/px+39AdrrsYuCjGRhQeJZQzBeEJRlMEnY6EoQAvSi9o
+m2gSLWWWFeO9s7t1HNs5qvfqd6xAkCVAaLBDNARFJjdFos7B2HpIalkZY8IPdPUjhB8M7aJW6uo
y89WUvasOQU99cRAdNrYLjpxt1eJnnts2VAwcl5DO+616ORr0cBknRRGAEkf4mehI74VCRSGAAnX
oeMBIURCAceus3w7PWOU6+9HcMehuqbP1vfjiktMra0NCZW67XqyBTOx5TdhP9oiSZ703Zfm/Pla
IHgrs68Izt9hy08VsO5A0HtXBNIDVfu52wjEsJRdi8DfN/IqS3u8tTPZ7Ha4yjwSDaw65nqPET9y
lTLgmiuTO0fHct+dI81Ut8DW6cjkGO8Cjc3So5KyKHXuhNGBMYLrxRh0hDYRT7+m3aVlGfhNi7Di
uYPhvn3NqTahaFQG/MG+24SARVIQkCrN9ph+BJYOFkRsSFo6gtssApbB3BsAH2Pgpz6Lbkq9N+R6
A0fS8GylJeJupB8phT8pHo3MlE6lG24RVnWXpO6dCAkijFBfMMEMwB7O0zudoVRBXyCo2yJDr62M
81803nziCCqYYyg+c/hVvzFWxWtvmEua5R5zA2oHSIsAC8NU8Ln8ispUFzgDhx/+MR4xhkAl01Y1
4Wr6iMzASurQaaPbS9V1t325LCaDpmDEGpnPPiertoMPXEkEOfXOHC15F5iiK5nZZrQTk5Vl62aA
wlGSZ5jiaGaO+WdNdWuh2/5OTfr1ImbWfqgVSiXzI3Ou4EjiZX0YG8+sdyG6ko2dTsqv+O9WJPGh
MPUFVXvZ4LVKv6Y957ay0oH7CtpgOKADyu/vSK++fSpr/QDTkKgndLe9p6f8sdlPH2oIeHgqWN6f
BUlz63Rcr2ImWjF2JcNoEawCJWFvJQb3DaT4SJ+23TP3ra/khyZGxu53muIdUYPWXfTL47nBTrwU
UPwQp1IYYoTqxCOMglEihxJTvJ0GUHHa4THSyCdPgm/18aUinEErC7iXJhKsqJJrwYPqvt1ES+Xb
d8oSEQkG56NeTUDlpTYT72qjaHHgySmc+h6AnmTY6q4VO7GDniOgqqD9kwM/9GRqyRPnLPaB3F4B
yCNEigeB8U4QP9fSTw67UU0FFU9e2cS9iQo2uyPDKdxNpyYhJWf/ERdbt+9U9bLoN1IbCIreqYWc
CiVvlFIBZgCpSbtGFreJCMYXwdFtUZJ5AEoeCqiLlQQwumpEmjmlqH7FZHXYg4t95LcG4fVixOsT
iCfM+UxqLAZSFxV8UQcvwYeka46RjfvnX7UH1MICli+k+wVVe8e8uaY903utnoVCnIF29xp/j2tT
8K2SyMf27VP/mpwBTlqz6reqRqKT5uTMGV90h2+98OslzKRQi+6jomJ3kVvGWXrt0D0g7RQHzeV0
sLjdSTwVS0gBtxWMiGGhYgLD2hCmRmTv+sRbFBD1fpUjtNM4I2s1rHcQvYe6tuLjsETszv5QpoHx
L+Bw6Pm5evc8wAdluYZ5gfvaCV5kYD1uxZbw52P8Glh+tILtXC8p8zs8dUV0Jl5FLkgzPQVRAGk5
/kogOiaFruq34kXbiSvxoGDGPRAY0o3AQra/S7g7egX5BsgTnfU7iSjGuj5ezZiGwkv1FI0XnlPu
Ildf+5gZ/iEefTqcsufQVNzwLX4Jz5GzFEe6x9Fo8MKINaRLBRTLzxziAV2bfV2UUJw0ewS2Njpx
FMFsE4TO6ghNtKyHNd76jg4Au8SCmH/JnEVb6taChVJHygW1jSgFRj/l9Ql0TZVkDYdFlFYSWNEx
fdK3vCti2NCadSoImE/zX5iw1zTnugy5iZxTQLPaamdACLIOL+VBRid9ClRPuH9UP2jrjPL/edDw
mvDsuoEQHhpDUCHcfUqOnckybG/KRkSEVnc1C+1PtvEsPHc7jyrmAqfdecgaDxmuI16GItJ5Iwpa
lRkECabgek/8ujirjJxolzo6gMYlrr5LC3oKcLZIcKGS/vpOw7QbAS8yIhSJwXPISXN/jM5E0RHi
/Iv7uiMzEGD/l9aMf7gpjgBYDlqoPk736U7/CmxWQy7a4oEi27DjP/iFKXt3/GsW1P+X5uzhCHk5
ir0AmrkVILuTQzMGJoPlknbBviFrfTG6vbTLGcdyvMA6BJEG1KB3P/nn2EcaaXRRCWsaQPgUaLJu
3aVk0p3ewKt9zqcN52mnqM2AfWK4UG0hZYaRFVQ+Z5vIPGqnGlCPvzPpbZuaAgQT1nmBFn/IpLl/
UyfyFIlGmMPCVmxu/zGY6Z+aVMhwlzVxxs/q5YG9zWyzjQ+A+Xg+c4/BungHlqnz+0purxgrQQEp
0OxQMcUSKtcsHHeFURZVgurjFdc4+okHNLH41ihENWVguHRO/LlgYNy2EYEkoibYPcPtRD3nNcnG
6ONBHzCJfjoE28HuXEycoMJ7vpU/AX68JIqYqXTlVcyozd4NAGY9cDCoNTZs6hXKjh1hU22mPdqZ
B1h3C+d5w8CMnKEySxIwaSgNut6cBgeq5dMyp5IAgIAGAEATudSAqZicu+3WE/0Dx3Ip43vrMIMs
wlFQb/DUoV1m1+gplehVQ4/gkxsd9N2j+iW6aPdb8wiAoQevNineFBcu8PFtZfeFLAqSkI1jHrN8
vdsx87WgKjpwzwEZ4M70GS6F/j+kfddu3MAS7BcRYA6vjJuDsvRCWJLNnDO//tbo4hzvzhI79/jC
gG1YgJuTenq6q6ueEMsknrYvdvWLuqq2xprFBHJLDUAZpvaQUnJDXmYd9qr3McLwfMx3A7avKz0W
ZvK73FXwVCjKtQhsYrN65TZOB8jwrwmAYGXNjNfJfUZvMqLN8J95oDaZCtGggFfxOW3jKCvtEVjP
rQouFPGxLOzGHR10XK6qXXRMXi1IizH23IJ10GajAI8SPLhjZSpij0MtUDNIz1vqs/6h7QhFcmP5
JyMycUOgiGTPG1Ewub3uopGMYXthv1/ZpnZAFddT1VWwDQbxP9lLvUtP0hZoNB3DNkprtqTKLJ/5
V4ZZ8t9SEw5uIhWYEmw85ECpYwYFLKR+S5jltipYb4Sdtp23hsP9buwJigImv2XWnW9HCqgOQZSC
kAmQA5W6mkJhiEatL0pSxXG7TXQoDsUz1naFtBRC2QTtVd1Ke2IMlLx1rwdKrIJnWuBF5IToEMMP
21RIoV5olXhpoUD3nm+R2t6jT82GHNL3fWu3D38koC6tUW4kaccGJEgV6ijTKnNA6PVC+I60Q7+p
V8naeAbZl9M7LdrkJK9+iOySmVkmJ+VmvKSdgejFo8WLevurcVFEctaWSPSCip3ke9R1ta9XAXCO
a5jdxKMpvMdr5vLeHiI8S5DlxQKj+gtZbnzYRQ6mT1Fk6OHMrOmsgAP+DE6TYqPGwPtl6/wVZdJN
7k12svYB3Wb5j1uQFMGOI4xE0ynSzcAKXRvPSz7j0ySDaN6xiNBXMK4TbzpVb7KrPqrmr/IPEl1O
4QDd7qEviVUY+qkIUpOOEiQGDxYKiAHTFdGUT5tclrC1uw1hCpjOCNnNRIbWEZAj/NpfTXbuxM/6
6/+OwMPALyzrlOuaE2MOAmJZOWaH9Ni6gB86p9wdW3NGWwU5VM1nv68rU2G9yBYWHA9SEehhtK0D
xEIteJpxfSNC2hmCflARRwk8/yU5HZKbzHwWcUbU9CLc0dG4ArQfmADIl1xsrSRS1bQIhdKS99Mm
eJgOEUI8bh2sM1jrWI+SW9cIZYe/1uhgViug1xRyfGmluxBdD+UudKM93ppu4M2e4tXM9/VCQAeL
YA5G3xNKsmhEvx6fzs3aAKlJcnRmezqk6Fb+rp3J9V/DD85lku+T/46eTh1UChgkxCKAPbs2F7Rx
Kg5pV0ItxxHQ+Ik3fPTMnxSfPN53JYsj5jYvrQDfDuQgLleAQkTaHgSsmxySNdijrrQC7awjW5CT
2nLPYH0a3tHXYIlPUEzbl57vJLWZfGZ/EuYeWljVy4+4wVnV6ph1KvziGCD3GDk8QGWrHB1PYNSQ
Ras6ck8j6ERam3EjLOxdEldAMJPXSYKaumjRglOlyQy7GqptqyFDm9mHeEKMeRIOlR2/8mvIEZCm
FvQrosstr8xqy8TasT6CivZCv8iFuMMKtK6wE1w/AVJZdIY/mQUJKHVNkAY+qsz5C++eg89m88KY
BHLtUTvuchJ+qIAvDvAkaSUU42A/3kHtxxMeIrTUjCc9MWvU65GZzJEEfRVd/yF+VV95c1iJh84y
7GfJy+yMuRcWDgAiPaSpAbcHKJ5uNMzUvMnGbEK5+6F5aaBHAuGoXXXiUAw+yYeG+ShfuJOv7FFO
Grdmrg8F7HEr/Tw5/D7aSIWdvpZorRLWsRdvkpNisfCz0kLAhVoYhC9AgwfGDRrGOk9xr0gdkGcg
/5LB3CKA7wqBlvMl2Miaud05cKSNBloRJHh0M97Ea0T6TraCnu563E5O7kGX1XkUd9Vjjs6v+3ti
4eGMb/r7dRp1MMps1tSswtep5zp0hK0IyEtvQZO9cCc3P/gOb/+5b3IpSrgySXzExTaUlUItmwEm
tce3yJnX4LP9EK3wuBMs0uLvm1loyrvIlVD1v2+aOVrqBCqzUTeVCNPdH+1pfuuPnwjDPGizbE6Z
N1oJi+ds4UGL6YVKGWHmQo/fTVOdQDCHcoKxBnb4BIh4HJrpn8mpnCP67l8HO3gUkKdZQ00QMjyM
BP1PBzh14NE+ibI/LjWU32lvqxl+ENZqhwS9kwJAAjIh5wfnsOtFQMcV920wBVc7RqZx4MzG63oA
jQvrPXQkcLTq5rgVHDAMH3R7KMxV+zZhUfqX2fPNc2n7+9BhOKjb9DrA3kQlRxdIVy5SK9c7I4mD
CJAbfG/ygjTSbNef6J/A4+t35yXg4lyHO+UEmIDTrdTD/54FhXFg3EEXS7pBET9eG5eSmKszBTh3
9EB9QFFz/BxVW6ldXP25KZ3u78TbZD6sofsXBN+EFgYl+mtrmqrmYRz0qAXVOO0aQWdqZv/+VniE
N0X9LjxNQw8aWJW43WxtlO9pxeriX4gcVQ3SMyRyBNKOpkaQ+zEXgx6a6/VbhnRHiFdZvPEfJjQH
OYzRkrmjNqIONABIB0FoBY4WKnSM0iTootpH54IlW/3jIIOS15wg0PYSbdu15GZIKOUPBujuURg9
GWvD63L0uakmJH0bAIDuf86SG7j8HLphRi38JK85I7Pyne6pqKYETrL3V8gthFtpEz0ygSALYc+V
QSq0DIapKosY44/A/gu+OPSanduVBlPjiw9WjNL7Zgzxpk6jIHb+O+Mq5dfnIfOlPoHFwWqhaGmC
KWETuyd06qJQInqJfd/eklO/skddrmE3DHpWwV5rtztpN/eWYSaouedH2eJ/FWB/hTqjfcASh0jr
YK/9g2u/+gDqQOVhXahN8fMBzb4RXewx1f0KNq+4VH3N5CFIDeau/3XUCCYNOCviLvAsoik4oriD
lG2CiGqyBLt+Renk4RMnGc37eBCF8KanDXo2Th3E5li1yFsPQkQAcZY09AQZ8FmUvxIMdK0OWltj
E4sfhLkzcr7eY/TnRw648lzQJpg5POXzAOWx8/+uCALroFRF6wrS/viNSrHIOhcq4tDVVoPrC+RD
B9DzwCxKj8G+t6QXCWcZTbvZ0yphNvvdvtRQ+0IeCV1QaMQiLTvXzjMY1JGTiqa2xD2oy8AqrK8T
67V4K9aJy/Jdy8YIigQ0dGjFpgFNo+R3ctRinjnkQ+eVYZFIIVvPDupJK6ZrunkjkKFdWKO2cZhq
wawaGFrlqJtgw5nhMbWjyFSP7/I2jxnH9hbkSpmjNhE6XipBQFEXb97aLoFQgMKElqLlBxkj6/5h
uS1PUbbU61VThRhAxQ62hk3nfI7bxENfwBvBjnPueGRmg27uHMoctUMFuQOHFRla+9Y50y9t24PM
CbAzGcQewWPr1c9n5pm8qaRSNqnkKrJP+iAUsKmfs1Vok1rYZIU7COZIGegKWlB0jh7iK97NPVbw
dOPxiW0ZFMek/gUxDsoDD+gka6YatoUv4zv55fp7EUXHzh2Rvt4Ua+Zy3rwmKXvUTlWijk9Kspzy
ngOwaECoQnjQKvC3I+dF6DFbK93rVu7d30c3YQtll9qy7TAZGVfBLjjHXD02Px8Uj/9/6D9YHh8J
3tElBYUGav+kkDwKBaOHh9uIXvc724MVBGi2DARHtdP/ita/wk23RZfU/eHdBic/4/trl9pDRi5J
sRyjVYVwT6hEldHf1Z+1IwA0lKfm85nVly4t+hzUAgQVlFXYPtRK9jMwrHkEX06iM2PXOEdhPVnH
hzcfqgGkr0Y7iOt99PxbNad3MCCYgeuF2wjsm8bTMzOXStzAVayI8UNqmeCJgCxSaFFKroiFIsnl
GjTkaHSNVjPiUtlUzmjlLgaUAKsdD6Ka+dTxLAe1dHrR3YI+MTADIBFI7axQRgmomfga5exeX5Un
RIWWox5RpOAZ0criGC8skZ9fPIEjHpoY2QhLldNDbR1vrdxgjOY2IiPziJAIwHpC+PaDFLywkeiZ
3PiaCv/3NUIDE08MTwO4Q13rOzB7zih/hOZhMAswPmhrkRFiL1tHgKDAJ6E7m07fQusqq7oRqzht
xMzuJavEA84SPOzgh8EDr4ZihpwD805I2M4NtBbbzN6s20IQmQNArwHAFNEoRnMcdXkUCkmBJl51
3/zSH4IMwPcIGY7pS3PRvP1Lmk3po3aCJx5YtfIrco2esQxLtx4UMKGNTjYV0fm8XupSDJCX7KLG
ypCfd8sjGntdZc9/t6hAlaBPEo1/uNOvLFKbSxOnzmhyWPx59YNidDgZwIK2oGGrWdWH26YwovB7
MTzqZZeVowrihRAq7J56Du3OiW0uBdn44+Rp3wzPuHA+wZYlAMuLTDZmlLrh5qxJ+RpqjbjhMB6I
q2Qm9vKIFjt1P78zjC04RTxVAR+GKZTxaHjHGKlVGYDzGI8l48g7M+gCwVgIQZ5fsRl7OLoMe8St
U27vyh513SS+nM+SmAGyA2D0WfYIs7iLHgWkp+zOMFtHOpOLpzSLXfRHeWJYJy7+nnXq0hmDoVLn
HNY7qyAPiMNn7/Iovus2/1h811b4m2Fw4RZHRhSMN+CbAuCAVmUQObGaObGAMvYewO9ho3qKczwd
UQ8oVxA581Jzg1bgDqmIf2hkJDLEF7apAzLXtSa2BmwX595EPcDyj4nXO386zWSVRJdW9dIUtaoQ
uRfTISwbMKfnu/DYrrg9d2YVfZfcHAYEYVkeGUa0/FJWWq0VAXauiJUZTDYtaGVQywfTy7pevYdu
8WbsxafwYdrGCGaSz2RibN5bHrOfGf37AZQXqLO5Gw2efAAwsdNZBTZJ90aIPPHfAF+ZtRO6gL4D
nypsQInratAWCr3xaJgvIOx3GFuLjJbey0gwaygpgEQAabZrj5vUUTVHfA3wCoIX+F1k1LpDCMcb
EC4DeRXZHcgEeY+11ksvRdAI/jVMHaKcg/hVM8Iwul/mNY/LnQdsinBY4QBH5T+oW5Bp/2uQZmDp
gyaG4DsMfgSbpjJ/56aIdZ+Bo5xsHvkOMDcx5nbJBV9aJH7kIqhQxirrFAEW4x1vdb/9p3TLfYBm
5yCx6pW3oCxqcNQpTVX0XyotmU03XAP1u8ntzDOAhcLgErRWQ0pjJb7KD/dH+POcv9096JgCHx5q
pXQpX0GdsFU1bGXjUd1oW+kVbBBoMD+hBxFzy7ul9YqtbKWIx/kVbwvvrDLhYsSArYv0BvKlQOlQ
11xojCnf6Ri46iEJYMXfIXDVh+jE2amD7tM1C8a5eIdfGqQWtYt18N6jMkLaMJGWHczXd9FsHqdV
AbL3f5nei8FR4VBTIWStfdgqHN53VPTFJSaPQjRoN18JXxMp/pz801f5EDgtXuoJ6tL8/14KBGAV
USEAVxDRANaQOqmjHwrQwJkRnXq+l/2Z3Xb7OSM+1Rzgyh+DU+nJAcKK+2O/7ciDVUUhSwrmTyAo
6LRVrs2+kEg1EKMFKG2cbD94Iza0YuYQYEPnPo+cN84si/DjFhhDDINVBUUg8PXeYL6kKhmbPsdT
QBOtcVtthAfOihx1DRLP+dyt+00GQYPxXfhmiV4tHWKgSHUDvJo8jxIYibIu/MVYF4T+ZCIB+OjG
0JoLVimOsdxa/kp+BCRpE8oIpzrmK5rsI+oYAwxtgF8FgFLMN7XPZLyvomkW8Iq2NdBX2sfGizTH
FCWn3PuODrdMiJGZ4fBCHAUkNDKioLFFbpJ+dOnq2Op+CrPSI8j7Uld7kwzbf2zc2ZrWiNzcZrIZ
u2rhuoOCA1gLIQxKNN8pP1nMAp8YHAJS3mseCC8POopx8+amvPJ3KOXavM1v8cJjOMrF3YyIFXgy
sMoBfkR5jWlGVT9rR5L/md+Ac5c+Y2TyDtGmfVXX7bl8UANT+M2EzSwEjmhvAmZSExXSiULd7lDk
HbSp1JBF3BuHAaz6r8mqXEX7epM+C1YDVa91cPId/7fRrZJPpnO+AS3gKF2apzyH1IQNbxDzvVsc
0HsDbsb8E5cggIzNKixYgRXx9dfbWIIeCMI6vKAJ+xgVWE2DMI9ZLzV4RnOIy0X83iC4kg7ixnAR
5xVeI+FSioET3mhrpGQaC4kZlgP5KbzefAZgSgZgqjxy4NSkqz2vt1yC/5xH92plIYfgSl6PTwFX
0aoDJCsEmXvi5XDYHFQ0lDUPLlh5/w97Djh74GQJHRm+hRbvlqfZH/hRb6zgpf5SHQHdFUfVQ9nl
t+bkqxg83MJmYtA1L9zH10apJY8UA5TYxGj7NaFJUDPnVb2LcGM1Llh5D9OKcaBvXdeVPZqssStF
IhQIey/lWofcenbmTAEJzt2rgYJhuxf25/sWb4/UtUHKSU9ZAb3SFAa1R+m1RcsEiI+fcrZMyG3w
eG2HCmxGfm7jboKdeF0DBrzr0S/hgnThCbvIKdaTi2qV7uQ/rz8/clmZxYVXyrV9ymMFauDLDVnI
wfGRlZcPrRu/Zw481naEnBUJNzTsYn4drQ9/xpN4FCGcFn36WGJWznUhP3b9LdT9VPB5LPktviV4
6RxklsHBjY4oaKeBdDX+bN7KF86LD4/hfrBij8X9sRAQXFun7gxDmRQlISsxbVTH9/TUNIA0EtBN
Sdri9a/knTvrK2Zmimwkyo2gXRTBAN79SEgalDfjsnHixBZuRP3I7RY0G8f6VTiUTrYuvivE9azy
7K2zBpst4iwB9xSKlHSYNxlixSmZQYLN8U2DjlLmbFsE1bI1g6aS0E/4LrgQnuFOzakw603OSIMu
TfTFF6CGeB3/GEMljcmML+BWAJlXzj5z2k90NXgpKNeLL/+pOQ2v9QezkWbh3oBdFKUlIJORhKUc
tqLJXZ1zWGDUZj+gkQatoQ/obAbrxwr8q6sssZg3420cQib7r0nKTUrBPA+Jj6HyVr8WVkFnq6e+
BdJesLh3FZQD8UY8cCd+xeTzJbuV3lagssEv0pKKDt3rSRaVcgql1kf2wRt34jNwhLEN9pgVriMP
yWUQETzW3rB9+Z+9Jsb71yp1gme9H6c44Bp0peah2W/jP+j/RbOIKXzfN7SQVyAz+9cSdVrzXG2S
SMb4MsByD+1bjhw25xRouoNIbOsxeUaJH7w3n9RK1rpfakIPe5CXOyh4nlXOWw9FgLX/yLu/mhVT
yWThYrgaIOUXZHWM+l6DQekLTAHZfuYtcTC7t+YpmJniegs1b/Ae4vmFPgWEkTcFfeAPUYmusHBT
ardvjSe+I3zY60cFKCvGyi3tTA09kghUCVaBrmVB16wy5ixowToYPEiPvQ1QebuL36C2+yDLTgf1
wPYXqJVYIQTLLrVjolyVkiCBXeErccKX3I6guSyC1FsDpM0SD/IHkq68R9rk/2XEQLODAYSw0hnU
GzdUxU6fUg137KbcCd8NpDHhgvhnwMuC3ztuP/9KwQAtsbg+loI04ByxrOgeRJ2FRtnmcTXwILnG
FjqObmhVgNMd+BOklL4q11h3K6aE7UKdFtsI+Dk0aEPfGuSt116HS5VeHiponHa/9M6pemfcgDdT
8tJNBMpy1LJAgANubemdMcNLrv3SLrW2Ql7HgloTu5vB047cA663fdFZ7b51Wqt9ZwmALrzhMVDC
JwKoNnCZNE5bqoVB47uotYyvSTaN1/BReMj2CZHoG60BfKEcylj8trB5zWSMdSEUJmz8aMYApwy6
Uak55uOwGeoKphsN7D38xs8BY5ud6QRespX+mO6l0syOzGfGUtwAUjKA0pFWR9sE5Y+kIq8SZcYU
t6DqRB7Z9B+D9Xu4N9giNMSX0r72wpRMBQjxoBuBP2OEJVAqSPgdlM/kd7GfjuBKn1zZVU6Jy38E
7yEbRbW4kf6O8mZdp0EqOjJK0iaFLCdEJbRDvnp/9q1iy17LRZ90YY56ZQj93KZQJMSkojtKgJSb
Fe0ho2RJD0RlWtul++wfKPeJ/jyyuCiBo90RWYrrQyrWIzDFYtyipA+KaggjrxRztMftIICYFK94
5aODfggIls/jibF3l+KhS9PUa6McjTSHqEWLqET5Ep28QBYqIdLjR3TnGWdIvXsBUGS+kzOd4cIF
Du9LJDyQ/EICgTo2ghgO4ijA9LRByODvBbcB0QJuuhPK78pGXqXn2Ls/3B/AMrWRYROdU5CrBW6D
xuQZwpgIfQSb7RMpAhfoWS4R+QUQuUT86ZAWktHJXFRBNuoBP9iF5rCVTuw2D3I4730Itc+qBBCs
IcWHKMfUekm2aWhmqiW2tg69GiA1V7+gV1uZ3FP+LK1DFvPYgse6mgZq1YuxToyhINPgQpgXRAdv
zWj1q9g2HoSH1glNDSln6/7c3+LmdcATAS4A2gFE6aDzvt7lkV4mkNBKsdU2+W6P+7Y/xScIaTxh
j4P6ywQbv9t9c/Y5xnPvH2wLOGMQMQIxva5Q19Gg5rwYT1lrVTWk3JMV2gj+RBCGzHb1Kl/lunUS
H3WSbQUL3mp6uG/9p+RPLzapkvwEcuizpTx1pk1BMIUt3le5GVr8Rt2oOOrqBAFdQiidrJX94B7i
zfsJKnHgIX6EALmdbhWvcnNwLYJZnEkStADMBT7h7zfRLr3kh7qW1AaFq+Mb5wQbCdyhxTl9RWsd
+BriV7DXOueEN5VTtQ1swO3R8XZ/WpZikx++RSLfhkZ6+jAmdZlLmQHtMnBAyRsJ5MghYVvrkWcB
U9BJMkXEfvdtLmU0rmxS525K/b5Wddj8DEAJvBtf+dN04t8q+x00KIBBwuPa4UbeYtZXTCbRhcvl
yjh1AgZDig0j70lCg/S5FI4/WYnHQbBpgKyKYEbg8NWZGaXFg0d4Lf8zz9RpD8Bi4ZcJzHKrGdpp
illskgQV3+ZrVz3JRyil2epeQwZeZFabFx3upW3KybcTIt5JwnxLR8GdUUlH4Pv5oALxqdrChj/x
R8OSPBlMEcnrI0RazX+g64DfufwE6uz3eVsPqo9PEPeSgC3WOg+zObqc9XP0cjd7Kz1tI4E24v5e
W553iFNB+FKFTDf94h97eWqCHvMO+jZsrQZ+tTP7NwncKBryOuU2hkgBXv4gFPWtf7tiIIyFEgRM
E8Tgtb8V8nSII378ya4IdrWa4Po+Mevbr/ylNH+jAvE0mSCat9IXnVm7XLrfoAmGpgMINhkAKF0b
V/u6TqoZxiXCLWSYKNses1/QC7CUM273GrxGvVW811DvJqLpa8bUL11wl+apLT9UUZSpIxk7KEi+
xrdkH6NruLQCqCRAuCj5RUTqs+P3fbOLTlWDIAThBSFgRionoUXSAAJ/FEJqcKyfe2QqtWMOWtFy
nawG0PxIKJErCTwcuqjRVBM74AgJn2UmScmtowGzAZhkoZoggUCTruF2TSECWYlSqgiP9ubyjyOE
qwrsONU2EkC8h7fA6j5Bg3Z//D8X2fVFd22X8q5CEyX6pGJ1NfNJ36S7+dQ487F3z+CSwr91kMXo
8M8aSPDNJ8VBzPHaeBygjopTO+0qfhEsIO1xBxa7Aud0eGWSbpAvuPeF1L7Ui6LuSol84TH0wifw
8UGuTwffFb5gWwISCC6EjW6KDxAzCUFM17NuvZ8qFP0FSOkg0IeQCSHpuz4ZcjJ15SAC+Kgdj+o7
gPdebYNiw6yBhrLabamYKLGvC+sLQaj5BzpyvJvYnJvCP7Hggwv7VUbh7u+3UPs1DQKAIgV8C+rP
SOsDwvH7w4A0gf8NNwnfhOgXf6pmTYg3lTXHTlAswLqvPoFu9y7UvopTBZ+AwnCGTiARouzq+rO2
s0/FlL4nUKKUrz5HOodQhwcfCmAtw7v08IU+bLdYp9ZgJzar4fjngNxZJIPayPKMg5Xw+CpxHz2g
s/kD5GTJxre/cjPyxGOBIubrgHr15OLJyzpGC0HK9ZxQmzQLm8LoybLo3meHPbgKH1FDns9ATr3P
6CyNz0jZaDvt6B80skgsVuZb5w1kgASiPdTrNaQ2qC06C0bSVUMIqjBuJ7eTLU3JG/qBnmMu/RB8
THyK9pSWWQ64TbDCLF5mhFKDuC4qTFaSjq9KFcjZsl75kpkIXg/JW5B6iZY6A3ACbwrkz32XdXtR
wCYp0fMo1sJVUiUIuZu4XCTIYEN6UES7ziZ4acZttGiDsGcgjYtfPLWcY1bNRlFiXKkabCvRE/ty
VZa/7w9kAR+FkVxYoa68uNXrtB1gJSLEqhP6EIrkofLHYyPrluDXPRLztS0TechaeUJfHgv0cJtK
uP4AMg0XKBq/RIq5yLBr22R6U9HQM87RFyeVK76rzLotGCu3dMddjpfapEom9EPvY7x56LX9SzS+
ttFLz8wr3qa+yKiI9JSB/kXUBalRZWEmFF2Cd1KXfM+8/p2JkwPKZlNqgl0vf/V4UUYdMEqdFG1k
EWDvDKTpedVAj0ANY/DefZe6sI/QHSe3OUORlPFxOpWXyzW1jQIfUz7MZhVtZ90DLZqhoHbNQwGb
BXZc3sdAq8IjaBCfpPaxaLSNH5CpyPXJLHP0knLFWs5zBpRh0fsgav2PGWojj7IwACoFM3H/2pbH
bkbwLLt6qlsTWhlnS4sb5/7ZYQ2M2rlTK/hV2MMin81Wq0PnSp8Eq2jHirFnWYaoPRuEaikLDZlB
7TlRDgC0m2XMgnctzh+qRnjWCSSbSO1YWUvKSGiAkvfBqN0kr0N8CKbYbvxfc+QpqGA3KotEevEs
ootHh2wBeK1oUqK07DrVJzj5SHH1SveGBirz+6kT3H9YKB1lG7SBgddYoxYqaSdxLhLYUZrJmuV1
OAtOxyXOfSuLjuzCCrVKmS7XWow+DlCil7u8mVI3aLl3rQUeTxS7cxHErPwUyyJ1CxWSL/ZjmQNy
0Plu0b1XCjDwPAKeLtiIcbK+P75Fr3ExPirqQ890rHYVrPXVmhOe43qjDOF5rge7gMqrpEfefXus
0VEbMs/mPo5q2Eub0c006VSqjSnrqRO18WEsxJRxypZ34393Ce0V9VZMNS3CLukFIDjHp7r5U2nf
I/dwf1jLN+7feaSJS4ChjOIyh53WED+aBKQpdZxzW6iB78QsQ9PGOKpODvZViy8zQCrE/g/XlixS
A9ZoxesLqongqwQy2ppzRd0ugZ7tUsgIaKx8xuIyolkO5w7IYHA0XRsyRDUTjQnLGJb7rHLH5CyU
yNvWr6G/uj+zixv0whJ1AwycZuTzCEuG+NLymEc3RxYhr80u0U3QVPzLfiE9pYTjBO2clFeRuSFt
o56sYwVLkWBnEDZsZ3GvpgOj8ry4WBemKNcS10nJlyAFsIBdeNTF4T1WJisf1HWtGIxRLd41F6Yo
n9LEXA6hMEyiHKCOY6homu8+ZZ2pRnZbhkSAdGGH8iaxDHndn+ahHBRRs53jpSKGpZ1jb1TpUwu5
nPY065bS2vc3CWsqKa+SaOHYFTWmspJksxWNwkxrUOFCr2XIFZZLWcARk1Gi+Zi0WZO/Xm/+KitK
CHPCmhKPv1PUjHgxOOpjsG6z6M3PM/SSN92fGHpJiYEeKh06InFjx5VvQ5T3VUYq5v7oiT36gXrx
PTQ5TM9peTl0aNnKkUISgKvWZVBxhaqjFC6n2qnhgL3qH2YchIMK6AAB85UlakdxRapIY17DJo8e
ZwhnO3Ix2XMJKm1RZiTqF/AvMn9pjNpWac8VwC6hwyWrtlK/5VVLjnZDZhfaM+hpUhT4I1YUs5Cw
vbZJLTLeaS0k7kmDmLDJo2PWYiJLu40fE8lUO1su9gG/SmIHtSu/3U/6Shg2YfugRU6tbqOAlQdY
OsEXU0CXaDhukkIpxec0SvAxJM23KiZeOfqMaiDxpvRWQgoIfB7QaARDC+X+hDIopKiAmVjrvFHN
3wV9Pt/frUtXx6UJyu0ZgYQEPPDClhw3ZiNvG1z+M3cSkhef//X/Z4rapKrR6lor4GDUjWCG2bnh
KrfUtgqXW03BmLnlBfo7c9QebZvQz1IIfFtwRBYPDgIOCE2Z8RxaNkIkeiC+jJYCakDJaOhRw+HU
JQ26JePQygJ/W0o5Y4mW7lwVFEH/MUONpY7Swq9mUg/M92P9pHLNW5MfirR1VQguhyD3YdxPi+HT
pUXqtM2SnPNxC4tdPlphsTJ+Y3DSYSrNTcRZ82R1fe7+w+ZARwYQmP+3Ofvai7eIQ9uO9D7yAQBu
6NnltMFJ24MhPLUSiwx/8VxdGCM/v8iHlGmQB0hs4lFUSs44RNiNnAX+f8sv3T4QTKF3ZOGlMM5V
jRTJSwcOe9Z7aXmOL76BOttBPqejUWPAqmoa/scoP4QJLmRH5nCDlY4/1KYuHxvt/f48M+1SB77U
tFAbGtit58SEkiDfnwtQyIluCZUvLs3MUkWhV7YFRAb3TS8el4sRU8clz3ouzidYLjsn5aEBoI5e
z3rRLC8t0U1C4ARdchITXSwtN8x8wQWkpDjzdtNCzUdqu7f7A1kAC+I2glzEf4xQgf1g1K1mjEAN
CMYRMsGt+GoYXs3tMvnQR5C2eTVEr2kPevHVsmg5Fp3BhWkq1OeqROZ6pHssCXCNTuHNOXriQsDY
at5SIQXIaQrDGyzFM0gdAAcOeKR2A5FQyjzmg5lAJMqnqd+3hqlFrl8CkCFBmLhd6YXDmN6lbPOF
Rfp27XUxbaYcFnvNa0VHLU5TMpt+D72/sDUlvDaa0uRTFg58cX+C4RfgdtK6Sz82JMFAPV6BWYN/
yaPaiXggX4J+xRjd4g69MEMdwLE1kkEtUHvWua+2MyttBxdu6n5lceDfBr93rT2C6o6PHTH8CKrR
VAqNcTsSEzdxxcUnUCdxlMI0jUNS/q4ymw8VN5EfJnk81R3j6lqeUgMarTKI3W8SXnGtQ0JtRE2v
4HbNeE78fR6s78/n8nT+1wRNSx10eVV0HUxUOWrmWmkP6b/kBqFm8p9R0G3ymeBDLpiMQkGHYp0U
djBtQyajxeKuh8IBWGZAjq7L1MnmAyGNOB1W0iR8x989odZXtVY6sT/vc0XyBvWcQ0QHb4mCcSEu
OpUL09R9CFHZbI56vIRS4aUcQ9NIe3OIunXnv0vDR1PNjDOw6FIu7JFtc+Gkq1BQ4qEnE2rMnjSP
njjwTlmIZmb0x6BSPVKXiFLBvr9VWMOkTl429qPEE7Oiwb1w/mefVqHZSpNbSB9CnzmDWDKSCouP
U8ihgJYWNSZUlalF7UI5M9oZMxuJ0AUWx2dhLveRUHq6DiiX8BwJ02oM8BnaBIIHH5rKpsG9oiHX
1BuoU6uDe38KFk8LFBZ4oA+gkEN3UMljNHWxoqOFvBq9VOwexpBVUyPO48a5/NcEGGqvF7cv8caf
Q5gAvmRQDngPxomny640/osXuzBEX/WdomXGCBCur/pW5EPFqA3NMplXecjKOy/6sQtT1IUv6mkR
8WQZ+3bVq2d9eG0F1j27/K6+MELtlVxtZ35qMR4tC5AglcwByKME7QB+a8W502qOSDIKDatcxzRM
Hf/cB6t/KJCeZB4agH5gzuhyl1c98E/1aE7qSqoOlfYvV8PFaCkfoPdFosccjOairXGy6Qee1vSM
2GVx3X7kHpEUBUyeMiLlaTbqZN3yRF+NEWgZJtXRBMm6f6oWt/yFGcqxVKI66bEKM5CGMLvysy5A
u0coGmLX90eGscXL+8IYdXlD7F0r6gnGqik3p/RQggFuCn41xcxwlyxDxJ1eeGk1EGo8O2Eoyk/x
4IFVz9RQ6YsYlVLWGpHL4sKMUuICSGJsBB5dP1mQPYb85GZV83h/jZbNgLIT9OAokNKQVvAnhxm6
okFvKUG2QJpQGngcReGfNtxfK5SjyJOyDlCXAAVgq6wEI3yaqsiLc4OReVi8yUBt+J/BUK6ii7Q0
6HQDPhaplDn0ZD93lGjV4oVeBfbMSgiw5o5yEHrtD3JXwFxQHEIRVHz9/yHty3bj1rlmn0iARIka
bjX0YLs9xnayb4TYSTRR86yn/0vG+bbVNE8TyEYuctGASyQXF6daVbDclVFbZG3i5iruv2LHnNB1
OS57/QbUD1DxlvxnwmyIDaoZ7qfqfNQDnS39t8uxIT4UY6lCVR8MCSEpch6DRq/E3TiGUPvoAgpX
vD7oYnCcytuqvHI6H/bTPcgE0SRr89pxX9bKT9wPutEm9otoqechQ5sXDdXMoCqEk2wHItxWbiC4
VXIelI4xDRAwNPYVtKKyDiYSLUm9bMq8GXRfWKtHMgcrWcu4iWAVMHNiA0KGKtZxqvqXpWH7y6Mm
jMpNy7hJQM2kb9UWg+aUpyYvwK75ZiE6L4MIt6obEC70IWdhK/OMduBW3zWUY4ss2BDdbTFg5gQb
9KtFOVyGlHUdNxHYqOZFTwBZhCEu1dkVfF/+uQwhTO2bVnELlqmHeIa1kXNr0HyL5lSE5b43Twl8
O/4GSIfMONGpjurK84mVmvEYGroCkRdrvNfyNPJIgeLGCT4RtvF6GUu4CkNH5n9Y3FA1dcs600E8
5PQa1waT1vh65+so64CezmUocVR8QnFD1DLQYIoKUJre3+jR7KXG45RDgEHto7ehYUdUswdjFRJJ
d4pD/hOXGzdDzeALm6E7CXJ8D4E+M3qOplHywiPMxJuO5HYYOiqQQn1tnW34HXusjASsNZg60l3V
OEEU7y53pjgYPxu1fs4mCS790DtajkaxKBjwQjZUe739xzBl1FEZDpfkNTYOdq2iWQRMm2k9+9UJ
XuWyp75MZVl3zapfE/v/2gQF0PM2FbaSh4kNLCd+TsYjxDj1DJqFvbeMcM7Lnhbnz6R+K41OkjsE
ghG4mvx37FBuew48KSYzlxzASQvtzfRPGzrRzp5Ut8OGpM6UfV49DcPsOgNcWXDkrIZwRwY4Kurw
VBisx8mo7+dclT15Xw4pqOmef1bRWUY7MIxxlz53wzW1H7oyvkrZi2n+kzWmZJqIpyd0wzQYzcF9
lss6ujZXMPPFmtcwFcKJ3lCifF1v4RB1nIqfM8hXTizJCMLgslDBZmm4wcFR47yBUxYSkjRI2ri5
dK04aLsfrf67NiVnXvHV8wZn/Y7NZFH6OU3bEE2z6mNVHPMEklXvrDnkw8Os7TWCtfZX0z/X7GE2
Qv/yRBUO4gabywuGXZPOXNd0vT4wE1x02OzgUb+3d33kq/34H7uUywswedJSrQNclP+uk1uj8mp4
QVNJo4Sr7aZRXFZondRklQ6UIVuOlPa/tJ5IduuXYwMvuedjxtTUqYoEEEmNEjbkNQWXvMo9q3eX
x0e4OkC7AJrVKjw9CBeDtjOQLs0jvH1M5Ukx9JOZqy9mYz1ehhHvljc4XAx2cZX1oY4co4+veB3U
9CCF25YGIcIoUBtfgb1S6Ma9KpnV4tjf4HLxR2albfsFuA1Yas1QX4WL7uLw6IcFnAgzqMQ6P9si
fq9SSDHVKJvo2xvLAt/6cvuFw7n5DC4u9XAp9LFbcxnrryqjum7Bk8snFPIoiwRKuKXZQHHBmTu0
GnH6gldB/osicJoUh7tq146vkGs8/Kdm8YrrWZuFhb6eKaNmF8WJByxn9lRDsvUUJhF4ZJmwLEb5
n80NomFMZmqNCNJ63hvtb5CfqjL3E9Wn3XOjtpLZLVwJNmjcWDm9lXXWhLFSx39I82wO18R5GcMY
NN/rotrNXS+ZgzJAbsSyNlSMslybV6RuBG8o5aQ1xG3K21wPqBnosusgYf76bCFfpUPjGGRjgjIJ
PCm4M24alrT7djkyxOybDQa3qQhbMKiKCY1SmfrgJCOKBlk5uGVOIP3Aptt6TO/Urn1v9BEkcGN5
bsPlqKxPWk1ylzRa7DUNS4OS6aFXDHjtgkt37qZOqEiWDHEG/De4+OKgEIqtNK7xoam6XCl4xWCV
cRvVsFS63CMyHG6DAVWXtEothBXuFA96WAa11bowhJDAiOeKtd6S4vkV8oncwmEaJXhraI5lPg/m
4ra533fQvIDU2vSgmlIXc+GuFQoA0HyAEgA0I8/xotGawsxALLHMY9bslv1NjkfeKf42QUiuODgg
ISsoFylkpXfCIN4Ar79vdjVR4iisXEvNZqveK9O4H2UlMMKkvUHg1kYW5xQLO7pyglhdsewqM/Qz
61AaMs0ZYcr+KDJFB9o49J43xUpTZypHhEYRP9I6SMCoULFHMoJkkC1EwijcQHG9Fk5kUItihaof
UJrhmq3q5lEqyWgyFK7n8iiGRsB65lSSGwcv/wnonIWs2EuYNsFehlIpVOC/EH3jEWQwlO2AUaHh
6jy5mVOvhGyz3t45LEgz6KTqknVIIEtkQIoU9WyrxQnUdrnJVbEhyzMLkF3hZif6ON+b39pbch/u
IHj7Heo52GIcoz/YYlzOHaJJvcHl11nSZEWqfVyJLEcbgtFgxqb3JLruNX9OHy5jCaslt2Bc5oaQ
VzZgW7bWcDouLOwj2AFBvdA17/OrfF9dO4sLo172XO8iP4N/cQhhlcufIJoP2y8g5/MBT5p6YhoI
n2Xa9en1POOO5Jvd+Kb28zKQ8Blri8TNPAg1FmSMgETSa6Tkfu59Xb2mFNQR/dCYuxoyLrXs8uKr
QyvWxS0qNwlte4jIoKCHW7c8Ldh0PqmpO0UuruLj1+45fLzu1or2xP8ZBpHsrVWXBRM3OcmSJeoA
lSu4Jca78Jt5n762vhUkkKic9xEG9CH1bd/wmiN9rH3lH5QMH/dQB0V0V157wCIOxXDoqR70H81O
fVCuE9muXZTaLVRwQtoH7ugGL7nLzHnJ0hzFgNZ0GyaTN0uXLVGCsuCytdY/UA3OS+cR1hR5x9QZ
i0cRunQGiS3fh9JKBOHhY4vCjXODSmjUHgMFha4qRNYtdoLXqxH/0nu87DNl52hBrT4v6n50dnRW
A0l0r/OEv1Ha4nMjzUKlU3ML+EwHB7SN9ioIYJSV1YGkKqjY2VU8dHujyrwKp0wlHY9gGv3N89b2
I9ZVdrNOG3jpBD8SH6GVD6MCIWewFPNC9vAoPGBuYfgzQpcrep4hqnEkb+xd294s44upmChv/t6m
z2p5oPWxXh4vd7Foi7BF5c4KSjWBVr5WyRq1cpUt1vXI/igae21n5ddlJFnEcktPM6hlUdhonzXf
U+15Hp668M9/guCPBWnP+sKK0BiSLR5JiBfqy25hhX8ZRjZUvF7jYjsx7ce104ydghM5tju9fWzI
3UCDUfuVatel5qtmfryMK+lBfqMfxdOgqTFgI/q9wbvZoD1Q8noZQ5xb/80r/G6Y2mlb5RVGKRnB
WR1qXHco3217vG4oeUvtp9ZODpcRxbnyE5HLMbOTNcwIgdjUp1DFRhtCIbKdlhAD5EboMUIC/Qsj
qWjtFlW8a2D08W3pjLgecYyyf7/cEmHfaR9uQuB5Ub7vVDCARrZKaZDa9GfFndVTyGafKLpfm3cR
Xuv+Gx7Xc3m0zFm6lthn9WNj3IXZLptvUvtHHj5MZiPZwQmDb9M4LhVbapJm6qqGMA8L+PfHJmvd
OJNw8oTZaAPCpdosGkY8eQMkHOsAVd+emjg4f9t3IHpIwk42WFy6NaMiJZkKqBIsfweUlaBb3ubp
SSfXSid5WxL2HVl13ixIrHy5mre6dq5YiO0SDO3pPF5pUA+pZfrk4m3vBoULh8IglQIaJTi2p/iu
OSwHvF4d81MFmY7UxcMtPMp8/Vh4yinfqbkLm9GASMZPYASEjeHmG7go6XpDMZoMU2B4v9Ox734B
p+/X92+EQtSm9geP7i1Y08+vsKP39KuFQvHPkHyDkH64/QYuiHA3OuVthH7ooWfl56NHH6frdg89
wbf6PX7Qg6yC9FWtBZdno3hTvGk7F1GsILPZ1sCFZKatwMZ7uu4O5Ff4C5opeFtSd8St3/BKegdR
c90K/kJF+Lzv14jf7FNCw8gyJwE+fTo5OTbi4c0IPnUK5Nm1H/vr8JHchosbvV1uuHDSbtrNLeyp
2VbUXK0TU8il4ZYG1iZK0MoegSQoHwehTeusDGUP4HBjYWre0vCaMi9LB3epJSfk9WO/7Dg/G/Ox
9G9gCG1DqOKtnRjlHout3zpOMo4Wu6r+Z4lVHK5U3NvKKLPCZLRBXffBG1S4GDbxMAO1r34poeGz
7BDCb3S2v5m4N0za3eUREwotbabIx75/gxdVuaP06/3p7NWeZeF0bH3Hf6iTtW5pC9/EH+pb56mP
yk2x756N1GMPys28v/wVkqz4oce4+YgOMnnIWIibWsNcGbVdaXiwYvqbdWvTtVxGKiF8PcRr3NRN
4YZm7VHYdWSyLaFsALmcw5pipSkARU3fWy1oe7+O32kWzFntplIDctGV5Xb4uExDlanJrTXLKkPr
zhaKme9Vy0+G3u9bP8bFG612VveCElBJjpMNGZdiSF+r8IZAM7t+jwuHif0GlVoyYLKu5NIJqOkl
bHCB4RB3XL6P+TFf9ja4fjCg3C2m5KZGMt95Mhqdm6Qf1oHL7UDpgwTOTwWmYHpcyODNzvWkSKJe
tkx//L4J+8pGzCcNBo8dQd8mV7C4rW66aydgbnJqd6nb6t7jvHtm++FqdClsmy9PO+Fe+HNCfOSG
DT6qD0K8ZaLFStYFkWXhKlCSXtbw+5pDKXEg3g/hQV6YZ+gVqhsEWyu7fOnjo+Vcd/VLzAJLlzRF
BsTteOik1GW+ai5V866OIYd0hdJNNvr9X9FoIMjwb5O4LGIOYx5PqBb21PIdxebYmTK8tZayCl7x
2NgWXgihS4zCs/N1YE51VWPmqjUEimtuZyAjHS+Pvnh2fSJwM3hWY7LYJqJv0VJ3TmqsLqUXWsbN
UCoui6jfjpZkSf24/f8aD5+Y3Iy21+e6elWvS4r6NSMWjnisgM+nw/KD1VaG7taGoi8usw3ynvRG
jiqxurnOcxSbu0Wi6G+kX9r3fkJBVWPY0406TtU/RhezR1RXGhCzgvyQCyZAcsiXFszVCqVkdd/Z
f0ArDF/6WZ3f4F0Ju616grRrpiuON3fgI2RmFB2izgp3eUd17NoqJztZQzScrHmOjqiFgyhm153a
LqGr2Y0x+bWjJ++DPcNlKnPoYbFa43es1im8N7Icd0MKDVJ9elIrK99nNX3SJ8U5GCWBnqOS3JdO
okgGVHwZgYD5fzHDy8vM4WKBGoDeheCFArL/tLh52mOZ+17DGlG5WcpnvJ05g0xAW7wWfOJyt+zF
HGsEJLL1BnKBJorihsz0sr9bvj9RuJ2RYrECEkuYETVkzmjvhcMuDn9fnhPiLtSh3qbCLmFV0Dmf
dlHtGFkxA6RPn6Jlr47PC91n2PShPiNPdkr71qyMtr9Z6Dao3J7BWJ2cmwmoYfszqV8SLYUc3rUy
HPXsKaOyKxDhcG3QuNTCrIRC8xpoivIj0d8NVFstVvAfO5LPLlOZRqEDkLR6CPs74txOaun25dUc
+y1u5ovSG/HmUsmewIULge6smoaQA4HM2PkAVrHD2NJBIstqwv0yTV6exLf9GN021vzTavO/WeA2
cNzIQaLRanoCLZtI+2HU7qwkrqW7RnYzSXtUxGRH+fG/LeOGzWxGx1YUtMxJydFUUje2D5XzQ8Ge
XLOusxg1wUaAiXd5IEW7IlxgrQaokItWP0zhNnuEGgKCSrFq3s1T7jYt281F5o1lD12gYh9H6WHO
WxSaq6+XYUXDaK+e3CAUQtSJpzAW8DOC1R3s48MWC6z1MNA0Q1JuceBzTioeSS/DiabEFo7bPoSx
RRV1AlymPoysDVr7Oe1kaVK04G5BuNC0GttZygEgUfkbdhZJ5g8MEgtQVyivSWhKdkTamg/5tRal
PnjcNbXVWYCDS9gyVpMDvREzi10W/hxtF/xlXw8hRfStx5rXwl0MRcPO3Lmh9vYXHQpx7RUdOgH8
BShTjCq1SxSTW+QX8qyXLK+d7IAu7M8NBjdodU71Jls1M7KYoFRmP0YopUuxa/9B+l+GTE5KGCI2
5CXBaTBMUFzPE4utZ2VER8z0QsclTgyJobeJlpIziGjXh4vp/4HwK3g2Qn5XWWUE67J9iQu6K8A4
/5uR+YTgFmuzWpSiV9COtkqCGLdT9dx55vDrMopw/joq0eAoB1FEPvgcvXOSJMXYDNpLl3nETBEC
eIuFiLQ1MEmoCwNhA8YlYdzLLKTMAOYMT6F5r9mogqdvKFr1qXWMu78o2EMWdsAyh2UIDHLOAyHs
i8oKtdU4gFT7yGrcdKJBkUkm0PrN/Ozdoqyze5N3IZNKS9piApXObQhqgmntM3KfMgmMKL1vYbjH
436cltlY1S2ipTiwzti3A2iWur2rMuL20HAupjtVkymkiebSFpWbuU4WRs7Yr6jkh9P/Id0Vcb5d
DkBZ//HZDy4vLdEA0XcTrs8cvPNUNvkxFdB40h4vYwmbs5bXGvaqX6ByK3NhsbwbDOhJjIgEVbOv
RoP+aKCrexlG2CQ8dXykH+gccjBVV6az1gOG4ugGIpdz31fGHz0q92Df7i9jCeYvdEzJGuPYC8In
+jz8mjQxalCKUb9mH+4IHJfG4VZPZOJ16zhzQX6Gwk3cYjZKaCG0KH1pDtXSuY1siRCENwBgf6ZC
MJzAYee8GbM5J3MWAoBmrZ+jjnHRDMiYflsa+DKGynvc5m5rh5JHHkE+gsYtcUAMg6CTygtjOWFs
6lHTobzMQgZXQ3cyjQerit20uOluKiqjOQkC4wxv/Z5Nrpgj0ELAjwBFbdhBdSBtywPLj0ubSdr1
cQ/7Zbw2DePWwCI2TdbGANJQfWEcKfE6c5+1Qea8WOOO1AVqew5TuqdL73a9jQ2pjBEumGrbpvJy
J9ik0bEi+IJ5PjGQqYh9yIrD5dgXManOQLgMn6+1xcs6fpkyB+EEmkvquMnU3rROjnNtCm5V7Mba
+FRi+yWZ5P8fcNT4QlKNUJDfzwcTxItlHkmP6gIcpinKLRV7x5LXwnhqldINrSO8pFzYT15us3Ci
gLD5P1QutygVI6NqDair6Xda5BfEw0Z1p9b7qHSrHM/JMk198UB+AnIxiwq7IlcWNLNpT6hrcSav
niSbKWFXgnMFYUwTvrZfuFezYYVVVI0IVzXpbicnnny1nmFur+lwU3NQ0Qrd/R7FUHgZo8ZiQver
lGkjiNqprRb0FKKYJrZD58OZm92sZOOCsgJstcOIoHTxNi5/Xh49UbbegnAxozDQw5ZhXpmwkTdl
3xnZqzDssryxkawLogI7bQvFBUqnQrQtZGiPOQXg90/VQ0Jf4+pp6vYO6sPHKmDZKWZvurpf+sPI
PBBIk8QnMiE3Uc7bfgcXP11iqzb8EJHzoBZS6S+FOvu4cwCrfpJMDeEIwlVj9YIGX5Y/ymR4NgKp
nqDFOoXQ+24mileVu8sjKKLjgpXyicJtiWKnipnBgJLS3Ndaf5rfbPVqUK/jeh/S68GCFRO5SbKT
ZnlT/4Nmf8LlrZXROdde4xP89iu4aJ0rVR27HvXCehJY4BKOpdfX1O1iC3LKuLfsJLcLwr6Fvy9U
B+D2gvKa89lh2lbIFAt4y+JUPmsp3ncs8pN2VHZ7qIv2GvCapavX7Opyy0GxtI6zKkYHUxhJ1sHk
UxcvZl4GS+jMxSMP3MVHeNn3qcv+NId5l9ykr7/hrX5HbhNf22Mxe2VwvVcPMnFXcR/8+2E8IRr3
OnU/jfiw2n7KwtjVl2OmS84sogSBWlA4KKvWehrjxnXRx5mxQkdtePNSq8gRKcQyrugSaERWGyLq
5y0Ul4uSGVaWi47mdG2g4t0ig1rA5bkiQ+BSUF53bMwWIJTwRGm12s1kr0nClWPbCC67pNOUJ8YA
iCQ9QhAjNoIx/xmrhxSm08pV2N5oMjUnURTAn+DD9Nm0cWtzPhNgN5/PqbZGgbFT7aBGsYEM4uMF
k5/dBEIEq0EBtsR8gWRoxDg5pIgCGLletbt27zh++57sX2e/38EJ2A+9EBIcbm654EYHMiq8KGVv
4bnIUMqcsnltYgKpURV5Gjtjy7hKFsm6L8TBXh+2D5qtI97Pu9I2R5C5EjRznu4S0zfSN7O8o+Tp
chQKB2yDwiVslSjjquWKhA1VPFM5mBEY5bJyOhHtGlsySEdYcB+iMM07b8tIWG8NJe4MHTu/VdR9
gzpL+yWMXvrF1Wl5nTn3OfANe4dCEUc200TwBNYyNu7xcISCMu05PJvNKNbKGTzG1a1n9CfrwYpf
6fROim9K7caLD3aPjUmh3xGZLpdgmq/XRzZY7bjL1yg3I1oL50+4c4INqiq/7Kr2o5bKBLJEGKto
OpzxcNbFge28fX02tN3smLhvq4bK1Wa6g4HOw+VAEayphKw3etg64CbU4dqhjpqZNQOMm2lsQ640
WKBd0dh/+iRoYVKd2LvLcILoP4PjUpcZQ74gWX2ilRHyW4p90pUJpTzY09PpcBnqY2niEgoMLLG5
NHV4JePq47z7Yki7N6EDIv54VaIAY/Qg2OJS2H75/VW5H1JU2pTBG/h+Ln0cPKj8wV4w8t9zP7vR
PdW1UHRx+YtEfb35IH4tVRxmjIuBD1p6sL5/z1bsI2XHUHkZolPVzH9xIEYHGKADoLwUvmDc9Bwi
igq6AnjaagEO117DR6vf2+/xwcncH2Pulpabzd7lVn54VH7t909YLveQZsD1JORevJc8gLZFBCHa
PeyV3PBo3Cc3y8HZDdfMnVwncP7B02Xu/nSOP9sDpO10N9q1b7cQS+t2sxcGlz9MtItFf1iQnsDR
VYdv+HlARF0C4ewQHxY+K7vqJvK7d0hZ2n54EwUatJfWqjIvP/6F2tIZLDmHDSOmaMuqCBy1MLLU
B9d+vdwwEZv1DIEbaF0d6VBbQJjeB18/oJzxtrxNv7fPiRc+UdwBu9GT8b3CdhJ0BP8qDjL3z3/8
BG7Q8yqjEYvgFA3DVhcKXW/ajeGXz/f56f1HdaL78TX0MNKKb7vUn69l8tUittJZF3B7SIdEEd55
0AXK4TTd5X9sD3Uo5sE+vn8v9yj6CgtX+cd4sp+cvfUwu78uN1908DyDX/Pe5pJrasAjMhI0n97d
2Z65H940fwK1NnqA4WIFZ2bdg1qjTMhGsMrD7gu1VWCFYDXiM5wDx6oqXzJoTYdBW+0oSXA7zrzJ
9PFIo3YnJboCpUJNPRskyX+SOJhkDwHCNVi3DLyjEfhO4CH2vOFzZVWmBSMYb+lwuNY7N1MNF0kZ
dTp7XT+Wzp3duhFE2vPidrFvK9n5V7SggFFroP1URykbN6eVCc5WRg/8kV7bqR+lx8KJcB/8cnmA
ZTDcHB5NFGW3KsY3RKHtUpc3qAh/V5r4UetkvhIip1Oi24ZtQiHHAgufa1IMHW2NrrEE/XKv8+N9
+GAH7Dh9s79pe/0wXE+Pyqn480R/Ydexw1Kya+EDPXntq2xWiTPm5lO4ZjdpCzUIBb2bwQ/YH3AG
xtE03eVejTJKb0I1pzvs1d1yZR0v97fojLPueTQQySAShMuL87iaZlQQaUaKTuhgWWZNe4U4XgdD
1XHKUdeRzHe4YP2J+tWAtDJtG9G+C1fjBuIKJ/EvTxlQQtLresa0IhEqfX4P4ePlxommrQlzRChP
mSoOU/yea6YONDbQqySe58mNqtKKdpMWMbiX5VEdXEZb/xq/HG/RuC1XGtXtXE9AY113LFBq27V6
MNuDlyXQpIh/XEYT9h2aBlagCgUR/rWptWDj1Y9lh5STgMLW3kwqk5ygRBf98IiGZCwYUB83qOex
EaXlDLfQqvPKcnbhQOUusD11GjvIwvJ6KIqrcIRFhZEcrMZwl7b3Sg1+t43uEUqvLjeXiBIDOJCQ
3kcKguAgt/SSIY/0oW86aInYQTV1nuGE1/nM9lM4HTRGdkXBdtb4pJWml6v6nvXzEULhbm3DFYCm
N7Ds82L4QfZQaOrDf9LiZ4ZHLdpXUMVlpzmxR4g6MDywWpJtmnCGQb0C+2OdGlhBuBmWGSRWIhVf
rtXfrfFGc1zS/ahghRnf08qdimtTlRpsr/mCj8Ut5tqbm2XSDGmjqi0wozZzE7xOF7riRWOQ68pO
Le8m56Qx5jo9GDW7/i+uD8kWnJt2MQvJlM4A70fluWvTK9P+1mpdkKIscgpr15jfLgeHcFewReSn
XmHTdurW5sLVy8ZdUFz8yHBxaRq+GZnuWPs6PEwg76lDP6vtXKbuYeFSsN/jfG05vyVfs4bipc7n
zkN4P2GROuFr4ATqO9PNB7OU+mQKljALrPC+Lr6rSg6xptea/VbsJwm+gCJGLFzymUjoBh5tualC
M62pY9Kj/8m3BrshI37BKZ2QI4VTtrVzMvBjZG+4oiPXFpPblhqJplWTMXRey57iYWcnV7MCSxd9
B99It4wkmUmQah3bwlEaD3QaXte4KUUtNS4sFXS0vGVupzhPdWPD2xO+qMk/QyV78FzHixvPMzRu
MjWh1phRslLuighBc8ohth5afmk+ZmPrZu3J0CWrshgRd9wwMltZqFz7QNUyiqzF3tJKGNy8cCVn
vKYoue9z/Wns/6B0EEJtMv6CKN07OLLhGA9eC2h+XNykRjp0JgUnCLaULb0lEF4npHCNJlDHI2GB
sjDPUMDb/En7EhYQx1o/XA5dwaJ29gVcFMXzqCuRg57WrfJ70VbV0elII1lKhMGzaSbXuUYyKlG5
UriSITpGUeKZ9KExEw8vSbvO+AtSL5qEZz+UGWPhMvhkkHZWPi0YSidRA4ssnp28aknyrSvt3Zwi
arVKEjzr938J109EygntYdumpUO/ssfALawIO4Rt5GVSPxDxWIG/g/pmHI0+cvJmiVFMwx7LFMRC
BUcyt1KWf1SZV5ogqaDvPiG4tB4SvRrJyoNT0+KAi1FoDe9W2kER+RO02Yjy/XL4CSPDIXD4cSAz
hdR5vmrqUwIC2eo0pxTuoOi7Nrxrkr3NPL2Y/ctQ4sm2weJCfSgcmECNwLKWUr2fu+rkJOZDvzj7
agBTUyfKEzES6GnhRtmdWjbfwyJdD2oaX/UsT+86O8+fJd+0tu9L5Gy+iZsZzlCNg5Pgm8I8fYEL
6D+5Wt0ylr2H40uOB8AMUsyjEu5plrqLAWm3MHonJuyoL3+HYKvn2JvP4PJtWdI+tVfKKgzeBode
aTCWC6cXS+adLsahoObAmcey+bKkpS1KvFMBJ4k8W91bUXYsUXclZYeLtido0CcQN9YGHaZE79Gv
g/2uxv3enDtciYbWcxQXB539MB1YNUJNRZ87P29fWzLc99R5heeUqxXZbTqjxNSRiUcIJ9fmo7jB
LvGAP6kxPkqlLrFuDOwTW3ufW6g7QKXKNEsGVZiVNnDcoCqK0isNQWf3M+6+O38a/BJ8mr+JHIzm
6g0GC1Bu5zmqsP+cUtD96sqDC9IOmuEuBfkq0yRriLjzPoG4zFSmZjjMKbzzsuKXQZd7K3mAACwt
/H5+18NRktHFgfqJxq0hzRi3CaimmBC6jpOrqzrtXtGaW0eVZKX1D31NAP8C8UtHmUOCj+ag0MbJ
jxa35kz18y6H5vVrHfuWnV1DlO7yiImK87E0Yr9qY+sBwzFuyLIQzMUPIvKST4cJRl8a6AwFNJmZ
Ud5mEIpUzGpn0199/4cWvwnKZ3EShLmr45t9LvkYUYxuv4Ub1YWSOityrDftmBZuA/6AP9Z67BtJ
nB0ut1s0pFsobkgrWjI7NQCVjdGRDRrk3vojTN0hECYT75e0iq9onftqIhNKizyqKaeyxo2/Tg6m
JXnfEi5omxbxZayIGlZaIWBChe37xHhVSjC+aRcoEaS/OuJlGphso7lfzYrmIQ2sBO+GhuEmo8zD
TjQ7kdXh1QeFDVyVchd7tjr2Sk0Rxm00egzGjmZnea1Db8buLdGmpxG2k5LMs4YpP3MgrAhmhY2b
tC/GKiN2KU28Wq3qs/7sNLAQaMuUAbSo/Vonsx9FMiMv8bh+QpLz3UpYhaitWu13Lbu2vEhZ7KBJ
RnihDlT2wLV22JfWaSbetyxMVJVfKXNtVBJLR4dCG+qURL8caP4Std+r8JhKsz8WTbELhCUi6Y+l
Okiy37o6fgHHta9pgvS8Xj6ft9PWUl0fa4BXc7pLUvqYDYvkgl/YlRsIbuKTdErVckGC7c1sB1r/
QWXML2NZtbzoKgh6op9N4Wa9XmCU2JrIU3ajx89jHIMU/NASP6uvzBiqCup3BVVxf5FqdNzZE3iw
rceQ8/4raid32haLotnjrJOHuyLt9xZ85hQ7lhCMhFltA8WFZE9NlMkagIptM5iwh0jnEa/Ozh0s
u+8vt0o4x/Emo2OdB0WdL9HM4BuLd1d0pcI87FZRs15A+wB7qiZ/o3b0V334icbtXpooaw22bixC
7WTaeMJMj06cuJnsmlOYRjat4mIdloiqxWa0ao7y/RRDP6X646jt1RS/DrDEvdyF4tH6bBQX9WVc
1oSt1VlKB4VW55RZb1043rWysBftKpxNo7ioJ0XSZQQ2Nd4wJ45fR2GGx+juobPG7xEZb/t5TLwI
9SfXzEwN2cgJwcHtwNOZY6zVoOfRP4CKpGo5wCmkHJTKn6Z3pT06eeKW7ROr/kiVYoW9+gnIO99X
kY6CuxqApbYf65995zvZa67KahVFctSOs8HhpjVeYetQbSHK1vmYAlGQHEK/BxXXNVy6/6mcZr+9
W4Lcj56UGzO4HDnCfLnB5ub54AzpbJUrNhzfKUt3FnGOuS5bVMWbww0OdyBfKAwpix442U8jMK9I
YNgBfayCeVc81pAWxWK3h7ipZBcseo0761ruvBaNOMzZ1Qr7UgYs9pVDGBin8cX4ne+Lw8zgF+U1
f2DFRSVJTdivH06ZBmjAX4hWKDZLyjAEsE1OjoaCzNqfrUbWvHV0viyoGxRu9BTSJbq2Rk7a7Gl7
R+Hck4MkvrQ+fAuqqAyieV/jbIYFyRm+XY4c4ezYYHMjWuTWkFQKsKPOuJ4ZQNT6BgIo+yYxD5eh
hLl0A8WNIiQloE8eAapQxr0CzRgypzBPA2HBZGAc0ufLcLKxW3/f3IdNVVj1rACc5vyotIdy5U3L
kpms99bfNxiU4dIIl6TovSbB0vCQd4fIurL/orwGBDU8/Kk6+Fx48jqHaTu9i+1MxSpUXDPFb6r3
WCrKJnikQKEJxXsYCI34x2HU3VDlNsGujnavmt1fjWP1f8x92XLcSJLtr7TVO2qwBgJjU2N2seWe
STK5v8AoisK+7/j6e8CuKSGD6MSU+mWsnlSU6PAIDw8PX84pzHZ4GbjygEF0qxmy50S4D5P0fH2f
ZgOHiWDm1vPLBL9zDBx8JPi03EgHOJLK0Vv0RZEARMNE+YVqxVRV5gqKFer3hI6hCo/B105UbWAy
dk5zK+Rjrxi/gHc32vWX4/1TQfYC8hLe85oxVgkqjCjU7lvTYxDr+iIuyWAunwRMBhrgjAF4il3D
y8DR+Z5fShnNWvtEEcZP9VGlyHUJIXWdAcyKVwxHpNagCgi/0qVgaK7BBgY5Tl2jiw/Nrsz5zctc
6MUey5YH63RY+elN4Lygx1t27ysJCcj+SVQ2dXCTeZtyqZg/BzhyIZw52G1bpYk/jsLKkRUqO1k8
uORJAaxCp0coqOV7QdFps3DbzIZGwKMWZJEXEVkyGg95ppapD6EJFz91HqYbAt9sRdHKFFkvSwKS
xMDgY86+bjvzyk7kMsp2pUc7MsadA1p8eh9lWuLqDu2tLn0ENoch9I8JSMJS+qiESxmuReGM36nL
SFKBCYTQJWzQu3BIk6OqvINPyvTVba2ucsd0i7WzlB6ZteWJzozX4dzB1QBNDR8gWmVAb/Oa6IqT
24L6eH11Z6+hiSDG2fAK3xaVB0Ge6m16PCYpl9gjuMt1MQv6fL50JzdRUClBlymjmE5z9LztnjwA
NnGo7gt1vfBOWdqzz59PhHmhjLp+DmGB+EPIrE4yHHfjoJyfj8BNrc3XdlcC/XiJeWQ+EMREt4K5
YQKgVsbNpXEMMCgXsXxVtLoLxKSwczFJwK2oFOtSka7FqMf/LzYyH1gyFpob1HOEAbhIe+yljyyu
N9eX/V8sxc8vYnxiVmBcsi8w/d1kt0CfaJtTE2Hez9sqgNpXpRWHWgmpLM1dCKbmmrxB5fFTMBO4
leCQURKKpRjyl8KVVhUR9a4jJ9LLmMBRrYxzdSG4reJ+29AOFTt+o3jxRuLPUuRtNcW5z8m3lr4k
pWjwtQgz8baNikJSK3qrKhU+yqiwXDfU81Tg9aZE7WNEDGnzJeKu2bBwoggTFopEC5VegSJRc9NU
Gzd4z9EmJPOm2/ULuzXvYH+uGeNgCydrNGd8e+YiuDjPpdOt+OxWqE4y3hScirLL/XXzmD/8PwUy
ntUt+IjILawjkx3AD2nrkhcwotlZ18UsWiHrRBNMyDbNeC7iE9g7cgowm1h3eTR/bcLQiOvaBCh0
KyxWC0Yru4xtFPATKwDlwhgbcrvMimYauvlEHgFw5u9Lx1858pbA4vF8qYNvIdJaXWA0yb6LzaJu
dJQtFxT/usCQL4yjimiX5FW2wMSRRipRlEYAngM2p0R+yw75neyLppNTM1Z6Q01vCh6Ui4kxlHcK
kL4j78T3fx9R8fI7mOtExJh/7eX4Dq8aMhvJlRb4I0CjlZPi5KSBrwORqrevKz+rO8i2kavjFQQN
jAdoBzF0Q0VCOKYdI3nt5vfhEmT1+NlfthdtsFSR8cLmWVq0ZihRBu0xiOOQDDUC0DsooDChMoZy
PNHUnH2JuZaFm2xOLbSfSiOLONL3bC8RJ6owKBlqdf2RABI27m23+7i+dF/DZdwgExnMueyI5qJv
XsaDygOUIcxmsf9qSQvmRPp9HjnduDmxZzTI0ffHPHq+rsT4kezmTJVgbK5GZkDjOIhQkxOn1gCT
soi7r8q/nUO+XCsmgGmxH8J4zIwuP0jd9xQDDfEtlRZKGvM7giYDZFkADUAYKXFPWrePsCO12OqV
a4fVwpbPr9ZfAliICsfvac+HEJD156IY6+qecxYbZ8F6v14xWC3QtQMgjQLdi+3ZclXQCmnjajmN
C8BKtLvD8Q6Zo3wnQZ08uQoXfgdZYnU/OAHI3MsodBZeEbOKfk4/CbyEqStmJZNAbvlUhqKi62FM
fBPzeqmGerwEVDpr4QoEgBwLKQOVicU6NY/7EvCaGKB7pQ2GexwA+pDb6zb+NTjAck6EMOEV8VQu
r0YhcrSi/s3QnqPmEZeOXtflws7NWuBEFONOU9cRokGGKOrsCcY2kzo2riszaxsTCeMXTMJmdOGS
jGsgoZWfY3/dgYWwPwrZQ0nWcvCctgtFtDnnLWCiGP4bJ+oLQkLVlQWI+jQEVul9IgGxBCPfhffd
y95l9dVPNteVm12+iTRWOQwctgj/UdXq13n0jcsWkjazi4dpvhFFFWLY/FQohW7rNhzMrXmq3L3E
H8MMobX2osrPAVDS2/fr+sya90jTjIwb4PLYx3jS8H1MB7cygkYGkaKgl1mAdu2lwGFJDHMTFWqs
xW0GMZGykTVMAkpwCktXqji7ORNlmNtoCIhI+1GZwk6PQK7YuK+Kq5cKhv6s6FExEoMcd8N36aya
7TPFOGBgFHsgxl5f0pmWBJxmTaYjCihCRnYOUcqlAd1zPmYFIlPcdqb/Sl4w4r529HgfgsDR0u65
bEHovOo/ZTIehHKN7OUaBm8RoZLmXvz73RyXOjFuo6i4QAgc/H5P2hfZmmgP2hKc/LyN/FSBOVqx
r7WcTCGC0COnbFwa6os4irO3hkZxmRNpzAEzt0ZD/QHkMZAR5yMozhsyTiNuS/n356AVDMzBLQH+
i4z35KUP5MO6w8U3Tu41BC59CJtz5FAPMyC0Fr91oZf+/YH1S4mMAQy55HJujIGqpH1qsi2vPVy3
6rmVm2rEGMAQClnciPj9QrnOmh+tBB73ftXESyneuatQxDMHsoDL8qU7sheEAFNVcIB8Zwqtpyvi
uuE3tC0R+K2vqzRncFNRjMFxXgLCpxzuIpOQxhlCU/Kecuqb/56U8Ssm1yHXkMoNKkgBok4sNAbK
sgRYWr8iBNgqZATxQb/MpZChFjVSaaMqIHoBlYYMcDRvadB51gQwqvc/QphIvHDRjON6EOJjYmmQ
fJNgIDUMBdCN319XZ1aSinErzHnxBHinl+qIGbJ6gYDjo8ojL+Yp6NYObzVLxFUzjTEIXRG/jkC/
ID79TM5P9qYLe1/0kZc1GlU2ckV9DEBJK0tDoWPCXQdjm9HHmG12XJuUS13fo3Wx75qpbMb6aF9J
aYtSuiEmg1Erxc2gCQuvjblgAsgPFFcicokqC3DkeoOXwF7Gtg4X922dNKZcAqc2qDV0TqXAJ60K
JzRFWgDhra0XCkJzxwtXIAwGoC8yHO7lJjaq6KiDj1BJBUEOdQG5ndG9Q6tfeAhIeEmN83nAQGCh
ceuI02SEnIjIHEvEdJnbpGYFVC4tt68b5aw+PwWx8Lh5n7ZeRiBI4ksQ/gqFU52TOGt5PObAgrlw
oudtcyKOuUKQikz7OEUYTfxOB9OoHgX8mnaIcCMVZC5+YlQaumO7U50NS4+EuZgaCReMjyDhAvBt
ZuukRHCEzqd43iHfJGt3WeYB2zHfe6FoysL3CjA919d2zuuj9wATQDyeczw7O6ZqdSdXyej1lbbQ
+cpzQS7oJ2sxB+xsgypR/vzvCWRPHyWhVBUQqEUpksI/XMLrQYogUW10Re6erkubO+uYwAQTK3jX
ACfDhB1ozstbqcZjVe6Al0oJ6gZL/OGzKwgcEPSkqYg92bOuDnwgxaN1CmJnJsTqlVAvMJYPiP3q
fF2bzyiJdV2YAUbpDnE6cAUZ0+TxRoiiskIwuNHW1bN4kIB+p3fP7TE0gCEmvtNNaw9Hoj8kB3Lq
b/rTC3pv19paBQQIxnqt698zt7rTz2FCn7wd+MHL8DnjJnZOiqLw43UJM/ATCtpPf2rMHAg/jSUR
bMqVIdnK0TkAcuKmMtW1eoy39QtnNtvsQHQw5UDLeJ9Y1VKoMnchTuUz5lqJZY6GMsiXgckZRXvq
H52UM1OUKq5rOgPcPmpKwfmCcvS4v5deO4jQylm2mKjEMX3mcAOGfWKSDkhZxFlFMd7wdQUaP0yV
YYgUPSEmn9ZLraOzvk9FUz5Qc4HMh4LL5UdEjjDkcokXVBDWW0fxNzGhelDUdi0CCSFy9aa/CTxA
FXrfr6s/5+OngpkQB8X4HO85CO7cRK/9dYIJ1qrbXBcyt5kqnKtAkP5FWYFZYj7TipAQhNKcuhoc
oJesKPmmDAsebqazYLzzATWBDB0ooFnojrBuZbkGIo4huDcERLSYqjf8MFo3QrlpwmrtK/2ZZC8Y
2zUGN8GYuLAVE29hYmVWVw1RKbplgeHFJjw5ThQ5NB8Dv6OKDHTnBqmrx4UF6sHrazp3Y6k/5bB5
zy7hS4oOG1hMEtxJfmDlQvY6OLzZiK6e5d97f6ldby64ojgEvIwxEjQ4Mz5dHmLMT3RAKXB8CYwp
0hCvixTJwaBzbiQpPXRt4xliyjmGKIhLBE1z3h4N8SMpxpg4ZC9o0GGUQdEDhkFSvgXtTRN/DK3R
lXb39+dIx9ECCRRaKrqAJTbNirEFzg1FOB5Cn7JyEwQvpf8eZi81/74EmzFT3oMsGVg3CpqD8URh
nGzQJnWP6x8ripRy3dg9alqtLXgnQbGpYFMRzEnik7iUr5zN10zlMs61C8HExAOLzeBl+3tn3HLr
srDp6x33SAvLL63iccHLzO6eAnyLcd4T/zHujQwRqjHjpDyNMJir7GVel4Q3PnjwllAX544fnUhi
/FmktCn1R0l4/+ggssv4tzY05CXM8VlfM5XDHAa3U6WOjnKSCp2ywrrRIz3ZSrcV0m9mfpM7hnJ/
/cAvaPZ5hUyebk4b/LmG/jiLj4nZ9CkNQTQV312XMzNFCatEKgJsPsCYE9ls3lCqKZCZO1y9K2II
a+HeTg1QhdGT8OqeByNY5TcA82j14eW64LmraCqXiWqqkXQ+pS2ssvzmNhtAyLmafV2EOP4ONpCb
ymBOXMNHUhpykNHYkaiLj+AQN7sN3ZSmc07vhdZMDAlQeYrpvkXGDvMHxq+ke6ZfwJy9KFA5iYuw
uoMo3oQDbwPwyiBo6BjoTZMXmwWFlxaVuXp7Ra160kFh9UxWqSW8c6CrBu2oe8RYRd+aghmZ/gr5
plofel1+dlfDFsOz794jtZcSQ/9i9ceAHRCbmNRnVr/yVZcMHpw4v1LsdOWsNrFBBF21hWNulAB1
s2Sz3EsfwgazzskqWJEH8gtvdABR/fUJzPJ3gwPiSQXXZh1s0f0qkg1dAu2ePajgUYJb52XQMDLO
Li5lIefTUcvse1380OQGdDln0vy4vrWzPnUihvF0YZdn6OmGGDR3l803QEc46SEVO7CfL4an87KA
CqphfhuoQIwVhUPYDZ4DWS7oBqIalU6CRpu3ylUM0qJpgLQGEhV4V4YfFfFNtW8OmlKaQyEfuIDa
XHTTueGCP5yNmWFJf33UuA8ThyiXseM0fI5LBaTONXgRuNjQ+k0Psm3yPORryh+lpTzdaB5f/Aeg
oCT0cmIx2OZVvtD6VBJxc8aUvw1jcsZ5/oXADiO6f4lg1JK8kOv6HEGBmEhWERitsOJDTNS4m57b
esmSP5p1EBNxjLWWtVZx3ohgJCHj0jaY546QCAS52i9Y60QMY60tyYSudrBwJBTWbmmnAW8iO2Jw
nZktDTLOqoQkDrwMIk3tE89zYhgu4tCgyWAYQgko1JzocmX9CkEcWA6QmQcomCwiLmYWjiRFVCEq
Re1N+OFJZolMnCTbvmNwwM2NA8MjQHVZX1/FOfPThLGcg3k84UufpDp0JKcKNiuLgcFYSMeoLRYc
5Jz3mopgbmEuB7hu7kMtzkfK1DtFgZ4A2knKHq6rMudSpnKYu8DPgdcFhjkEUGhioOUpKa2hS3Qv
taolps4lUYzPz8VUCEsZokIxMYEKnBUixniNotpH/vt1rWYrslO1GE9ZJCEBIjCeD9y67vVK1Omh
2siWZoinbAd6RDPSQ0OwhtWWnry7h8B4cM2lh9p4llgnNf0GxoPERd3WfDVaZp1YcWK1Q2q3taYr
wo5z0RD5/brOc8dtKo45CDlAN/qUQhzQ1u+5EXkHyKFAhmiXXNWsaQIYFHkhAYeATZIIbT5IXI2Y
W87tQdpn8oG6b8OStcyu3kQK46k0zY9isUY+yI9XLW3WHKfovrPrytjK6I27iDk+vhS+7NZEHvOS
SHKMBzgNtAL2H/2hIlvwLJn8rfQEJlK30TPX4B57k1+Lx9yubOfgnn9h+5D2Use2ImAMMRbbSGA1
93roy6FqEQKmyZcNskTnN+u4JkIYk3R74nGfi+qkvsmLTz5wiq+rMZvHA8ENUTF9OrauMQ5lCMFP
0jnji4w75elN4qJ9Gn2q7778vWhOBOh42cHlViF/f13wrPlP5DLexRGFIfTGE18OLqhEUMBVEREt
vcpmrWQihdklrmjiZkBC1siTo5x+yP1erGMdfEhulgAaLbJS8npdr9nTNpHIbFmXZrmWZKNdlFst
ePGbg1u+KEt39YwUoIaiLwGtrkC8Z+sgDZ/xQyVCSuZwRqBKdtSmekhPjeAvPIVmhlwhYiKK2Sg3
BOmSmuAp1AE9/Cw0+rD2D8OKO8g3RaHHG9fod9qLsFCtm3EnI+EK5vxQ2x+xyS6j1KzkasltkZQE
8hRFGQkM2UPt6bIwMvJaYOi9vmsz1nghjlGyktpIbUOIy8R9zN0JwVrg7q6LEJZUYmwR3W4tzcc8
a6HctZi0Kcy4OdSRCaRS5AYtoflRyXZBdzy9LZqdktyU/ql0zRqOzVtY3bknJfTFOBnKoRhuZFPL
Qskr3NCicJ6Z7lE6gV7qnL7Jxp2/b/bV2rur7RgE2etwn6A6s/UeyiVmrZng4uIDmGOSOCDzUkJ8
QOfYTmdnnulpL412zLylSsWirsxFW+S8H/kKREmuieE54Em5uvzdsz/C/XtgB0+pYPob96bVk32t
+/fZ6m0pObqkLHM3UpqiPVTDztex2cqm7JZ6EVu++yoFj9eNbEkScytGatpXCYGucm80zi6Ptn10
V/Znx1+6OMYTwdy/0w1kxzjRSCDJQQFJhQiS+9cqXAio57K8AticZTwVFIrYnVGllDPRkUeWBBCk
KM4J0wxdZOeSPSS7vjOhHHpMjEFWFi5EeeaYAkMdhwJIvgLaeZmipeeWZRahygzEacks4N9Az43S
S1ABGLe1IuroQWi4GlnH2c5tDpy3AypUr+yIdGyVZ9Le+omviz0Qqt1V6JhB2liou7f8LhzsNjXV
AS8fSe/lTUCdXe0AuZh2VoPmQ9S1jbJ7bIDrUlVvYj1W0QwV7EFZuOuLk1rxduehDo3WBTAJL3nA
GcsRgZ0uANkOoYDI3ihIyKQpNyiIA+ABXbDvAHAjNDSU75SlCf+5FZ6KYpxt2oLLNRJHUf4e1Del
Z0htoPvgBHBNki149llhmB4lAmZIRYyIXV4k7tACj1CCsKjRdIBP2jyAXyvhmWv3aX0Mssq+fgJn
buZR0F/yGMdWl33i4w2KVxP3yKtA9hXv3ZLYQ21dl7OkF+PVwKUpZSUZ9VLQLwpQQCq+p8pKGrxV
ptINXYSQmhEoCRi7B8QSni1f0Cc50aMO4LhrQwDgqptt/OG1B7VAkp98wVpiIZ9ZRXSnUYqilQKk
Tvb6jxM1HzRXA6i94hh99tA7AzIDdpssWMfMvX8hhzHFTJA8ueTV2ki0UxceIuHeX6IMmHGUFyIY
A5QGSfOlHOtWObIhSq1BfmH0QEIMCPgpZE5RLGZMQRwk4iYeFkv26qcqGcwm8+6SYCFmmNVjImW0
j0l6qBEoR3weUkL4N6kCaczSeNXsZkwkMB4/4DxNzAZIyOOPLLck4EoKSJNePzcLQljyHVlJJRcH
pDY6NL5UyqalMjzvQnf+wlqxjFQ0zhtVTqEJXysnrxFNcACY1/WYqzdNd10SL/ejKDByjIpeDRSM
4eCTvdKHRgtAyaqXzMxP9mOrWeK1eIzzOmZGUOhODEzRm14D0MmWXzntuQqX6gTjFjFRwcVHMWF7
0gRJpXFY3bh+oOk574+uu4vKHapSQmg19e31RZh1Ez8t5pNOcWKTgcM3SSCONum3q8YHuZH/BFpR
J1wY+lraT+YM141Gy0wbz3AY3NRFvouT++uaLElgro00dzXa8ZCAYRgnWYmVsGD3c3n/i61hvATx
owFcZVirSOHvaRAEOh1aqtdaf9M1nKWF1O78VK/KOw1jzte1WxTOOA/PHQSFtg4OBH8fOwU6gY28
PsXDDZjZukAzWm6XcOKC1FljRNYLVz9qDl+qDmVBiStzXmPE8FhOYvkyxrnR9NxhOPCN3PG/MFMn
gbcTwO9oMBW/sCPSTi4z8Pc2mEBtfsRFet8hF1YLicmjGXNhQcWZgzaVxSxoW1ExzkO/MYR9iWli
Vw/32Zt6cM4P4l3xni7MTs0gDaDFa6Ia45qpA3g5IYG45p0/+o/qOTz2H7mmZzu1NyTLVDaPyq27
5OL460oq488nxztTxQj8KJCK16nV/mhiXTnIGy/SPUCsLAibcyUTDb+AcgpZyicdZKHQaSZBbgxo
aQvuqLy6vnNz989UzrixE508JYjCKoCcWNI2JJJ3HuDl2n4pQbQkhnHEteAVUlyNYhTeoO02QHZt
KWs/180xtQpldGoTXTBCqvb1KIRboxixKp6D+2QvmMkufZbPAdH9BTc8e+dNF4/xw5ik4ptw3KQy
eXTfQPf7Wpmlzlk+OiorRec+sp1436Ar/zZ6/Pe2jfHP8JtR4ReQLEnvLX0UpVLP+YfrMhbVY1x0
04cCx4+2QQ4SupteBb3a+dsRtrmFSunzsO1uQhOsLOKKLj23FxyKwjgU3NrE63LIRl08j3XhJKMQ
r5ORHcN64dFWoC7ESDPtVGNfGij4MFAIAlR2st3pMcmVVQKanTMfb/tTHG3DANxhphiXph+c+/yQ
OOu6XuW9yeXHIFw4iTMZhvEDALuIqQMUptm+iqED6E2UoNtaQy952ERmnIE7Gz1WoFx2wJi66T0C
ThQrXkKcFNRxNS/jpEvRzMlJqYt2KxVz0SHZuSpqkjFgctdhuwF3Nqed4nRf5M+ptCrUR03RG8zP
cKkl8R+C8EbwRlF0vgtv0R6qay5vScDHbA80d9ZDExpqdo8sCcgH4rQwNTRQllmjV8Ur8BeMqjq5
AygzsrUkeihQbhq5tEHB0pf7cghRqHmlA2dxlQy0AVsQ18FgZfFGybcpl1h5u0m4lRNsSDLoVbwZ
KJDiV0VzDruDIwGnL9HdwDXj5Lvr71wgWBJEFXFqasNNFJwSEWNANtjfs2zdJacA/Iq9zVeIV5NH
gN7xzjpQ11R7TLNbwLuB0mAX9beAr1GF0KTFWs3PtLLjUNKzZq+QbeDeknTPNQ+e+qSh4D/sw2KX
gvQuDzdqeheHq6R8c9p71E0S7aw265Toar8CZ3WC88M3AFPz30sZABWndrAxg2L5gCSJn/nyJVV9
wFw7oFiwQnLwQGEnPCTBmUvfpB6EOQ6wLEBBRlwsV4+amrwtOVPz38VUMWT3he+PoD/gMt+oUUgR
m2AdUxvmZwTpg5OvgW87VD+q3Ai0Pe+ckMZqygcafmuB4AMcrSYfF2QHzutE64ywsV3ZKvlyw2Go
ogLuoSKeIqnV+ZSuaPiMbiE79i3g5y7d919Dp3EkdaR2kXmUhdhx31hxnULx6rEZxxA26qawK7O2
fD3al3rF6/yNdACUrQULO/MuBmQXHOGMeIJclKxpAmh1wYR+ebHkkZLWxdgmGOwxGmu0Rmgkp4LX
Hf3pTEDYmWzfUTh6Kq18QfEZCk1UHSaSmYNJ0p6oBS61z/YgDAptc314AnVpjNDVuFMt9ZBZ5b5f
exvVzMxgBdpaQPOYSzfBjH+4+AzmovOaMq3cFp8hGkAag2jHJCs449ZOnx+A/a5rproP9Wft+/WV
/xoFXarPXHMgJwIshIp6GYCkvPg1AxpYlum1tKTf+P2M/7vQj7np+DAGcpKC+lWsx0fZkHaeHULP
3GxWleXsynVtLKWUZgpZl7oxN1zsSaJWUaxp/AgGrk1i56A4tpB/NN+qwzFaKcYS5MCSlkzUHEnA
2fns31W1raSsnO4ocevrGzZ3i05WUuOZGNnrM4woFeNRIe43XlkPfLLJgP1atm+oOJla1L1Vrair
oQdYY4rxGoyktX5zO85jXv+UGQ686QJ/QfLWtEjMtLEkj2DwVgNJjJ1sAjM8Oua3cNWZwx1uNR1l
Fr20qd4YrY1uf3OrBPr5+od8MWJNQnc4mnElTBOg+Z05PC3n9REvOgij+sIWaW7kcK6lehD7u+uC
vuwvBGEwFK0VBJB2GIC7dFNaNEQZAWETEm+AKycJaIYsSbSvC/m6w4wU5kyKjTREXQkpAFUFtveA
+ExPAyD9ovd2IxkJ+GVRvIoXPOGSbswJTbI2Vt08aDH/eVsF95lit0uYluOvuHACjGLMgUTGkiv5
GopxAc9vojCPn0ROIgGAFvv0oNZB9IOrg24hjzlnHRhdUjFuD7htyj70wgBtMs0QtSgHrvgSQ2Di
Y1vsROl5YduW5IwB9+RxNMgioIR7LKCGuM4UOpus3K34AkhAd0/PyV22Uw7hRjHKpU7Ir8+ycV1F
cKShiqOMkCeXkl110FrND8EtscGp26i8/lTojSWtMJdhjfNKxoKq43X8ZSMnApmNrN289osaAsmh
2vvIDK80Q7lVX1u7W3lbelxMR3xJDDAaMo6VU/qkVT0IzBW7M1Oj0UUBdPWGbCcg1Vjwa18L95fS
PpNbk52skyhtAJaEwRlTONFV855GetlbojG+z4YVOZUIjDyjeoM19eule2v2IOItAMhXNE5+mQLr
hTRNxCFu0ViFltZm3Y5ZLIUsKTlrrhJYQOVxNFRmiwikomqmYVkRbNU/QJ1hEIvb59vsm3OjWgXS
Icf4xrWrJY7deWMFIxJKF2Oox9I/1HSoXUIhF4Wld/kWjfW2Y0bfxPvBUIz8VH9bsNXx2H2x1Ym8
8eeTzVQ4Mao8L20NVUQnSwWyTV0y/BXmE82W12u8/hZW9mv/wWg+E4lMMKvWTkRiDhrSV7fXc+Sp
bSBxNnpgE1Po9fLUm+qK22BAZP2jM9TXbMvtg4UJ/zFs/aI1sLIFAM5gpdkewCLKSppKozOK9rLw
g9Yf15d1XsmJAMYFoLOsBRgpfHnVEXR5p3ouB0bA07ukRntqnWnod0Epv8DcWy8jBe2BMg1F7tZb
u1lgAHxAF4mja0N+arN2E1JJF9riTJUGqT7OX3pgfA3zxz2ZfC7jQJqQhjkvjrcb2ZDX9g18Z8T2
ztn6LtPLNX2P7aE1g6207QyBmJ3Rm+e/3QFz+QkaE7hJnNwVkYIVi4dNzr9y9S31DY0+JZiwub45
s5uPBAtIJXGuv3AxB42S+0EJ/zWg1pUM2bHr+NV1EV8TxKM2QI4AzBsGcRXKGHmXqHiejh4ZWN4K
xsmP9dFWdoCh7V8q3b1XthUg9A3fLuzrgmfd1kQu814LnCKUwN8Bw/bFjZwNe1SpgfbZW573fl3S
/Cr+1JAJ9kApoQyVC0lUe/L9R9m3rv/+8YSwRxRdLmh5QfMAglam70QtMw+QXjlM0lVWJZIezo3W
3bXJSkiiY7zU7jGnzVQa4wZjkg1eGUFarz3Vrp1WSz1PSwIYgyCqr3TCKIDQ8wgF0ayvL9dc8Dgi
Z6G6o6BRh4XzEMQeaH9N0QKS5VupmGm1Kn0b0yyaa1wXNBt/TyRR5qCmHcZq1RCSfIlvjMTzkHEO
g0PsfgdVjO2KEppLo8pMGu2p9RPMwSXVI99gmkGh6dGJygWL/9qxi6MGkFMZ7MLoM/2ClwIGo1xq
EnxP+EPQBc2s0FRU6un+iCYlJEQqfuElMHfENIoGIDBDaeigYcJJ2ZeAtpWXreE6Nfg+9pkUY7rG
Skvzc6H/4737T/cjvfmnrZf//V/483uaoYziAuf78o//fco+kn/cRG/vH+V/jf/wr7/I/L3VR3p8
i7/+pYt/g1/+p3C84N8u/mAllV/1t/VH0d99lHVUff5+fOb4N/+3P/zHx+dvue+zjz9+e0/rpBp/
m+unyW9//mjz/Y/fcI7/Y/rb//zR+Pl//Pb/ivrbG/O3P97K6o/fOKL9DsBX9NGhoUOWgbyHfWk/
Pn+k8r8DewH4szKeuHB+44+SFLjpkCb+DrQASdHGUAqwgOMYaglkhX/+SBYwDK5RPA3GKR/tt//5
rovN+blZ/wCo403qJ1X5x2/MFYrPIvD1BGM8Y6VTlQjjDzkaVL3KhaqZtEJ8C1z3kOjD4K5bPEq8
DTjZ4g1p/fi+ppy7Ffq8HlZKrCYGqHjDex9J6S3vxxHQ7NFiJkeYl/G7XDhlfpDVJo67ssWUvH8k
XKDeiS1Nzg1FCGOLBGQOf9/uDv57kZbpj+qq1Z2aj6Kqi49/HN6y8h92nXx/q7Db7L/5P2iEGtzz
v7bC1UcRvyX91A7Hf/BPQxSU3zGlxYP/QaIiYibpLztURgMFgSEaj4BuICCu/MsMFfwjgDkQULTA
T4ngQf/LDGX1d3E0THQr4XX6CZL9N8zw8hpQgQKEnrORRx4TDMhYsx0gg+rEmVQNvuH0jospkJIk
oLWpZIcHY4LcKcWBaEr3LnRJuZks0Z8HYnoALu/rT8lYFYywAc8c4FUyc4OqbRkGnAue57KMY0dX
PZ7/lpPKUS1Xyvra1FqiVZuaVuFHGdfxEpIb01IxykfeCQ+LEXMBHfJsI1OFZoMyI0Fq4K5IeX0I
IlkCckaZrtKy0x6qXog+ZLFH3YULBwFYbJmQrqqSXypoX14Pn99BZFTQUEfDRUw+XwaTB1WGeH0A
EGlghLEjN/fU6amphE7AHSoQSwJpPVWWUjija/kZKn2KxINiZNaD/rBI5rHR8GmU5z2HB0YwKDt0
V3jPslS329rrOH8heP5qYJI6cgABKhlTCOBpu3wvll3bVUBHCY0KOSNfz0r0jW2iqtFivfK5blV0
PliogQ3Hf7tuX3NKYiYH+6wANQQunRGcELUXMyEE27dTkCPpAgcPko6LCp1zy6WGkhk1cY5xftBz
DXFs+TerK4n2IW72sCPKrgm60HIbNK1FbvA9LgRtE45LfV3DcemYbQS0BWaO0JqDK+4LFsvA1ySS
8tjIQAvyTRFSbB6gWZfEfD2oQD/BTOvInqPx8hdr6f247sIiAsl8pOzKuPweyHVV2+PcpPT/Kfuy
JjlxbetfpAgQ8yuZ5FjzZJdfCJfLRggNIEBI+vXfqvO93O6+cTruSz902M6qRGztvfYabDwciIeR
Hxeb+jcT4H8+wjRCb4h0vxw/NowD//oIVTLTko5O7LYM5QFdI1rHVq3hMygmzb8c1L/1hV9vBR4c
Pib72tnFyHn966cVJB7URCnQMJ7yt8LKvNvJGDGocYx0w8YBqh72i2BYBPA1Ib7eYFRV7nzhSDNp
lUW1ZGr7N53AP78DJHuiSiLHJ8IF8p/u+n+Uh6GMOr20Xu8QCJD4a9RKD/OPathu+55Vx/9+ov63
D0tiVEQ4CGCS+vuHBR+lzHUCNXHcsusC5ccx6xLEmM7pNr7/98/65+n9utzQl5WoDCk6rr9+3Ugq
TTkOEvRI/Vodga3g9Mpx7MZ/mT/+eXwLOPckOSz28FSxkP3r5yxw2EOLBltEsyl7yz3ii8O2ZXsR
plXXgLi7XxFxErQ6Yv8No/hnbYdTAj4S+gsUWvSif/tsNXeLG/E7MsAKH0B5YXZBQ45A+pxyOtyu
I8XV83/+XguKIRimN4A8//HSTHHZ5arN5Y7R4B7gCSXeUHnL/X//lH/UO5A+YICHWwu1gf4DEFsL
HnjAb1wrE5OHMuXtLSIy0svQr+3OpeX4HOPl/Tf+0tfQ+5eKhwKEhOI8+XpR8alf3/f/eBm0IZYk
1q0w9KlYdUW4eHkS0o2QIrJQnogIvjsCnBJboxA7DqsRkXefvZIKUSk2VGceFUNyGlYeh385Zn8b
c1E+8KDhoApPNyjz/9nPwOClWrwlfheyUR/hScDtkedZx+qY2rIuVMGvi1PsoZUdYo14UOeZg9fb
92H43RfVZHeZyybdlMna/9t7/Y+XAA7J8AX7Gjbw1SE18a9fHLTSoYRvYdgtMS+/mcXKH+FL1drk
XvSPgSsS3faC4GCiT0QbGAfjaOMDLWpYb0IUXGwwiVwLW+yrztJLUbTb1qRmLTpYEBjn92MYUZKH
jOYO9hGrncCM/YLa8Rhzt/ejGj61wWHaWYqA54N35bJBjyDpiIkmRQOYjgjGraPORbdb7srfVsbK
neY25/zg9CS2w0hL/DnqAQI1NBrEpfPV2h+6r3fLRLzj9cgcfohqXZ6cifuHKGnVgcp+YHW0OfGr
iIXfRdsmYZHmJLwvU3wnLZQz1j3oIZAVkaNJeaVACFRtR4vuawmyHN55zt1dHyVuaf77a/T354Kq
jj4eqhBMm8D+/o6NODE4Jq1WO3In7EHCBkjAjEbn/6Zh/7ot/vruwBIG//6XITfoICALp3+rg9yt
ZqkMfAho2ufsJ6GkMnXsPCLdadRbXQcDFbFVcd/A43Jc9nxJHtoe1Ng2apG9PMP44SZ3XXaXK6h/
911esYcwh4MY2E3iKKnhTZsjFXPj6Q53WvsUBhkg4MGLxxomA7yHlBRHukms09s2mMO29D8CtYTU
MrTjbt76vNHjJprefRlozf6k3cS/R2boDAIhhu25T62Cq33py7rEt4mAnJFaLJPiwPf5ND1+lcT+
MOk2PbVtMT5MgZb2pu8HvhtLnRvI0CKoYZeSofZ3a5tcUA+KPVMpWFxtUcAiWGDzFzXtVhaPyKzE
jhGrKTqQKD+sjCBBta3INB7JMOZHxrw7wO3ffFmbxuFb0vXnMR2T8BMPPd6l0BfR/cScmI8EInik
7uHmMfClkfYF9aSq24CQpXkcinpdPH+M7ZiwesFP4Zt4ykl+qkJJLpEMes8zMT+2kR+fprQYnill
8nc6rzD3rwAuFXUssjneYRngju3a3a/VOIH+JkoDttY8V3/MGBuNV41k31urnEd+cUCOdp840OeQ
erTWBsTuh6hvp8c4s+Kc45zcqKnNLmRJDrmpyoNJXHLFlx/dKZ+CiZYSfuwRGpbsCBRbyPdSU7qc
oEn6zVr/g3DmMUquW/Xd4EQ9MQLmmF7Xaah1D7m12OLkfYmm+LRVyDhVon3L1EaRrxR/2YTTz5h3
quF9WW6g2pN4g1WB9YcK2ZRR3aUFvfUy51cpM2QGV1h31F+rsKW2HHRxfJj545BijDxYgqb4aMs1
Hu5EO/4qWP4MPB/UfUM3WKtD1JbUaQAZoS6T+G3cBtUd247Sw8jH6JF+hVbzKHN70o1J3fXhl9ks
+rGMd7vZ9gH6wmR9KsS4NGKoEIdQSXicY5bSx1TzEn7JBd4mVC1oFIcV3yAnJG9mQpYL7CYW2ah2
aNtd35viJe74C4MDanfB0CLOg4kSBkZgPx9pNWa8CYsX32aHVKhaD5lAxeg6XCMkFTsn9PogA4mO
wm3Rfo3TcNutuQMpFIq9YPp3mzAF5oN5bhOx1IvY6mlNDiwKb4ZnbxxTao1vNasNUWfvWtdsuMcR
81XFNWXbuM+JHA5iWuOsCbbKPinHvmkn9RKL/Zwodz/qGQk4gWFN57BWgLXwFhA97sABG5xpbNql
j9bF5J4a9qDFMiLxs0t2NmOvCjae56LqnmGgMz2ufuo/mc3lWWlxw5f5peoziBvhkFGb7Ofows+h
MMC8kPZqf6Db+axSXG6O2A/jpq8Ej1DgPKfp2SHWametfHJVd0+8VtdoSsk33ob7zBXAgLv+PQ6f
RvWvZVd9si12WPP4i4+6WxSpri5W2xTLfJxCPO2rfFKNm9P3rqvA9AWbMCZzD+r0eOAqvCbFAq+V
yF273N2qrhW4TfVrR+LkCHXRH7gu7seSvlfZ+BGx/rXKtgzhmBoLvxUZa3PnfiIWbeX1MPpf6O+e
XBJeymiIDmQG/kFjMtTZOKqdVhLO1HN3M+KMCQaqpYmfprYrdwwX7w1MdGFJPC41tVgmIrUFXLQ8
vhepxxMK1u0Y727Qfoq6FRowz5jT/aY9uZNLutWr3ESNxIAEnxBlF5cjd4yWW1JLqdOaQWQ7IYro
TsUVr4sJbM4lGQvMQsmJqIHUKuEv3ZYf0eoENAjZ1Di8J2svYKw9ds80wTtUKn0/wCW1WjY4sdH+
d8lYekb3lpV7M9EUCVpx9jmg8RhrLon7XES2fM+WWF1avGc3KUJ9d6kaDvGIaLbNkepERns/zDHZ
WULdc/q1LI2leo28vYbCmAYEdAwZXf+liJxqN4YzuonbMFtQgCfAxiEe92Kr0kZQeYVz63c1tJfZ
iPbYO6WQJLo2SwqwCFAfuBmZSwC89qwZgareiUK8FoC1JZiuER6MLF6mEMhezesrX+IDybpHgf6r
BkqBwNdsexx4+avLvd2hxnY3ZMoWBCyyXzPtehipoiIqVYC6azoJWxFsZypks93ycfxFmblMbCgv
EFfDCVqoPyWBrQM+u/+D8ZAhCgUG/qXXDObhUHpjQwpla1qJ5zRbxGtoJzwUyip0NyQ00ahGFOiY
7RH9dghDdETXfBw3mP/iTPymsgo4dZj8ocrtb3upyrMZ/ROL01O82WepxptlHZ/U7Ph356bHvusz
mDdB0kLH8lfsRddoJpJzsIYCXPK8yXvYAMaTaVrhoGJa+ruA6vxkJvuELDhWV5s75jlowdrdJtME
V5MxfdUDhosSaTbl1D3wgV0mkt0EZx8pm1DoVntH0+FuAHG7DRYdJ/ASUIbsHx0WXWOTcsO6GHVD
qRtL1wyx3UzXKYn+5HM1ejwUmlz7RGm0qtt10HNea4lcFyq2m3LujpOEKBBdRnFuZ/eYKJz+Q4wv
shZfD1wu70VnZ/jDp0eCgjPVRLHhLuo2JIhG8OKqlHqtFvkLkw3sN8y8kXqget0boHA4iyFd665A
nNvsL4upQpOs1TsKeIaAmfCjtX0/13GHSxy8LvQppLuJexrdpk5AxSAypOiG9RFUs2oH6ALb4gGU
b9bDm1vZ1tYmLGTPNNj4quUHW/XNFA1HVoIfnnr8maV/GmiFmxyCxp0Z5c+NVMVuCOoz6slSAw2o
DmB81mWqGCK/mIHlHxjg6KN329a+5Gq6yQUHKENzXctq/NltMbSKlbsf2mE9ZV0a73kyT3viyTc7
5v2tkL7YrWN7p7VsmxgAg5DDORIvbdGd2s3vvR2bdIqvfcRuC8abqAQNvFUKyr6WRPU0TIgdaJPG
iumzt+wXFqXn7uu7ZXl4ySIk/HnEbp23zAy7WRr8DQmsylAR7wc2lvUU8uPI+iPZBD9khj6UMU5Z
9DxlaXtw03zME/LWYmrbOBg1NH1Ap3GIqmARuDlCiZZ+UmEvc6+vISJHE0EHQFbk784ZOXSDBxW+
fACq/BrJ9pOr9JAtWQPkqEnXvtG6eN4yeR/mDMEecngvTNhPyfYK81iUbtyws46b1KbpYaFmOCQl
HAwxuBzcanVDZQLCViJyYGAg2yNhFaNOFu+14vMd5+BbLAjTUAz1PWm3U/Xl0I596pFlFim2YINM
09wYQsZDCTytzkDiQ3qwfouWEtx+F90IEj3RrrhLJeCm3JFrrBcISqJhueQ+gRoW2Ue1Ft2VpL06
6izgC1qIkqBuVj96oD1NO3gwVJck2zvIIr3n11CqmyF39s4q/avwGdkVG+c3ukRHjm76G6S+D0W5
qfs15OyUQaiBvR2ubhlqQ0l/SnxLXntMJS9dWX3k6wi4qDjDf/GpzMlLBveeZQZA6PL0T1+UFmNo
gtGtKH5EFTd1n4+y3oopBgUbIt+Sqh3FJYAW274D6/65LmVRt6YYm1yVL/kW05rF9KCVCEcXHL+U
MnkZuvKZMVIA1pgesUZ8LDqn7yDMgZ+3Dj/SjVzMMlLo61e2R/z0kxOQRxRzC+VLNz6QoRc7ZMOC
uZMXZzRpR8+z+VA5k2HpkYk9QPP7vrXFbtb5dMC65VFPSDs1a157OOFpGL2g73PCwa9u+pPG4lHO
MYo/cKQ6yse3OYJV8+THT51sj/FYpWcIK5JXEkNjTrcl24m287s1nt3FbuF+KbJlT2hnD1nHJQJ5
vSxqLKh/crneUDHe9rjALlMg7R52zfke91UPBTQKxy3OXbhCPva+KJHvlPSoc2hHAkroTVH1ut3L
OAevlulfZBncZVkqOMCy/n6CcbCa+8tm17UeJa+Oo15w62AB2pAUTsmxGZH0UTK600PMwSkNpuFJ
DvsPA551xUE5D/OpKB3KGSpLHU1F40EKuxEZDzVwD7gbqVctye+QTeVD1M3sNionf9HFRKHxwGN2
OiaNQC7kbWKnQzS0Z7bRIxZD5N0qfHAuyLGSYAIoCG2PSpAHXqpDOfu3zi5vuuoRtOe7c1GYI6rZ
Plqqvp5dcoOk80e9UlHTcbpJIHeqMg8Kt1cZLi80OYOEHVBVvGju0l0WzMMUZd89/BKqNTmtMorP
psTXRMrS7cW6NbybX9NAXuN+iq5TqR+3snuaYmhyVo8YoNC/R3Y6JgrvXcjSGyu02+mZXkxWXUJw
TTmNty4yGEswweCqPrDFoUbp4pCu5rghLRg4xlkEKKTjblZ3ZaYpUoRLBW8vk9lmstW5l+1jnKoO
5BA3ADFpz9UoD4nc3qSQ5b4TceNiDLVuKDEpx3+W0X29uyMiiqIibwoBLmQtkDuga9PSCDOrtkmJ
GZUOGh5C25YfyGYMdOfZVr1iYFyeq6hlUB9FZJB74kaGqsJ5O4JdGEfhLhNooJ/y3uCa9ksl5lM2
WHY7zWR4dJ2e/szaovgRg/jeekr65I4Ko4Fm9UtKLq0D5gNWU0Y/geRkb8RKdyIR2+4WWD8sx9gV
7m1s+Yj1eRm1uyjuiTj02Uof2pGAtWFi2+ZnyKNEs2R0KPd4pcppjwCHtRnX+EVbtsY3a7YUL/m4
sAeYuMJ4qvP3gbYvVekfYyD8H865dD+VP1Hvxh33H4kJ91thkrqfKHziEFiKu54hPPYAN/rl3eEL
wgmbk7pqob7qUmYfMyrXA7QINZkxLHB225LuxaVxHRR+bufEU4vhWYT1gXbVI4BgJCuZDXYCVXbv
GDJka6/5LXVkAMurnduPjPHhnvGx0bwYoLGCUibwcu+n9GMyyH6WtN3OAkti1HYYz+AvhWwXEZzd
XWZwy5itu4SEd43Knb7Xylztar8NPai88xStL6ag76oc34qiBwgnFKBwWFR9cJcRzBxtXGNBFq59
taDTL9g3NmQT0EcDnq5ELanFnL0JX4pnOXbfqcQLi7Ohs3rA75QSnewLsSQ1ur4p1K1WC3QRIcbg
2U3wRmWgN+1lp07FbM8kmZ76NblfAiRtzNH2ivX6hx64Pna9d89sJNLerG5VPzGXdR+TMuWDQC49
VP2leOpGCmS3d7veLyTDLmF7AkC59115YVseYAEwa1A0O3/Ua456xiETWTnjN5Hqsme84D9n4x56
dPP3qjJc12Wlh4YrR14xCANxbbHYefaLCWdci6ZGEKB6GSVmPBECfyiK1V/AS/8GeQq5lHHx0CX8
W4rncNWp0g0rqvBGcomDgKZtbua5jF6FxkS/soE1G1vkaxUAIOS9zJ5jxFTtTB6zgBCu8uyWqdq7
LN8e4B7CfsEBM/+VgYD1toosqcWSvk2gUl0Z6Cb3HOl3dZk5fgsnJ4tWAlv0uucI9ZmcQ1IdvZbG
whxkzLIaYXJNxGIs8Wf3ixfzLR4LNmib+Yk1s9ibbHzcJr39RAoZSI9Vd5CumoC1peyK9YhqzATx
pFXLei61kKfetuNJj5l9TZxvESlZ5d9pvNBmQhO9QysVH9JKxqAS0LUZKjk0RVU1PaChOp08PSUq
L3cW+dMwGMCOPfJf7tg922maDJcQzQhCENgL91ll6yJDI2PK+fvmtz8cMZ2+TFqYV8VsJ1YKsSNL
EP2t/cyP3k65fu5MJMlegl5zu4wBiFWS2Og1zRBUQenYj3UHM0OAJB6ASh65HcgA8ZX2IJLCugv4
GfErtJTrg4ePFEbEXCA6pFX7BZx2UU/G2QM8C+eTH7Ni7+QWwyOeCnKG3I7fGbARLz2sGrZaM68P
Ok9gKlh23XMRDdmt4usNkVTukSAm3sXSs3c188zV8bx5rNyK6CdlgzlUAI5/gywVY0mQOFuvXW9+
VhVn6Q2f27TBHl0wpMPM8a/xC2nGvDTxvW5XNCp4dzqIXinjOJAeshEogAePdtH5MU8OY1gtAKSy
WL6o/y4lxaOOeqWqek1xIE/eGCAVBKg13u8tW3fdwqufIbI+x3ASWIWOu+zG9hKz3uizbRemgFID
273ES9ynv5dls3h7QT5q61wGZX5w/Jvb96QyuAuQcJd0HxVVvbuB72Penze5zl0TYa3wNsvlP1uJ
HNVunfF61RwOwbCItujedh5d/4JeO4qP09Qm2Rl3Ra4xAuVd/xzJNP/oZJc/TBj4u1Pxn3WCmYaZ
n9Ge+hQNhYIWL+rH8lFYNHkXpDnDbbJdQCc+6UUu33QucKjg34v/4axL+FJ7B34BgJCC8AujDppf
5tckYbuZutRdNuOFvEum1D0Iv3JzSNYoOTFr8wrWiKzFfAXcEXi2kT76kJOMdlJGpf69UDKn997m
qWx4JtMMq7IsgqlftxEHGbNepxNgeWnhc5NHpMHyUsK0rYwIkB47VsMl6dulbDhQ1b0hdI9x+xgH
8uhTB0S2nD5kURwTuh2rbXxy27B91xzwcwX7/40DKJzvzTAerJlz4MIjyk0VTycLiPkxAG7dlzOL
r3ja7wxdLbPr73KJQjMUW3iHi8UeYVwjlNbgxg8B2B0mLuANjd8w+Sxuy/eeA3D5GuLZIdVjgVHz
h2Gb6XZRTrA26ub4gCm+lTUEYXCgM599VZ4s2X7E3ZLf6dxG9VC5Q2e76R5/JX0GZD68JNWavUXx
yE9r5j7KJcXVzUJxmtBtNxihGMxQYF590fhZ4WxXlHjEgCmb2SQKeN1gIes7ptGi88dNiLLY88qi
GjgD7fec2hIy8tE7vCL5JJObtYjUR5eCxwzzjN6mF/BGZQKs4Wvdeog3UO5PfO4x0KfZYMq9Ygvm
Al0kGE8wN64r0B1RHbUufXrTT9zrZhrLrNoxA0+jJtmmvLiqniDLA6oYJQ84MOV8SKx10bWQM8nu
29UW+YnqnhQN3F8qDN8hG25j20X5dRujRJ/xePtwii2lYQ8ZAn7uophAGwNbBVtYsDk66GynhQ6P
6Jhd97IIL5KbwYGUecgtwX89qlBZR5Gulj182KCBDqqFD2LVLgenqpkdWJaOEaoLlP61NoNObmQc
fPI8JJuJr9WSzeIEY8qwnUqZDeNU//8yYUu+yh82z6f+IZ0TLm+HCWudfbStM7T8ydjNAaGTMiK3
VT7S/oR/uQWAYZi4xkuZAc00032XGkxYtBj8JdMSV2I6zPc4w2E5GJssUCmCqLC9rZWqmsQ4+C9U
cLM/SYIxUAjAGw9DNJoTeGQQTobtbVrmuKzbca72ZsP2skPfeYcwqP6MXdyfqgjfcKViyEIDfp1M
4u9RvGFdgbgDZUtxkqzKj6ArfDE/NmA5sOM7SqpDg+BJvZuJSZEqVaE3Qrrkmc2E1eZr+e4d9lq7
LF+Tz7Xk5ICdeQtzJDrHX7Aa+y7nnm2HeQNzB1O+MfwECBq9pTWLv1FmZGjqepyFbE6mqygSAEFM
5NWddN6dKGILMXRVPMMYotqm1YPne5xldO5yVvPL11rlsFa4pJ0ZoGZVSal+TWTwzWqyG1C/hw/X
xf6RwAvo0UKf2R+3cjC7goTuHKLoeaUKnJ8s6g+gZyBxbhIFjCHFDEO7qZoPpFvppUeJmC4OA9mR
ruK36AgEs1U7PVNDMdUAkEvxm/iwYfwzPyo8tGeG9cmPoVfbPhLVvF9UqnaiyERcR5rgO/X9iG7W
A94KJkpPYU76C3Ia3UOBSfWhwLnbVTT5lqpA+x02tfRDAEXA4qxYENrYpf51wKL1jQ2Jfhzi4nuy
AdgBxbdspLPtY9uuo2sgE3+Qpo1QGbSAlErBpdeYAmD9Ut4P1bq1gPLwnCIvBmwn58GeTbUg4Tgf
qg84Mi7H0W76Jt7UfJe00VoXQCgxfWe0huU1qt3E3uKoTa7FuH6YgYoGtMJz0bfuxrsp3+PGWO6q
pUguoBeN2DAZuB/1Q9/u44n6ZjDqCyPlidUHbBOTRmRT2++/PD8/VsK6dUcqNcXNPEicsGHL/c+p
GDicHVpCMfbz/qHC4u47S/3yfRMlrokkeiT4l26TOOT3a4LNEBoMFS4RNsfV3mNldrehFTnMRNnP
NJvmRwWFxQMx64WDqE2wStmKEwAFoFaZSQAUxTxL2W7QIXlnUyhh3FbC9E57dTenXXQy8HYDcgmm
Y9jFK9xPJI9Ek4Oo06HwBPaDtTkyQpiO2nrBXhsr2HFEXS2hYZOjA07M6ALOGb0GBswwrnK46jNJ
ofAbswjo/tbFeFXKck9h/PScRArjANibRywkKyz1WEuPTFDM7AUR0a7bVDiENJrgBm7NR+F5AksW
+3uNVDVhVgpnzDTdrtDtgiQRSaKzktqdJ2iw62yosmvcA8tqQ5Qd02nrCTzp2vTR0WJ7H+eRVvvW
Tv72y/D6SXUbOg8ziiYEVd4BwCnrQbcnm4UT5rf+ANXwgIgq9wROCHnxuVoeDbZiaF97fcD5Bz2i
ivhhEn3ybY6zr8mtzZJzl+Ek1s7p4qntwQAoNRfnytjqNPIVTjO8AELXV3teRvqCV/Y8KBbewaYD
qt0Be4x4bh5J2s57hrYfE+3Mh+c12eLvW0a7uwx2XLibKQOOk9N76qq3If/CV2Mp+XHNYli4a3AL
QMeDjSsafMx2Mz0NfUiOLRvWhzCuAm2GaHH+WfU72dr5Uw7qt+AQD5ppXX9aTou7SafTXI8rGKjF
vOJzsNPDshsutViJw+uJMjQ2XFx8AZ29gGE3ltuHdCIn1yp7zvIuAC3NLpTCCy0p+nFXaf8+U84b
EElepRx+ZQtoJprABciPaZ2p6EZn1ZSiXQBfsKUIpY+mfOAgBsnlQORXf0OI2CuvRriEzw7p9RiX
6uDYE6BwdXWReLLonG0p4feqZ4wTZMU6MgHt9qJdhMOaeYzMnSSeXWcz9YfK2u4KnseCB4GaCEEz
LmAJDEvY8BwiGOkOKKKNxSHeiW0GlSqqmm5NX4qIf0jwxQ5ZGXd7LAQb9F7x6xIPJ0Dt/CIr/2Oc
47kp8d38JohWhq5n62Hen/jXUI5bXI/9BsqgnIOXECWU7EKCrL61spUALAuPrJI+5qiVFuF6kGlh
MFg33GT1lClyFQRjtbYbeXHzuFzouvkrzFRwpbF1OFVA0wDCu/l+nkoASoUwO6yJ2bUcII1gIGre
lWIEhg7Y2adldASmiCEEY9dOlQmYf5WNdnyS40sfEdCVUFQbJSRioXALHtJAeeOJhDUJsJfbDuqh
g44kIMEeNkvxXFTXRRncglmXPUVt4W+CX6fXrMUQK4FUfic5OXvk5Wi/RnRvuYZjAyW7CPZB/ZrJ
h3XNqmvOZX/58vc9TYbMr22ZxlczReWN7qbpE+BxdO3J1F3jWNm6TfoVfGUe3YPhRdoG9QxbB6zJ
sPRBmGS2cHkaPUiEVfnVM+oAKyhkFzdeqOpAKcmQKzxky8OaK3JX9lhbdBj8X0aCUIkWjNNGxMDC
aAczp531Qj9FdPxZJrO6mQWuw8PsrT4Vo87h/uc51Kl++agWbPkFSNU1hjuUZ0mvucPodesBcz91
G8NmOMhuincWUO+FWECNXy0jNkAwc24nOBK1UeGOwEziS7EJUiPkCRZZBgQsvgHZPAxini+5c9VY
G+/Lix6W/mvJrX94VBp3wltdPRs9iG7HR+n2rJhnxJ6sRJ+8i1EDerE0HnS1kyz80oCbgLetz4z5
1hq0mMA+ysrsLczQ5hrIXXR1hqSXDpgK3SF/uXhNOxr9YaVH7K5BT2Y9S6PXMcvnxy1NyavqV3pr
VGEuYQnf+FTKW4cR6zHhmbnINtdPRHoJ6W0nk3NeTKsBjE7/H3vnsWQ3rqzrJ2IHDUAzuYNlimVl
SypJE4akVtNb0D/9+ajdu7uKZdYpju6NuBE9aUlBLBLIBJD5mxneF82xg1X03Oz1cbqhtJ8dJRdD
fddTxi8vMrsgy9t9aFC/DpteHLQWMWnbbnV0bGRV/JysIuqOnjkHn6K6Tf+y0sCjp6KxF7gunYa2
1Vk2yusTlnxc6mgMlnFya1aTFDtQcaZ7iMtacgY21FWrVOqT0DizZXIGA8a9cQDy6xhnCs1T6gkz
QE6bCnM6deU7LeK2cJsPZD97Ahm3DzTLfYshmJMAoDEa47MAU8HhCS2VS7cogj03cts6NwsKDXqV
x+1ujEpaHmLsZbmL+sqY9obowl96u7iAmA4wrSpKL02csX9YaqgvW28mP0hrpIthzdeVRw8wzPri
phy04M6c5x/RWLh05Ol9p5I8NsTxdZo64xtr1NMzp9KGitbgcksW5Z/CHS5avQp2qMnflE73NWaR
U00cY3Mfl1EPMEm6x3oUKRebqsrzPairAvl0UGdHQGhkPU7b50aAXS2O9lSWOgupw9AMSt8I8xrN
LrzEeSdbc4AguWLX285PyngQd+vCV1IOx6gr1E2W9M2+yVIkxRQUBSDZ9k43QLckjfTOognddJNL
w94a3Z+eg5X8AJjSz2ujvUs0I7zwyiBUh6ytm3PKUcjxBAAhuOxqu6kew3d8b3BE4PGu0jEZwZ4O
ZX82Q8Q5S6OJ4vHMJGlRWx1muhjalafP+W1fcvc82PngGvxlcTMLY37netWiCTaF2nxJXqVH69A9
5gRF0Yv+qKAZtMtZfO5xjNvkQoUFZ3T+Tj8qkjQN5LzWqZgBUeFCEp73tmU1B7hu/TEEWHJG+U9D
O3oQHwbajGfwDOgPOQIQ1ii/YREjNTb/ZfWZ0jnnhtV+mYt4ODesKuPggOrBrlBa9cXqJA3VqhTO
l0ZqYAWdZspv2kAmV4M+8js49AX0vLgvh53eH7Ref8fXJjmrMmEOi3K+iCnAnkBir9ysuVxYoHRs
HaKh5XL3dVfw7xJeoeib8m84/ew207gfMA9PdhTmAfUIjgjkrOXW2TrBxTS47Xea9Q6N4FY1EGQ8
bsHnQxBkrNixAOBKNhzfeXQkOY0lY5Hu5tbqzEOFJoP2K28nmjNpV+bDf/DDf7M7gVpNYVmsuKSr
//0/t2XOf2uu3gOO6f+OBfj/EvdUwEp4nvd38/3P7+F39fN7c5/6h5DRf7l/Uv9DOIZpO9hPIxxh
LZyT/3BQhfWHwbIQLGYTdh/6jf9w/zTD+IN/i3gbBvM6NZHFYuFvDqpmyj9sPGu4UQCDhz4IrfQV
7L+HHAxk4amAm8tPwJrSxCN3gSffw9O7VdBR0o5AyEXZiCBhyaUvbItXcQVgFwKT8DzBj4bsuLzz
ahRh68aokgKgX32FeeSnpUVENe1YeqBYGqGmE1j89WsxFDB3rFn4tuAGnRXafbRy+gPhWO9bovMt
El+B77FFngjvR6OYBrIyLlcQyezCJX/4Wkka5qRZqrO1HqnDpCvTp+Ik3t1bUX9H3vM0ST6eCRDY
0i08POCXPTLySTTYDEZToHSZ0z+eaQ21eXiWgs2lAHM7JsnPboTS9vKgD3kry6AQO0xWLu7QEoeb
5dXvrYtppvw0KA1pUbvGXaqzW3bSSTui/jJdlzoJ6uXxlkT4L69jGQ8apmAkKPI6rYNVonSmSQ9c
G+tEzXK+OEHpHBgO+98wbU+M9HjSLKHjrcKhGiauvqYjYsNaclPDB7eQmEADFUrBqmEi9PL7PDWK
KQ3Tggtoooe1iqs+HRIbYHS7j+qoTi+TqV6AKl6txhMDPaTh/P5wEkkBFC+YLAmR9eFEJbQTOL0B
H6DqCMpySFPfgzC6dzFLP6u00vxLtW1+/vLbPTFbdHBMD6acTjJaMyt1J7DnsstQczcFV2dR0Dzg
VHxW1HT9Xx5q/SE9aCsY2LgUruCrer/Vj+4tRN2jejnUlrVPhjBZytrWRTCc3KhXy53FR4Ziretk
QF13fgvd3hulrjM95ESdwuWr0nMgwehGZtf5XR4YpzTbnhgKiijcOohCMG/XYhCS/m01jlRY9G66
siJPMl+ew9mKw3+dRtmJqXpqOBOSOeuQsEIz9+H6oHsgXADb2X4Rc6MCw6Gc81lUZ1d91msGnaLM
KV43Z3xN04ZLyQEKZp8FHfbhmLRZAdenMUq6A9fhSngf01qqV78Ywh0sesFHhD+znrLIoKAkVckg
46AuQjpxF1RFk2PE9fI4DpwyX7UQf7/Ukpjg6lssk/W8CXdJ91RSwI8Z8VnnUFzLvPCUGuXj6WIn
XgbRPXhkxpoTWVhZPFWGm+zHlHJPUFAUKhuAB3QKFVWE1Di++q3YwViKzBe1ovVbOULrZoI53c8B
1rEkzZR6QDW+bjvm2zFFHC/4bzkHrMWzvKnMejmBiqgryldtrxoOqao8e/ldVllpGYUTN1YFHI/w
2XFWp4zW9lTszhO1yyYK6VrCoVHhnNDQsV4rKbcMhekbiteLboKhr4cyDTQCBwfY4QwOLurE+FEZ
tHo8c0pQK/nnQPnE9v/UW/Hl0CEhmixouQ+DqZv7LgOVke0DO7ytqH1c9THXxGoCefTySKtU+/v7
ITmhY2AF0dhYn9IC3WjjLoxAnHP/T7m4dtoeQwtnwwuR1SX7h0R75TcL+16ujazSGVqVgftPNHUD
XWU23pgd5IU3FMJPmVc99U7ess2z0UOQl6tUNCRF7TZOmu/1TKFMhxXCjV6G7sWrvxzKcJBSLRIt
lmcrJjO1+kFOhOh+aCpgi2r+KqbMObG8n3iVRZD1t60aXDG5Om3GvZFEAZDOvYae4jEuGvE2bOvh
hM7dE8vtwSjmw+VmViGdsRw19ThAWs6tMsBVbd3Bihicjy9/tcdDCY4PC7UdYTVw0yu6vQRzMNW9
le7lwNa7YytMD9zzk7vM7U6Z6z4x1iJzxcqmZEtVczVDXpqm5iD0dO/KRFylNISv2yGMv3OLEK9O
dsKmsIKQB4cTxlp9wYHyPuqrDFWSV4+ymRa8P9Xjlz/e440CgJBF3raofKBusVoNRULZ1MXCeh+F
VdjfmF1ZfsnC1G2vehf5FAomWuaeWIGPx+T6gRcMxwkE6sgUD9fGwLXKHMow2+P6Ze2CFC6klkqI
9ArNBGE1p/SQjWVW7t0KyEhyyUQwjqEicxNZDVgyO0YERGcfdl6g9o5VeaFvexUKpa03uZ+1wfYo
X5IPmx1OwkiKThD2vppA0r60htvb+yDpQnNfFSYtfuiq3VtB14eakp2OgDKqWGlnndDsq1lY4Qkf
28dLTnLPWER/lpWAA+zDr9VAzwoNi+1omHO8crO5V5jc13PwQ8sCiBsvr4enRkMjwzOc5VbDJ3s4
GkSlagSuwmiJ007o/EvzUyPqliKj68noxGhPrARDR7gBDTXp6pxmH45mBnESdzn7n7AooI+C+uqx
6LM05P4my2AXWeOpTL666CxrASGXRb6BUxhr3no4pB7ac6SlNkh6Tz+LO/vXNOuIrejRIa6rdCfE
8PHlL/rUOxK9jrmIG6BTtBqw04VSWs12GMMvo1Vt3XljfENLNEAHRZ5SyXli/viY1IgcyFiLLsbD
17Oy3nKAcQBS5paCWUWrqlttwosBT3PrhIrCU2Mt26EkfBClWI/lVrIB1ZjRPHLVeIzsUrsCvZdc
ZnTsji9/xCdmzXGRHDAt08XpeymM3a8jFFGBNm2gFopAVR3qOnU+ma7SjyWWhUcuj7BLpik8sYc9
njmAio5NyYQAXGLv4aCla3ZzHOvEgq3UjZrhGVFxNi68mFqvhxbW2Wtf0kUPjkP7ciWGF7mKdIj0
oI1djmjdMA6+29Nu2S16ztdZNOiXSZCiwmHW8vDyqI9nkZKybiJUvahO6HIVg0pMggYGozbDTF+z
ZiODG5XvszY7tTiXasXDPEz+spD+4YgDamb9Qa3Ec+i4VPk+MYsO/+pJ5O9qr9GR/ynm4nOGB/rH
FAQDPMSpQ+zk5Rd9vIYoNLBe8dD+XR9avSgYBEvEVVqA8G3aG4DAyBqLRYSHzlDyRpNZchvIHJvL
l4d9dN4SlKJAgxD/OlfMtTJDCppiKgA47Csv9y5GN8yuPQvM2utHIYcK+jto7SMD+HCtztDcJ72O
uZ/nsjqgktnsvdDtTqzQR2uFkheBsHxBCGHspQ9Hadux6Q3J2dFopui4HMhAJrRMV4R3y8sv9ORQ
VFO4K8JoNNcbEcyDps1ll/NCAyhCux0PQp9ysB9ofb081BMzxAFLsguhduOi2vTwrXIDVk9sjjlg
c7ptuU62OUCap/22YRyT8hDLn2rX+hgymKpL8oJuZ6GGCuwQPJVvNrTb6UREP1royyxROuGeR1bm
lPXwfUJtbBTAgnzv1VBpdgp8vbZ3K+iZKZz5i7HUTAUvECjDhvcj79nStZEHsVdJOqVpndjFlAMe
9urLJtCS7zIFYLVpGJerM5dL/G+XlXPv4hc2c9I4NjwcLiCdpMCL5ggUwKI6sSwe2VItBV5Lh1zE
SLRJHr2Pk9J4m5kv0QBKno52FN5mERoducwuSqDSVUzxBqUJ+MRu5zteccpy4qmVee8XrIXZ8AxR
TmcbXAg7DbaBC/jirhOz/PD6ibs/zGqjs1U8Torg2vfWON7knvvJystTOsFPv8uSPhbHB07/D6fN
7PtZG4LlrDWFkASQI6v2Wq55pxSwn1r9FB+QjEILddGjfDhOgTdc2tUwGWVS27tBjMYHJUxg4xYn
PgHEuQ6ujag4dcl48vUMmg6Gw2mPWvPDYadOlp5eMqyYYzjGETDruyzsrPcvT9VTaRENMi5GFOkN
+sIPh7H7ia59zfku0OWCyJjE2eS0lFnEYGFh/vJgj9+JYMZcfhHsWy7Wq03FjDvRg6ijVFAN7W4u
I8y0LHgTr49oxuEQySXeon7+6AZvVQZMAxKWNUPnhRouQl+OTXziPPf423Fztw2YmLQ7UTJcTZFT
jqIyRYh1oJoASMxqOvTwnXauAQH/5S+3LOYHJx1EFNnwlyol9w3m6eE0ZdMIOp2r5D4aMBpLSq32
K6AEbyPbKM/TIlcn7LNXokxkeofbOyqVi3jYUuJb5d5EVnIytW5EidNMk7cVCovl94zbUMPdymva
95Gs9DvE4b3ymFZOZn52EnBNF5wZtOrjyy//6Ds7rs45nVYmpRLaIKvv3BRmEgHQAm3h1NpZ7Oi5
r1PMeB8Bcjy1Qn8n4ftf2iXcBDfHxbiQDvf60BzUoIPaIHb2WVloZMqp0HrvrTMJgfSGVelJdkjd
oYZaNAsgo8Oem+88v236yG19wdaR7DPKsLd1Oqbx92RSTXGI87BEp2ou5ZuMm9YHSU9RXkI7AAEC
v9gYj1PjWF9Ekrb21VjnHi4LjWWPexPRmPCTxv70uzsSDy31T1jNkXU0QXC04U6MsMTcXW4XOlPj
jcAS38Ql5b4PgTeKFmBcNwbB5xxI+bnKIzGmePkBp/6B9EZn50d2KUifO312YhgfZjlZ+AfHhlNZ
PwITAva0h8iVF++xANCcel+iGbOQQd0mpwLnNY7Kr8o0ZBF0rQGYaTdkoWXdqBi8NcJdtgISVluT
5lzn0MbC7Oh5TT6iBiplMYd7N5m75E8ol8F4iQpwhjljYU3jT8vFZpAKX1QPcgcXsY8NQLnDiOcf
iKDkDrmnCEWLEb6J/cHpS8+7aIKmkO/KbvCcs3qyLXXRMsHmvp1KzzjalcDoBapqgWzRUHpJ7Yup
gzKQztmES7Hqx+o6SBGfxTWwybRPWpibgLb6tulvUS1BOMCIDf2yDyPo09oIfvlXbQbTrwQ1P/Pa
6gYk0twotiGoO1Y23yDJmTQXZlMM3UUYlkFzVINX2F8SOzIkjJgByp8TBuGfgkOVG+/mMBULVxFu
85U1jGEcHigGRvGdJsBr70KScrnrhWimn8WEKpbYWUYQJd+ItjQ4BCBUg4/AcVz70pCV65yp1BzN
r/loxAkow6Kxv49NBM0VfZU4jxK4ymYNcqxQbr5Lo2bUPyDq3iF2B1PZflukZj0cEUnTeZ+h8P5q
EJD/1ZSZwqLQsfPwHGoXrGivrhxInKkTiLOw1LW3igspCG41xOOtBecNDK8SMj+YUy+bXzV4wq/w
xVAFwzllhBNqVhi1zHVc1GdNWgzX+mTD/Kecp893aCrWLYipGOEhPRicRTiHw8vOaNL4CzSKDBiz
KgEPKhl09aGjyAi/MwrxNc1EobO259SBbKuP1k+jz3Pc0b1ZK/Ye7TFYH96YuKzDMnmr2sT4qZsq
jcH3ToC2h1Qbb72gcJsLqXeQRSPTgRoZCVVCKlCFtA95VmFRVFS6+StMrBa4cGg6PTDeRXpSGfM4
nAVD2n51ktwSN+HkMvA023a0BwJiu1h0ovl0hD4E5HWAQH0oRekNl04luXM1UVqll0D29elMDEX4
cyi5phzNHPjhvjDs9pszJ7L9FHMY7vZNqA3ceCHqNWcUgOuPqij16cZJQ7Pd10M0RtRewdOhn9VD
hniDH3KgzgqZymkHaR4VpR5KYXATVYFrwaNuXXWZ1B20yTBOrNs51ebobo4B4+8c3MVhZkKQHM+S
1hCfSPzRXYWixwdyt5keCwWI7JNWVAXpxq31+XwgZ/4FX6X9Kvu8Ga8oGiRfPWg1+dUE9wnvOlWj
w8gZPEC7oEvzXyj0GZ+inkY1EFiBf4UMzV7zKaLX4X5APMT+1pd9rL8fy9xQdzlaBh/0RmvfGrNB
8QilGDFfkYeKt/0su+xCyyuvPJcYiuA85Bj1x6rt02yPJoP7Vz8FXnkxtWNX+17SmfF1FRn6Vy3S
Zehj8oX0ApigEMi+YWCX6CpvuMi9WqK/WCQV+GBOjO4ZighIh4TF4BmXYtDlHdJUqPVonTC/JIgi
IAoYupFWE+yjG19Ooe5eGRPUkuuqi4rioGSZakd3QL4KUbZowBc7wKIWP79SWe/Qf43QiKlV3u/0
dAbSmLvD0P0IaOfXNwhwOe3O6qLeOpJLgMYGTg6cT2nJjLgTJbVvja70b64dhOknwE6pcZUpzRbn
sGBJ+XUocav1OvjKe6NLtdQnl/RIU0CgNnEADWbbOIQ49WBoZo15+CUzxvRH1dfmnZ2VbnAmDC0H
BmFlEMv1mD2gOY7d0NfUYyBXfAi0TOW3WWo13l2YVnHoOxnhCu2Jq8guLy3zg2XCDd+bCbq7V0bg
LazCqMmbvY6+Q3JwatlEh8ZNu+BQoBlWvA2Lvsru7CKzTD/1Mne+dqDgdp/AjVLjHaqKXTKN+iw/
pLQJXRZiguqWFzUDGoZ9ghBdM7HKv2rgP+190vbdpdDCcbgQM5N39NxYV9CSmhTfIigU6XmRj3P5
V0O3f+LO1KNGFDnOr9qz3ebnmC6cZ1ZULaFZIBIC30+rOSRUuS0/kzYwi9zhFKV778lWSp0jghaO
lxUxij3V1CL+vetGQNcQQbMG5HANQ/CjBtnHYLG79nSI9dFt/KXP339IDVFFaA4ErbgwSqNiSedu
B23W7Z0iR5NtLmG0qcjtWCVzEpc3ME2H9FJVjZedh6HwgNThFjQhLsp9prkrtDZpUwTPYEIAdJ4t
o/8GlylX32UbqvBD3AMS/gnadySE4iCSb+o8dH+JMsCNe9ChO14idgS+uEiMab6Aw67FUO5Iy35g
tyliOqPt8oX3RTnG9WdORjXLuIJL5ZyPMIzFrUBwzXjb5NQS7+wuVeHHkS+NGE1fD9nbRsy1cUZ7
MUK0NpzgGrtWl90N8GKmD1MPlfXA6yf1D7qtbQj7ZhLdhYzNWr/QNXdGmrHoHBjlE4wyCT9Vfami
mZqcaSQIskq68VeJPg/uOSq4FM9HA/rYPlG9ARs3zaCuNFNvWgfDjY3qrUKyghSEECOWiUq0BCa6
Il2hfYNcow2+EcFYPkO/Y5bXwowH9Jlc3vEmNeJi3I8t1KNd3euJeQYMJSl2eTib47sQrRDzMwhk
7U3ddKVzDb7Ybn9Wnt4Pb0Q4lVRbnFQY6mNkgh+BvzKY7VmrOZXxzimSxPX1VnjftVbX1edF/rYA
HVd5CL+MndZJ5GpA3u80LSmFtk8De9LLXTtErv69CqdB+1KXYbwwgvLp0+9z+6vAuf875O3iDvOx
bX79ajHgWCN5/y903UCu+94V5oC1zAPzlzffu6Z7gLxd/v3frhu2DYjW5dZIT4wMsUAK/4O85WL8
B3+6oBsp8XL1oNz9t/mLpv9Bx1FfsKPAiiyuQouN33+ht/wlni+g7VyszzzupFToXoG9XaHDUUhY
sLcLao8Hco/+3f68VxCzTTeLYqRq3znCFQekE6BtqB9T3UznqESeW/Rwd60k9TRuGBzSX41W3wKX
6A+tMx2KlkWutNH5bEApi+LxIi47pHqQUdt3/U9tNn/8/1XWTr8NhhZU4T+YnEer7KL4M/7+YJUt
//4/q8xz/sC3BcgRmt/yN8D7v6vMdv/g/9FvpZ4DolVfOvR/rzLL+YNKP8LyNiuNgtBiFfP3GrP/
oG/Fxd51KDcbrEPzNSvsYR1IwysAmCGQlOXP7y0sz4x7W2Wjg1ZRhGLHPE/TXYQu95t7n+EJaNJz
j18VSRJMi6YBw7pj1NRN8wH1Gz28DZet++XnPyzG/PvzV7UyDyqw25FAITlJNb+vjBy934gqtQGf
REc8WljoiZ29PNhzL7MqOyrmCGhpYaPqirD7jgoJ9BFUVdwTcICH5c1/X2ZVVOHoqFeJN9nHzqjE
jWEMIv846IluX09uW4xoRs42e81UVx82vdAa6lK5etU7y4B95jnjZRl1ATwd1UWn/PYeojP+eaO1
HYgbc3prO0tyH1XOABHMCoBYpMqMrmUaJeYNx1syUa3qYnKQfBIGamsFWkwnEKCr2tm/P2D51PeW
d4VMBUyvSR67MOzrPW6svmMZf6HCXA/I2YVDD6sGZbnrEnJreuxMYMNszKFr5tfbvvGycu/9giyc
8h5WNZ/ANeXeasq/HETyTrzfMytyja4uidTBnVCNnCblfNEBE+2CvktOgACee/ry5/d/upvEtrIa
eUSfOf6l4+l1XWhxesrS+LnHr3JDqQ2yqiMpj2ha9Z+NAYv4MZidbZlnXUVvsiGpKlrpx7bUZuRr
0XtuDnaFrOZ+28SusoGJIIU7ZQnZoBRdQk3OHsWurgmlw8sDPJPb1sQADv+DBJPk+Hmm6uCDk+d1
99mqZ0+/bNFacd5D1LLsi5cHe24yVrnHxOukKFWloeo7OfY7Fauo/Zy3rfbXpuebq+I1EmMdtgrS
9efSyI/4KsKoHuNUNSdm42Fh+p9ANxdcwr21ikCaQGxrCvySK0Z+hu5L1R+zYUIIoI4j4W0cZpVP
4IUG1GY1x2/bzmzPC7ss9ONcGNl4rOJ2GLfF9bqRhgIi+lFj7vqVmc63KZ34RUXKu315Lp77Vsuf
3/tWQzq6Brdqzze1MT5mikL3dYjGb32XSjd9HaL73xlZVtq9USI0uFJ8rl2MBcRExWfW33ohAtGn
2gM85t/mwL+PX2ePIJ50Po7td6h2jjsdxcyvUE2q48vf6Jl4MFcHC3SNKFPotu0DVZsRJQpzVHm5
32389avk0aEhPWUT90SBqjhzMKFWuqM/i0PAtt+/iufU02TtjXx9z8jr4qIysEvAawUo+rtNA6xv
JA6esEioj7aPAFP82XGVejfGYf26/uQ/07uGoThTA8ACJJNfWaKNz9vZGr1dlOaDvi3E1uAT+hQY
CJqN41PeqMSFyk2Md5JONKf25iXzPLFAjVWUTWEC02RgiutgqppDEtLfe5drc29fhm2A4uAY4hj4
hXKv9a1DhuWUIdpzZ561MVc2hoFTzujSlhn6FpeRpgKHkz26SvHRbXFcaRHzTuZ+H6Odlp+l4xw6
B5vmcvmx11u72/iBVwFKSV1z3FQL/NzRuoNF6cV3HTpULy+/FYLj3wWyClDZtxSvzBqhfn1uyuNs
0Bg6ymCes/MKyN/0NqQM+xd2QUN+LlCWlm9GyEjFDfQJN/nigh6XJ37KM6ni9y+8l+jcgs5siaqJ
XzkB9ib27P2CtoXgy8tv+tzjV5Gc0XU0pjFx/IYWvR9S4s92Id24Pzc9fk1I6Az0LZIkFH5Yje5X
ye72Rulavi2N6ktw3Ps2tRUWiaY5ni8zbjIIS7uIdQN4nE5xvJ6JsjW9RsX1JM2xcf0WFS7zwhVN
g3huZRBxkRlRVkN+A5UMjNSqEHGFWZnbpkVfneutochYRI3tA1rNIdnUJvY6EwjxjRlcX+WPWcwp
Le0Gocla0i2d+vAwg789bJv2ZbXdmxg78PQCGdbZVx2ixjOl1p3dVMm20+QaVQINKtJGjqp+YsbA
+zASO2BLaG5cVKvQ59ZTukZczr7JvXGHauxdgQjfxnld7cyGXRVizMLZx2mhvemmQmd7riOEYrZ9
+FU4I3raVhYqc74WgBXFdQWBGwCS/pang9p+OK1W1UtaLTy9DUyxHyyUoRTgx02/HcLCw6e7hTnT
1GBatdZEQsUC4GunjtiURyFqPnx6gsgS3SU1+7URZ2fKWyTFpXgd6PS/+wUFtYdPLwIZzbNBR2DQ
5C+unWl/Jtq0Kvx2oKu57euvQtbqnb5I0mDwLQL3g9eWydEQZbrpOv67FHg/ZNuCo9Aw24NfUnO+
gKrRHZKp2JZupGc9/D60c7LAnZPOD1UmruIsd26qMdv401cRy0aNhKNhtX5dJgAQGmlC0YnQj9yU
zeQaECgRuKElTpmnQrb3Mm3D9roDerExqFYhS31U61EFRM+zCwf10Rp0N3srG9eOtq2bNbKLXlRf
h705ciTs5n1aya+TNxVnmxaluwpaiSoEarhBf6yzyNhZqjNRNPJOmQYu+8XjUy4A64fLxqoSYQaJ
2/Plta8AQKwFxRFsm1Z3FbNpNWNBouy/f7owa3Mn+5N+h8/99HW0ShdFk8jojwje6Shv83S1/cMs
o97bYFO9r4JM8fQx8aJ9R68c+y4z2bhiVtEaCemWcBJ4ujDB8IjsDHjStsoW7NvVTx/zzI1DHu7N
Xe5nDt6PEb4sm84GtN0ePn1sLSfIprQ/yhZDsBFl4J1B83zbFrWmYuR4PBalpXdwzOYCWc74V5fM
rwMC/7OHOKvdVc14t5QRbOo8jcQOWNFXrVfmtil1VnGKaiZivpHWHp0abS01xt9VN6uND1+Faa2A
VnES7o4J1MadncTZ4mjobHz6Kk4dK9HCWEMeERlV42axoXhHbzE7AYB9Jk6X7uz9SBqB7BTAQzsf
1Tgwm8iU2hKpO809RZR9boBVqJr16OUd1FgfslKB47tVSb+iof9zUwJe83aMODCbcszZWQOVXXqJ
Mg4qTaZNh2HprIIVQF9lhZPs/NazviGV+V6JU4D0577LOlLVlOQoVLZ+HGlvSI9fJ9PZVr6TawCx
F8e5Y4BV9hNgDxhgyluc207RwZ754WtWR5EivOe5XedrcRvvs8S5dkCfbFvs9ipOad8OlRpdDS3Q
8c94Mu5MmV9tWin2KkrdeAg19uvJ57EKEKapInQzlRVuS732Kk77UOLwIZrWB9SgfxEteWCnYrww
tv38VaB2dWbqWYBpVV7iVVaOzo8oRj9x28NXQRq4ce30MCV93DYmTArQUVfpqc7rcwtmtZ2CAoY2
qOWtXzatd4OTn3GTaUF1t+2nr0LUbM22acHM+loURDuckb44brxxSlcxOgNRTRZBY7+RvQUIfPya
4Wm17Xevzr0CYs0QWzxbS9St6KYbKdQJvsYzH3wtXoMScBDis9Ee9UDT9loSXMdYdGxLiXIVocBC
K2eGantEfuMtHoJfXVwwtp0v5CpE0TPvyeZ8kywq3pchkud5tPFnr6JTVMOEDibGY/iu4pVkXgm5
bQeVq8BEzrW1S3S3fWDi1245+kUTbGqzPiJWop07Rl3Hj67yT+jP7BPn86bFJ1chmWHJV83Amo4i
Sn80o/fene1teUqu4rGr+3ScBrv1seQxbmdw937SWeqw7YevItIqgrFIMKnylQaUwCwQog68L9ue
vYrINIsVcGnsVmTM6RbHve8CPcBtGXZNwGdhL+JmbMlwJsadRHH0gApUvy1wFp3K+6c4V/VOK2Sv
HWsbNeaDSxV70zdZaxFFYVSLOppav3MBcwyWqnZGbd9ue/gqJgf671C7A3U0ouocTxbvUFvJ63QG
/7lOiFVYNl2npwh8IBScyXdWV/1ENvuUOuMzCfYRrksg8l67qLY3ufVO8uyxAx287aOsQtPAVdOy
RoOyMSpU152LHgQGQ/a2+BGr6IyU6DPOsywUOcPo0pNPmR1tO2CJVWyOXoeBpEfkjxYw770ukN8+
mJyA4m2pZU1zrIZcBPRqWj8U1XdtQLqUvLjpq6/BWj1acw1saO3YdaE81F2K/alrOtvOEWukVhMt
bkfeyA8fx3ddqV+Ofb0xQq3VnolFKPS+yFK+m1o36GrZR6jYr+NR/xNE1ipCu7ABG9n1ra9X2Xuh
ZfukibYdUtboKuShiym0cuWbAHMRYzYaBMiTv7ZN5xK49+pDEx0FiF6YxfeZ/TXEbzV25Mdtj17F
59i0QeqaWuNPRjZgPe3UZ0WObeO2p6/is5SQz3rgOz4tpPlQzOUbB7LtttSy1qrqKihfkTE0fgn8
Bfu3rtGuUOCePmz77av9c9AssqLomNF++lNxghuV+2PTo9cAp5aNJ6rsUvmpHX4Yq+pCz/Nt63CN
beoDN7WTTDT+3NfRERsO86Blxc9tv3sVnPGMx0ozpsr3IqTAxPQmd08dO5d97Ina8BrFNGjUg/vK
afwo7yWm6o6d3NR2NWKXbeJPte33rzZRmRZIm5ey8RF/+ZZF4g725bbN31yF6AjiMbOdoCH+e3Xe
K1TLDPie/rYfvorS0Ixk3FgmP1wYd3mvFRA9q8/bnr2K0WhE56pBadqXZowry2x1k8CrOIvSbZv0
b77CvewlohDlGTdjSY7a+zg3b+N64118LaGSxRI3uJZHB5P3vtXjt4Flb2tDrTFLmTsFed1PjW8F
OQ5ortm+N8Ih3oT0RTvnYUaHa6pjz8FKDPR52k0NxstiI2AMnfKHD8/HQGtHFTU+RDt9p/cwqodw
Y3V4jYVqG8wAIZ/zXSYd/xLzKpPjthhao6C8Icy6pA4b3wnCYufM0xUumxv7ZmukEyZnjT6aaeMb
Zf/OMurrRm83/u5VdDYx3Ql7QNNB2e5dbDTvs7Tedolbq5oGo8jTsEoa3+bL7DxA6Dt81d1t+XCN
RmrxGIFW5tX0baJ63+Cr2GnetiPob8TZ/3B2blty4kq3fiLGAAQCboFMMuvksssuH24YbXdbAgQI
0AH09P/Mtff+dxervTwWt30gKSGFQqEZ8/vbqvd9nLOG2J9AQSZ9i1ZYZ07a9+ixgdlLkdo2gyoN
/ucVyWBUAycc+kE0vjv2RfdSJNPGtIbWbkJD+Iy+2iV6wk568PZ8L0PS3pCO8TpiuozgNHSItUDy
cYCbTXeshrPXG0Ge62dsHTD2jNsEXEfIduo6mg7eI+zlRlunNRwkalml3tJNhbGy/6lBQjh4aPSj
twEs6EM/spknq5lvC2hsAJtghOJj56694ChJ1jX1jS8rLWAw4VPoyoFZORgf9z6tSkCBBx6zBIQ1
YSD8urD7o9sAWTmW9fr7Y2kz0xnOkbIaOWjfDfjbqwiO7Xl7RxwRjrb3Eo1xB1r9Ag+o5WzFyC9H
Eg144bz9qoYYsklhZdXWsfvsgzR0iZIUJpvHHr/bUgniZAzTO1llQz0t50SncNkAQo1OB39gt63i
Mq4bB2kw8iBIXec5BShLHKvNw5fo7eDASxqd42qWVRKpl4aBB9apl2MDs8t6Wb1ZIgSbqmTIvg0j
QHochKGDg7JbqhNK5rCs62VF5jb9luBS4QITiP/OLOz/HdhRn3w7KsqHl7OD9WuFlZrlFNKXHEjW
5HRsYMK3T4eFMu7oYYxUxQYGUHEg77rhdyqmf11O/vuB5t98x6YGKDK0246VoR2DMUs/gAHnJ80K
RHSfse4C4wv7ovtFXMlCPFopzqf4I1rckukZPcLL/JIlPb10uJccL203RDRPRINiPAA0qW/hXwQD
gE92gs1T4W/T0P0xcphUFBSJZVgGMWrtJ1BaV12CNSm2guKWer3qyUvbKkxWHl3rsbVgioEwG4Mw
mLbbOSDtkpQkWfFMKxrlzmzKOHhbInT63Ifh6srF9GT4tiZRVD+riHrtd6A8p6lKXZiZCkR52pVS
OTSu+yZOiyEJASKjW8L0hQUjyx5oOqAvzJ9c+ALjKpubkM5XeCbPrgK3Od3OthcA1Jk5YvHJJDZC
CVvAUKRgQvYj8tksg48D+OswZxwbQJvtULfZVZBARZXDaNsiJgDbOuf1TzAB6PsKCtA2AUR2rt2L
CNoxOZSFwGj37QwCOUfTTpOxojGAyQiecIEg2bGltVd6kagGpHcSsuK0/6uOupc6aY69917nZXAT
s8INDDNf19WSibs6Dg4VB/8NyhAbKFMCVJAqtKmvee1lMFQVgF4fWrJ7ldfsM0I7XNpVDLSdfO2m
n3AsOZT0RXuqWov2VjMk/ljpTcsnNGg1l5H8FnJzC4j/EA/SXaDktIHTREiXis1d9BAhf4XyX6uv
x8ZlFyjnnhljpBmrLmX6dU4nh2L+kKqDw76LlNPQKLSJZGOVoagM2432gTt2rPkLDs1vF5GPJQx3
bjlW2yjrvhx921br5DfHTjmAs759fgDIqvMIZiRlPeBg4TJokHa9uJvKQ4O/l3qpfrKwElFjhYuq
n1ZGd7G3HOvoQD709uWltnB92pKx4n4GHZlaklUUJGvDQ6XlaE83ATnNEaNDWYkpA+s6GSeCO3ZQ
3Y5pMeD69PYPsHIQgb8yJAh+EOU6scAZN83BBGGv95IJLIYcwxaOOxr45+mAFiBz/s5D9Bdrdg/1
sj5apeNmGNHoKsQdJQbUWzrN9Ji+P9qrveDmxCBkGhGG4XJzxwfif8OZdjtUCo72aq9k7SfXL8hX
Ucpar3VUw5PWV8nBSb9btSEROmtuu1MLe8QCSNUb6Lz/HeryVyO/X7NzsGrwV8fK2wbyF4fa/C/X
6/6Y8hMmKW8nJeiHQ8vbTlZwXzfetcuGABYn1sa/uTv8RV8dYFJvfwDtpnVNQdKonAjI/FECQT4W
dTKEsrTL6H1Ew9mT52WiLZHFdVnBMhxGz9yL4/HY19/rw9CnS33dIv+0G1zkYa3bwoCi54MUh47R
8Bp9+yfCIdbhzHKLTLUK6vu+Yeg726ZN+YeqU7CRfvsDztdAOJpwqIBZa7p8ta2N8raLzMEEi94m
399KVBQW/jAnxQ9sOoRs2enPUO//OLQn0N2GLFS/qUy7AT6vYCyujPx0Cg69xx6+247Z5AIAlpO+
Mn50FiG4xuFyqAQAu9+3Y9J7ns+Ai0WrS2TAhvQiXDVY9+HYe+9WteJiZoE1Q1XrOT1pDoO6Pm4O
bpV7nZhNmnEAY2iomnn1vvcgfv+YPWw3h959LxRb2mgYoyHoK+RaT4lx92L6HdrlF8FurxNjK+4Z
6TyC47yG/C4QM/wGm/H/snYBymV/jc//J8X8O/DzV0/frVPbgRhpOtJXpEtHlrdpOt3xRA/82DLd
C8bgiTgS2Nf2VRIPbTFl6QVmZ9uxmb734p/lwFidNUOVRdw+LHMfFQmQ3u//8ze9RZJ/yMn3urHM
dpuxAfZ34aIJKb+/sOwk/GAcTxSnuuHnf/6ZX3yBvXYH7h91LdUMmsacfMdB/bFP+Odjj96FsMj4
uBpEOxY6BEc4EU6LNn9ZMh2zHkBV6G00aJArD7weRJXJtEZ1Z0mvsEX87whx/1vd2at3AEzVq4MT
cVUzjjN+EMoclhIHw8Fev5NRl2wxvCOrwKoAxmbw8BvgTzy05thJdy8NTDcKH2jCxsrXRAEGH6v2
FjH9bCwPfdz432Jxs0wmaxBy4vBFK3j8BvXBaLaLxPAMUak/491RNI3LZsYNjdPBf0fs/P8fdpde
DYgxXgex5ylI5voDPOrly8DjY01qMGh9OylFMwQadr/itrWm72VP4ko1cXps0PcSQbh/9n7d36Y8
R7FpnNL3XsSaY+FsjzDVmxo2vTUCwg84cxXoKZ2+OpGN5uDzd581NbaWyGwFrCzhPJoy338e0c93
bPveq8o22qDCZSevZAFbx7sWju9PYShj/ZsF9S+x1D/E472wDPSScKVUI5pRHffvpiAY9KUBMmc+
4yCmwzMaXelSTrFYxwdvw6ngQSbt1H8NAxKdNQ3dNYm8LQbCp9ZwV9i8rnvXD/EaFj28wZvCMV67
72O9NRrmz9hzCx238Cvvo+jeyFbdbQ03Z1JrMDcdPDB47vdN5D7yAP0t77ubT8XHoUnlUuLAFjn8
29kW3Ify86mV3HMl/uuleSRhPZpjieReEAdd4xTeGpJPrA7aJ5N12UPYhOzgBruXxI0g7Y2Rb7oq
XP2/aDi9zwL2fCh87SVxOGtuvUdtVxEHna0Io2s4Lr8z0rhlL/80VXYbn9Ye3FeXFXbHEl4d13lx
wpbZBtVDaXFCYFeaUcG/HvtLdttgMMGyMzJxV3nSo6eos+LspGCfjj09fBvP+FZrnBFJV5kx4qVX
u8+qDX83Tr9IcfYiucBnje5mDZyh0M0LVNXRu5Sz9Y+1DX4HGf7VT+yCjl9nCQvl1J2WFS7mJVfT
DENhM6PYfm0sOtp+c6j+xSffq+YgT2DaUMFO4Gh33VnHcKC3rQdoae/SsICi+2BVaS+iYxy1ExCf
MGhDCM/diH5GIDqYU92cYP9+6vRgOIJCwNBVAa7jFLFnRYLfBOhffIm9iC4h0HI69OCWHZsSdc3E
Ep/HNMO9P2VG+IfUBVF4+/W/HZtjPJs2TeLBpgNGguh1Z19gXH6stRX0l7dPX7ZsapptbqskidUZ
mus0r3lw8LCypy/Cdh5HcR3wqoE37lmarS/TrPl2aCHvfcB8ClCmgD16GZjmzq9JHo304JjvUsGN
ADQ8KjzauehUZ9O5b8Lq2Fvvlu8GI7RmyUCh6JrwPom9+4kerOLtNXSQFd4Ma5u6lK2d7tplUZUX
k5dD772X0NVxws1GPEz2gC0nKeco3zLxOwjjbbr9w/6y19D5WTfXse81VdIs8h6q188T246Zw8KQ
9+0cZzRhngl1U4ktFGedqeHiT+KYFBU+wm+f7m0r7lP6uamatp1KydMHL5mX07FR3y3PtfUnvZAx
K1UfNes5DO0nOXfdwaLizRH577GFj5maQP/IysFMuLsdq3Yej23ieyndxteV9QyJlFAafvd68Asn
/jt02v+eePZKOgN1vkOHHxbRYgDOAVtPUjgKHxvz3Qp1MOlZjJINupb6rRiYHKccuJzsmCAt2mvp
sn5Dz0UXZ2i0Gh3odaKe70fgj471QQJ7+fajglJXD8lEsrK3Dne276EC+M3I/Eu9+Q/LdK+li6iD
U/vAeBVsHjH3ftPHaDBi8PL8CKeksWrAjCF5Mpk+PlFU12wxqS42cMiUdDtPOvOnk5MBC//okzg0
FRAqTXKoAk/2YEKRKeJIGi+nJlnnc1wreAp7gFIcmRTkZvb995VCbEic6NRyIrbnUFmoj2ipXA89
PNoLCFdvCmAZom4nvVmxawPAnj7xBeyc8sjbA6z49u2HplE0DXhSAmtEEVu3Vg8FjwG6O3Zs2ksI
Z9VpZ2qpTxqYOhBXIlvKLDpWJN8rCJFtxkSSXp+Cm2WZjSc0mUfJIWk4UAJvh0YmJlpqhYcbDdtp
8JemfBThMXlitJcPRlyjkV8P+hS2gSxIF7Q56nvfj33VXaAauzT1fVKrkwl5n6eeh96zNfLPR55O
9vpBIDc7P/KIOo0QBeVjN7MnkRD1euzpuyAVgTtDAjqpk5fhwibqHDsBmnNoYMjerqyZbTDiDlmd
YK8ZPoNH032nYLYdyuCA/H07Y1zM7aS0WU7DAJA5TLdhZhPVxwxbyF6Dp+0Ey6xkW05bEri887sZ
OJNjuQooGG9fPe409ciEV3c97Fqs2n76Mz/WS0j2Tl+ek/1UC6JPDN0zZWY5LxDUjl3ew2H27as7
tEHUjUFilcjw+9KTl56Hx9qroT5++2zeo/Y4ykifGn/281WG9amuIaP7z1P9FmT/fdMke/WXCLop
7EaSnmktYvPMdd/0542GAgCyWWIX/M8/888pNNnbfdWG1FHQ4o8ApscrTRizYlj1MSUY2SvBJK8T
pSieztjQlClkYAVgT38ee/Xd9tS1WFPQM84nucqtaPqpLZe+PrR7wK/x7cfNZOQDZR3PJ4Bpzbnn
aZjDwNgd2j7Alnj79K0nlLrZzifFnTgHS/fJBW188JPulqvjfeRG1HpOMuVJ0YsVtMxmPib7J3sh
2JDc0LVpLU/gAM9F6ySweHI75twECM/bgamjSMxBS+WpURMvXNyLIoVz/aGEhuw1YBr0LFxqs/Tc
toP76Hy5vrb+8Dsr+V8spb0KrCbWBhpi5VM8B+hHue3aEgjz/NBs32vAoiBAuXrLsnPkoXRuvB+j
GD4ee/Rua+qCMKjBz0jO8PmqBeCnUCcqvi5fjj1+t04DMZLR+XN2jmU/QIDbrpQ/UGAE02Nrda8A
k0uqkQrL7JwtQd5m4Z3wD6Yze/EXjLgmtYV4dB9h+7vpIYZjgkSyV36BzwDUWzJlZ3ezPgLtLCoA
C7QHp8uuFtX6giu3jVEJF67LMMtnnx5zEyR7py9AmnFk6vuopJA/tIP3EA3Nb+76f7GE/k3yBRsh
PpMBQCyq+6CKpEDfNXDM+tOhqbhXfA0ymFoB/Ns5GoMVFurREt3dWvV+5yeY/POmvddzNV4no9TW
9NxLb7mo2pj+aUl8xk7oU03qK+ud5Y/K1b8/XINN9Isf3S3fZAvrwbSTwNlvtWDgBaIRoTx1HVad
OPN67UQ+jT1wNflAJuzta7vNQ3IdhaS8P+Ng3XZ9LlxntiuvN6/+gxAL2d3gQ9La5aTdnLU5khw5
PXQ0SOWjWWob0OvqRcnU5bMTYFfmPskawvJZJRKJ0Ejx6QCDBfjuDznzXgd51CVNfyWug91zueFA
n7Bym4ydQZcn7foCCzlrmjzugPiBzffWrMuQB5kGRzPPNljDdxfAGCms73vULFWfo69AAG5KlmQc
Psmwx2mgTdr0Zy97/ONZT5EpKeS+BGzIwQDKaGzYVG7TK6hLnU+W4Q+wmH0gMtcZXGxAUFPK+Neh
ibrsR880QD9o5HTj3Odw+2q3LzeR3kU6oD/zAaZRS2FtswRdmaBxsj45XNmEJy+s16WoU8y0rDDU
bjcyLyCp/n2QGpqdm1i7Hn1h07hdQAkYioRKQx9bXzdp6TfEkoIndEIWlvZpmfYwwM0BqKbTAP1m
O3JWqgyH5qRAhWRloAzO0zAneRrSBH0jpqnqKEHaiFhCe32HrzXyJp9TZHZ5Fnjgdep+CL9NIMiV
dnNr8kM3biNnOY9x9+TmMKWvfAqT5ImompAHV4NzyUrh0KMSnTOrAzgiOJpo8YgOjRTfSzaNxMsx
32VMn324GiMb6/3RdRcgolf7fUr7ZmTFaFAMviboQMo+BmuyLlshhggkMZZ6NxtIocVgPXSxOIi2
4KCTaKNPG77lOF7DGIW08Eq7ATRVQHizM+34UIx0tWCY8njzFvBcx80s975eupOdEaOe6Mh0+3Fd
QzakmA5jqM8tiZcVhG0ehXCJ5Zsoca7h6ddUkWG8z1aHIhAHj3gFeFMqFPPzLIVFIzIopQghRRYT
0r4PunSmZxisdOv9EIJNGuXAQ67W4ZpZGYbeLX9bqIKSk8JkzRf6eyg89MzMJonkSxL3QVryeonb
7zj7pAKLpo9GUy4gJS9PnfYZ/Qh51tSf2y1Bm1A2+mN852Iv7B4Cbjv3ZzOIUUdlNHtj9DRh0fLT
IPkWXmUftNNn7vWpHyK8dYzGedJHmXzyleqC71Fb1+mW1yzrWWWtMfGdPzfR+KW1FPRZeN770s+Z
JUEGa+eYih+1sqxjeTd16feY0El+Rne54wVul7B3oc9j3B6h6ltS/M+jF/0Y29m4ax/KbfvYOT8I
Csmxkn60Eab5hXWhe1KZz85+OKXtu3TWCT35aSP5h6njq3u2aPAA+1CE8A1Iy5sTMb0uVg3Dzw43
N/y+pWCdV+PYirqawiyY7/WUJWHRRiQKv6Y0jLI/A9vVT2gh9+5wjeR+oLWlz1sbs5LBIMgr18al
9g4MCeMuMA8iX0TWRFkpBZT975ONi+EpYHUTXO3Y6O3kTbxdL9k2+7RK6Nr5n31ad/UHPmVMFnJT
HjwRWz9b0ETT08XcGbfE8+PiO+VfiaRSfAK4ox7faVik87PPuzEp1doaxE4bpzM/Qz8dzI9TZugP
AU+AoQC9OrDv+OrPCCV8XO2JxqOaWenjtsrcdy0Mjs810xLtNV5i2EcOanJ07aWUNAcydabfOc9a
WbBh6VSbp0NQ+2APRWS9LqJfVKls6HulWoYwyAfhrPxKVIY3KGOfBbAzXPEWjceWOW9XbxlOw82S
J4ehneueJovGtFMsgT0O/c0CwozjHXw5gYKgj0iX2F81lnBStIKHfUF7G4+ft4nEYL8ib4DlGUDa
zjVXq9Al+3EDn26ucz6pZEW8d9KOY94qbNM2R8XbLD+6QCn2wXCX3YPDMWNX6GBZk30QeNTta0ql
5xMM4nHdeRps2Mc5GkCHuBLAbnYnYxgRW84CBQ6tXReG0sUKvFR28QH/9s9oZ+P8ugC15uVubhrv
hcbdHJY8otorF98EWZlszrWvs+9IezHK2azS/ejV5WTBp38gIHg9+8HSNi8oJYdblzdCqOwM63im
7rIOx5inDcWl9Bx1DTY9VdfxBLF3xNeHnvltV4xuDlQRyTnx0LwwL3UDzjOmUfBB+V2PjowhUuq5
Wf0kvIy4N26fRtjdNVNutggUHZiL55Ods+AakGxR7+Jl8oY/wmZNxQMVZMFEG3gv+J8EIGdMhx6+
bctpZGljzvjL1vYU9120fKKd4fXdckOSX9FJS8WjnkOAt06ISYKW4CWR+i8Hv2QYmy+8jS/L2DAG
gTPasDBRUpgp3fFWbfIigWSHcDiEkNg/LRLow9yobQhfBi9L70wvstc07FA1hU16XH+MAi68n5Da
v9xErxdYqYTbWW1z8gL55/pzXCbfloGHDbAwoGv/lGiuee3RhhFfKMJzkJts6rZLYIfP3Ry1JeyQ
mw841cAjyfkegIRidn1SZGuIqd/7ADY8GbmaQi5I1p67ENeGZ6a8sLRtU4Zw9XxPk8HYR+HCLSqb
pl3iFyDJU+/MR08WfB3DHDQJH9Ogt6LwdeyWb3MLhPqPtIWRSqFwFnxsFfo+n3kEN8USMqf63uIf
PDomWNkgd0JtIezIWrbRvH3p5pmpokdr2/YAS0DyB5/nNY9a+sj7zr+aZfFIhT5bSa4TFFiXLEmj
Fxf0MIPhGVb9Rz/AWsyz0DOYDyIuwhD7vp+1zVAi6izTk/PAqzZpNhTarx9k6/Wf4Nlr3iUaIb6M
RU9KAGl/OJ9P+dbXzTewVdqHyG5wO7cL7hUuHZ23CBmHWset9OeYqM9TwNA+ikTLxbAvVHAchFcf
ANptPlov+hiCFROWjZXB8CM1BPHeQ+/evWwXSNZbiIbZfUbUan5CX6OaPMMtqyt9LzTxfZoot/4J
4LY9M6MgXc45DPrfpZOivJhWj8v3XCAYfiNjX+fz4klwq/tu03BUqVkkxrybE8nuXBiouYTmSOnK
LrR/tD2SwZ+DSp4JgNxBCag26zFUHC31IvOm+jmUsl7P0OoOwwdo1lT7AvME+sD9pjZVP23b9pTA
vUGW84qL+WsEqxyT9zq0YU7WaeJf9DAz/1vDiXnXknB6lvPseG5hwb4YVPLdSn+M4NkHLwpARu8L
wVWY9zmiiKSwbVIqRhdtJGi8FUkzm7BgEgTaO964uZgmnaBoTLWui8TF5pwq3bYVKopOPlpoYp4z
bLbJnBvbQ2rF4qcw64diS0BMnGvI8hC/de61uoZOlesinF1yWmnWXLe+KWo7fO1BFMuTtbFXCx1d
Ow6focbbio2MwMfzqKMwN7HAJcxjJrB9oaErbWsfJm16K5mIJDJ7gNDz1WTBQzMobyv5zP1LbCHU
3GpcikYDVacAfb+FEPOUNySGccRMh0/Ier/RLn6nA4AZAoUlGm03yW4frsg/6RfWZI+GZMU4BVgZ
QeBXvBNmKFzb4grG86OXoLfTFYyxbs6DVpCqi2RWaLS4Pi++SO+8NhlAvGfjE84ZylShAEDX4Jv5
/fQk+cTRvh7ACvYss1aMj6SX1sNeAYeF+4wyUrbjpNZzHDSReRcM/gxDZ1zcZx+jdLD8bATQS89T
yMmXdAE2qFyiGrWltPEUfdoGWYNUPrc2fIcLTTJ8WBR17+JIiKCSYhy9NV9u5YshQsRFxwU0kGll
AomziRtYdl8jZMq1AEyaPW9QVnlgvmP1flicndBwj77q0Bawyay7IsmCRr7rFtQwMXhMTCeyoW9b
nNECGZzSmgxDOft1KIug4SCnR1reSMF0uSXXKdTkHIz31MRh2evJDzQegp7xoVfJqU0FrLly16M1
9qNEByV5ZQsdH+ZBI60vOGu9ImhhPYipm64mTyxFkAg1vDUujFqJpDJZfZwFmcJNLnwCZgvGEok8
dW3wMv57PWJhFmFMp7LbuB6qbsV+8jX2Z2vOYdKJAAycGeZ6QdSQtNwSwX9kJmb5QgJ31qlevwxD
zUMceeK6XZ401HqIeDNS+uaONNLi7r/e3qXbDbzrZkfulzTt/FMKctKK9A2pbjm7iMSvVhiPXTs6
xOqjFnVgPgyzDgpccE3ht03U1hTx2nil7PinbNU6N9L7a+vQxTXi1jef15ZfuJIwdonQ149kjxTO
qUzmCQ7kE2S/HWDtfngJu9BW66izk+0Tct/hSu2zQEJVrFv7ncHI+l2AktYzD0LKgClQL7E1d+OI
neEutWz7M5Bt8DoNccovYcOhQ3ft4rLHyQvnZ9/Cfxj29/EjnEN1ntINLiradxXSlumVoeQ0PxtP
oudBrUkBkH2DXvD4NU2HJd/G9BF3efAYAHOXzPnis3uEOHPd5jT8hOjOTl3Y0i7v+1VBewPYSRhb
r2AWBIiyw9LB+GiLmFE3l0Yn7ISJAWAYZdudo+mfacrUeyjLojvqd5hwRMxF49P3Ip77T4ET67uU
yvY98+UCIZUWXTflq99kdskZzm/beQMPcbtQE7JXGqzyTrVbmpXtMNGid9qt52Fu47sNgtzok/XS
5IUJSwAaCNWQeJe6T4wVeY21ksL4YeP+n42qN/UpjindctP0awpxcmDsVjY3h4ur2FYHI6B0DjYJ
VvQ0LZhla0PGtmTUBN6dCSL4C6BR2vp3Mw/q7AmI9kWdDZwr/FdHRUiLbIuMuteRjNk3nMX6CdCM
0AsvspFN9NCuRgBfzAaD0BrIOX0lWkj/3UQ0kScYj2wDTDYWyq+jZzLx1cPKBIQt3pq4Kf2l5SrX
cYPDVaZ00hSzQNZt85p4hIh8izfd/FjTmEwPZh2N+w7MmkWCz1UaY/cWWMixzFu0wLUn+ELVYTWn
omnfrwGqWadxiEh/VgkCX4kzOkuu001QepqSPiTv0CbWxvdQhJOgDLI1zq4BGgHXnw120f6dXlQq
/WLLmOF3y7QQn+awyEmR/7k2FNt7FHuSEHUdiJDd/bKIBZGIDwlyKNlj6b90KL/Yr13cZddoxM0p
WXqbfA0W0nnfety7o/CzjjGwnrhW4QVmBzL/vNamAwFm1mtpejannylcKtRrarmfflmWKQvbMk4m
D8lKPcSeeaHWtSvLvTBMCLKceu6LrCYifFpcum4/IxhYiD/nBv2Zp7QFG/PDJviawUIjHudnUMvj
bj0NBn7FVdZ44fhMsT4Rg30y3xIE4JESlL/5gEb9S0t8bi+k453fl5Gb13nMBaWUAWww4kSN40s7
FRuSVCTWyHuUfd8qpIi2yjrWza9i8UZzHltPZddlyXSML+YyO5dTKFbzrctidNdR3mXLN2W7yZwl
83uvyDod3DcTq2kxQR+hHra2jRg+SdKgvXXBvVExSzPhhDVRGCS9ahdlKVr+p/phZOFU2XpNP0wk
3NSSq9g5+W4TQuQzALQ52hyZJiDmpe143myK9IWB2auvjiwoOfBMJ/miLPLnXGlll/dJYBP+0wDW
k55c5/u8pBZ2XmPOFlBTLjUOjg8NzOYw60jQk7u6BQT4XrJt/JwhfM4lUSoKRO43UMK8LsK1Ho5c
m+9Vq8O8rpIwDpI7hf2m/cNa0lQ41AbZ1xHpfcKLOGN+8wF4NY40qA162ugckywmRYo4vaE+4aEV
1CU8aJ7S1vqumLHgP3VB3J9E3dABS63Wd6OPmtwjKnAkfk6HlXZ31szZd9QWv4D6okIKSBBFU8MI
6lH4YQhZ/Q0OLThlsB5hsmnn7lEpP0PXAyxz7FUkKS+k24DQQUeLf2mSmYjHSZFFPM61Xu61lGP7
B5Dn6i9v6palXLWHzxityWunb0eKrkuHD2KN7CtFRqNK5iYcPKHUU2subNKf0X6f0byVliE5weW7
Ab4xXXEDgUi4oGKp2ieLBhswRdNb7RJWBvNrZ12ShzF6Kq64HMqWBzKlk/dMEshSIXNLBmauhjKm
BD6K3vwFHgV125xWn6TtLW2gzXs2NRk9BWjcmX6uOPmYwuOoxX6D+wiQy3OcLv/D2Xf1yI6cWf6V
QT8PNcEgGQYYCVi6dOV91QtRlp4MRtAE+ev3ZEu7K11MSwuhBbRuV1XeLCbN9x3rJx32PopTs6T3
usRyvVu7yoS0wg1UhfOk0cuY06n4FEFr6JO3TMUcra1xsbpzv5ltWM2icV7L0s0+xHkY2guL3ITH
lanvsW5G/0CAcrh5NLR+Pe0lWm5EJJluv/sAl2woUEIToeiG+EkjffE7nF17Gw7CKhIktmY+9nJB
vNRSvvAXlTsSjvpSZsC6Hdki68sohG7EmIDa5Riwvv9sGosgQ2BxRdU9IXtQVhi6i8XbV6O/fgEM
yreTbmj23RbNJgM02q8zvWiLxR8enYyw4NtFCUzwBbCkANZX5cGF7HWNewcp1ojm7rDcaJlxBfMc
2FI/Zzm5KR3GwM9gqCGnYEFEbipnzWhsx414ycxm7CFNO9l7pHy7/rPScr51HN88i4y7j5AEjduu
z+B/2js9oB7btHZOmC8QUb1Vs3rGMa9PnVtDqMkqVMojtcfvD30h5RAFCjtbqJysfoH33IZDAN+a
Uv7CTtoq54azxV4yuRUi7TOEiSRNsNrdgKKUnasacvBR/I17XueZpwILzHqt8h5++HlGglUYDNhW
75cJocVviMQB0mDWxS9eQHYgaYjNK44DXaoKtwXpuV6PGQTLENDQ8bGwDBOpB3AMw1VJqsBB4DFq
JWINY0eQBCIHErhMtEfzDtdbuaOKqCcUClT1HRU9Yg0sOkXuSryR0CvPo3mE2/Y6LqEG2utdYxDk
fuQpvJ3Hvs+WPq2GrCoi6nO1fJzV24e+a9r2ZDnfGvwdtWPusCovzbWX8+WEybL0UiGU0+8hCubL
LciVLsFtoutSHQSViWkxNy4EoKg6TvqF4CaCxJcjPgsAbJkKegXsaIEMf17X8c44RTVHXTC5zdFx
5nbbIVBv+3ICFIGFDcpOT/nWW1w+mcDhqBeS1NKfsGGOy9HrXYywRdmdVlUEd9DjD/C8ILEUyB2i
RzyfZy/OBoNEKuD5Wh+BnNoZDyJD3K9R6JxytDrVG7Au00yqO3Tg3Mq3YhtMG+GTQoSDqAusAbhj
NnMbFUOmkMiPOC55idA/AaRmYWo62N4fxI6jaB5lv9nMRBk6AYI800V654vQqeY8x+Y+YG/DzaeO
q83I5TDCZiRD2tuxwWUMBvd7wrMzOyg9kjyekRFPoC1uqe8+9T4mtHhepC4i7s8M7rWRrfVTyRC8
FBPgGeVLA3TOD9tuKopHYjfcPXLHYe6RcbcNolbShsY98N056rsZYG1YsNXmcQVfJbn21aDFLSpu
yjlckWuukmnNAqzCdPMxwUjljp+ORk9IGMC8JG/RzjTzXbGqhX8y/FLLs8GAyi4C4zY88hte05sm
XwhiwBXWjKI0bXu3IpKiTmllSLuGAeIjZkDyRbflod+MCIzBSW0xFPYrzwa0t0uTXRY9KbeD6xPb
XUoF5iFkylvQAKAK/U0Cryyu6JZ1kKtlpO72qGJw6A0so5zhmtLetoDR7FaVopF00SkEkKqNwBMG
00e3tMZB5ec2ioPTABt8IU17/oQYVqrY1VJVWOqx6LVXExDxOoJjaDRTiHQhl54IowHW2WB0un0J
5dD8sdBVmjhjLBt3C+7XS6wDpeqk8TwxxBQdS2MdDrpdixQbRoNV2UegIOTEzbnwDv1/fVwVpbTH
bCRcRHA+5TKIkS1CcEGVWQuFBsj9Pj+y2XobZpZR+fu183voTwbMdiGYBbcO4ZXdqnjAadCkvp3c
4ZuXQd042B1cf/TQ4IxYnh9Vtw0cijU43xEP0xZzoh85jZY7RhVd7aF2hSeeJo1uoosFAINV+MVL
v/Ixg1ivvw542dhnB7+NdMICKEg/ped8diy+s9hm/2o67+ynzOlri+ELCvAtrNYsz6/X1jVYVvTk
MVzgfg0AlkdgD4NlDIlpZfdZrtjnIflceUu+9Tg7A4YBHmBh6kcYyGf0L/X6aGQ/iesAN48co6Ko
tq+6AL/2VlVLX6d+7ncOAKJBeR3axZkub32M+7iWqeR+kCqMRsN3ofxgEeHoSuSPL9yfxIMLsLlE
oREYrfFDIqC4flLO1Ds3fQ4K83aW1WCQwbGKhkZ8HpDUDSOo0s2haMHk4iTxlZdqjsWHJWgGnYYT
PK15sEQbWNG+Re6g5iWPScBGcVoUuNELTNeCXWAs8s1911S1PvLcW/qDMzV5++YRAtyKnWe2dOpb
ZwobThfnoifIW7t1JjOVuMehaTOSmIy7ZJ1aoa9KM8K61QaEzw9bA6VrJIgBbVl6TYfQJJ0746dg
RmUPHkDTiHZo7Kjm7ehsKKTHyIqkzuawqNxbMU+htD1yuR2n/dp30ttr8EbLrqnZRp7cYgyCY1mD
244UaSFpSWClJhqgRwfqCoSWsYGTDprSKfJYWzkhrrlLpswZo+0CBL6kxIVZYEhLxwWDyTqQlmvY
oDRQhOtgVRDrggf+frST3PbKtw7pEFJIl0mGtZej/Q+ohFtdBK425ikw6An45rk/tRcYbEueNkEx
yftlAdkYNzlwb/htIbG8KbuuYacsb7r6fhE4MKeVitocyYSSKCB48FzsarNuwU018TY/2krL+hGL
HuBVQOmYlgdAbaIFB+MjdbAk0YSLWTkR0mzYqmIw21zItIbA9RzKzV+RyUmMG0mJSNc2aUFumumA
AUzjwI68UvoGz+kOLArkZSCHMbvJ9d7DYYddUAZFvT2CDwTiO+NKTuW28Qss0cw5UScDtB4ygjxG
eiamBd2RijG1qys+BBdb08N07tK1H1+XcpLAtOsJYTjpmCu7FqG7gJwAa08hIySDETNiH3Vr3trZ
F/SmR5CIoek5vNgFpmGDWQBc2ORcRbJdljpeW33uSBwNuwp05ncHBJJuy37o1OTF+byq7oIaJC+F
NquJe/A3FXgXjnFdJwXfPpZxI3KJhVMNRmE28trSe7e8mvxTtuWVvQPT4o+gkIpMb19eF3j5h6p7
0hyIB9vugZTLOlwiKkGPDw3i1THVdIFvL1zfMevPOgSVuijnqeXJNgUCoKDEIBKCvJ7AE5bGQLg6
jP7lRFqzROOKEtyDxluo4mmjtI7g82DQf/j+WW89i1RC6n7VzGi5fiRLnZtLPW5ud+SocNzOnzPP
4NuR4zpHpeF+9QE00QEkGwhHGcDm2GQi0+E8bxPM1DUejbiFnhf8RavlWjp69qLVcVyNy0QMGtYf
FZyPnVTArzBD6EBeGz43DjIWSl5+Tecn4xefAEAjqiPID0MvVxeECsape09rOk6YtUFp6XBqfIST
LB46zzg4AhJ7NHCgFPPyIbuiBR+XFPdPxHrOTVfO32Nllb3oN94Gz9pOzMfWMlTTcQVIb58Fb9V8
fY4j9famnbKwRW7TEGIMzW3ceSCt8LAFF38j1lXyoylgmrkC3dciTgRD8QZMa6gBVwXoYPWD8X2a
nEGE8MjRBTi/qoHk6aG4g+LHxSg0o1/8roJIFw9E1MUghlTOIpNPXBEJ50FHQM0C+s300I9hCeuq
H/YCkhgvgoxDT99AkHLgxEBqyPgOmGIrnZCNmFurMMDtddzCvOlhXArRt4CFM7VwOqPnqrM+K14R
FgC2JpwW9DENu3Yeg7KKlgFR+BhACbOBG2uvgCop/k+jRyRNO4HYgW/1xohA3AZgU4xDFiHz23v0
8NPOaV6KXB1k8TvCjL3bgo3oEIF63VOjE8AE2wTRvZM5h//MJkvsavxmj8x5a2PCqn4Kt7UIrkG7
dlPMMuQY/HtivF9Dstjqd23fmSYh8qXyH9ic/ntytrOM7u9Nvo03WwzdTeKVdwJoRRn8e24w79dk
rB7BozIrOU/xfCRAj+RMLg1u02b/z9/5H2SveewXkTIwMDpCXAlOxMHlNxR9OZ7axekR52kgNANC
PVdouOByoDfWALPFZlU5JAJRgs/pn7+JPxLO/aKRzC1g79LRPO1RzNvEJUxOl9DBDhEGNZDoIMDF
vwjN+CNd4C+yZj0YnGqex1JkWwz8flz7bIpVjgEXQQjmHLSLcJ0G46hdu39xhP9ASvlr0FYFqSMe
IzRImUC9zIgEpWQAyPwvfqE/evVfjDgK5ZSGFzKACKr9qLX7tAiV/Qvnwx+99vkg/t1Zjfl8aFWe
BSmYZ2wKej2UU+P9my/+i1hydN2x6ycWpACfE2iQwXi4gBz/+Qn1R+/8F6VzZkErBrJkaU4cg4f5
nIVugcf+v/fq57/1744LrZUHoRuOC91axEyPEoWpW3//z1/8D87QX1O2mAZ3qmyF06Xgkn4ZgElL
RNhKUZElaKtCNcFYsIfpLVD/VtOkF/xyCyhEvnAkYgUpmn2DZ3/Q5qpygav+81/odyf1/2Cg+TWY
iVerBzwo99NWyALQs+zWBawK/vle3ZE9+Ri58V863+3YrlTVQ7WVDy7OtGCfmXIqsKTkRYKi0S87
e4Wi4cgxi/313f3XPwS+mb/8N/782Sts+Xkx/vLHvzz0Lf733+ef+b/f848/8Zfdd3/13n6bX7/p
H34Gr/u3vzd+H9//4Q8JBvJxvZ2+9Xr3baZm/P31EUl3/s7/3y/+x/fvr/Kwqu8///YJmmU8vxpC
7rrf/valw9effzu7fv/r71/+b187v/8///a/QPXo8v3XH/h+NyN+lP/JZQTx89KFeoWd1dnL9/kL
8k+BF0giWUA5kZKdzc8dmnuLP//myz8RlwUuIURyFgAd+O0/TD/9/iX2J48L4hMAfZwSDgfo/3lf
N389Qf76SfzPyXzQy3q4wP7fmcQJyg+ly5gbBPj78K9fLsAKkSYwHMFOQ+QMmdQEeqhZEwsgGNlo
PPX4cJTa7Ii38xSge4vR1rdvvKymaKYNixq3Kx4kaLgVzVBF/YjFNXHwuFlzNGgVDyst6rAogl0G
3FK2Xg5+PgBlWMMe0FCbluWDAVceA244zO6caPQDMAiCQxfSGQEEfpIipPXLaIL+wpMfWmOopALS
r6wOfavrGLFHcZ8DJhMaC4c6WgaikVJ62XU0Qgzb7SAJ+OpnBwvJiPz2xgHL125Qv5LtulgWwDCb
hxGMDtGChOMVejtHXy6OhAbcidu6OpJmfbXIcgtBbAADUim6ayLdtSHssi/z6oDuHgsI0GGaC7JY
528Yi8JiObrqbRwltMTihdWJj76JyXudui+lIImwz8B+abxiqt9z2cazoXVomDnqiTwOTbvrzPI4
1f7nVmwqrLFM9tuRriIuEcSUinq8aAyBjh3sm+PZk6ydPYduxHdlOkEie1yggokk+Hp/ufNsdlyK
zj7BCx8Z8cDlNR80fk/InGBJiGxvr3VVeBFSJqdd3cFEUPHidqhYepa5OB6HKhUbsn0r5kreNnC+
P/VKDA+uU06XJOufxpFC9zC+tbJPyCKegTeFDRleqQ8OG8L3Xt9XhYlaU+bhlmOeb4sxjxkUQcgT
6PdNTxMuPzbhXNYgS0fQfTEMcAmEIMeA+gK6Ce8wo5Z6FkP5pCcTDUvbAiQiGqxlcddt6/2CPNuP
bZiWb6GeszOsbtd3XYPIzsTNVDU3GmKSZrh1IRp3Mh2i0zSWHjBNtHT3UYsGuCrk7XZBNzT6af+B
+9I82al7RBa+CW3btfuyX6t0qLIuHAlpwql3UdGJHd3zYijroqB7DLhIQPCWW3NLmTqxzJlB3PfR
KPyoqORV5pIwa4EgT+W+rYJbJbOnvschXYewro9+A24XxQGhZLulbw8ZWAaWXyp2yBD97LXo1Cr8
vXX6OAe0o2n7KKiNAv5V5W3U9ycks16btujhXotFcAogDl/n+URZHwJIeKCFvC+bzy0/5Wv1SNUJ
33rJ0J2dUNQeQHa2tR/S3DIoHr1iii0C6aWKCyiT8vokoUiEiRLv311PizN+IEwoJHawUOXfZhT/
3QN+M+gMnCJkKOjRwoIYdUP5OKzkRm/V85qLK7L56UYbAKeRB0I7RAlcJPgRgcXNhSy3cJDqYWD5
reIHzzYHns1Q7ATuvjU9i3IrBhBn2ArpnE+h8uzeMc6PxW57CkR149b6EmaQn6Us3wCwFcm2Vi99
DrtzUZBkmL0r0OOQEzgAY7oqWD/dbchfNqXELdpmIEPIujEmuG8knec+FP48HzcrzHW7ySmFJcEP
gZri0tK2iCoH9Hcn9Q2FjFJ7/V0tlsta6l3VVJB1b2vw1HAIJqF88MOBZg9ohsD3o6fBRqicuKvz
Mg1McYR8bj8XzuVUk1iLDf2D5m2bQZjCzACvCf1AKuu+ycYTSkPus1FUEa9efcwxFeTJiRVznnaN
mZCcvrpJPgFJ9h0fYkKEVQ3vmQW32HccPgV63Xk/y9BCDcrsC/CSftuiRk3zs/DGHPRZXnwt2WJD
L3ABDG0a+tu9rVd0n4NB9bjuVNhu5G1BTciFq4sMpL/oE0CHY8JrIncGsXaHQcB4UpsAQrHhuq7M
Gle5T/IwGwEqecNLSwUi7TTZVdIxeE5s5HMeoEmRfeNHZjvnRQU8GYZnyoeXijdBmGUvuj06Woq7
ofxSpsH1DNKgHqpwxUUG6TIuDrQ1dix2+HVJjv4I9lLuRu+z19GY49JQuEMOJ+DKB5QVvLGqLeJM
ZPsm9461IWmN01D1OGW99xKNI0XeYfVcIyJ8SLIbZE1hQbP+ZbNAGQOQKeQIcSLrC9SjEeXOKwGC
zocWai3Qr7tg63nS8J6Hq1ju3AwM66Iv6DkvsK3ukDNx752T0SLS9M1JteKKq/LNWLuAPbAXAr/e
rOFW1PclhWQ2nlgW4iSh6DDdxK3w89e2BEO2QE0PZ81kLnz/fsD9daAENo2z/Ab4fz1DtVrvchBh
i5TXEiVWoj8YfWHyF2SBvDkGF/VwnEEuBs0QTi2UlS5PZNvEBddx7eRXA6pqAUtfBrZ5RYjIgQ2P
baNfBAwQIe6CJ+GehZIAfJOOgIsEUQQ6lMGYJUd+xVReRL7uwmKGFnIboZM2y3zhLPUtxd99BvWg
Cs5z4LN2i1p+1UECgsUrwqB51fgi7Gd8yqv8QtE0amBoLASCiatgzKOiaXbTXJ5sNRwmiGtyhTHD
AyAZ9PN8QH5CDpl6tcbKr6GJ6B8g/vzwG3WymsOX0GZxiy6cFmewg572fuzn+6lzU0DqX9QiQY7m
/tfI5DMwfkBk0Ln7uPIh3aAb5IFwx6zUdUBT+NkZizah7ASKdTY8Sl4tQzUmxFRe0poKwdXNi5uD
GbED8PKBCotMig0adfwyZH4YbHXopRyj0SlTl0Ntw/VL4LUPjpvdusjYTodRpSAQJTRbiPhQW1Pu
fNyqgBClLp7wdS+jETo/xSDptbvJq6J+UlHF4HFlM2BioLaASIH9lFAAEorJZOuTWrinvu+up+rg
A1QMyUIJtIs4OsMasq4+dnzeNzUPoQg4IfkY00E/eeUBDzEaQWKYVg3fba2MmS2ve02BizrfM8A3
JTkSEMtbtx3uldeC75uuKbN3TtEnFi2Wr54PMevE7uthfCXkp2293dT/uKt3XMzJzd/zYIoKrzss
ZIqss+wBje9qqHANLhuCsa67LGDQE28ZPZL5ycUVnXU+3PHJoo7B+txJ4ABk3dfVXgJX7VyIg4s5
duSTt9aRWN5NK5JAIzSqvirxg+BRInyc+Oz82JLgoYK0vOvtHjQzHhft27mcMBpJR591A21dFkQw
n4UC5E8AzdSeLgIuAMZPUPSB1oHM2pnuq0UwUCVFCI3IDxG4lKb6lPtQ+/QCxJ2er6oC1CQ/2QaR
wKwlV9YOcTn5n2cmSFqoM6Ax2rujkxIvx10XfoMGKk+qyngIOtDK/S2rKcY3+9GpYb9skIzpGdJU
QY+0ZIcmb8KeQCIIhcajqEwyiuHONZdU4zQo6O1U/nBSxxvCHOC9AshKj97W3UgkycRbC20akmtw
n5+eBni90D6eZGXmhp7Oki5YUlXKJ3/WhxKj05XTlGdkOnOjM7kW+oFDcO5ndZLPrYU4aB0iYmHJ
xGdRCQh1RjKFrTlCsjm1luCm4/2wbIPeEr8CtOjQtk38TlZetmdw3kRNBSJhOKuv2lsYcj4YlA6x
BDEeMdufysq5axBgaNcx2VznGl6OayDx8DV9Bf0QZwEWh7bweximF+wBNoIl7X7aHjs/D6XGAe3N
watlXGzA0zkEoQi4O7paP43+ti/l+oxQk6eaU3SAg5IUwGIp5pqenAaPxCUtLqFl20PeaGHrmU7W
DDRS/gwrCKwNDoMWqaN+WhQVxY0YjlVVFaeBgefyIUTdwFUN2o3afnqAohVanTrGovOw4pA7S4uo
B9xUqq27mDsqYjNChsbm8VG0FrPuRIpkqbZd5as1JGhXR2zsuymxBSwT+cToql8ZlEVxbZGOm7cw
mM4lEu9L44G0nVy/i52cspjBxK8jh9M1dJzhxDNVwpuyIs7U9faQAQWHBqwXdKP3Ddvym8Y6XYRW
YfWoYaSEghGmW36NqLf62kJZGDJXkdSfuzaWEFpuG/ExS+8gLcZXmIhZJ1GI12D0H3Awis55tqLP
buCGSMBeUDh0oT5fM++waU/t+RQ8WMe5QlK8xAkvcEaq3ooUafpuFBDo2mm37XuBta+HkVLwwnmG
ldMgXZtnbw6TNxVxNEhITOwura/Xim8pXWpzQGCVCMEE4Xbg80T1/bGW2R2EaCRE3slVUfZgBrru
BvAWPLXdV1kFSaNHGjNQtAAZoU2v2u7dZVV1U1a5+XLhjtmLRjQRJdBvlxjdBg9U+8IrZyd6x1yM
3O8iZuCENGUZDeDSLtCzB9Nm7oTCEucYzDCTOE0Re0z0UXM2FEDFzi19n6nx0r6bhn3pUydeBkg/
NoN0RD5r74D5Z6dcjZufqiKIyDrgQJvAh5SqTrshJPjjUB+gsrs1RCKFmEdFCdCunr/4NoArAGHA
YLvLBveHwUzVbQx+mQGzJi4WOkGp3mJ6HF0H219fMnDRXXFtu83sINCeEnhGaZhtHfpuIFhLV7RD
R26wwk5MzJvS9AWCxjtPUbQ48ot+GBK4UK8tzuxTXf4MvnjVZNovkv90ZRXXXf2t5yAsTfYuuNzT
9lPIs4j7yXPNvW78h8C2xRFe0E+Hs/dAm7e+Na/cme5KYOeR49PrttBNojf2DjloCAFRAogVI7Md
DwalJx7cGWX51WKJPxWsR2BL5uYhSCIWgv1lkHbWSHQCQWYwSFTT9qxJkKe9U2Jqh5O2Egp1Kc4G
VPKWKlvsveZNuVMeQnCEEsxgvO75wFAT1zQxm8zl1pjiilcg4YJVRK3ogY7P4UbIk8EjBDbFB3Ne
Ccvpo7AdJAcdLC5NyWwsRpTj2fHY5/lz0xX3kFVdZYG5UrSGjwnDlNq+Zsg5PTx4o0K7GSixIkam
HA/h/MaCvCSrOKuYETvvlHeNmtOx9mvgGeu7x9kReejzBRf5T4kxB+54tEjMNx2Zv+QIXwI+WSz9
PMf12L2IDQwGQ9G6hGTYG+CT1OJFVy0OEEGxVwcnSUh5HnEa55X7VlZw8RXZHoHRoXd+kFA2JI2o
mgRNfVhWYbSm27Hx5U4jhFlY99i53oksE9jn6TGg6K4rWr7LLE9n4ca1u8CcVoe89KIAoyTsXyvs
0eteQ+wJqh7Gd48+b1UO+74PeMM1WLNVqJfxgIgxjFL83S/7fSvMcSrxJBzVYfIAaaCbGvq5CYp7
hHVeoJ8WSuTMvfFgmxtFG42e8wRUEHonRw144laChAXG1n1u1HTBeyhx8uFMd64wtMAPOD5jIpou
QOV8+njWjYjgdheMfqIwwNJmmJTmdQELBHbTPRTeWkIych5OHK+A22hTwt5y1E7n8RIw6KDNXJzR
jHs0KFT4P976Mip6XFQNUEpCzTPO8K5OlfkYWJBI+wUJTly340NR2itIUL6hZB9xx1yGq9xTcPMF
8N89QhINyl3nsHFB5HMeMSBjXVE4iTaUFPHlaHd0DLkbsu6Etz1GUA/ddys+wQ0XSTIu8O9Yz17P
PXLVEE0WzDiCHlPX0JRguEL+XD9cghxO65ahi2AUXQyHNiyV4/mYg3wSyxDlpUngxHmCPiwR0FmA
Gg2CiwBgztW89SQCdo3rbn1RjTjAC+CnnW+GOIDi8MhMf4cA6fJiWu2a8LJLF+HSXTva4+bhoVzD
cB+i+qN+GLTScbvOBPIEtMc7qhY2BhQUwvHwiXyvBBWbI5QZa8rPKEXHfWwi+wWVVEizSCHfhXU7
y+shKS1O+3HO2RVu8vUzutfxsWAXwP36FRn6LVzkmF9Gdm5GQEY7QOn1aoL7/hFOs/XdaUj+U8Ok
m01XQ+vsIUr/9OhYouvAy0Jo6ftIFFi2AIocG/jJaocd5+YpcLFH9xkscTOsGFNwP0HKTUa7rzlj
u9k7GOv/eCWwj3p1EvTW3Nq+S71qS+csx0Imh+0SRr9nxyMH5BfdLbiIwxmEOHy+WQjS6WdEJft5
RvEYJG7koqhOjkviniGdJTA7VzcPwvv0xhkxGyqBYPJOdmCo28G75NPyRZcBT9GhP8y6PpW8bfZQ
0d1V/nA5UHdHLKCpFe5XmIhx6jfn41LAqapbgroRaVOSz37oDF753GSvprIXdLyT7d3Auj1EiAfU
VeXXAKZYkAPnRLdCZWHv54P7toFgjKDi65KZVLEamivf2Msy+1De/Tr5EI8FV6X2XlaV6OAFgSEh
ID27oZR7rq5gRoX8vMUmXDix02WJP5gZo8j2AszjyDnZu/DrRRCdH3mPp1/jYhdwh/s5g1rCL4NX
h0CY3SGXAcbEc7cpQ0WIuCsVtHMje1ttMOK5LROmaRm5Y8sBrAynKngwOY8h0E3Pzna4XpIuL09N
7x4FA9hTAgAypNrnZIVXGirwdgGKgID6HFvPKmkEM9Iajqt4tlmlUSIsQlhOYRPFw0Y58MR146tx
rg1A6TUPhaIJw4NnDewO8zfcbmj1guACObBwocYkt8sLqKAfh+c/56uKzSoiKOd2NHkZG9yA5267
Q20DYK3muMBA18FtD/0FDw6sIGdZKjxeu1k+1zh3bAYnW9u/1cjUROpIllDVHJA0igt6vD9b/azz
0DMZ91sQLTjwlR0v59nfDVC5a5jLO/tp3ebNyCLeshcGUAIZZMsqvitsOKhLONZTG7fnEIaV7JDF
caztmBZtgsTImt4X9pu27414WRu4TQsIctuT1HPiTjRi9aspUYl8RGXCTgFqJ/4WA1O4Mk2QGoOV
wXWvfOmk9dwAUuvMqc1/VI+nitvCgGDDPic7AYFYtq5wDg1+DN0QBrYgcgkywFUlUqd45pDUYcnF
AYS5hBZvBfUOkD4fnPmmcYEg12zaI/Jij7wcyMPZTdDdC++9gXuEIsli7uld22Ch176zmyhiB3xd
X5uyPmXY2UIMDInLmth6Ou42INSDM91CGPXR+vlX7+IpaI26aQSNqyG/harquOGOB8HB4Wx+DwFp
dUcY756VC8/j8DzMV2e7VbY8uV6Zqv9N3XktuY1k6/pV9gtgB5AJl7ckQbJYvmRK0g1CFt57PP35
oOlztsjiIUN9tycmYjqiR0oCSLPyX78Jfo30EqpkXYvXfHgcWmxTso/FhLKH2hkr2+wJIbV+GOBj
aeNLgpCB8eydPbZemrgHM+rv9LoAEIZeIz9FM8rGcnifii/pMCFPcF76xtzFU76yx3BDJFtgfTYj
dw9nN6bn4nzoLHwPqJ/v8ArYkd13W7SPPiTW9+gjwZu0fUVIrgHLOGvwJfDfRbF/K6SNX4y2k6jm
YytATTOsEyE49N11mz9V2MDNuBUk2ctgvl+CNV0hsns78oL2SycOE2BvCysy5O7drpNFZK8f6PEY
9R33KNO4zcr7WefVAU6Gh8S9aaAOa8EhpzoOYy+hUIywtfyYzo+pnW0t/YvGER7flcVhDJx9TP0Q
ju/NPr4fIpKb0Nb4i9/DQaGjixBcoqXbpEyZ5VpoLuz3+YePLl7F43MKs7OCFWUiJsJetU+be/Bl
FJbAzvODYXGFHOQWc+EnoYRHjN8ulvvQjB7q6t5K6GBBk8UahDIJZI2IrY1piRu4e48kISr/le1/
Ua/Azru18lsrvbcpPrV9gaf9uJWRsSrKn2P+UTavmDtGgvOvdF7gAN9yDt37EXCISPdpb281XI1W
mfYR8zqvjWh09EjKK0xm3HmHXHBfDOXaTTuaOw/oe1lxu0oNn7GSmRsoSrjeOADmEOryfOdGSC7t
m1aysUTsUWJrqnljjsY3Y3bxRyCkvs6e1GLwohTtDxeql3JuNaFViIoyWoBmdt+nMb4QynmdyBX3
irnbJ1y/KJ88XKFuhGGv6BRsGizqSNRbpRWcmjjTHc+VvrNHeLuJy9mHGohnlCk7+jUhh09qrCrd
zW7MqeF6lt6VxiKK6e6amfDrXCsfYRF/Hezii0TjNbfdK4mx1WsM7e2ghKIoNJLyflL152T8NOsQ
uPSmwcYuuquzGV1qAtbTrSMo8m64aXV3m2mPid+uFohcTdOudjS2Y3tVTo8+tGxj+qKnLxE2QqYG
q74qog+mqT9Ojnk3VX6Gmd1uFFO0mujaLqDv+4RWRIU1i5ehTEJRuspK/p/T1wGRhfo4GR+x1SAU
BhUYwm4NhQWzdJLp1keOI/sno/k+SO0mKuob4X5VbfQSg8OK6MnXW/oytefM0y6wWo9SYUiKG3i+
E37M/icx3ObWO3DuhzqTVODtjMAZcwxLB4ZqqvbdnCIT0Vr5WVnDJlWf3b68K225USV9tsqPYFu7
bCjZTZzO9/okf+TBNxP4GCZl4SkxVisUbdG2cvIHEAMJGoVSnAjGux6FG6KAaJ0P1j6zmuQRKl/y
2Z5xKEsm8cQKa72YTgneVTsXTEJpn7lps6gc+kBN9zmZMXxO5q1M5XOQwcbR7ein38BHTMW96oP5
EI251ybBHlEn3p4j3h0QMjfIV7gTGuDTAKIbbXL2vaMpWssJPd5a+1Zo6iGf6eSi2n9IE+Xeugjy
3/ez+dXWWee5Gl8M8KFR1b+6trqZYl9bTbip0PgC81cAlOsaW21tHJ+VivWvsP/sfTN37sGuuVTO
7bqyvi6K15UyjRGwCJAl6O3sBurvfdNJuD9OYG9wisAvzQ2rZ83yX/C4Mm46K/ygCAhfg0Xi9OGX
OquqCfZxZsjnzNj6SoYU2I9DSH7KpOGMtvBqVThHAKnBxKVzNB8rdiXEZNOwL4RJIx2pof/K1VAx
hdR8C5mz3bmD0g5Z1RmYnk9BskXABrc5q/elM75CBy7xWTBHz6xfh8Hda6H1VUlrm9gmrWxTfMRv
i0uY2DbpsMJU6dHuqxt6xNvArbZ1E96UQr/DaOmBAIZVGmv2qhDjeIhnHSaPCu9Gch9wVdB0IrRU
iyhrusXxHQpySpjfTZ5Y6VYvnQnVXZymKPhLM/YEOMmuaUwRbnQROx0XJUn0imUH7/EzhiHjNFAv
V0nIuJt4ineDnXpNKdsDEnRcnjCCRPrMMzX0HUBp28T3cUqLrC3Re8Wu0fMXS4r8pTBokarJd5B+
ITpFqtF6BCSKD05T3idDJj0um8V6RnkCy5XbTV/q4yYrACvmUG/fVeAuHpi+8TSkOmYGuHS0e4zY
6VZ3Y4bVvC2i6RnbBLrkpqEbW4yRwr1ugjpk0niX+OV3nASM5CH3BX4TaVDIz4jzq1/9AvMGmNqs
ywGsieD3+teMdmqlgrn7yRrsOU5k94hlnONJRMvelMW0g0utus/4c3AZpp6L1azxV9CPMfsVLYrR
o5n5o8dEdZWGqXiqbedjrwDJzNLfx5A3thghyM803WlNF2X32IlZ80wdjVuTD8YGx650a82R+hSg
1ACXaIcvrit+ojQ2231uD9Zd1QzyK0lyxW0A4+Endeziu1BR3OtIW8JB2yvczHPytCqwNjvsqD7m
fD/oZn5na8BOhb/nW8AB5sZxyKv6Z4sA7tFSIXdHGpKcuhgIlBxQoD1ab1LdDfpNqFGdoY7oHox0
sj71uaqKtYFc+ZceoXVZmbq2mHDUCLmCwfKiGFuZkDvNjpQukF8/rBpnFdDR4iacTunPGjsoIvb8
8qXPx4YWylzgLTN/af082+rZnP5UMZ6AmwaoiGZsX0rO5CiPn5sucFbaTAFn0ELiIyvud72LLVCR
ibWqBvEZyi/OHLhifG652tyUiZXdi2GudqK2xEPGFYI6p6SuQkRlio2MMTZrk8pEbjX4dEBTv7JZ
10ZxF8cKgHAI3V1ZjZGHOQjaboWbz9ZPShtXxfvEnTR6iaPp/iitPvPoaev1BtmZeNQhpX1La83Y
xbPmeD1Ey3vfsXCpoko4gFFTSnGePja9Nr46/YgCtBb2U2NM8O0xQwGuLC2ElrVUD24inU1ftnBh
JBcLqbTFzaQaKi4Vdv8tHQKr3kWaxs3FT/V1LZGXHOrG5fxEVvpitEEGPR5ZE1k2NHS5g02bItIK
sLmkpdUn2+YeUohZAwtPwVMHBOxx1eyfEptsglXravSlDWfYKuha95ZBPziQKEhZytzmEtHuUJng
N62VOrpTf663VRaNezNL3S990gaIQZJsrjacYtqLSCD+OI72g9y/EaBh8n9ktSmQ5dF2sqRheBF0
qhyQAt8FZKPWHTq3btPGjstniawbo7GeRr/KODVzI/L8ElO73LENLouFY7yaqS+fgHgUThc4thkP
dpJ0GrpWH2kReD8CJK3zNM2NDdasKO5AN0DAY6vfIHvauHjfbeQU4x+HQH03+kN8q9dxj0wT0lDg
2M7ehdD24qdj9Fxyy6iEk0F3XPxBCKb/FZU1XES/Ctz7soieRlVOuNvkayOv9W3nSFq5/gxOXAqx
jvoy+DQkjnlArv46FHn1aLb5+CQEfPs+FtLjsQTv2vf3wEjtbZX4xqdlK9xaipuUKPPpw6D3fATm
xAuWfNZuqkv+7Bgxi8waDa5ZTO/tbrHJHDM8YyQ0mgiE4lmvRfcMVlXiFV5P0bBCU6qIExvi2lnF
mmmVG1KVP4T0Enx3QDWZZsOtn0wtZiVNxYoIMGxzDfenGcX0aSy33RYlfV/WEG2VijvPCs3S9CMe
wukeSO5b0dEzR92xU4jf/FWbAMikWOI8OOgx8JBqKPJbLNJuwjrR9/YomMKD3E0K7kyj3BsH/RR/
3qnWhV4dKm7bz2VudvijxObWqMbpHnMcPP7alDUW15hlucp+Gf3cvhfu0D1OvTXus6JKPrpFDOZU
KoGdeTyM3YOkT4L4PdJ96p0+eRphk2/DBY9tRfiCekc+TnzbDqcETXo0lJw9fhEfI0x0ni2koHc9
MtrXQpt0MLfkkwHUsM7Q72zmcSz2dZEh2jaHrdHXJfLHdv6grO6TErrrlcMCjxZT2uFmISG3FhiE
orTGEm6BpttyX1ejhfY5EfcYPND7Dwp9S/lDJymd6LmYtCpnWqSPjmVAzMoAgugl347JIBGT2PW6
TuYvYD1ANMUwfvN9qaM9HWFfDDaORLYwvLGs537V0ktPl9UocGHP0J5ouk+/OCsgZuRO5DlDmqPi
ClsODQqRPGnK7dT1Nxl4Xoo+cHGp9L+IAB00G7YNbQiXI38TFCr5SuZvvvIF1AKZKUtfkXXDrlmN
A5KsANZJW2X+zzww3LsJ4K+CXbOZpQaXJ0435Ls6a13HiYUJmuyVGJxvGW4YO5225CM0jkX5Uzu7
dA5t+jyG0B4I6eW5i2TvYycIDhOM9o0+9LSBRvTZAGSt/8hs43YeNVUK28mPXlqojZSYbl94cSmi
fUv9sWJY9xVvq2Zfwa2bVovwkU/gGg4Wnw2yJ5Q02fgokq4FOILH9uDoqfFU4917Ews/hvLZdfPa
dJr4teSOAOurwgUUn97x15BV0aOJGxbepz3oNJaZDdgF6lb4r/R0Qv4+fNSsuTfuXLesnhJz8r81
o8OrK+yO61GqVT+mtph/JWlaHNSsT4lH0hW9AtkvPdgx+AIHw3rU2Mm3AhjqIPo+wrYbpdwzRpW5
NyORvR06gPIhbI39PPbN5zbA9QBdLdW0TMsX1VXRPUhW4SFBoIoOx89ILkNWYqGBGbbQPN53/jj/
SpM4u1e+j5cJ7gfZSgichBvLQfOnw/1DoF570wRwoQRCPeqjacafqYLHip9x/TgGaj+iZcLIL2lv
bGwuD8LhhE8GZM3I3nIcNqbpcSwg9NSR8+LTodyOjow/h26C7tXi6nqL71Gx0UbbqzGk+FL5Y/m+
aRUErRiXvxR55kcip+FQjVggA9O1zq1NkmEYD8/SDgAN8a1w9al+SKtY7tpcdI+j7tOhRrupPtR2
V+4xQx52fWZUnlZ0zbNEt+4VeP1wCjkZO2k7z7DZ3BwC0zy5D3MO7Yo1o92F0jC/1Thn3IfYKXJ+
BhWN9hwwz6U5hI3rPDxjf4ahZk9UCRQfO87Xo8MWkVix8cpm8q2jr3hDY1itTAAGD7nmtM2jMb73
Jwx8134QsxYGax6+2mpSz25wn/o0P8JbZT35WZgdglo1P6rR5HTy76pk3oForxy7pQQgPHLrGMtp
PpNIF4BWml1Oy+XW6uEd1uiODRNSbXaLQziWo7WyuE7688iix1ujphME2kCBYn2nK2F+5uTwd7AV
04h2iWN9V5Xmf8SuONynwBn0z2nSY2JS6xqFfWxvnNIwzU2a5sVKRz6wFm64y4wak9noow4I2GHl
QlCqKw+uo93iAQ2+Vw+0j4t6xmklBakJwGIi2p5iKj932IhpyXznu91HreDfyJDRBFi+Nf38TXr/
h35/xC7/f5T+f0H7v4++10VT/GpPef9HUoHd/x5xgBBorP7/6oB3w88fP4/UBL//wH/UAcJEHWAv
4gAFnd/Ci/v/ygMM/b+VK7A2tVyHKCZpQsz/Rx5gIw+wUAw4+nKRO5IHWNZ/4xDgCAAyVyqX293f
yAMWwdP/aANstfwAyirb4C9zdP006BDZSJirQSH2R/rrtWXnPEMPazZu0eS3HHbxj7hqw22jW/G1
cLFFVXQ6tAul2BWuyW8wT2RsIgsqvIdLa+3UGNlja1HeRz07JH4K+ZVky/NDWXwFl5fJCz2WIOnc
kw0x57jUDGYF4R9OYlTRA9Z6PAH++PL/rJD/yrvsqcAFskHIceapkHygDHSop6lEj4cygjSpsdKi
sRCF5mHorGljVrgJXB7l3GeDc24a4L6u7pxmPnVQK2OwBwveoK32rSQ9cvEaOnTkPNz4goMddL+W
gP8x++3lsY+lVv+ZMsoxbZNyyTSZtsdP2FXCTgl/xHVbw4d51UEDvYF7UWz7DI+VYojYnQe8ZC+P
eu4TKr6e4RqMq6yT2aLSoRxqm1GjFl9CmmvjuuqifF/WUH8uD7V8opOJKXRLIqThvmFIeaJ6dFsj
mjDWMmF1TkSN2Zkdcq1NqmcbwzCqwqjfhOQYesqtx3scYKR3efwzU4iJs+wHgsdFO3T8gvMojA03
5eP2Yx3fCmIr7TUfs7WujHOsH/39IRkHvYIuhC1N62ScHrt4FcSxtV4wppuyhSil4QFxV+YEXdcF
mQGXn+vMJ6TPaessQtNm+zp9r9qY+B0I6xrZv9zbwYC1zGRPH3Btiq/M0bNDubppOq5r29JdJFF/
aA5TU+iydLG5GYfqe1qXzi5w0/Y5tHDWu/xQ5yaLZCClEFpZfLDjkXzUMg1EAV7i5JYeJZoRre0s
MO5dpTfvYWSMLiF+ZfhR5zZ7V/X45l3+AWeWowAnkA5yMlxm7JOv6Gi5EWsitNZo/bT3yu+iteOE
0w3lJjXppCT6XIc80sujntmAmKKG7SgL4dubhMhinKi4BS+4iGjKVAGuM5kLzks/WjskOKTsOsqm
bdlF9a/LI5/7tNJh7EVtB3X1ZIOdzLjqxCK2sbvkNTU6a0dUJUzJxLX/zTMqHedS3cSg9nS+Gk3B
Hmr45hq+eLFpqwqzuHaafpVNb99n3RQ94bugcE0vTfzV/vop2X2kjeuvNHX3NFo9wlon0EsclfMw
Tvc4+BEStrjCR0YRXlmWxjJFT/Y7lPKoEB3L0l37dL9riBRMDH1xb67pYKmKfp9Gj3TLUTqv9Cm9
wzdQ7MBBUDZkhe4ZsfND08PiyrZ7oqn/vR9Jm/csFO6MljRPNM66q/p+DvkdoQQFCP3wQ+/kyotC
bhBzWYHNh1a2NlX8BRi42tLO/nn5pZ/ZECnR+CHCdXT2/mXq/bFrtB3WU6ivkKnkbbUZNSu5RTkV
gi2N+TaReG1dHu/MVJY41ZiuvhSIb7IVyxzXFAyHmGDFWG31qJT4AAW0t3XNvbJLnNmmiIJmueJP
vBR8J48296A0lp+Z69RPyTRx+qVDakwD5qEdBJ3MsveV05c/nRJftxpzjr+fz6ZBmctxapsKsezx
q7XNKA8JMGfVBqW/6amTV5AJ6wNQfPz3j+q6S12M4BalzamDQFm2fa5robl2OIIeJ1NG8A242IHN
Nds0MGHg0ML0EvM3XTisvMsf9czp/efw9skpB7ykBQWBwRzZy5QN9GRbNVNx5SGPp+rvSh1VsUEt
JCEy4Q51/D5RuA8Ep+Cum6cGsiuR2a8OLlGbQumkGEFpur38VMdT9Z/xJF+OupbjRj8ZT2qGAWWX
Ew6/2JrmxxDsE1yb16kTXztajqfq76FciaWZ7ToORlvuyYGm4zWq06VrPb2E+B6LJNjOs/hKRJW/
bXrduDVVWWzsjnifkBr7ym54fJz+MzoHmyFYLZAvTiaq1hl6E6VIoH2LaAtYnZI2JZrdTscNKUpx
Iq+tRj5dfrvnBl0uiMxaYXJxOHlkyMbaJIwYvrcRZzfkCWG50tC5VPqc/HLcOHl25m648kmPj/Df
T6p07GzILhW6rcyTGslHxegmSVmj0bPIXo0Kax+VE5KZanYiXAPg6ihcS7fBDBHk8vOemb2KlQmM
QtGkcwE8nr2dj+ofa87ay1pINq2mBXdtqRSkWsfwBJLBK0fLuUc1DG5/NjUSR9yyZv/Y2J2wjWMh
yK00dDRUWCA7B8eCuVqOtn2HTK9CCyShVZZJK67s8Wcf1aFg4Y5L4bvc/v8cOiXTyPFDPu3k0Ftx
8spahW07fuz4EV48jdde7e+o+f85zf/zWSHOsLkpZbHhL8vrj2fF+9HOc7pbXllKslwyyMSlHc40
gK25/FCQVuCuS/wKkKqYKqTb6iKpIKznRvpo/Yx+cNIrX/ukwPjPTwIRAWGAvGu9CSvH1ymN5hkr
IycbPrC+cM0KwBiC2EIfpxYmGs3AuziQEkQSMlU8QI5yiZO+smme2cQUHAMMGTgblsL1+NUIqTlz
DZ8EuZMz4fc2yPXYx18x3Hf+KtLxP0+Mlx6gDrwG6omTr75YA4dDT/8/Cxx1bw6i2BEY3n76+2WE
F7SUC0K03ECOn8fgkAsnG+q2wgYFFx6VbqGpGR8wo0PardMt/6tT/J/HslzLZptyLQCA4wFbWttO
pJNjPdZpvu1mfTwoVxK5IeNw9/fPRlYg/6HnL5jLx0NVMsgnPN8aL00RmJS6k+/nvMWBIugUytG2
2l4e79zcsMHadMHj6eo0t7ipp2wopN14Vd0PtC6tdl/aChWiQC10eahzuxEFn01KgM38ECcbr4kw
qG3CsPXaAm/jxprz90XjJo+pGYhVQqmOp2YahKsWvd2VD/gbzzvdHfDJ1rny819XX17DH7sDogQo
MzSyPTfDJQpRES7JEU6Mk9O3W6Fp3ftoavzvEzLp/WLsrO+RdSdbrS3ILwz91IcspyP1giDp3hIN
QDoKniA+alO0nHbqTO6VU+pMNcD9yyIGi9nAijrZun3R+JVQXeMNeWLcK3e8G6VuPKl8USwFY/dI
lx1VN4aCW5mP6trWtczo4/eldB2syzFIyEOktXzLP95Xai3pDMJn6woT0t3Czre9voKsuoFRYBvr
cG6gxGl+o75CELM3TYcp7Mo1Y3en0rz+EFuz/Hh5+pzck5ZVyOHJlXup5ikXfm+3f/wmsyzRbjtJ
6SFdbLdO2LnQWZ32AD012ooIq8AhGrIAKm3qPmd1Mz1PZWR/vvwr3k7i5QS3eTOgt5QQJ2VuT0eK
PlkD5GHRpLaqBFd2JXBZaTrtUBWFu0cnhccLkZ1XVurZ5+ey5Oo0z4BY7ZPNlTQL3zE7yJO8H3tf
0gzbcWzpEn1jUP5y0H3fNGQY3I74m4ceLSbxaET68OHyC3i7YWCqo7O9E75hkfh8svmGjm/MRT4V
HqxRZ0M71GDBGvEjEUvTzb8Zip1U2VSkbzLVWcxFQcgH8u7ZbL/VGrbffgNZbsWitK+st3PfFQdo
im9aAoZzGko8JIklY9mTBg2hcYYpmGnt2tYE9sWFkt/dqM6/+E6D+7WoYGVc25+WaXOy3gyOTXZi
JShC3JMTZoxh6yT4p3k1cau3vk0uDcEg+pocrNnT9aBEEoAoMJiafJ3PtXUwc+NKuPkyfU5/gsvF
A9zl98l6UiXEvlU5rUAlE3du/oBiBxIR7XZxSxgq6u0Uhfblz3tmQApwmjq8b3oUpxfWfupb6Zpa
5sVoNlEUoR5MG2wk160zzrdRYKD2uDziMjdPHpEqCEPyZVsVBJYc72q+LJ0h8hUULkCmTcfpfT/F
mQNc1/i3cQkQ3Ksk+Rfrli42Z57JuNzvTs6evkBmIfqk8BxCSnYytZL7UTa4a0LvgcjaOQeCHDGK
H4K+wUm3TR7sNhx+XH70M8uWY89VCsiWdsIpxtO4AmvjoC2woeqNb5PRZzvpjNlWWHV9ZYc48105
rOkE0WMDQlwcxv48O2Z9ocZodUW4RRf8bITKDzAzkVi20OasJp6rK5/13M64FJzccRasB23S8Yiw
m4tgcvMKFqnorY1WtX6GGjZ571uaj6I8NfsvFTsqOfVgQbvGwpx8IwOfnvJfv2W5oE0IegEwLXWy
hvg3CAmtqPLYwdW4TjHOPgyjaWykX4ExXh7s7HtWFrPKAUrjQDp+anry+G53feXB11r8B/BynmGP
7vkN3xIxqisn3/LZThaPdIjScpRkwdrOycY/OrMf9eSHEC1kTPuBHEgci03n+fJDndmHQXYYY7md
g3KfPFRMCmxkTRYKAVVjAdzK5OAnUQN7mLJsLQf+HforYpZ2sxvG/2LmUgazOdCAku6bDpS06xCB
G3W39Js7ct77dR/2/ggTfjR2dligA778uGe+IWXE0swEbmfynj5u2ztFLX3wJQdmUjjFZGm4yYyS
MrWd577A5eDygGf2AVakovUL3Gzp5slBg8H/TOoA6F/pRCO8LuU+tMOcv+A+7H66PNS5Z1tuvpwo
TE/e6/H8lGVjlFqyKC1kjtsBOZOr3M+0W4JrUJvaRX6lXFhW+ckENQnLw+0PMjVI+sni4zuRJu6m
jSdipK6xyXrgQjo56whh8qa1i+GuNuqC86X1Rwy0JucKnHX+B7jcbEAMmUMnD2z1Tsj5xQ/oiGL4
UvtobUTFXcalr35XKpOw9BHGdZc7BDjX4vXvX7cLk8FS9FCpUk5Gj7s0RnneNB7VxUyqsFuFq6ak
K933Yjywz2dXptJbyGVpa0rWKBgP/+Au7+OPgpxYAp2U4FRt3Dlx9lGyFCjjCMNdG9/n6P5uepyf
iJnQNBSUWfxxwp5sHUOW3VSa2/8t9MCPoaWLqlU3YZac4s8kolRYureKVNShvSfPz9pMrm9uL7/k
N5sgo3BVZAuU1Gvcm48f2VdJPiUD7h/SSedtTCLAqurra62p5VMdzWQhKHldWqX0DSQulsejFDyj
mANBTkmLbZmrj9/rzHd2Rm0NqyKUwf7yQ73ZEyCUuyApnCHQbsxTPKWE7xwWCHk2tQryzwOr44M7
NQ7m3nhk/PVQFHrkACyltg5T5PjJ1Ji1IG8Ton3IcBPC36gjpGYxfMOq0ZziK+fx2xfJZ7KWjq2y
TYqvk9uaVbsud0JTburJ/qZlfu9ZAykoBLtjmYJ/9ZUX+WYDYCQaaMutHSiFXej46YxkCuSMywmN
lzDcRLldPcRx3j4SiNPf60XTHOD+LB5tTTjv+7rWzGtLchnheObwrHxGy1UkH9K9Pf4FTlmUVmTC
9ezZZBvSUXybbE9/NF/D3u3idWbW8tWMZ5NmGFliCXygeKIeJjQwJCyoHusrB9xygL35QdypDN2B
BQYKefyDhrKaE2MJK3YbzfyCrDte1W1QPYkgfcFFcX4HkaT9GY6GdWWmnfn0VKHoQ7Ch5X9OCUlZ
YzcavWtUU0U0HYZU2puKlJfb2JbaluAh+8r+c+bbg00AUNA9Qc15WoOqbpbd2NnzBjQN3KSSLZXK
QOiVuTFz6OmqiMzqzglKIyVvEFt8EvgEwN5fry9+BfwP0mKESW14/LonROO44mT6RkwTTmyVQ+K9
PimPhd1eGept1b2QaDjd+bIA7xx7x2MJkRvkJrvTRtKT82I37D0iZ/rbqTfzbaZA8nqth388L5mc
fRuv/YnImMvPe+YrU5BC8lcLJ+vNW0eQiLNbLqdN5yADKnwD1odvRl5ZcZceCI65sqGc+cqAiDTq
JWLYpfI+fuaydFpMvC19k3HhWDlWWN0bGiKsxs21n2NClJqXkN3zDnbIOKx9P3CdK6/9zBNDVViq
HMBokDl5/AtiPwJInZnXoGEJ9omtwL+gwQRsFPPPoWCaXXnF5x6ZCwawBBiMYZ8upADSG5JNm2Pd
Ih8Jd08ZwvDXEmut2RY0XlpA6CryIkMM0syG8RQBrH65/JnP/AZuHBwcOuUNj73sMn9UGmTXww9w
Q32juXO8JdoF6cxUpzaeCB22Fb7l1O8I2PIx8+3x/kTZeWVnP3NEUluYvHRXQCg4fQlmGtdwEut5
MwydWMWoDVfoF0ekNuFw5Vp3pqwydRDfhS1GJYnU8vhhx6BHYlu6mHYsweRk82K9ODD/73BYwfQk
TpzPTY6bghtq7j5J2WEorwzrgdCVGs8dxFuXX/7bLZyTTII3CnAD/vHkEJ2A9wi1q9BtmUF5TwrC
uKeYJQmkn9NDnjfluguJHQGavvYq3lZbYFGAvZxp9NDMU6wxkZTTI/G0m7Exoz2eqf1BY1leYcm+
XVFUPgvheJldln5qbB9NNLaJ87U2LC3xzsWWcxdXobmJJX4ZyMqwObv8Qt9OJoajWjUWxo0lTtuy
WojASUj0zP2cZIiax9mTskFpV87l9l8MRZ9MQUKxBQXe8Vwa0s7V3BQHWc5gY+12yFSnBn8JdyTh
+fJQZ18jRQebEnF+lJPHQ81BTXBV6FubIpF3YxcHW7KkSK90iYkqIzT8l4c7Nysp6SAB0ytbwILj
4XShDbNtcLETU1W+hwqcblm6WByJJn4pZw0tqSH9XYFx4JUN8eyDOqBbLE3Bpf3knc4mik7ZD7zT
yKjXfSlJRyKk+B7edLqnXXKtGXN2PNoxusSD+W0r3cBVcApAvjaKzuaePM7sPYpJrnSYOt/YSBF/
XH6zbzdboLRlscPnEXSBTjbbOAuiFCdFezPYvEARyAhgwqrvBnLkt4FK7JXWlfbaJV/mpsV2/8qU
Pfe49D0BttjvgUZOyop2LDOZpLxeUU5q7/sW8kATd33ZKhMZV3CtO758ruMK1aTDhgbIthaq1iny
X05DYgZ9bW8SfInuMSbV32mNjX9r2vob2bTOlozWa2Xx2UG5xdkAgTTkT2EuOcNPtdzC3sC1NA8q
IEIgjCmgSnfy9xN2SLuhbMWVN3vuwzrcKLmuc+ET7un1ZIylqobc2jS4GtfrzojqbQMjxST2pLd/
JXqQIeI1ogRqTJTr+Pg44fvLc+vcx4X6BzjKKcpZvvzEPw7yNpyGuQ2FtSFtyjoUo+wXp1N/U2oz
St+uvXYhOjceEBSXMY4R4O+TXUKNbppmIIobTcjpu57FGBCnXfHZgFMvlwDF5NvlBzyzt4N4ARIs
8IANb+z4AXG4L4uswzZ/aAzJwTjhhU7Z6wVO9/3ySGceDZRAgrCD+HCQnOy3MTLa1CCXbFNCsI6b
/Cv2VJEXRXG2jiv7WvP+zGiwrZfoDhMWCbzr4+cqiM4c8U4gsZGgNHwKQSKcjvT4KhlR8Ldhf6Xo
eDseOxDiGBj6C1ygTsarMXvIbC0KvHEy0q3DAb0eYk1bZ+RargmX7a8UAb+ZoMfbgA1Xh84u9T3X
GdJHjmZmmZLXKXUuDHU+ie9kB7vf3bnJnrOh1/H2lybJ9WX/hP1tgEUUllM738EkB2Ou4Y67gE5r
ASPB1PXdVwpYrrmXv/byNU9/HjccLHEExThf4vjnKYkfKHkk/sYmmmTPyizXYkqHm8ujnHvrrBST
vZ+DnJr/eJSmQFMeIg9GhzkUu7Ipohsnc94jJW9uWqIyL4/2dhOkCccBgxrYMaAMLb/mj81A0u2j
cmxwuhqbfi0gla+VX0gcgPNxG1pO5qHSusYgfbtAQYKoG/jKHHCsnuNBTRk3cYj9L44cuCgYc0bg
AWmlW8qMaw2aM89HLI6gRIEHt+Brx0MVvZqhjjbcjRGSH9rAcVamXRXenBKYkgy4WM0FBgaXX+qZ
57O4H7L9IItYqMDHg8ZjONJnwywsnkheFlj9rQlu6t5lbdte6Ri/PU+gANAK4hYK4Ap1/XgodNS4
mwcCCziU7Ou07yzyY4bss5Hh0beigSu304AtP1ZLeE/UFq4Wl5/13KK1OLXhp3A75B9OVgW3QXsY
hhzhej4WP0u7rx+HYe5S/BPJC+fHWFu9MyEBjq6ov+tdXnhNTmzEZihwtMF3hsjhwew+TMEQIkD2
r5Gif1ehJ8vWAiSBVsvK1UE9j19RkaYSzyIt9MaelIZVjWndIRKl9hhHlh4TNoptXzRm4mkeRPmA
7gIbhTwON/+HszPbldtmtvATCdA83Hare092bG/bsZMbIaPmWZQoPf356Iv/WGqhhR0g8U0QV5Mi
izWsWqthqu1ba9XzhyALYrAWoFSl3kU9fHodFPRaUv2GbCV8xUQSdDRbWAoP9lZ9vc1PV30wRiNU
zdv0NrezgdrNLaMhuQi9+lxDWvNkwMurhqaSc4UaOtS2PZwgAiKhycuHB42HllEF4f9SVCY079Cp
HoT8N94J/8dkIW1B+un8uQlMFWysmpIF7eXJS55i2AnG02RTTIQpwHp1oBq53t+DPYNcIR4F+liq
4LP+ehHac5qQmg1JPpPRZtJbz40wZegxw/zUjEn+cN/ezd1l8g0zIHYpqrn44LU9D8FLxLAZqrLT
abq2DK8AUgCVsEyQvt43tbM0omusMJxgAYrb7CWBMFPtjlIMmFoHyg6qR/8GS118DkptCqsaDe/7
BnfWFsB+h9+l88iDvnGGGmlZXzatDXOF8C+MahWhRc/6bNtCvN43deOXsMCtoyjoqd74to1rDVlH
YYqhC73sgFUsZNXGXBWXpkTRYoLZJCzKuX5NTMjO/BjGk/vmb3G/2Ef4jIvD1ADNos2xSbSI6q+L
RrjLWE+IVFH8EixDd7WcoX9tNEStLtydqL/Ccmh8Cfppfp97CB/EeTSd7/8WZWp1idVPAc7DUCUF
Drra6xPVgH+AOY35l9iE1bhtDC+semTi71vZO0x0AH3Pt9SI2nZqS4crxIy82j6D6B+vIkBQRwO7
CIvrGIR5bR2liLurImcz1byoyovXq5qV8JyUwj5bNBSepiqu3ol2PBJTvXm+1d6RPCiQG15wG4Ia
iKp4xdTbZ/xs9LdfAoCaqgEJypymiXYGM29/nAEbHcw4722mmuMxKDEwpm5vUqSMKNCwZ886p8ge
fu/NqoQK2kWKYLFbRVdpdUdFon2L3BWKfFS2t2DPzmxH1/AY3WnHhQZjzjDEnExMNloQ8w0QDr75
UFq8hSRlVJSZ/ti2N0vTyxezwp4pTO0BPvLhiXajc71/KG8/H1boMYJUCQjAtvM0doDKH7Vq5qGW
GBalzs8uVhegb98IOFqQ5oTrvdZ75+D2324m0RdKUujDgsNk5Gx9NkmHuNSCu2AzUfgooi57tGGY
uaR+pCPlVciDZaobvL7h2EPWnpIh7D9oHa7t0Xkvg6YPAE8PqN7bnqwQFjTRPDJgM6PzRz3O8ftT
XdpHs207fg7TzJb46lMC1ds4F8Q6tQk8NWT2Zg4J0DB5Zzk45qXrvTKcwSafYmPsrqWQU+iUSCJq
rma96g4Q3vuf+vZtsXQuBTEv8x+E2xt/MIwgXhG/gs3BGPNL1LaQjBuD9+w6sB7fN7X3eTlX1OcJ
6eBw2JhC5W/SzAjiiFigwu01FsyWhhJKdDzYAfthOggJdu057K2aOVYZ6vrz9oVlTGBGOU4crEus
lWygcIt3gq/KkGw/H+TBe1sJeISb6YBJIu5Z2xPu5JI3wOOQ+3BDGjrkTDOauBeBrNLBV7v14pbK
UYDjE/TQ69iYSnstd60KU50Xiwti1WNoVf6bEVZEOWAXqCQSx1ImVgv+KcmMpzlOoraDuZsxXwiR
C/eUQLJ07qLsT2/0jAPftud1ACGBsaJTxCaq7/mTuWUok0yb+F69zIyHIq+0M2yB/XMNEfBlNOLg
IgvjaHRwzygPlc4tYGSE9tTaqNHMdIK9Ad0oGyZ/+BtgTDOZc/sTp+G81yDqck4y1+X3+3dBfaCt
62FimMiCZ5KxbfWzflprkyzoAwzMDXdpXUDR26YIdATBFzLdhpSlCkLNbaZPjVJGum9571ZQqiWu
4ZH0WPTasiX7qnYnw4akuWmvvT0oJZQ6fQjiARHE3hrD+/Z+TNdvl0rXF/4Gw+ft8jfRK6yFeu7q
MdewDyZ0QOJKyUghSvh3wEPioEcE3ApYU+SWoQtNIqpRUFn+osux/m6Q0cGUXTaNfbJkZcSQSTUe
+VM69JDPC/TdTkFSTBO0xKn81qeu8W9BzXmAa9As+0eA/nnPeCKc4+cZDbXh5Glu/uqnBrpP9ABA
bjiZ0sxqlrF5K6qBOITRIOBsuAPCrc1xHupkqaH5hRNEMh6U5C5CKEExXJRw8jlpBXJkgYsCO9U6
iExRzjnYd+XeNvsOmo+KDSw93Knt7Q2sPmiQCrAgfNHT32bLhhy6dDv9r6kw+hjZkE58HgywqCfb
yatOkfuaX1pjdnsYrVP7e42wIK3ypGsdZNdE9NFJRRudTMrbAJK7ol3OeeM1T3HptFAO039h/igp
qRvcX8iOW6U/DN7pB7cBWcH6wGbzUjpJR1DnabYMjWAuPk/QqJ7IwOcDt7pniqEd3gzuB0DvjTOw
CtE0Rm4jedsCu+T70a8xkJsTdTEcFGl3/I6aD/qfqc1jWNmNZ9gpq3IcYbyMyCZAFE5WdCIBTOAL
rFr5KJ16OdjMXbOOqjuRLJvEduvNtO0YNpWUFRZ04YpT1zgdXP2TqNGra0TzPQhS7RLZnX9gd2dn
aaGaSCMAL6QCsbGb+H0lE37PWe+s8jEHC31q4JR8F5n6X/ePi7pWm2PPS0UBgJhOoRo37qZp60p6
VQ5DwjQV/xQNohsBlGnmqYJU8SUNmHW6b3DnLV4Z3IQZsgJpHAuC5aQv9M8jfDi/N6pDfd/K7gbC
EUUlhajR2Y5e23rtT4XZwO5hxC0w7jZ4FbVZPSMRczQttWfK4EuZpKRq8mJzNDMpU6409Q0BefeH
uOymi532jE0V1d/3F7VzGokr6IjQyyNP3AJPx9KTk5lEZDMzRH8TdBZXzZ8o8DZj/JBnrfE6y9L5
7b7Rve8Ftk0dDrpbJMHrK5Ci6eHVI9+rmEvOYzr6ISPI/yGupjRECqVmvfhmG1dCzVSgeMjS+q4z
f4u7Cipq03t12/zgvO99LZZCkAL/FGWtzdeyvBGA6ihhcU/G9H3ttDwnECg24bJE2tP9rdu1xaCT
StIA8G6Leo0ijSgCZqADESDH5HtQfnp+8SShFA7vm9r7SgTTMLtYjH/TuFl/pWQ2Jqed8I8G4kDX
pY6TB2+I3ox0pICnZneZuGaXOPNrK5Y51X6WzSwoG77PUrQXShXL1faIPbvS7y7/YVGqIErcrtLO
zaJcLZjtxhfUJ6iPvkNmhWwL3b5IP9i8vXvFIP//7Kjv+FN0qV4dJtexY0HmfjUMGPZNuxXAgILl
mjez/9x3pfj1/uL2HC/zf8BYgA1D1LAxylRL7BbVgtGeeVMkmvv025jOwxVRFu99MSAy8B88L/kJ
1R4ncAjh1S/6aZmZkfeZ0Dn6SVY6YeFU3bmKdfMgrds7iaqQDcIJnh93C/Ge/RFmV7enxFOOw3OA
KM1jaqK1cn/39j6ZGi7TKZxRuLppeBlZVaaDaZ2BNKXvYJ8pzkMBw3s1JxCSR/7LFET/3jd5uzBK
LSbVHdCQkChtZxAyYzAbY+LwF6QKSqjTfTVGy/9y38ptpqMKOgZQfNUjZu51/ZH6cjSThFFbRkm8
4iFpXPtxTPvuU9VGzTkG9Hqij+kCgkRF8r7l2y3FMk6IgjLeiqmxtWVbdPTWO9ZXld743tLQGgPV
LJAZauEvioseLRvHP2jsqVO+Dj+oJKnSo0LUMomlNv2nM0l5sy8Sbh/zV+hxt5qDPHBuIlVfpOLx
/vr2TQHqZEToR9FsbcqZa4M2F1CJJBaoqXhte86C0bwssjxicbi92w6TyzQFArwkAKPNTRucjL7o
wt3OR2TPFDAvdBN0gAwm/b8i0aUdFHL3jqZyI2oWkgBki49ODTiCppjchewKSUnHmR71BLr++xu4
d0BAZFCR+lGx2da+sg4iPMYOwZoEffoLue/0oE0ZQo3LNJzTFCkaZuaq8L7RnaWpwACiVoYcwUps
TyXV8oFRbA4IUhAvhVkkl2DEu9y3snM2SDl92vV0Ien7bYIcu/XcciiwAi03UFsPqcvUdvsPkH3l
b85kCHBU7YT/lzLqtvM2UYGCb50Lbmbww9OhUXKX/hIGC/pnCAwj3u3ER+PIO+tzlYKFinqIsLZG
TasFDsUQ9Hkxi/FXGlnVNzAQMFEXfXHwwdQHWd9oNR8LzoK+FN3MLYbXc0ras8sMB5g/Tx/tbJIX
hoy9c2GTRRdtM6HZp5XofyXlq5+YR2SNtytlJIKAQaczAwONswlRCkQw9GD2AOeXMWonbqS3YcVU
3GVBikIcvKi7xlTJgo/pMm69yWXKaZG6gJQ79Fs4u9p0tt91y+w+kJ4aD/dP6O0MBPQztv9jZJ6a
KeQMa/dVITZd1GIukVQoRiZ+RolujllcAhQ5X+JB5u8cCf+RTBwGgTX5zh797uP933B7F7FLj0q9
TBDHbCEGYGg011ogwoGDVz7pqdFc4nRJrv/BinpfiTKJ+Wy16T89CaThOVSifhlOphgeU0JbMBQI
nN+3cuuiVXDCAI2q7bEqc23FGjqp5UjIg7ukxm2ly/hkoln6nLpKd9Goh/7gA+5tHv6LQjRTQrfY
79juIUgGOBAurdW9Dkbuvh8bvz945PaW5YH+AKliKl7LzeaVqJoU9ZJUoOVy+zGRjPwXcOXDcyYR
lzbiI3u3bwI7+JO9zUs313SSmU1BcXvW3hegob5Rgp0fU6fOmNX0fx8QkTq4dDdLZJaYhpeCz1Gs
A7S3/nJ6VImmjGF5lWaHPHsmgvNke92jrXDnRlofgfZvLjn2GAig/OTDFkqav7bnJah2D9nISdES
ZDy6hm6PBZCBXzkc+M4fPZ2V81S2LNU74JAwNL2J/iTusYbAFxH7bpyDs4348XfOkvzgLWhjFFVa
VnTa5uI8lyK4tE1g/aGnGUJXaJxk7xCZML8upgWf6JxBhZsXJQUkOQIutqvyD6g++P1lWX8jk+8f
DbebP1HAHqFrs1p50uruoEG5u3P4LLouvK60SNc7VzXQO0uuEwox0n036Z64OCMZjt/3R1Wlm3Oo
Ng4zgDAUu+gWfSCQbpAT+TZykfPvzuRXf0xROT8gEJaAmW/7bESmJD1ivduzqrBgzD/y783kXxUk
c+1asgxrzZgvwSIbph8cDUGEJr6Wg6YD0kcR5b7n2ttVKiRMHjMfDNRv47mWPBNISmkFGRwkZF1m
zmEP8SYFwuoIxr1rii4PqDJ4BMnp1h9wWvrZi4EFhAPYLwStnPacp1MUJtS93+qP+YCw6UHsDjBA
VZvWphI/nuzJt4twmEr/waOVFo7OMF60PEmuVlBGv97fxdv3VBkEtGgzgAAPxBZzoUnVywOwEhoS
pYuTYdfBFZhz8Sw6rX43xUv/osmsh4s3r/+mDmpePD2rD17UnQOEFQAfTK7RdtgStgQlOMG68vOw
H1Mv7FKrRuPHRl93Sudfggi9MLe0qwOjO18V10k8SD2dh2+LaenLgXFF385D+AvRu8qi6ctieD2N
F+AR93d51xRFKRCbTHcQl62/alsxqDxPmIo7PX7o+yK+jr4pfumdrni7swGnoxhF1bDTTWc+RYnT
tioNU2MbnOpoQXC4beW5rrqjEsdNiEv0o4jsAPVC6kz6tl5VXGYKnBTlEL+UAQrRufPQwFGOtnsQ
/OU6raT9Cm1qp2AKUEkdpUR7mwosWxF0kUZQjFibJ5Qn+SQhDzsIf0+j0GBtbXTzbDSROCjm7Ly1
AEpBO6jWAE5g48EXL0va0hEF+kmjzvxY13wuogVZqairHo0S9bH752XvPlAtJfpzwbNQblkvzRIU
RtxcFmEem81z6TlwwDRmdYXnh/aZUaKInWTtgetRi9g8uhCB/7/RzaObzuUydjBohjKyYN0SZTF/
ZpLbfair3HvKLSu5BrmHHpy0zfy3+wvetU0JC8AFCAUAkusF+4ach9FcSFfkYL0slT6ciAyds95b
ybmrxB95gHSRkO4RXG/vEFEuVlS4sLUCMlkbRiKt8rU0RRBrWOLHmbz3K6O38Rl3dQQA3TVFtPbj
mVQ0TWtTVLOKqtGrgoEC49OCmPDnevSm8yL06KBCsWfJCkDIkpsouv7Notg0aTOrl4cg6tLz0qOG
id5Tccmk113f/uEYGWXwnWAPHOLmZlTUAjNXx93AD1o9oebZtaegKF/btkNuG5VIetaGdk7MTn69
b3nv5aL+SJMF8x5zc5sA2E3J5L3JwdMhFxqaQWZd207vn/zZTc6ikzNy3an/bWyTukNOkUb6SF3t
IFTdu6m0ypmvwi3wam/WP0eIWFEzycPBzoInYSYw9NmIULZF9Yfhw5NN/+aIxu0mhcLvKngJLSLi
fla+PkhNapZj3MzYTBn+lHYvPkH44x8U0/auJCMpcBapOgYTn2srA/P2MumDHPcq5IfK5nv6s4yu
vJa/e5HTLOd28JpfZhcOi4NN3XtYmNFjoosuDm/YZoFTNcJf1JVFaI9m15ztIZ0uskdE2XHy7ls2
NP4ffhCjctn55XzuF1/XDn7BnsMne4S9V3F6EJVsFi/yNoF5NA9dHrkz6TPQkERk4YTS2Tmr7KOR
/70bq15QondA1FTz1/bSwqVpqmHPyZzi7M8Imhutm12ToCsObuze0hj+IemnOsS13ZjKOun1aW0R
9gQpCum17zLIH/WPhVvNl6lf7INzdLs0/Kui7qRVRmVx28N37c5YojjOw1FOr3HXi+cBHUlgNG77
8b5H2LMEAEMtCo4k6sDrTSwUs1dg93lYZo14mHQuO/D48Vp2o31wPm4pAxTOg39oQasXc+v3gr6y
KQSXRKxaKn8z+3xsT7ZIYZzq+mn5PNPJ+3uShTz3gUivqesIuMUq92TSuriW01QfeMNbP8SPUeyo
uERmL7cowkLXPHtYcvywlhZf6sqZEO91evvRRYmTTKxs+q+xaKr4IGjYtUuFBZphH3zBtrcrTBr9
w5jlIeynf0m0ci/ADbx3wqEMTrY9h6VwrM9v/87MbSBGoEj/biD2Af0uu2zrPLQno2BScEIbPJv0
97OFjsZ/MMWrBkEeXoA8aX2klknE/KV85g5I49Xx04Ubgy5i3HVHulO399IEnwFzDi+2gvRvXE4P
8agjbExNtlmfxpxJ94EYN2zjWH8EbWY+vX1p6tUCWgMWFLzmemld6gqzKlpuS+V8SPyuPvOWV1d/
SJYDS3srI1HgdCiE5s17NVep5TOlllOUSBUhEcMKS1vG6EWm/eehmKoDCJ365etAVuFCiJoZwyCr
3H4025xjzau9LHSNtr2OntZ/aP3O/PT2/QPqoqj+1ST7tiuPxDE1/rLJQqhMxxOVD/fi5LS5BD7n
ct/U3oJ+NqUc30+l4CpFvjgZMOXXufEhH6IMZWh3/A9XmTyK5iMgfubVNzG45Ck0YkRvYArL5UtQ
Df77qINK1Bll9KdXMeDcDIfN+J2zoeRFFPcKfovrvF5a3FelznOfhnTQ/o4iSjfoz3voXzBpNkf6
UXN3Zyd/EGyDKCXph1xmbS6CigrBQTuFBaDtr33iyo/MRb1N7wzebFBkPwphRPs0K7YHsAvM0k5a
rIiyGbuTlkX1uYVN+HeZaPIX0KVHHYmdl49hBOoKRKLctG0tDOo9H4uWOouyOzP25ZzdJPFOc3ZI
OrJnigePwgL1TF6/jZtqZJfH+cAHK6KyCxF86K9zxWMDZuSoh7X3yKo6JnNUxCpEu5uMyUpyZr1x
umExRfoJ2RLjLyPSbESPU8WtUiiVGJQJwkQG+kM8IVUP/0nxUImqOk+lK/64fw33lq6gCDrHlNRq
23qymTSfHK1LYWTX0g/GUkTvcXowFOnxEfBx51n1aI/SqaRNqQgQ1+e0R/TKLZcmZSwVvKXltR0A
HAHUOkm7EYIiI7rUebA8vnWBvD6AAsAYwTsAp9naamLSxvP1nEmrLg0uphRK3hyH4GRpdpCi3t57
iyFiMGFMvtMF3go8gOP3Gj1PkSmWU6EEo8cLKDV0Wmpm+gOjOeLKub34QPZUZZViH4vc5mnMBAMN
G2DTX5Yu+Uatt7wwK6g9vHkDleiV0rjhvOLT1hsocukWTLUnoRwmKyzbDPlz+JcvAcIvp/um9hbE
1CqJGYxVt1TtUwXdXGVocUjEroF0YyZ5oswf3reibvP6KcUCVWGGzjmFnOb1giAbpS04JjKsIKT6
pHdBdnUdWKc6csOHnP/thDR29alv5yNEzM4B4RGnukg0pFpOmzSFGXNPBijGhrzAyLgMgbj2Vj//
Uy0ZUhFVPh+c/V17lE1/jFdwBTaRHoJLUe8M2Iu6cgY2VRfnUhfxU2C284NbML178AFvrzjJA5Ee
/VdDccRss5VmgF2oJELuszZ6aBjUhd10Mc9RCtk8zSr72UpFdhC07BllMhUfRmYPxdgmkhhzi8hc
ShkyI19dUFj3Ll6PvpXhCu2da8b1pxRNs4PA4tZvKkDw/xtVW/9T+KKbHRgJABB0Qt3oXLeL/0IT
ajp3QxG/3j+vu+sjTIfZn5txM4g85EU3jQ3nFVHc+U/DmNDM8FOtuqbmrIV9yVGqau/NI2PkgUwf
cuWpRcPruvmUNpRCtUwKGeYOQyp03eZQwkHOCFIWUN9z/Le7GewRoiEeoBL5zVdsxBIgmFXJMPPm
9kyoM1xsOCjPk5d51/sbuuMASO1+0ADS9+ItWn+7KNL6sRaNDHt6Ny8LzAqXLrIYNMqyzDAeYcLR
HiJDr97X1hQd2N5xcbT3VDeMMgxFkc25gVE9E22wTLx30+d+CNCpb+3sy/0F7hxO9JOZN4adiVhj
Ww4hajIqtFunUCSWIlgU6QPPexPm6dwe5CU7h5MJP3qWyrFBOLAJZ4I0z+c6wHv6Fd35Lh8XKpJ6
9Vw69PuKJut/1cqxODC6sz7oDSjhKT9q8OCuP+CsawulmXQK3UAGp6Qq9BCC9f4x86b+dH8r1fdY
PxbMbzMczlg65Rc4FdamXKePjGBixJ8Tmf6uAYI72wxIvVLFK8OMwv9BZWnXHkhNkDiAj6h+rO3N
IC6aqSMesmfHfy4Lmb5PirhhyFjG5Z9tIMoDg7cHkgXSm1UsbSTN245T7yftJI1lDI0OZZS4HYeX
lHm8g5doxwq8cwpgpAiBwBCvl5UkS26ZrSZCDizzzMAgnhEnqg6c8s7mUbRhfhEoDqdyWzBaRqsX
Bq9qOCbWZBFRT+NDNMX5N60T6ctidNFBFWBnWWo+SrFDUJ/inV0vq3amOqWpK8KgtvWHxhu1S3I8
WX97xwhbaURAj6PsbNHJi2/mbeAuIhycPv0Yd0P0rHVzimeeDMrJwvsIiUl38MX29hLWCcIUqJxU
arleWppqgnjFEWCaSv9PmH+Lc8w8zGMyw7WdjfKI5Ob2TpOBUXdUFJ3MBGxhmn3QMuzVlCMiUKW8
mEnaPnc2B4bq7RHp485Xo78Csol6G5OYW9TPLLJg6YeKI1+N7XObWcZDnpCS3PccOwviFgMH4xJT
Q9w+aIuTaZ1vsCAZFcVHM+uGS2bXKAsmR9Sqt5bAi4CxZooemIy99Rk0qxJvyGpiEV/vPti97nwJ
ynIxT+nUBsnBsn7Miq89ItZ+fCWoknHBm9cTsq0xRTFPhiJN6hEC8ErB8pfU906QWZBeLXRZHkVc
zuODQ0wDz8+cOvBHVZlOCtvoTnGKUCT+a1g0pz/nwVB/naZ5/kvz+/TLnNjjX8StAUC9Fh60x5kS
s3UqJtNawvsf6PZaMfxHgQF+DEWUsUWJjAwz5FacDmEaU685JbKsv+a0jeJTCUXJCWZ1Jq+C6eBe
3fIdUKCkOsQgAfSsHPnN4xXgcfsyaYZwZKrrm4wWDd7j0VmMSyPEPDykYnKvdpMn7bWbmDh358j6
V/O6xj0teWIHBy7s9p5DvE3uqCAcEKtvdbplAvp/osMA43ifvvRkypc5LoqzNebDS5568cF7s2eP
njSoEVrjnFl1OX8KnG0k3nMjGwi+Ssc8lzDjXoKWydsE7ORJoJp18CbcXnbK3OiQk5XgYG4e1H6k
rVIwCBmmXtqCdei4gVV+FC3vWVGuko4tPXdc9XpViH8C0QaMGY5VFjzUyN9eaUl1Byf29qIrKiJF
aciDTTyyCQ7GpTPqGGnZMDb99ELdrftkR21+0rmDb0aHKFPEqDA20wjeYgiyGSB7EbSE/2iKoTZd
Tr+XHkKshOTy0Y3q+Nf7l3FvaXBTQLkE26XiRl9vYKOXFuNLxMWNLf1zBy15djKrGqYyyy3+erst
FYhw/CjeU7JZ2+q1RnBgIKiaezt54fWLLhSf8vejNldHqlI7ToYDQayqtJoIFDbr6qSs8AQxyZsu
9EdNBt4pMpP61ABCempnR55N0vTL/QXuwAigMCE4ho2ahwFk+XqFkdHKYNCVj5atAK2YJp/LfBLn
pOJ++bMjHmcYwp5M1OHOfasv134eje/3f4SysX4nFPKO+i2YLShat1AGGcTBshR8UdEKOPsmRT3C
UzD5f963s3dyCJSh6lITaTDkrdfqF54n0gk7MG9mYUlL8VQ0foNubCMP9nXPd0E0hB2eWdLUjSl6
CfOkzRHMZtzDUwaV3LXJ4DHI/O7Fzafxt/srU+dws4NElfDEqMDPAkq4Xtki8xTNWJWnVo6BXihg
TZEGTXsal8V4nAcYCZNEBKfRWo541naOrYrByEDwAKx4E/0B1DDMsssJKeIlR0HcKuCLSIENWOag
fadbWJ2k18iH+wve+ZQrq5v9tYp4XpaJmoMF+c9j7hfzixHH8twE4ojQZX+BqhKtuEM5Nuu9ZdFa
q8/4N6nH6VXa7gyqpaa8IXiOkU6fXvzcOBK7UH/p9oMqSCqwYrrrzhYy6UW1hJLDgPov12GKjrv4
l2ha3g7N5nWlKamCK5KFLTdpIScdJtmUFy+Ivw9F5r0WixddO0uYR2OnP9Lf7Yoo9VH3JpZCC1Ft
80+vOeQF0TLUgGXc3i8/OEkhnsY4skERp/UvhpTa38PcDaHZe/0zxND1qzXlw3LGOeSv6bgkn8zI
/TtO7OhMuNH/S8OVEmzhzGHgx+Ko5bj3zRmlI0+j+43E16YcGsUT1IQNz6eZLIpaCnbwogNhmZlp
9ChKO7jQcrK+3D/Tt0YpMeMHdbwxnY/tQZvcwRlyz4O7Sm/S+dT6efNJr/R2OlGwTz8ay+wbT4Jx
n/jgBb+9TJRjdLI3SqLoQGxRDONoARmZKf4Os+tel6ENXsjui9MyRtGb/SKm1AwflM50kbZ01e6g
R66UOKps1irmdr2xCbVucj84Wt32p7y33If7u7q7OJUnAg4BHLMlIde1toOwRfCsDs4UpmngXktE
NE6p2RkHAfutF2Zx9FUh7gFSzrnZHPFImJldcWrKwbOvg7nk/+Ra5X9Apre/NCODfs7AEKiu50cQ
/dvnBsu4J5pzFE+onawtW7HVtm7ARZ6bRZ6DXEbv6pLnLYkmmA2qvOk+39/VXYMoLNG6puIFZHVt
kNC1nYNUxcq+1754jPCdijqrz2UnzWuSAg6+b089YGvv4cMaSgcLWRaVwW62NrYNYUcNTrhEA/05
7azpOTDg35mRewqhZyo+14A5HuqxWU720v3xZuu2p+rpFj8AGPQmkY3NohX0BMn/XJu+cpxStD1Z
pY/jCrrhnDPfcWXErHqfpWK4GGZ7hFrbOcSrH7B9ZKdWM8rJG8KhpYlHewQMyVCO73pHHg063b48
RBK0rvi9AFrpPq+/rDRyL0BRSIRoXfchHJDQmvrDERJhb0F4Oy4klURYYbcHdpoctxlbEbYuLfto
xtHMkUAGHu2f8/2Pt3NUVeeT1gQxiqJaXy8o5T82hi1EqOdIpEaGnZ+qCXLCZi71c6IdckjtLY1R
QqIFVkagt4nFxqqTjdPoInTyuHr0NRxpMtTL+wak5sHSbvmoKbCQdUDIQR8QWartubBUF7QzBZg/
xpXPiXTr/BzZ7VKd6GkFywnxX+eKzPJcPcymjox4AuHOB18kTkmrTcAtBFzCEBdKzPXnfI7cd6ad
t/mBY9zdEqXaCOmeRXlc/fef3n5abhSCikGEZjp0j2KEkkp2yZc0LoLP9z/2Ts2EuBCdMPgEgANS
pV6bkqMfB63Bjuh101+7vkaUTqOa23RZc2m75HPGqNQDejmSa6v7Zx+m3GemtbqDT7Nz6vgdhA6U
2kgAts9OOzOBKwpOQS2KIMZlLM6pMDlsZLUWo4qx9+bkhifOZYOJ/glVtw3VxEzHpsziKZRJKp48
f6RUOY7U25xIO1jbjjNmZgDoOZ6CjHHb6dDLGjzePI1h5VpIEDAe9rRkZRaiMTKETBWmjBPo42O7
JEtolekR6HLnNFHiphCHbZXFbQ69cJmiTWufRksa689+Yf1Zorrz69gd3q8dX0j6Bv6RC0YReIvE
bqFkqfQ0grW5aqyLGPLmyxK16QEXwO56wJhTX0Y4iWbw+sg6bWEn5KJj2Mlyec6WabokRWpQL9Wa
gy+3E6FQpoH9glEX8N3b8Kv1gqqk+TKGjpuUX8XSV89FFFivhpmbp7FBk6pKDXkqB/vtBSnw3VRR
KEkZoOyCjQvwNE4UYPMxLIvWCJm2Icxt6+wyJ4N1ECvs+gDGPxQrDEgenP56QyEzFv3g0PTrhqC9
6kYZP5RVVl9knnweaif/ODrm8A5fVIaju+QnEfj1gyAXOtjtPR9ARM1sOWPKwCQ3vsgQvt/6dTGF
9Qwj3qlYelpNulHIb0llg5VOZvjC7vu/nRwCIDSjwwxQ0ta1NnfDnk23WDL6uUE7pDT7RwtFKtd7
8Wf0dSTSY2ctgh/qvtG9a6I+LD1w6FVJlNf7PTNFKEwHOpWOrOlUuFJ7teY6+3jfyt41IahWB4go
jCHytRUvs1LH7pC/s4bYuUTRWJ+WOW9/kWZ9NFy+u4ucG54RCkVgGtamgnjOBJJeY4iqMaSJRsR0
bSrG+gIJ5D+DLMevhW4fpfx76+O9AkTBifF5u9ZG7dJwhFvXU6hpk+RQir4OdeGav4jCORJb2Fsg
NW6d06kaDNuWXdEtkTklMy7HGBP/yXWGNH1tYYx2vlpSvVJxDTuuY07FUVNo704APKUMgEvj9diE
l9My2/YAx0LY6BDSx8TvYTP24ipSY7oAJzwi5ziytwndIyOSVpNhL22GLNTbMbkUbVdf9Tnwr/Fo
HbGI7X1FBlkAEfKH+pzrrzhriNaLuR5DDfjaN7T2UMUWkS0uKIGnBw2SI1ubY2pJJv9zEwQA6BPz
Ms1O8FzN1L/qOTmC5++aokxMVxlOKrqH62XFg9XCCknv32pK5+sg0F9JxlK/SM19+/gezV3AGnTc
VDq9rUbkY6BNtcnZrLUueIDNzn8wOwAAAdfjet+l7DkuaHBQRiSGJuvZHA4eIL9yzHEMmaGyjUvF
fo5qAOHIK+8dQhIBTjusTOCuN64ryVOK7LZPUGq76SdbK1waCk723Hh23MMfvBzd773PpVRbGYMk
bWXWaf25fITh4aqJwcoSoV11V9jXtkKILZLCfHtsTw6n6FPAUtzOiNDUjStziQh09bm65KiFfuFg
CMoBTnZgau9zAcylO0JRlKRxs41d5JsIAKdjGERj/1SR1n3WtEN1gt29A0bu8ozS8N3ilBSlO4Fl
goeKp/kxc0uUr9xR8NpI86gfv+eHAZj9z9bmOw1WbfmZB3YBooHigSkm/8XTpP/HUDDTqemJF2ZM
lf2HU0+rDoIFkOVUOVWQ+FM2VmTN0IoMF0VVo/6nNDqGt+LBjw6igt1D/2MCV800g7RZmxntmNud
cDAQCQd4aBSx/ezHNpe4RwE+5FU6Ykfa/XLMYSmshsIgb96WDohXHc8NicHY29HJapzkeR46jXzP
wNWf7juPXWsAAiClhKMIIe71+uwxFg5in6A26tF97wbxk2ilEuwRf7/dEPtnqiwSXrftsY+MzDM0
RuxCN9apAPmz94gMyNdkrLUDWPpeekD+QRpJpg6P/SYEcZe2c6uUDWzQtPqmSYgFvNrMFe11ehmH
QT9VUivOiyy+3V+isXdYVJiMVCOUN9y89WbGbqDl5USmBYn28uJOqHzXzlw/ZGKE5F1ozkNR2vJj
24zpd+iTopfOzNLlDFV3fqmTun9ws9j6XY9E6b4r3KT6R1jj/O/9H7n3wZUqtIpa6FduDzTk401m
BLyBgT45n7NkAlxbaPHfwZgdKZbsbQd9GUAW4CVVF2K9HU7FXGrr8TBVUQApLT7i6vYz1P4m0Afk
u45mqveW9n+cnVdv3Ei6hn8RAeZwS7JbWbZkWZZ9Q3hSkcVUzOHXn4e+2DNNNdTwALuLATzr6mKl
L7xhQ7YQ7QJMAHF6Ol5fGRnPyczzni+IiVWu/GZvAuh17/+XRBBCIW2zLf9E5fJ0KE5uSnuSqbmN
xIYB56f2G1LaoxtlCguR6PfXbHsufNSAYHftUzBRw/RoF2OMG2Wbt2gQ9Ned43zfYpkLI51bMjBw
W+oFZgW06em8XE3X3CJPemBoogN2gX81uEMFIiJAh64VwvhtW2dCFwqbVA5Aa5E07K670W5638rk
gHiZrd2IwkQEuhrTlUPaJxeSr3NPL8pziBxQPNjSk9PZkdB79WIzVj3a43Oeu70WkxKO3oWveGac
rcsKcwwGIy2p3dvkmd1SlQjUxs5kpTdOuTSHImnK7x/virOjgAMAhUOu9a67CqGnHHEdHmJtEMl6
KIWfvLhArdXvByw0gv5/nN1ep4oDMLFgNiCz5nDxZwVyK80utO/em0XQ9UcF7dcep4m7zzkcO8hG
AxfYWJlWuty6RT0bYa0KrqWxKfI3vc/qn9NSt8O1VRcGCcmQQra3AZX8xMzKtA764nQ3hi60FI0e
z8zD1vTHPoSi1f/wy0B8FmJoHvusKsx4qBDZ4k4qKvE4tnm13YKLNYZjUllrNMCizak0SPvG78gm
Dm2dry/tUrTJhY975sBtZD80YshJKJztqjyTOwEcs7HxFb6PaECZLV8stx6v7VpWqPMvl9hN5zYN
ESHL+QtMvu8j5EllBwo1iLhzkuBpsVr7BtyFdSl0PzstyBRwRojbWdnTkwb/OJvSgoc+UbZ/5EaT
L8Rreqz5/ngnsiyNPz4LZ67+jU1B45nqI8nd7upf6SiuVs9nLDU0y1pZNddWM+JUWs32hRU79wU3
/UoaPighEIKeTm0oKKngfd2zT3OH6leZf7PoB18IYs6NstX/Nz3OjcW3+4BKM0dTExXNukbX3kCU
TjKcKI1f+G5nkFMskkOLhzuYIHr/kDlBn9ud6feoTWeDHrv+LD7jS2UhGjvgVPPYtJ2YHqa26r/g
1r78IV1XMw62kWNs8vESnpsxIRvlHFyNoB7sToIxt/WapLTsElsu4SoM87obTP1CteHcxkT+DYDW
RqWAEne6es2kz3qyYofuUwX7Lpyyvp7npuJe64s59PPhwiW9XfW7li8CPpxrItLtH3brmM8iLzpL
62Kg7FTFmtFa0queRBQAbmZVc0SbK8ufA6n5RYjq3/zHx1/13MGggMoFQz+FZ2IXki5d0XYG5rax
l01ajp+O5t1aXu48wkZfLqzg2bF48zzQ+yTTe02b1NF8W9NGkL4Fl6/maR5Sykj4K9dUF/bt2WUk
qtxI+5Th9kILBS7Xdj45fVz3dn+T23kL8c5d8dRVw42zaR7/h88IeBf1N9AC9DhOt01LOZhwlvvF
7sbkLq01C9OcwLi1UuNSd+Pc1Ggqb3boVI+A0JwONaJP1I+oBUAb7pyrYVxklCovO3pd0r9qjH8h
WDnXaIDFS5FgqxXA5d1t0XH0JpRNYT6UdHeichz8IOzn+U7N1SrCqezmr9VqL3+q0h4Uku3CvQLl
IJ5cK6+q//Cd//1bdseTiLazBVX4eOTbIIMPYxOhYAcZlFRc/f6Sct8Bcfmll7AHf6SpNTbuCHkG
pbYBD7DKALMpu2PTzvbh46HOXW1oAG/nbzP82j/yhj5JxNHIfdNFy6PcNKd7Cq/628ejnOujg5Pe
RBgop2xQqN3O8e22m7WZG7StPRfLtCI9zoVex8D94Ri7/nTvWLK+TyvQeF3jLFyzyTD3xzYfPCgM
FFqugHrXL1XiODc9+fKF+PuXNMP+NgQcC0AYsU/2+O6ZNhFNrFAXG2CStf3f9Sq9B1tflvmq4hxf
KdVhhlzmXjdemWbevgDHD95S28qPmO7Kn5myjBJZ3Nm3LizQuZuLniWZo8H6kD+efrlKoRBkUPIG
edp6WdRMiX8NJNP50UGs/Q9bfJMEIDfgpQMWeTpWKweUHuaF5EDI4Yvwlr+xtApumiyznz7eEGdm
BZMJmDDaA3De9ge7TrW0o3mCsCo3mk2wO1kdpmeEbJAD0L+/MLEzTx2i0DC5uUhoy+5ppjZSrtPo
QzOSiW+H7oBuemVPXjg1qnoAxmses1z/bs5TdyF1ODvPTb2NOjsv+x6G43U11NAC5hFlyAkQiVMe
GlQrr/TRv6SucC5eosq+YaJJiNAu361eBSlpsYyGo1xZ2XWzDLhLeWoIA4lzsdb7XmQk3fQkNC4R
bcpwFLCW33ZpYmRalBB60XUjO9hf2AngprSntTUMgYG8mPuTNlt16BC3+C9LSjIGHmPzmdi76tbJ
QK19ppRW4cM3hhC7/NtgwgZFT9s8RGHWvAmwhz72tV5eeJa2I7e7KgiZ/jf0HrzqQ8ig/Y88vDK7
9m3W6TS7+IZ8Qb+gup3mLHjqZHkJ4nPmoibwpOPMYSF12Z/NLglSrSzBhIzdOIUoaJh3CeylCxnE
mRd+YyrQh6I6sPmwnN4AVj3UTbMhT4ZJat9EKmsZNXbvPa7TQjNqgCl6YR3Pzov121wYmdk+fNH1
rBuSTudj2umyhmXQ6nVopoH99+/fOBCV/zfOLnaBApjiikxxkbaGOk5zmRzm2vQjS/nZBVWvs1My
ge5gTELStw82C0OsQncGul6oHMYSS4QIDvWlkuK5XYieKmoxbEUMQ3YVI9dCjVLJbalsYnhhJltc
a8+HYWmbOCVjuS4X9xK56tx9RkhLGQ5eNDIPu0F9t0Z9c/hVoq2rW31BoLp38BPDFCG9cMrObsWt
FACOGTHKfd5srGAh+p5mlFujbV5hiWyEq8+lBoGuiEXVdV/+ww7ZJIcsSCWg9s3TvT/56EKLmVDI
aqwSpdjRjmQ5988WZpg3/2Uowi6SESDFe4qVsay+tmyNNqPLc3i8Sx03vvQPXm1dImKfWzFcqFBO
57/Unren8V/NKLtFGd7QtsuqqZvXoVnFDyw6nPupMpKXj2d1bt9vUfrG+UZwZP/Kkp/33jBt7SFd
+i9QootXDS2CC/vi7IQobJGyIvZGUn46oV7X4Iv0PHOU5bQjbh1NOOWtup4q/dIbc24LQhEBlYx2
A3qMux0hcB2ZDZ/XWxWDOKKdrl0XrcxfVmtoj8huJRcujnNHmt4/k9o0afiMp1NroZYL3AeIQeWi
DoGXZ4+pmOdwoGcVYi47hJq7Jn98vGrnvifrRXkTaBFhyi7wdaWm1IznSSzK3H+Btj/h8j2ou2RC
If3joc6FYf8aap9skBcDfVXUUXU/LedjlmbaY1F7mgrdKQ0ir3fKB2wywTxy3QXxx4OfW0zeTaRJ
CRmoge/2zapkZiuNIs7mA/RAJvmpcFo91s1lfcjM9JKZ+rnDAFIL1sBWygGvfrqWJpaHqLxOwLxt
HcaP7eCW3umXZJrOLh5Z20YQ46bcx3wNdk1NmVMzcrJVHLA1qw5TqhpKz0l34dyd25xsyk1vjjoD
ILHTCaUJwkzYYJKUrsMC+mZZDjhSV2HfOubRyi2sOlL0pj9etLNfEUga/Q8ATcBhTwfNzdKUoqMG
CCgvv1I93hLwPC61zM6Nwj3M3qfeCJ5jtzUSVD0sNyuAT8+lAiCAaczSJ+Xh47mcWytCVYRIgJST
Bm8b9F838bxCrHVGdr9EePNbJqnswdRZROjl7iVU1tkZbSZiW7uM3vlu91GM9orBpVjhKd85Sqcu
ocv4l1hc544UASnXowU3mSjkdEabP7tMBx3Wj9b3yKfbWzTglFeqzMsbz6tF/PEXPFcPIhSgBLkh
EBhz95jRpNOBVMCFxAQZ9GW2BleFlrn3tramhynBltxalXNsVqmFfe5WEelecrWay2+7wm+6MLAx
qfKh+0Zj6HTmix4I1ysX2jT4md1bdiGjEhALdmZ4S4is0t6KXDgXgvNzGwilss0jBNNi4P6ng+qL
SpLSHafYLmrtYdQHqAiNnz37EuT/x1/63P6h6bmhItBGeG+PniWLH0ww1tK5DY4i6PKvE56oVx+P
cm5CyEsRbyEJSEi5m5BBFcgyZkhOKjG1sDKkiBfNJ47Vgv/AUoN0A0uN7bPJmuwukrrlWsSxG16c
2yehdJI6bIxkfCmWabnQHzlzUdIpoCUOKgeBzn1dvcs76l/BJhKWOu7Rkl0VLoWajuiftbAVPD+i
43pJgPDM07oZdZLgoMe/GQ6c7o0xGbLCN3o2pKXJH6b0reu6HYfI6tr8H3ppK8TP7ClIBuv3wfW0
7AAS0rgm8983yRXIhgkt7CketQySFhJaUS2Vikjqfn68W97tSYpFG69xI+KglryPjtwRI3Tacwqx
5KKLlg4Sf01D9fnjUd7dadsovHGsHKgjmj6nHzLNm4oifcEo4zDduqBmHitcQI7Eic/pqP22fPk2
HFoLcMrZMGRyp8OJwpraUWUqrlPfv9L0oY210ZZ4rRrW7542eDJECehLcYPwMuzeBHOhSZnUvYqb
YB5u7aBc426R5R1CWpdi9O2vOqmQbPJ/fBEYU6Sn6IyezkrvRemVgjjEcqfNJkI5ode6OVKuWnCd
gOANEWZpbhTl7XAK5t+W6duGJz1E3xSeGAXG0+FLlLvqrAPYU6JldKBS1jyrcqONEpXFbdXUkd0u
l0KVd5fZNij90A2fz4Own7PSWxzDStHEm5VR1MEwP9Yalp1Wlojjx3v07FCk34DVKHqzfU7n5648
vJ1jqdhbvfWqkyaXi0vcrlpvufAQvLvMmBUhBDKSlMU3v53ToTZrKjczJxXz4ultiB9P992kFTqH
QtnaU231zhO0i/TrxzM8c9YBFG1ggC2hBPl6OmzDT2knYah4NmrkBxYevUzU/X/4jtu0yHt4xIFD
n44yObMgC2afVGNfXVmOZsZ+5hthP4ng8B8mtMEAuMIoke69asXiaYGdMCFT99SzVXJIKay5KAl9
PM65rUHpCXgmrx2S6Psp9ZS608JWaHdl5cFv5D/zEKRxOQaXOkfnRtrId+jxMSFq+acfDwnhQKNi
UseusfrXPoiUsJGBfj9KR/3uG8MmpEPFGgFt2PCgp0MJNok2eRRJHJVNYT1O+pW/zjymnV3cfPz9
zlz/dEDgsrMp4MDsmZRsgWxEn7yKRe0OTdgthS4fTG+abgAb+OOmR5GXF9bs3Jh0B4BzUS1834jH
/M3KmCH+pt2UHTI8lELZzWto4IV9Vfn+pWb4uTP97/F2scJcJKzmiPWnMxi81qrXIjmby40/JBYy
DGl6pZr8korRth32TwJlDXa/wZP3zoKk4r12Or2pYlOrqgP1cT0qqK7czbPvbgrbZTgVukeo6YvI
ml3zwvl7P2fYops/CKkkNHdvN2cvc1pXtdxjFVpiN4VYrXjqYXaMoui/6PnU3HgmB+bjzfT+iGwU
VWoOpMuw5fbqdoE52fRjUGDgf61wXSvtdianCE0kIH77KmPP8h/qG6goMdzpERlqAjR2dAP9b3Ze
u3FewtlJyi9l66kLR+R9qxSGhQGDhO4diAoIx6djSccttJWZxUiE9xleEp0vw0qr8+/FXNXw/nAC
jpquFH00zEb3AJ6cJzeHYGbyYonsu5vkqCb4NuDXC0fp/btBgr1ZafwiuPj749uMNeUQ2+UzaJb8
IqnWRTpeKl8/Xtf3B5aOE0AIVJUoFyAadfoBMITsi9QnvJG6qYd5pjmh8MbgZcjVmzn1/oUm4rlJ
MSA5O1UDgNHbNvtX4WBd3NZuKHnGvtvbxxaid/MJ43H3Elni3LQ2miyMTlRK3pU7KXhXKxungWLc
oCzWpwWoHNcVYRV04rEbtEsl/l8h5+mlQG2MJGmjAQL02KOHEWvSqcGxa32ZiptZzPVjQFL40mvQ
azBlVPaLtyQwBJPR6x6SIRi+527QxUke1N9k5bt3XS/8O32syOesoJluVJPauORK8VwoI4uNsrkI
uNm297sfjTHuVqRFvmFP7/ASEmbLzlpItn3lhVqQ608Njt+3Fqaaj4HX6/eVs1hvi6EFF1LLcysE
QmGDoBH5Id96uhMWxLRmf7SIq3v7n2EWwWOwNtUh8+3XFmDvperiueGAFcGtpfO4IZNPh7OqLEj0
NuviBQeivyrNma8H3C3QeLD8EJWeS/WdM/flL4Uyj8uSCGZf2s8q1676UWsR4DDHx7RvjZAqqn2j
/OlS2/HMe8BQW4pH+L/BvE+npttpr+eY4AA2bcf16DeDOlQ6CcKtaDjAhdX5cQca9EKF/30FCxEv
DDR4iZAuo3a0uzvbGkvZNgf0v+KYitCV7LBYM5KpDWUhkq+pppbnWh/qWE5J0uBrGXTznWMtvgpb
WxSXtNPfv8r8HOSit17v9kDsKp9VlxR+V5ttrE/D8CYHG9l0v5zvW2NKj5Km2/fUm+viWJtT9rxU
+XD8+CY9c5Z4q7hBdWqvdN22Hfivqy3o1gSeddeB31/yN4WzRuilWXrTeJqI/EyuL4sapmtVe5d6
EWf22uavTnbKWvBE7zIM+IKO0c9DFytf8+LGncRnUxfpHQiG4unjSZ4diuoM7e2tbLmH8PQQoemo
1Ii9VHgVl6uwwwHQXlRm4Lk/HurMiaX2synL+FuddN80rQcDSj5iG/GgYzxztWrt1PM0O14eGv1S
HjozvZT3fjwk2KnTJfSlhe8SYp54JHv0TV0/yUgOHVeLslVb7sfOmS8AZc99z/+fJDiF0xEbz12k
piUtwPR1jYXb0i/ql/XeyQER/YfvuR1W+sG/NK5Oh5q0zsgSO+/igJTwoarN7HEdlYYJ9ZLBFioC
9/PHA547EFiIUOEmJ+Vu2s1Npa7S1wy50tQcsjCpq/omGLO/MzNrP8N4Xm69zgkeET24ROQ5E2RQ
uQBtheIH9GNrFyAjadB1Vta2cTLk7hVJThsho/X7SSMENAoyGzhoa7Lvrt2lKQfLJeuOha5+1lWx
PliGkcDOXPrDxx/yzCbBp48mKgUv1Dj2BdGuU/UqRpIqN8FLEum9Jp4mXCEQuL2EDD1ziRIGMS26
fDCQ9918ezHMDhhlGbeWNXTRbMjmrh1g+qEApHW3PppZr+k4VbeVXeX3cgBg9/Fc30O/tr4V41Pv
IkHm8J9u09X3Rq/aUAv85TPmvdNf40hRr9Fq+6q1qNsYqesfBBFRWPVucEXYbl/4DWeuAbrQJLCE
JfyGdwJiUl/mPsOk3S6n4uhKe/o0NQGg5PmQlUFx/fGMz+zWX0VMuOUcFbCRpxNG+Lybk5wJo1WR
3hW1m34dhy67MMqZw8gov2pQukPavXsjisFIPYIQ5oRZ8PdRz90wsMrmIfCUusuxOHgmilHEgeul
e+fcliLIg17OZYDI1T7Qm/0lnVqdkoAwnOu0VX5cSfpLIpPTdZd1Go02w4zn1aqPnj8Xrx9/3nOL
CbOYDtfWZKOeefp5TZkXGzuG/WRYK1eO99YQIh+Lwf9H11LzwiV77qjS/uG+A7tIYLtbTDA+dlpl
XAor22YO667qbs0K8MNKE+DCNn2/pPTjGYUOjEkgtufB1n7QyrFBeC2YkuUpdZ0kKjHNCMHzOVeI
tCu6dwlsp4Qf8vE3fY+BJowGxkT5A20gYKi7NW0S0Q2pUF3sOQJLvzx1soM5aC0XLY7fRagvpn3t
rZNzKPzW9w+L1xXHjtQmP+Z1aod637QylEPumeFspV082lP/88KP3L71aXID7pdKBZbnFBAJj05X
3neFrLMJndB2FsuduW4v0ZDX4dDPFXpXfn+/us/0+eNA2FMa6rPrXGdW+9vgNr4VCB8UjTa2OZ2R
05+BkoSroMShdlVb7k2vjd8FpPbDMtrF0UDl9CCT9VLp9P2mh5W9cUQ2OSo4ONuf/ysWFatZZyLp
4DXhPSMP2jqPRligmKlfTcaC9mPQt4u8+viDv9/7xL42bTsAP3TR9hkdcDPPKgZy7gGvkYhmpIjm
0U0+dbJwLpQRfsEYTtfWI10lr9i0vWmM7NZ2WDgSQYnyVKL1dnVMLGsMwpxeF9tfpdNtn6E/foUT
ZEMyPYGSicbKnf9YW220DoEl0XLRV8d/8Ie2LSPNG8bvk9niQaH5i/+K2K1ajtgMiz7sKr37VI+F
fylDfL9GrI3DB0M3Yut07qKU1dDqpJBsykGSC9mT60XgpbR/RJ0WUCPH8uW3l4fshBCCahcFmH26
hkcyf72Xt7EnbeGifKmCpxVxw5fWmYKL9+D7ywk4G8khLR0uXv7hdAeqXEpnaT38zKFGNA+5aSXO
9ymfcKr306L0H4HCOFOo4bzbx1qh4THplINMjh59dHkspk2HemkL9c2kndiFde2aaejrdfogyoyC
+TCmCRUUbX20BrBCYRqo4GujzMwKKahht5BMvvdZrlX6sg6rMkPdQ2r+mEgn/eQl/nA/+Zou4rom
HgqbIqWtnBcWwohgC7v6YPjKwac4AfUXTdrgOPiUY/B3PUL1WqJZTUt2XNNKqlDAlRW3ZV4MVpjX
aJNHQTHrRbgg/xbc4eQiJLbYmRyPvdb4w91IhJe+tSBB8Sgwe2EiNRigcmsJPflszbmhrhElw/2i
MorWozrm+j9WhebRb+dXgCIovoDDpmxFO+J0hYCemqnpUsUWXhaEAgf2yBlFiUZyEByKJfUOv7v/
oByhGfwLILExGE7HwxrFNTqA3xvOJH3r7EYdenSWPlcTEvIfD/X+aJGbkqMim0QCQEZ8OhSK/6KB
1tnE5tSUV4lvpHfeYoC88vLlDtrJpQT8V8vr9Dqir8eu4uLbXpp9tcfqFwtAFNjeJXHwLV3Mdv1m
yiEbrnL+D/eVZSV/dGjuipgINhGfi6W2y6imVLNGnpsEydfan6evPNVZHeY0g5M7u22Nv2rVtE3I
49J8G3pbfs7mmupJmonVf0TcmUS/GcV0U2oStTiyLXOO2txt9LA3syBFxC5wXr3OEm8OjtovjdFW
Sei4paPgsRezCFdYMq9tWg51BEhG/VnhTfpFl5X2vR+BzSEfMfmvaYewTdhmoruhkVuscVYN7ZOQ
mv43KHRUulWQyDX0loqAfVuNb+ZgD6/ovLm3RZebfy8j5iSxa6/ZH8R3rToYM24uoSow6f20pn5J
m0Q23lM6Ft0rDM6VgrqWdGWkOmjkd2Vu+F9XaHXisepS3QlL9qn6sg7plH72Esvu0TLo5FrEptAr
53NSIhMeBYRdHDykAW4LP5hfrT51+kiDr/ymtWXWQcpqs4VqkNsguYlaEMUrTCnzeABhVlLVSPKn
It8Mpm0jGR4nZJn0ED77UofGSNX0WFObeBk0Sfpa4RDSR25iLzIcxlbcrUNQT5+HedUOQtATu7C/
9y/tpotOJEvTnLMLfWO3vyeOGThhkGCz26pbow+Ke+gi0ovahT+4MNg+P9kG83hqCV5gwoCXPD1M
fS8w3RkcA6tTvYjmYvCOfjJcAv28qyZurZ7NoY+XaSvgOdbpMHTj7Qb6HmRyWaXaofLFfEelKTk4
gns3bM1g/pIIZ7hzx6ZDJrfw7SksfF2T0M+N5hLmFW2PbWL/PtT8ou07b8jsTQ18D9hEMNDM5sXD
XqIirHvxhkIbaeo5QYsiuZs53yaBm63d2T49GqNBMUFMTrVeI5oiUTStmrkHWWBqOLurvlWvMybv
FvipKQVTIaopjc2gzb2wU0MrrxNcGahsqV43I/AlffKkHJlbh7ozyzRM5iwxDnnpeseug4pxMFBL
+tyOneDfLtLtygmKLvQnvxZH0IvrGGEcuVTh4IzeP5OeNdVVYI1ZcZBaYDxxU3jVoejn4JPok+lH
qwx7DZsscbKrphb9W6HDRY1GW+N4p0nHB5+E281R6tb2z0aNoDyzphsekwL+fCiGanJvZCWz5JCY
Svue18J99BAQw4sY3msQA5HhmEnCUM6goBB+sBuzvpNpOo/3tj74b3Xb2AueM21506VrJ6J8TRv9
qLf+/J3OX3+ztLMEF5Inxstg+70TahB8Hudc1J/oItUynsWKAVzj+3kSDoNfW5EwPfkA55tdRTdt
ecmV9G7xBSCsQ0GabkoJ98oPsUWift1DcRmuSKkQ2syLZb0TRVkBIsfxJPKQ1fnBOeAXmmACbgd9
cATE2RLjE1Vo9XRshL3AT/Nn+QXpJceIx9xpCEZTjBnD1mtzFSdjmX4WFdHK8+A37Y9U6ug9CzwH
v9Liq/xwTszpe4WipBZX5lz9pevd6l7XKBSvUa6V/tuciVYj0ulEHoGCcN4o0i5fxqL3H1Mfp9do
0frgz5Uf/2VuFb4M6Gy43/vakGWka3bwVZ8h/x86N01UvFSr4YEeSkzUeDNLVTEwlaSPFi8Rnwaj
Ss1o7huSObyJhQSaY81ZWLpL0L3Wpd/9NWqFvhzAyKtHYGa0H6zMcO7LtTHzOBia0grbBpYvAEXk
buKgq+WxLTUkoVpUH6wjzUXvr6ovlr9J3j3+6sYcrP6m8B2o2GthDP+QTFTtIfXn9asDj2X56lkC
k1Ls1rUuyqp20u6npXWayEt9KeMx89ynrquzLwOkSOfOyfl6IXkzHLq17TLURis3K684P+K5tUYf
x7CqXXvJW9iP90gwl8GtI+x6isZsdufDui5eGk69LKpD1dDswOhmGa2bqpurNwxvuzlsPE+7SmWP
RwBSNOkf2Vwlj/XkNwXmRkp/cyqz98LSssTTMK1ri/SBaUNJ1UgHtcnpPtuaU5iRmy7W32NbeH1o
D3B3whlBlkcz9Vu2aD4WXwScY/MKLaniLh8T37n3jASApFhspd9ggGE7kZR55shQVF5lRg4msvdb
E/FHqc0mZ3XO5XOVbGW1OV/nlwSPtASEr3BVWCb5NEbBDPxqtkzVEH8YNr43NSyzR5dESFwnY6Y+
wcF3f6pq8tqwX3FpiTY/qvaIXM0whlbLprq1pZV/FpotCMetQXnfglz6x1HfbOTzbnEjO8n18RPU
uyJ7MrHwbaJOtnWBAi093JCUyPBjrR/nZ88yWz9GZMbvUW5V8xePhkMV9VaagM0RflHTUnUZ2Jhl
Vhy1tkqhOPlJut519tQWt+Vqyz+1hHT1ppCiXg74+KT6sfGRKY0MIb0gTvhka+jPs8APatGmZxxO
RX3o7Sx/RIIcPImZ4pd2C/PUVdmVTFSdhrVYg/JhFK74hw6F5x1A9S/WUbMHZAS8YtF/zhMN3hDt
ksmJWyO3/iLTJgaqF2ldrQPlxmjTK/yM9kiZRI1KeqA53uSB9zZlQYXRdnr9VtPqQHAUV2uK5Apx
58Fk2yn+1A+eVWp6n0bPsH+ILJiy61Wpyf0MK3gojk0dpOWxKhr9acmdddkkKqtP3pSyJpj+pHig
ZMXKtjYLdSNNp/ypl3JUER6kw5M9ln56hV9tNd8u41xB0qlL43Ut256r2ZzT2xElT4c+hVm/Uauz
R/Sjquk1X9AwD6fV63ts3rCCnlqL41LDSmmOpZ37T2NrYL01G73nxACKV/+gdUnahlY1ZbQGu8r/
p50HpwV80FSvHEt9DLFz0YqbyUz0P6W9Nup2HUrjCd8MazjIrnZvczT01JUqis7nI9Xtc+K6RI16
a7rr09RKcacRmhJRJCyL6JDMvvGEKl60TNM7HsKu/JnNY22GqlH6H5BtMzNMkqV/aBO2eTzNaHjd
olvV1dAAbCc7OmkQXLvzuE6HDD/aNuzA+STHdOrHIFItofFQQSaJgce19l2Qtj3K8VLNDUCvJt/K
YsHyoxk3XHhg9P03u176T0VqLHroti0yjvmQ6Oq2NhRq3niJZd+JLm2s5Y2griNvBLR8O2VjmkU2
jt+KqMDQbglPHYhV7Pq1uMJkr86h8GaDjXvoUiMk70hlY/LcW69t23AXZuuQ/QV8V5ih1tiFuGmG
bDHD2hqL6nPSsCw39TqazYP0UWv5uhJyZ/c1nZQ0pKuyBlhbVnJDv6TGp3w1yiB0rTIZDgvHeozE
aBQWGUHvw+wt1qUN3XGh6TNMZn0AkbZ2VDm6brne9GfSuPDq8lUvpEzCvKnVp07LvZ+DXfKvSVc4
KP/M7fJJSagSkRDcVEeVBTIIQRTIb5km1ZOiB9kfxtzw5iOyqZOJKU3ey4jHKUHb3lMwR2p3MmVE
Ct4eCyUWig/CTPVw9Gd2R9s504MymnUExjMb071hzGSIGxfFjhzVJM/YclMuN4RKnjXNGKpIAKn5
OQsZWPHY6Aly70pnmRa9bR+Npta9qylrs/ZWOTApvmVZRgTnycH51kld6yPcK703f6XqEZtOIcvQ
M4cEKbasEA9Iuid+SPF4mB6c1B68cOVvBSlYU7cIelMrQri+FgUPkWn2Eg+1T8PdV7okacefk3e0
ZeaRKM35kzcsEjevRHc/k1D5N505TFpUMdpf+JMK1I0FUhydVVjF0ZbmrIA6Jf1ypdbAw3FZOs5P
nbJ5ECaqTf4EUQAHuFS5nn7xctVZB+Va6ps0vKIMpT0a94E7rqxNaVivKdUF5H60XLtGhkjz48Ec
beuKC72599bVDsJmMfS/qRY42FDOA/HA5CdxMxfETrqVpMn17E+ZHsnGSdtIOZMjYzQrjL+gK2jb
kgiD/WtYeYyOkj8ckXGpnq3aEViFLuaiwNBkzRqaENl/QJTl8cg7G6S0UeB0wFNR1WlUC+lPdxa3
lLzzRznXHOgO6AlSed7tWoLKDpepaZMj57JtotLt1we76swk9gdRLGEGVI7H1bNbqhrAzKaoGAeV
Xg2wlwdIGQ2NclAR2AWLwR+vM1P7P87OYzlyJUvTr1JWe1RDOURbVy2AQERQJplM3hQbWEoIh4ZD
Pv18yK7puQyGMeb2Mo1JOoTj+BG/MNy9UVfmR1HRAz6g8cOX0M66/khtlMnINSrPv00l1ouBHhfT
XWEJKa8KgxMraKwMpdmYkcmT3neGitJh1b/ip9bp+zgxu+6QF1P70dVn5kgUEMmDmKiiwjZF8C0Q
PpJ1JC0L8wKl46eUOJV3TXptwVGnT1oe6Fppzq5lXKojzG7xAVc4+817hjVaGjibKhs+PlhjU8nV
DhaKLQx6m4KDVhXeB8A+BIyUEBuN/kPsC55Pj6rQpz5B1Icdmi5eqA+pR1ZZiS+yN1UbFpgBEZHY
25zn9E5uu7ltiDN6D1TLZFKl0aJw2yWQpurvqrmQY9AihQBSz+mLJvQ6Nm/orIWw9nZC+yCIhQ96
nHcPlYuVE2CuUzN86/PMqYg/pf9H7gwe+op+Z8dZgD2Okx9iZwL2x1in8cjFsN0MJBDnZ7Jnm2zN
dkYvaKfE+t5UyIUFJjZR/d7T2ib/4FWzzzgDATQ3EGKcRzh9DX39EiHHaHAt2Uc1CEMRAEqHSVLC
6SGm+T5WI92qlf2hQJDkerXmnNtAXco4lEKWdmhBPFmD1arkGsJVnI3QqobxQazpBLoUsMXPNkmc
grIgc2+7usUlxay8yuUc1NPiISaWfx6E4hjJ2ZdrIFdnvSU8kFtbdUd+gpGv+bOSafzYlVX7qV9L
rby15LhoEUpzM9RLC8majb0Shzn03Wd9XJY2HOPJdBgpef5NnizikTdiWGFHLbCHf2G6UVaN8x9J
vgBykQDYjNAeYysPZ5G4N+acARKHf9PciWnhhO8yr8pgtzEW3cWTYxdkXI22yzttWEK/75xfjliF
fyMalf6RYjLC2x/G+dOAIgdOd0rrftS2T0/LGG33yqjt0Qy93rIeZstYKtp9bXE7S70H0inT5oNd
J+SaY5LzmieFR1LotFjNB51lliqs5ia+MVt058JJ5sraZXNaFuGYtOnTiFxwC+q1A++S+Wi23TTp
MMV41DhTHdDUVE9dPQuUsfrUrq/RkRc/Uzez5S5TDbW4Y0wJSrywwupdnzlqCjrpa89rZXZ1KOgW
1gezbAZ4VUPpBaJyYNfyP2iJlTrlQD+W9RCs7jgzNLP8JtuxPe1vnH/x11TL3STo5mbAJZygXuLp
HqsfolWDeeeWa9FHlq+cn3MblxiErk1BOU12GvQyz/Ld5Oe02yT+Pw1nd8l/WS3cx34Y2mp+H9qE
bazn+aZXAB+gZzySLT+XOEuvE5TAmneiQhImHGmIfew0G5Alpu8lH5peaQTGfrCfdSv1frnGIvCw
MJSX7vJx7t3bqbTVYzU46Wek2Zxil1ElyICubb9er7jp/UT3X115pF1+WBR68d3QpT5xCGf0FIbO
G57MZsqSo9IBWR692Jr4APW5+lVO5pRHkuxM0gWtrE9zVYxfBzevtRA7E72hA1P6dGCKqZuPG/Gt
CUSz2m0gRntsw8Eb3EetE4xIEIa2gcPGiNiB2uzdgcjnGXeQWUB0Vm1iuQHaQ9mvAueAdDsukd+u
wKD/UPgXfRvyPpWUUUyldoClBrlbDAtaIFOf+puKse3bxUaRH9I5HdsdmVmR01NEOnNyY5uXgd0d
/SB3NBkl8MSnvd6O4pPejAwIHD9HctPKardmiupaVdTNuvjVOg41xZht406UGKi98wxsM9tLTkFZ
9dMfcFCSLExIop60udEUycGsHVuGM14A/63jbB6HPNAkUhaBFU841/ak+X+0ZWth0D6Pww+tStr7
os2S76Ws44/zkmVfBjJm+tSIPT+3BqrMYVwl6/OCU7kZpLYGtbWwvSWwUBNJQrPAw9ulPssCI0vM
u26hztlBl3D1aJmN5DDirPy+W2r1fvEyWi590+eSgrrlVOxoPqPFmnJAhOh3Nx88d5m0wE7q+ZFw
TR8hn7Xpa6PZ9a+2meoG5lLmduG42rIKVnT6HlHvsp7Q3JFXVATDL7Eq633KB/RzbmpAewXtk5qy
X6dt66eWA1Oo1Z0piJHK9QKdOhT3envxnluqwzFIaTl8NYy+TncgWtw8ahuMtQJkjXumKmLtHujl
LAX5tcrHkIFM1T0KytDs2vJXCAK5WVqfu9SpHgbTHL/6spHjbbsU3sRYcnJFoLdO0txmXepVESU4
stezP9W7rG/9+koyNviR0ea/8XF8rK7RkXQfESbbJOUYOTahvayGHkEEbG49pakPctLW7+hKVh9g
4LpyX1UVHeOB2e2d2691gjuTgywwiC3ZB/1QiY9liVbObm29ptn6W/17nMBiMzBsreqOhN9mr+wy
1QLHjAngM2cYMzG91vSwJE4/rgZHNfxmRTMSvJ9A00k3ajqjeVK9N5xuWK5pa9hPK2kyY76RijkC
RdpmQULPfaXNWMxXY0mTNCwyvWfPdBp9+7LE3S7Iu6UywtTT/CJalDWXYTcUaJyZoOreFZ3VLsfE
96V3bzMz/FXgcPtco8g2hNOypdDpIr2rJC6nnDRNb6dHPgG6QtjhDPd9klcdOtPOVIaFjwZuKGVn
PQu7Zlyh8ILYBi5aZdy2qaWuUzoYcTB18HUPS5esbRRnlVtQSxszU85pbb5Py5w9g8ut2x2Ke0m+
i1OBU0DfDTbJAIPzX/E0zbdLO64/CkkcvdNrY+KzhAGuDqS/47VYa7M/Lm2hHZ1FTwYmQc4Q70s6
rNWhJ2f56s8zRazVrOa+ia223JV2mz/iC6u9s93GfuoZnmbB0DruI5Tl8nOLXmUWVdIVTdBrJn9y
XrAcDx0xVtSEkx3TA5gXjouOglGEFsFb7lIVb3DjXm2GkdWivpDI5h/TweMwdGOtSfjoPQZXWZcP
R5oi6wDH1eKrkDKnzHIXvUFtUa/QypAtyYEvsu+xNYo+UCOILHTF5qRgBGP2ZQBzvZ4DOBrmMymJ
894uZrcPh8Kbr5O6MfygcYV2VYyLsm8mB9j8OJRDdiwWM30uVzpItylyju0+cVWTkd+PlCW21YjP
K8VKGuE60HMk5L3kLHG92A8XZv3PKAOJfA/7rBa7oVjadM/UNnkEIlXgm2LQlWpqwz8Anx8+i3Z2
77pZk0zVpKlfAfDPa0ZKHR+CLH15azDAUoE5yuxBMw3O824Y+zyqVBV/TQD8NUE7dkRDnJnhhHnF
apeBTgr1FOOfTepYVFJFzhj3H9eiAvTaNYSKAFHF7hniovY9ZwN8V0AZ0pAhRfzJlmb+rldkDeE6
tRYDcfRdDsPa0dxLs6YaotFJegwNx7K4LqpBS/aG3mvXHtHOiRBLsatdP7pxdZR9sZahgy9CGTSZ
w2nT98K4tW01uBEaBeRblL9QmE03S/d+ZyZ1mHatcbXSoWegULfDIWcUJoIBv0FS3HKcPLrrrapo
nDk2hzMhlgwjAc7nE34WpsN+fud2tU9KJFbzRwkI41ttI/AaSqMwyAMUuhY+wgRBMaAKHzJv693A
r+Pu3VSumbHjyyhdtDwWrPxsf1jsg2MUekLhkK4flSUmPZSLU1s7pdHsIYMwhjx069n+WBeAuG9S
7JXMoANZcrdoi2+ErV8a78Z1Ky0JPiK9AVxaf4hXL91QJKbxXpA8o/lnC+a4ZSGvmXJ4aVjmSnty
W+RE0MzKzXcFFU71GJvl+qME5eBd1XY1PHtZljw4rbfPkkbvj7Nm0BYrnc6kIWAv0gZf4Pt3yl+m
T8wqvOYIO6q8oQhqf2hFQmTARZXfkKVmPqzT2vvkk6MCHEoJ8K7h/MGJyltp2sZkDnRzXLugzJRW
Gm1F9rhLGuntCKyJT9dmGtpjDbqLtlFTMABacHsvbrvCSgmW9pTfL3Y8f245q99bvJwsKDRl/qq9
lEx3U8u7VZZfzwfusX5n53lD6prPMS1yi5/pGeZYm+Qwqs5r4ReUoC7bPMDGwoYXW46AAHmxj9YU
09Snpy++OLNL2mB2cfYdMATKTwptzzxwEerw75jo0u3zKpvOFP41Qt8t7FBB+C40qEwAS7p3aZWU
elA7yIfh5O6oJKqrVn2wfTzBbgYmGn20FBDnKIEd2LmNszaYgeB0/RX4iGz2i0ZdHaEsymFjdmmy
Hny67c/Qo62tXyyoVpaRWdNxoV01BKqXsMjSzkgAFSVuaQc0wD2aPxpnB8eDk1SRvVaICpLpGcU+
WyXYx0j3Bl9vA6udFrEfLVVq9yVNZzxrG1mo5meTdl16PyfeFB+nPpNkOfhUWgtRNDOlGRXFrIE4
GRMwnN39kDGPXkKnt9rhuR3adj2QtTSJFuSxBZjJn0FrolFnptqTqWbbQ2nelGCigqR0iIOR2xpV
/t5KnHaMAx0p0QK50KW1Ptj46lb3baXNOs0XDh372OsOhCpsM00y60rXtI96Wk7lVT5PLV4GqKdk
9U2KYMXw5BjjSn6leatX/3TrzCSfYd7HGqrxoS4EQ62JidJ+nXTjKGZpTnetTfecUUEzVr8sbRzX
OmR+TPG17xoniX/F/upiDY2ibHHTVzjffpRJkagfnsHZea97deyEM6ry8x/MWTr9Qzk6cszD2HdK
43OtNUJ39kXBcPAYG+PIFLm3Vm/9oc31huAhh0u/VmBl5YFlOsaIyea0vXAkYjzwybI1nY/bcJHF
B31G68zQAq+ze1SfahAJdF0YpaDyIHk6sCX6wRXHUayD9lQKsybTGKZGuB/7eOwWMM1Kb/mkBEAL
75vTWo77bXA86apDxoA0SQN7dvKmp+uU2eWnxuOU+eFTrqL+581WdjNnWaHeiaU1NkxtWiDtDeMl
dm/mDo7GIbPGsbzVqcrtg4d7xhQV9MzXR6fh+utA95gRoM+PQ9+PJEvm4oOT6tr8JV5mjg2GJIt/
7Njf3JpjSP9AP3wYrww1cmSmuskMhZba1F0v2oB2s9O7cjz25YRPiKqKbOKoHPr8HgRU2u7ryR3q
627V1zwaRWnJL0h7xC21be91Ee1OWz92YEvWIK/IX3eWtpQuQwwaLOEi7Mr7JPli3iMPmM+3/SIo
YVad8zVSs0IWAVnn5fOQzOnPbl6N7sohCMjdbMv4s5Z0tR4k2jg9i4ou8H7WfTzj69IaAtjzBSZK
HH92hKCZrL8kvYxdCizLn49Jw38KOTeW+Crhc/kxiDbHtwNw83IAiWk8wziiryRo1vvB4NN7C2DR
aA+MUJNiJ718/bK0bv0eOrTxYfES3aVK6rOob9OsYnpAjhikLUTbgNlJeldRbz94IBpBLtt9KYLY
idMvCsMQIxxFp8YAsdDlU2muy0QiO+r6zhjM9vtSCP3TNMj5WkPPugAHUztXQ4+mPZWZE2kW3wUm
lvLKyvMWkIBab5n/jEVUJ6N9U/P1TMFqDsxtmiXGgNfOJnlbuJhgTrZi8pBYTVMGY2o2ivlcCQij
ofHzrVyN+UNTNy4tU7cYq11bgGffrSkj3/c5EfGDrnU9zeiyASE3CDddGGhYoA4KwwHlkfJ0P2Qt
dJKdrMfuE0Aj730sS0Pukyp23fc1pt4fWwwrQejYs/jh16NcaMCInjp6EWUVimmWUZf486btIF20
mBNJW22acbm97ZUxIddRtOXVqE/pcQK9XN8JuEsZdbTg+Pa7iv4FynIMatCdpN8zmXp6C2ddFGEz
xHlCv7nHn5eDv2Li2cauHbTC7b60CWdTNC8lAI6cep3TWPo42w5rvBxpZSX2rvf6Mr0BPqWVOBdm
ZRFl8To8r+AD+ojacflWOkb6PdewvwpIMPtrK2lsY7+0bfalUxP4ZC9N8wfV2BkzS9OrASouq2K8
oszuhnqJmhXJff9u4zMkoVE6qQqB9jCAYarKmFeNFeYGTYmvaoChaM9hNRa2FrTxqp7SlHI40GWN
PL5LptPt7HmZH1RujQ2PZBZ6kBKB1iDp3IKIZ/ggrJKxJ5z7PgrqB4M25kcm+kAeRokAdci2pFmd
r1lzk8ykWNEIV2ckuG2mg2LN2s+ytewPuj/HRUDYZ9+Y/aLMW63puizQGQF9SpLeKajxejDcdd8x
SiYYeekes9R0P+iNNoQuUytjXxh+/yj6ZN3AfsK8q5POeUBaB8XXsiaIB9oqvSVKs2V5yMDiPllZ
25Y3ne/UaRTbY56ELWgDFcUiTjyGPCQZe69jHL71DWjlj2JIGvqXhmj3hlnm5X5obJ/GDwUgjVc1
j+GwGMOXirPXDgsDHZyPcCqqddfqgN3otaVuEumpn6GD7lr9DdOTpf5k5KuXRauteV/duvessMUj
YYz4uBFPyEvkgDGS6337qtVrdTfOOFiFSCHRWffKsro2a422dWpQye1JEMw/WjF2P4mhTLVkpm8d
IrrZOuXnbHhhl2P2/Jzn3XrMwVAU9F01ZrLggeRzl3bigzEjTXxjcN49rqXhkA+8jcp8BSQDHo6u
kofqkU5Odyp6VBVqGUiq6L02ebcv51RcjfnFVU7ZsOj9IneE5Df6dD6aRyfQd4qU1inXygubhr6z
W/D2RW0AdpKAOebFSsIM+fELt/YKkLct+hv/CQWTLuL28z/h7YfE4CSKkaW2cRG+QTK5fqpxEjiU
zO7/+lK4IoPORT2KU+WUoYUCj1EssnHDxgBQYHmZOiSOHA6p0VYXtEpOYbSbdPLmwv7b+wE9uhNI
Xjo1FZ/d6IVxDq5expgiSLfMDnwLEsRm9e0v748NIIzlNPJmIAFP3pxcmjUGOuKDG1jMq2Id5yuP
OHrh+Z27KRDMcFhNhFBf7Q/o7KUr59wPgezhJzuB+LZiQ+6KUTDuzTtxAT55ZmsY2LSb5PGwI5jQ
v9waJojwvofkH/pO+y2zdblLJjDl2VBf0gU5833hW6YjVkVcZzOeoEKhxLVNq2V+SAOkewII4N4V
ZL0Xnt9v+Y0XsEh2hQ8vjw3hIKxwysttRCcoDnlNmqJvH1eDuDOnmA60ifMcpgLEzNYbQ6MTbtjG
OpVcC+allKl1AE9jbwPGITLByzz99e3jC3DfNscorJoTPDvVngtVgwfdd8Dnw8wHtgJiy8Jk5+2F
XkNVYXht+xTdRBvHZ+tkJTNPoXNjchqCyNF3ysjoEGopxAaOnD3SvSZv1xRpYAEkDoVWG7sO9FOw
Ts0ltc/Xm8tCO5LBF+BcAqt/8oVqqdEzX6Hm11I5f2PIwgR0QUfhE1S87JLp9OvIymIbRdHalOq5
/Zc7Oc97I2YWQofMNby7xq2+No2jMbgipsK+sHcyGacLRJ+za25CHnytG+D5ZE1n9jqN7J+vR4xi
32DcFbaD7e5Lv2l2WuIsoW6Uxv7tF7z90Zc7nBvFvpjdBBQZes7LGwVyMtutZPCk6HzAdAcIDxJw
2W/mnYGyZRuZRgvetBoumf+efZ+br8jGvnXhB71cubJbxDjL2Wf39sPz3M/zH4tV0Hed5ql89/Zd
vg4XEHxRSt4OSw6vU32ZzOrzZmx9f5vVeAd9WtqDsTJpeHuVc3ckKH8hHhEtjFNtAmr4mJ6rS7id
RQefuGayNVTlzQJ6/sJxdW6vCBNeGFRTd5sWvXx4q/T71kWtKfTBdN3PaonvbRBCnw3UGvRorex4
CsgYchG9fYvnHiRieQjRYq0IyXZ7BH86/LVcp1k6UAavk1l+KUzsrnaFr6xp9/Y6p0Rag7AD7dKF
7ikYNFonJ0mvGXgmLI4P0QAiIaqxfHG5MnaMLySo1pyUcRrEjw6o5P1keemF23x9cIKsgQmAVIyN
iuqpD/wwmsxvmT6HMeLaoY3Ie5Dj+bdTU44Qoq4uyfWd2zkIPG7KrRZN/lM1zhSJjnyB5Bp6gz7u
cYh5jPEQ2lWZ410I6JdWOnmw6I2u2dLyYBOnhrFaGhhF5DLelRiBXr39Ds8utZm1mohaIE128oHT
+4qTLrb90NYy+xsyFjhRWFnzR5OllwzLz70v6BT/s9TJKUU64gxMpfxwTH30rU2Z4NdIswjDbwFs
E5PJt2/tNGqaYAY3ijcc700UWpysRyWE8Nsgh2jSJuMAN2kGu7X4e7l5DljWPO7dhH6PtRT9hUh2
+lB/r4yQEIzD7Tg+ZTbm5gDj0TSHyOul96usa/9KMh9GUN+oL3yD55ZCXlEnNiNNKOyTGOMg2F8s
Sh+g1I7eL4D3dghp4oMaO+1STXH6/ra7gky2qQmjKsyp+zKsFMXQmVkC1lWz5jvGM8YfXTl1AZMM
533hFZc4c6fRk+U26i46MiAbUcc8uTNDDUmZe/4YzVoGktLxDuI3tQKmBRPWuuY6GPVdeHOnIW1b
lHBCxmZvVaF/krJmYmyVW4Pf9JiI3pqakMcRoZLnDibxnmxDRHSE6ut0aL2v6TJPT395y5LO8Bap
pSzu+eTDHxMmbt1SqqhcOnVQcl/X760yGR7K1BMRc9kaTEl96abP7CF4+3wimwmrC6fq5YsdB1J/
FlGR7HKGOo6prSG5q/Mr6TLQBm/f4rnXunH1bW9Ty2UzvVysHYCOkJupSKDMGPqlM93XXdo/xMaS
7lULGk1rav3CazXO7F2D5+qyoXRMQU7FzYvMTfRENgq8emfem/R4GdF4jvpWqNo/tuM0fXDTVV7n
qjcfqQeLj3SQraiFz9vim8NcLfbLjDYWpI4ormMrMHAZv5Q9n71KIGybziAg1NMtP1PRYy+dA13W
oe+1ylsDdok4doXWHztHFN/ffhe/k50/J5bbdndhxMBXB+mgv0rveiCN3TIPUQqJDOri7D4rfxif
pnqw7jOTNrGZxNkHv6f/W7RzdYPdaraD9hTfyKzoj6NbT/7+wkVtm/zVRVGY2mhKoi9zqi7T0SQ1
UxTYI9k45Q1tu3Lv4o1+dJNM7pp+WcO6V+Ku19cmEkUN/puXHrUDku04stYX8sVz+xXXGo/UG3UJ
+1S7B+R/EtcmI+p1SssbAOdq3yhvfEd99U02icuMam4vbNdza6IRQTqMyCwH2MnJhVinvmpToiIo
RTmIGXPcRlnKfcwXb5QBwz/aEWVsuxcOk7PrYjmwaVwCazh1VDOYoq8pbTqMzS2H+YOqNuHZAadS
pjEpPFtNR7lMtvaFV352XWQRt8AH8/v0jdcqnbNBVCrSzcI6url0HKDIKr+JoYnvxnoxGKrAQrsQ
irbHeLrR+No41RDURvrxRLNhAhI8mBYUEaQ2x+csm/udOTji+e39fOZIwSMInjnfNEqTp8ID4E8L
ofy1j5yuziMfmaIr+ASAMPrkFzznMezN2QzJFiykWgfrQn535tGavEh8Pm0DuN9pKkLqsHTSSNlK
Re7c5A5wew97pwNJax+pygT+1/aXFHbOxDEWpR1DorDR3k/2L4cbQrU+x9gwMIN2F8mBvdCUl26c
ha6Yxr/+jaKNZG7nNsbM+umx6fWbYLPjqcguFu2md/ruMQUNXO91SJVZqBcq2S++uzy8/WbPPVva
O2R5PFgTt+aXR5mCaiFA4KtIG1Z1WGqjPCrR6BG0XO/BBOMOs7BbHv8Xi9p0OzYnoy2dfrloU/aZ
XggOa0em9c1s0zfvPKF9T5pmPuiVeY//7iIvfClnMgQyA7awyXM0UfB/uegS565T2LGK6rjsaZJb
w5NaPEi4lt/BXX37Ds/k7ThjQHZm125+QqfpiDLNcRgncrAFMrIF7+xaTKv1pDEHDRR079BC43uv
5Np9envlV61EzkMGqXjMbkpbmzPuy/vUq5VTf/HBI9E8YL6xtPctQ8xfkDaWfdpYGKhaTSe+e03c
QHYH1wwYRDP16wJv8GemOdNNY05VugMVBcfg7as791VxUvNh0eWkrjh5CWKcdI3IzbnoAXbzVA3y
H0zEHZN1PYiT8a9KAf5+GDS/aeGSpmG28fJhLKlnuG1LFZMCsAyEQu7ApJN5yExl/vUDYFMWBmyK
aZuOAc3LpZg1WX0KkSyKwaUfyIL/qPjKDwQYyhm/E+98s5TRX3+cWOYilIcEPy4+Jx8SXLjaAfg9
RJiB0z4wquHdlFVL5McAU2xs496/vd65aIEon+db5HcehlIv79Gr9LUel2qMRjvWj3M6GJDue/UM
bdKAlm/EvENjupDhndszKKHiA4NE5qay+HLRMUsRV4SGENEVt0LHbwGmFZm2A1eobRIG1oUXeSZQ
WKCKbYvXiZfI6XqNRwBmaj1FYknkXSOy7mNn2suBDpv8/PbzPHNrdNWRjuP+aAA728//1OUSK93P
dc0nppigN12vdaEfOxAXtQHAOErz64Ws7MyCNuxsznBGhZsW4MsFq9qGtAK/IpJtEu8rZ/pZ2pl5
xHQNVDPA7gv788yjRH4TZWAGxGhQnBZKzOEHxsb6FPXErAhgoDwAi7BBpDuXVMd/q8CdZEJbGoSX
GrJg9JdP4p6TgjxzsnmOVJ4uR2GhdtBm2vCIabGxcybVU5Dq1UM29Pp130DJEb2/vtOnIfmSIaH9
DTa4jTKC1R3Hzc/FtUT8lMTdcO9RBl6zH/JjBe/lmCRSXZIz+y0r9+rit7KVNqR47ZS1GhZmnMDn
ItH1NQijGO6WMGdxg9ld9bEGCEISu8zJJ5/j+KpuM3RKQBppP5VVZ/BIEBLod2/vzTNHGPMBxmwG
qY7LAOzlVtG1GiHVjq1iOEoDq1R6m1rTiIoLgDCkLeRx1fweUmZtXfjgz61Mt57WNtMJlI1Oo4wY
cI1PkznKdfcHfhU2+fqq7mGii8hQZvHR6ccsmHp/uJBontmuDEUYQVGxsV1N8+UtJxDGKtUYc4Sa
ego6zZEBboNWJFp8895+umciKTrd2zp0x9FDOblHSxWJxWk4o/UQb9h+eyoPAH3moBlmsJHL2h3d
1hwv3OCZz3+LNDhYkBfo5mlXfTHE0MkaQnyzoIiiA6gF6o3Mx3Gd5ooIgCRIE759o6+eKbuZ/FJs
0woafKcFCsiB2pi9YeHry/r73kirg1nb0wEk5qUZ4rml2LAoW5DEeK9M7Zq8GJ3cRT9jw2xeQ9fL
Ajl6wJTocV/IY84thTKVxRv0HEFi8XKnVEaz5J6jLREUYnr2ZWcPoQDzkoJymooLe2U7xV8EB0QH
aVWis07LFdzuyZfoQa0BSIvcQgba+h4Ad+5Am6sRbnn7Vb367liHMmvzGdHRdD+1pITQMEF6MZF1
WHDwRag5uc5EgxkShDHYM3gHp8PgXPszOOe3V371NWyyig6JMgGcQuS3NOafzkFH+igZbB11iK/t
UQ19E/XwM3dq0JY9vfHlo24U0/7tRc+8Q0H/ztrUaKkLTq21UiT2oLsaQJgAwyG/YWbvq4WmnquA
2v5vlrKwMthujszp5XZxYM4ZYCA3tJTC/lb0zPORrwNg77v/PbD7j+/zfyY/64f/3hf9v/6Lf3+v
mwWFsFSd/PNfd9n3ru7rX+q/tl/7n//28pf+9a75WT2p7udPdfe1Of2fL36Rv//v9Xdf1dcX/4BQ
AcvocfjZLe9/9vCAfi/ClW7/8//3h3/7+fuvoNX+859//14Pldr+WpLV1d///aOrH//8u8tT+48/
//l//+z+a8mv7bOq+Fr9OP2Fn1979c+/W8Y/GMqi6kWDGAAT++zvf5t+bj8x9X8gFsd8RadrTLm0
KfZVdadS1tP/ofu/cU8U5vz25k7R18P2I+H/Y4PUcDbhDoUSo2X8/f9e2Is39P/e2N+QIHqos0r1
/PbJ943+9CYXaPscPCiL2idZoGXlpLiVSCOHFlIXCGhq18pJ0mcfftuFnXj6jetgLLZkjCm1zXM4
HR0DuS8krtlZxNTH/jYMZe8ERenYu6k0XAWwAlnoFdcwINPkwBeGyWcXJ7DQxAEQ+KonqKMRlVeJ
kUYtk7qbCnLPofNbawedud5Bma7hgMXltTPll+ZorxKs3/ftgT+gfvgtxv3yC7T6UWu1msAF4X8J
c83IoqVbtENeN9P9PDXuGDhoid30MJMPqEimQSJd88qspQP0hzn+hVj7Cu/y+4LQDcX7h8fBlb28
IM3odGkkDJTzKh5v4USl12su1JEtue7jta1/lT5yPahz4kFQZ1LuTSH9R2bIxoXO06uOAZfikvaY
uC6x/ehavLyUFd5ZudZ1Fikgmnd5VTG1zUBNXzl6OoCn11K2dqxwJMAUwfSi2tDMK5De8GgGoMEw
MfSlu3VSTuRdDjHwUtPgtXw5F0jzT6dqIRelgHl5gTO1L0JHCzRQKJ7vbX1ER6pcYWPQNYpQKYLx
3y/djVV01b4HrbVrk7q/YCpw7oVhLglKcGtob9Hi5UV4NMtToDp5lNrd/K7NwOZYa1fcU1BoV25B
6baIxHeCJenkrUwl8vyzU41f6Tp5F1Lz1wED5Ie1Ye0sPM/ALry8FN/XB78CiB3BhzB/dIUt93MO
pUExBj/8KYj+O1b9OTadZozb3vjTUuLkrhvoTEkrUNEw9bYfgexow3WrxfEXUYL7HQq0N95e8My9
bU+XWE1ezPx5iyF/SgVU51vKRGsmMhWydhgZDEAx+xrksF9deIynWQf3xueCxihYTLBBp9irCiEZ
TVc622pq4p2SVkPoE0tgF4DQ0VD56sqL44nXKt+/FwVJtxmL0Fw+eaA5MGgkS+c8csoCxDMcoAcw
YGlUwvr6YrdDuhfNXO35CvywaxUKXhViD1jY6+6DLGvzAF5k0/GADPEMmpNp6l99/oQBxv5MMsD8
kEe/fP5EK2joQ10AoN/c5VqU5eeNamK1dnxhqdd7axNp3oo8jgOa7SdxpybcTV1tA19IxRhqmLcG
MRf2IWkhpa2um1xofrzeWqzH+JR0nQoPMOfLWyvneu3ByCJkAOlij/qcOMSDPl85jX7JzvHcUtQH
G7xuG7udGi4MEnEv7f9wdmY9bhvbFv5FBDgPrxKpltptt+04HvJCxD4253kokr/+ftUXF7dFESL6
PNgIEiBbVazatae1FriPwB09JzChb/eNlEHGSUzOToJ10xcmBYEdl1oVYQp133VwmZmdk6hxwxXN
PKkaYyrzIxqIkwS5hpB4iRoSRXeIjA9a1c5PFYOBp6r1+oQ5/tm5wGrlfaSgIL7nnV4HldJPdmCi
w/HGqUP5M8kuZKmLtBfvdb37jmACVg3DLKDsXJ1EDw+QBuHPCf9m+KrdUw0v9T3xma3vIHmYydTk
DMZahHLJihBqoDkLEhh0oOdI9RHyGgYPP2SGofx8+9V5ZWxd3G5cHVoAOCmC2AM3nbjjpzzO7TNE
8W8drnrZSwbWOFjku9RIrvfStWlHhfwVUGau/NyMogAc33xCBm6PhnnDYUkn+f+2Vo+NQFOz1dw2
CwCT5Y9xwzBBZETJWYsAoLhGOtDldyrA6O6gfKut0IJegGoRPTMTkUgVweRPCgyOfiWG+gmKGufj
/V3f8iI2gt0eN41G85q3d3QSdx7jKiPrz7OzgepZQHPb/muI0YATMN2d79vbCJfYECZc4KaGkP9m
ZLBS695mfjULFqtxfvbAMyBjdmpSOoBy9pG6lPjej3H5sRSW+8ntzWG6xMAL50PuZRKPBvnev2Jc
ZJ0XYsK9ut3WflADIcmULoFg5fpsoEPEeQOFHtBgE3/Ni1AUwBqN8hUnm70r7bnaSSlun1FqLaQV
kmjCVcmnrw0Oojfg1JiKAMA5nKgFJTr6K072rXf4pz4FO3aEANbbaSLKc/e6KsId0MDU0uYH4MCf
1bnMgOgIxowKRiysEG7rOQyaSadf2rrVs6UlLog7LT9qRoRkSORoO8dgw7NgnlzmxaUxsn69ar1B
q6grqiLQXXpltqe2sLgB4ciNedrx8FumdEYZaIAQpPCiXJsCaeO6eU9ZqXMqxe+qsXvHjA8UqLXo
o503eetjyiaWzblmgmzdUWLk1q4GO8tpIUEz65aae8py0/IX8gYID8PpYRjEW+EcfErqgzzNTNxL
+YnVCRoNGAIQOY+CuB3iz13ohH4ilvndkKnt6f7tlZ9ldWoo8bKXnvPSaF/VXTPXokGl4y/DITUu
kwbUErrlwbfiuD/AeRnDUNUXlyXO/rzdMBW8l3gHidl1HZTjKkL8OeyEdjR9z7W4+w4bcPwAlAKA
9DDoAaD27O8cWp69/GnDIxAhqNRgeYKhEVhtb26arVklyKPAVhw/w0/4Z4Ev6wSGsjyklSGC+yvd
Moc1Shp4A+L41RaTZJOghJriR1C8vI+02fmWLUv9tYnL/DPzh/rOzm7aoxBLo+IFX7CKqCERbgxd
EYpfT333VPJYHTqTqDKSVCRq0e8kgrcniLlRrgfNW0qW1DGub2OKOs8YI5QRLGEFsFOd+8ceSo9g
ydXhQYnbj1ms/lXGVrOzrS+q9NdHF8MODS5kWEBQrBtcSZGVE5QGUE1DfEF9FjqV52yqQaE76eQh
tT4hnDxF3OqD6ypgSbNOmbN3tWNPF2DtKGx0lhq/06EyHA5trLb/yeH3qHxhpN5XxHe9Z/DCYE3t
EMYCuDG1ZQY7XaINMGWW+nEWHlzlppaXClrrhvqPHtoKdKnK0J5qBoFgJa8R/dnxRxvhB+Tvtgr8
j8Fdx1gLo1NYt/RyAbrZwEp2zGv4ejUHUa18muCudDWouZh8CkpVhYUOOmD+HbwqSoUQkJ432lHJ
ivldDFoXokKl3fHMG0UBfhsnHQp/2RRfawLpiUgT4cVJUC9Qe/fQd3yutAGkKNqSZxVVtYOm2ykT
Hx7Ex2hyPMzDBFkoIrU7pbXbN8KT6EwKSsy+0UxdXYLC0GYzTqwogBXPOUYT0O0ewqpLMdbmzsu3
9UnImqmIsmSQYeuIq/OgYtNGLQq6eVS6gzYb7eNo1I6fwJatHdBfSf+2OkgADvDTj78UBTKnA2Ab
17ftxX20G0lSCRPoaaSXe0qh2k52Ts3tK0aRl4qqZDkBz7nuO48Q8sU1ym9BnvJZKsmeDsFv+1Rb
tRtArh9D7dLuRQSbRuWuECwjkriG4kIwMaqmCKNgmLihlM3q+JypL1yIS5l9Fy5XcimcvS8vvffK
LVDI/X+zK+9uK6qYQKrh6lKRXnLXaKnKlW/WhNeZFjJprruMVdqkatdeL0KzI647nA/tXvtiLVkL
v5kYA9jBLVDQpRVME2Ql91+SjcIfVunD0DskAUEC9tqqvsSQ1ldmHIywC37S56g+h6kBA4ilLJ/R
vSR7lAF+Vpr4ggqqWeoZzt5xl+219QbjdygS0Vdk8nr1I/KkrlodknSSYq35xzSn6FwVZXvpi2z5
2i7l+M1pRfxo4WkufRIVFyi6qyeRoeYusZ7vYfJN/tzfmNvY1+PloZhB1M30yPqJ1WxyzdahakQ0
Tqtsast3iueIUzK5DtQRNZxBaVE89IlwA+ggNf+++Y1qOvblwJFELTHiLN/IV0W6QYMDVgmx39lo
TI1k2IAHPevJa2HSWhR9elfNYoLZBS7Gnx296PclJEmIGoexSYWhNnbe5C3vB8yCYAM5UIYnVyGH
5vXN2IDWD/oomc/aOIgTxD5f3QgiivtL39x5DuVLbZKp89VhIM0rjFmduAdZZp3n1jR/oIRUn3jD
GEHtlSyEj1cYZ+RT4g/hOOk/7tvfiD5oFIG0ZmpSop/XKwXXZMfwrQW5BFLMTfjbKMvhy9QKSOHq
OL1AeZweRdtG/943vOVmQM7QPmFsD44V+QleffJiiSdHLGxxrtbioSy9/J2DBuTOyZLbt75rtOPQ
l5KNOsRrrq3YFR0rF0WrYID8OEjUUhzjDuYMr3KiL0YLxvH+qrZ8NjAZomLmJW/14pQF/V54EAnm
En2GCrBVjQOSDjDF1g1csmHq5ie4/GEfuW9368CCILHhRqW1zwjB9Tq9AUlSEp4U4Fhv+bEyq8+2
SP6YaKTuXI2tA8PjwJA0NULsrRx3rDihGxHvQ5G1SLqu0CZARQvNH2kEffNiFPJg0HY/dUW7e1k2
VymjZQqhqHitn+HEcSFB9LIkcNOy8IcCergKoMyZmThzZ5lbB0cCuv7P1OoVLMt8KiApTALFLeCc
t6EcGCWavC/K/tQh5rhzULcODmKddJQpPdFZXn1AKiyQAmhNEiA3CA3I4gLeDnXjOExNf0wyNTwU
iBI9vP3UYIquCBEnR2fldpuMh66dygT9omb2I8M1Th2UGIdhhGrovqmt6447xZdCvAspxmo/syHN
PKIleoLU1056RFNyrjmv9628dHPW992BNoJoDadGEeD6HmR91vQmWxhAgQHNFaR0J8o+tM6UpKnP
6EM+jWra/gClWH92zEo7eU3d/+mbZXjQu6Y5E/sJHz4dA3Jijc6UHia+aRQiAJpd77jerU9OB5Am
PWQNFLBlnPDKAzpLkWV93qTB4qrJUYH+1WeO2ghaNXGPI3LSD2ZhG3/t7JAM3Fc7xFSAboP3AugN
Cuja6jw5VZnB3gO1o1c+AbH4ZvTJ8nUOAbgpMydcG5r83GpxdnSX/jLautjpD2+smy418wJMNzM7
9pIDvVq30jGr1pfEPzo0wYGJ3JFvTm1y9gwFDQzTSWDCq6adzd7KrKjQ6JTXmFOAB1T+qldWYTa1
IhiuiKYhKv+mhhG51OjE0IsvZU9LasxOi2YW75H8GD8oWinggmiS9JTQpN2jN9nwY/wWsOiUVHEw
64RnMPViKiIzCkpkqE6mBnrRGSPDN4x53OlRyQO//twWoxlUwegNMsd6vewBGu1OMaoooK6tNkER
9vEPo4BYL2horjyUUZz9VuI8fayRRIYfmHGtt4JWsco8ANkkkyJ05tZQysmso34aIHGSEKt35VAZ
F2EPySWPtD+NYhnwlI3D6f4x33DfcvKVB4rETYdC5nrZ2kRanMYZfRotyR5g9B4vSjK4F/A5+Xmo
s/jrfXsbryJgIlXitHgab4aFnUmSLlol9hhdCCIGd042RIPH2O9+DbU5PWWLutdu3jhFPBbcIIpi
RM/eao0eIpbpVNJI4TWGccMU1kNuqMnJmKzs0/3l3WwniYrKi09f23KYMV2ZauiwLWTvGXo85iAz
s+4BwdjmXMJs6yvwx+y8hre3lbPKy6RJTBT4wnXcpqGbWTR5pvioq3QXahBWEBkMQUCWPnrPSabN
lx7kftCpZXmu6jb+FqdeETRFke9coI2l075mtJXxdsiB1ne1Ewzrqj01qkqFfd9UuzJo8pOgVVW1
xen+Nt88knLVOkOEvMaUgFz5xV/5qLTBbaGOqfiFGo7Uv2yGuI/wp++y42wbYtBDGmK+VS76laGi
J57JxQDmAb9zCbXRO5S5Nu9Vs+SxuHI+JDQcUI4mU98OJcZrM5UKYH2mR+ubQ1s/WK1b+9Zs6k/x
GIX/NB0dWyWzh4tXztFXJsX6ZzOezB+FWlunqBv1k1N68EAzux4YXtG5KPcq1e9xbIed431ze+Xv
JAai7U3nBxKb69/pQaTpwfWv+CHacI+6YsQ/oVgNv8HR5qXH2mrbH9Vc1oGLNt7OHt1cYmkaNgRX
OmjyoVWCYhXgrEuXBkWFNOi5nTz776lHD21Qsu7Lm08Xs4UEYahxu/TzVh99WrzMFqYiO6dz9Djk
6XSkqp58fbsVulcvvTtHJgnXe7mEAsZkI5VwGr26QHM0vBvqeq8Pv3GAaSqBbNSZLuZkreK8pR7S
BUxf6CtDY6N4I8fKmDS5vHktKOFSnyJBV3msV2tJvMjl2yAh4kW9e4a5FsLBsWx3Uo2NI0A2RSoM
7Jam8xofpAzKQLWqlz2qpLgwnmucRsvN/bYe3spLx8AEFRYZHNMZ80i8rz+OXTsuEsge4nAzqIDJ
NJJvWbyUFNyK6Nf9vbu5U8zpU93DcZJd0CJbmRKIHnbQlGKqTbXHVjPDoM2smBhcs49d3MXPSAl9
KUSv+/cN32ynTIFdchoyey71GoHa9gPTXgxB+iJzk+e8DCPfrAc3SBfd3TkfG6ZsohvQvHJql1D+
ejtr+BNcqF4931InBmP6scLBkQy/G7w0m4P769rYUPp5NPqY03NhbFh5itFGA9mKhee7E/POkN+4
07s2ZFbnoHQdemyIVX2z4Ak4DujF5W91UzYzG2RvwFyZqrkZEEG9q6yheQ39tnf/SULKkwWCw9xx
hlLevkxYKajh8eyCmpN7/uppWowU3JiYmfyc4MY5dP00+9Tj4s/msEQuDFWx+WgWXvktCuv0x33b
W9+TJFziL8AG3tiG6URJvdH2fIgEDEAYKEcaI/UUQ4v3aAVuHBgbytCYByqC0OKGFC5kytQo89Dz
O+Fpl0ldxsdBsbudBUmXfvUAy2YSM6ZgAUk1buhpgDxEomC4w/c8qEjtfI6OsGuWH5jM0s/R1Nlv
PyYOYT4zw+CUgUWvnhiLCYKW4rbrFwkKYQ6i5AHdceXsVbW1885sLU3CkUGPqgSK64m4TCSoAyoD
UqSUlR/7Ki3OKc1ZNFyg69F9U/Rjcr5/PG6oQXCfJOyyWUppCB4j7/psDiX1MDkM6Ds9FaDDOAOk
O+RzrgXVHI2f4WNFRCFFSsOHiN2Fzb9Q3EfFW5DlNjIzgMnWCOxOTf6+/7s2ji0/S2pykwbQ1ly5
oVFpDYR7C5eHPS7/UXniUQyIxvlhRpb345tt0fOX+07ZWILarrfAqkzofUt0CJIMFv+uMhwfCtwQ
KdliDwC94fBeJvxARjA9CmHmtakW1GJU9KHrt4hknOJUGw74cK06uioqyrHRjl/dYfnUQfb/+79Y
JN+SWVLmnfC115ah/kF9bGaRC9Rt6H6EzVmqREIbPjZ7Z0pu2OqKwpUgO//YIw5YrRLpAfTcI5sr
WjBM2ZiddmnNQjxkwtQuttsUJ1RwwodGKlejlD0jbm6Wb3/HAEbiichvqO2uB1nhv4X8v0fWd54Z
cxoXYaI4omm+VY7m9/tbu/VRGZehNEdmJ+kMrrc2Ep7o56RxfZi7lOcxQW9woM98Qh0g8hExs8hm
9fJgpln25klkCpwWk2UuYBWuyRoWQ8+NwTIPxeKwqH8XiyMeYFtCymHSl50K18aFxPvJwiqDQYyJ
Suf/6g1rTK9BYbd3CTy8/LAgunQes+qnLYS38+VuvSD9fk0WcDHIwOIqKBAM4k30xFw/LRgYrBIH
QT3RmujTVPZTj0rOjr3blWHPhEgZVyP5/uTnfbWyAdWsuW4VB0LB7ncL0eh5HJLnqTGnh/vnZMsQ
pRTJfCBbti/DK68MVQ3U+n2N5KDG5MtZjfCpJTMZfuPsPSSblsi9Xi47gMXVm1XOnjEJ+O0ZgNEQ
Qkss6xw1xXQUZav8F4vizSLJh67Cg0TievdSrU5nJFJsP4YeXGogZYwzIgCUQDD15peYjh4JksTK
Ep2uG0JAsGQptIabI0xjdL3N+DgpSsfYgm4Hb/5UgAfIxnSCYTpfqzNRIxehaUtu+2gttAiEDKF2
rvWyeh5mS/y8b2vjvMsyG717uSxG0K53cFBDC/rA0vbr0fnOqOz0DDYXqTcFQDUxunW+b+42SmMa
lNk+1iW7lNbqbOQOMnqlJmzfgygc+PjoBamTJ28tMeH4+VT/O4nFzVotyitMY6bqjLxmQn+ygIia
z9R2lzDtqzNwB9oX95d1U5dZGVwtC+moju/IOdQyJME1qO0DihzNQekX80MiDPQuUK7e2UsZHF0/
dLhdnhegOPCSAoS8/nTLFIZT67GX8F7Y7z1vUoLenPOzi/LDKad8emyWyblI5s1LUc7i6/01b50c
YJnUPQglVHiRrs2TBg5Nmpi2r0xLeBQaUlVwGhangq96ZsZXe+sAFXtswPZBi4NqyA2luKhGbp4x
cwHV1vqRhr1iI00hrEe3cJGov7+4DR8mkXYgnMBBAOFanaCGBDUzOhaHjiZtHGg9L4h2z2fGJtO3
drhZF3fCoW0muRFvkOrOIJDoamxfqAmcjDmAIgKGzldzt/3MA55+zBu4Pe+vb+vjcXjkw8O7Q4H0
+uP1aMF0bsoNaeYuO9Me6n1vihBJnlqEVvpUfbv3JPujSkIPkbLMOspFBGMo9IRF1n1Rn0ZIB5h1
NJWLp1bxp/tLuy11yw2VAClKvlRn1j6mNBpEThMOim0q3nQctSE3j+24hI8mHf0PjtMof08tgZHK
hMZ50lp4yxIbBUMyjJ1lb7k7Dg8/hzE3ODpWcS/5ahaOo8GyoSOgSWsJypKxsRMdbXkfCMJeJhxJ
W7xVzII+S8xgxGihKx+5PhkVkoOxgeBJOY8nO0R8skOWcefplY/Q2vtQOpH0H0SBN2MLZuO2jPXb
5PL1VDygo85Eupjs05LSpennWvhRNo4XL872nO3W2ZWZBCoGTJ1RcL8+u3PB29g2huVbblw8Z2nZ
mGSOCXUbGsvIf9hUGfe4ybY+JCkqfV5yNZsDdm2zMme07ozZ8hkuguYNDRJENnp1B4G15XVeW1l5
HdhJnaRNFkp8JcyUs9KNh370lmOCSJF//5ZsmaI8z+wAgQZMaHKTX4WDwmhUF9lApJx6g7EvRHSO
MQJYQQmdUnDf1O2QIPsFflnqToCp1FR5fl/ZQh83j9xetfwWDiDVn9A4cxGJDRG0MpIyvcypmf/R
e6v8PDPehxRa5ogfroQ43v8hWx+RzhfgeskKQIRw/TuS0hgqTaOCahkgJMa+d97Hhbt8u29l61mW
ESLdUuahiUyvrcQ8KxlAetsfBbDCA77deg+iDi0j0QslPppNPPycyiYvkS0Pu8dRMbO9mSJpY305
CQskgh88vbfGY/Ms5nW2ZDaM7Erpo9SznGxnFK3PiFX90CHH+ceyS+Y07y9962YyGUQySqjM4PFq
g43UqvrIpRo+TYuKy22Ho4ZGLIWr0ZhOtR4qe7QBWxYZQpP8sjyfNxxIZYW6up0Mtl9Wqv2xU5FA
FBVuPDKHMOgTEJ47S9w6Q3J+GNCYhe95OeuvzrKC8NzQJj1fd9LTIxKx1QeBmtM/9zdy63bCS2uT
YDOozDe8PkNNHpnObPBcMr5oHIEPusGYI6uBrrb35b6prR2kYAnLEfomzGauUihDR4JsFPhxRJMA
3lowB9g1apNuzag+UtG7PUz5Gq3P5muDq9eqglB/Bmxm+X2Tje80t/F8A67Soz24OVJQDSzxnshO
qta575s6+8cVrR3YEOYd7X5IHu6v/nZQlk4KIxQSgYogBINi1zttw2Beeja51tKUzT8J87DtUWlr
RRwTxSp+V8JY8iC2owyEVaYVCqc4KZ7gqFCoQ5RKPZ3RI+vePM8if5UlI1AZgsLnev2rYCocNDSu
bX8GyRhMPaXQvrWf5qly3u4TryytHtMmNUGJtFhCL+1b3Wblw7Qo9k6msnGcMUKEIrvBkk3rejna
HC6qkU/kY3TJz2Y7E23moUCqLtmLuDZNMWaI+IYk+l3r4SxWWUE1DoXmUqb9IaPJ8lhnzZfFmPY0
PjYuDg5e8n3LTJ0s4XpR6D9UAOQpCDit2Z9yoTsnlUG3s4s2a2BYafr2KI/5Gzoc+Dk662uSqSFV
3Npg0MAXDuiapEMBdEa27BynbhMf8yrL/nbUmBH7+zdkc5mSfZYKC9iCdelWE17vTCXRtFUt7hPz
LPNHqhPkltmC0khrLTs3cuP5pNtI514WdNwb6tm0mdvSjBYyLwiZKLFUS2C1A6w73IgSWuGheGij
2X0vEgTEYw/2ifvrlRd+5Z6u7MsD9srBp+PQ1wsO0UcRcznrmZIFXa67j33L+L7B1PjRQjd7Z5M3
gmm6usAniE7oOqxjBleNptKcpA5n1dWwCzr6MatUxgkaLz53aMlcDC2rjxAz7clnbS2XmIgwHlfD
AyD/+6vlzmnd5g5uxQcLHj/wEiEEPCTGMZmr9sOSDc15AHLm39/jrUtKeEK9jPYnH3vl3pjfQHOx
5ZKmLnVBcoUCcfgyfcKRvpmtBE9KhUQO5VCqIJu/Xh8SB7kxzpQ9FzsCcDxa/XGGrOc0qq4a3F/V
1k15bWrl5ebR1kYrd2y/WthKt0m1c66FqCjVJsy2BEKn+/ZuYV5yCkAyUsvnlCLoygM5Uax0lO7I
LsNQ+d0I23z0stZDyTikGBOiQlof1Rb22WM6j+O7ylAAeGVzEvljKtoALZYW4WALfXuGP/4yhOJ8
v/8LN4IljpUKO7es1yAccr350II3OZQLcKYW4fDUFuEvETXNTilj4zDxrPCEvxShKNlfGzHVZqgd
MTh+KADyhZaSPkxZDYlE4uxhk2+ZBaiTvra1Kpskcz958F06vj23TnX02sXRfMUu51967HW/k4ZR
o2cl0ZwiYKo++2GLzoyOddRkyjGLbcU9OHQXnKCYBvfQ14rdvvmllZxD9IIoU/MArh2J4ykqmkye
4dup0j8KpZ2OeZtoQSwadydZvf24ZBe8SICbKOoQ81/vO3TkmeqmueWPiqV/EKm9XGo47t/sGSky
EzXIZF8GKqvwVLHBdS2KlBwmSDu5U11diMYo62T5NINvrMsvnRCGj+qN/dYxItInMjjCLzqzdBJX
16vtQaTQyLP8sOcl6DS9hoKomU5zn2dvdoiYoleG+ydrI7m43suwCXMjzRsLOfkyf5/FqXpeUKM4
ksF8vX8lb28LlsgoJDgJ9Zd18UROYCP/XvHVPAUJBnuQvEodYe2kGTvFr9unhf8/8RExAxHLDXRA
rSoGx/PQ9J2wTM9Rl/zAn/UnZ0pTIv5MHPIm28Mr3PrgK5trpaJmVqDw6LApLAUeRzdKjgzcN8dk
quNTkoliZ41bl+DVGtfHc5m8XtDKwR7kdcHi6M0pogKwc6s3V8UrLQvt5J1rKroFcTOjDC2G+UeR
HYXXuOCsR/sgJd7Piu1GD/cPyaY9SjUveqFUEVZBgRC5PcK+ZPqxmsIIMHfuyYXr+NAUFDAjq9ur
G0gXfR1z8dXoSlKTIcZk/Pr6+A99kSeUSTkpmVucYN+EZwrho2fA5PFR1wf3qCh2/qC3RrrzeGyt
VAI1iblogN1kJnbbpaJLPdO3sj46I2dLHqr0JXOjanvRZuXH/Y3dKIVJkSmIxZiHQv1kzU3QtKOO
RDilMD1WwgvTNtVjaPUovqcCAiqkQoIQgkPEtmPlp2uU3zVKSTu+ZmvJzKxKiIwtSc5WfpuXdG41
ZyL/rp0MpanUiQ6Jq1iXDr6Jy6xke1M+Wy6H0jdxGA11EgT5g16FmEPtiZiGtuUPHTd/QVH70Nv1
HLRh9e/97d1cGhtMNUiyDa1TpCZP7KGpqWXAH1YH6pigy+3A5zXYU/6u0vRo5/RstBqwRp4uWejR
XVlHz4beTqKCNQW/LSezolE9FYWdUkod9AP8sfUlR67zqM3CfIbXrHuQKk9HAzrdnY+65Wt5qWgY
g35iPkv6qVd7rDMb2tNstIionZAUNOKvXtX8sZHzPQ14kjN4HaXfMbt9nmVtF5kQGYyuDlOeDXkW
6QPftu096shtp38WqNhfesokv4xBUf5jzRAq5E5iftRRWHqYhDLuFeU2TxjDDRIMB7XCGnNrJ50x
IeJJ3dHLhnNRZfGPMB8QA172RFI3LcnyApNrLvCFlacCi0o1ICQcKXrX+BzOg/c0mEp3WShw7Ozt
limCenlDKTfekKw3qo0YkYopfTbncwJvwNEZkBCfk3zvpd40Jb0vM6IE6msAfVQrZicSvBL06hxe
MNTflyxL/dAek1/3r6g8iGtXL+dPiD2Ye4HX9/qg5ogHtgvqB37kee2/+pDwvpjxHvhzwxHAosOw
K9OgckRpFTW2i9ZrAy15PxVxG9hD6/xwp3Z8Umz9M5J/886iNvZPClkxyAsEjYrtypyei2nUUI7x
87kGApbZDjiQ0P1XqQax1/3atAX+g3leTN7wP5ldJ8yiTDgWQEACrdKdx94yfxrekv19/1NtvMq8
x6RvJOhyMHH1qXqEDzntxFL5UBvmCW2P6JOtRRkTmsPSGhASuwlTi57yCJpX7Jz+Lc+Cpi3JLWPv
/FnHIJ2V6ciwERMI1UlPIjXb913Sm77iKv2XPMshT3DSLj1E+KXHMh3rAAh69u3+FmxttrwUnCKp
lrgWLp2qcHbbiWi5V8xePTZ6Uj+mLhgThhDq7nTf2NahfdE/eqnuUSe9vhr0pXWhhgWpTuYRZqX0
Fg7CEv2pBT6c+dbSKPNOdrW5Piox/1tQZP7g2uQUz6Pbz53le+bYXzqtQJxDi93nUEv2WDA3TxOQ
PmhcUeYg/Lk2ZUyVGucN6eJUlXVyJN1qHiYgSoGVuY5yoNCd/Y00YPtVsYW2E3Zt2YazwJUNIvlg
r5ZJh0NUDQ7Dr4pEe/I8aFEiXSuOnt0aAbVNESAD+m8S1fnOJ93aXw4PTxNtVqpr3vWip6VfRuqz
pl+2jvrgJHF+GHPDfKimeQnun54tU+DJQYW9gJDt1f6WJvQmi0052q76/5ROZn0s7Lx7APdi7Sxq
65yaGsV1QnUPfthVXqxQ24bwrrL9Aufqj91ofhynFtjirEpqHefn/YVtBVkMyNDnB9lN6/bmkDI5
nOZyQMZtwvhfBGLrS9yk1rsp1MufHsXaL8iuWb5SgTdLFGF9KuZogm0m2VPc3Sj/ALfFHcqSv1z8
yiMm3qgPKK5Yvku2cFBaZX6qEQgg7NF+1PVSU5q3k3eN2UaXMmSm01MLlUNm19Q4MwjBIvRrUYbd
G03cCP5wkVKA4oU3b41DCyvLGkLB850p8Kp4oAd9VY2MQxcRM6AvFj3COLlHt73xkF8ZXXmrOofl
MKTGK6E647Fy9O4hZPB85xnYOmtyiMdArZQQc11BLEIvTIRIbD+p9a+Dk1gPS+/lR0tNn7RQLT/d
P2ryOq6CE1likpVwDFLeub6us6ILEHKa7aPwqR3UJNIPrdSOTbSxOEdqPQVRKtSDEVP7E2GRfLxv
fusKW2gRIwsnoR7rWWDLS0eH8RmGshIYK8MugTii1aOjlaDJ8t+YYgyCiXHilnW+sEDp1ZlyRreu
4ukMcXoZkPE3z6lm7gXnm59QSpJJ8jMJy7zeVCtEuwqKUXrZIqGhU0b6czMIzYeXL/ftutob1dnc
xVf2VgcTtsa6E7DR+16t5KcF8MmRFG4JPMXda9tsLo3OuSRYouO4zn5cd0bOk4KeH3WI1VKnyKdD
2tR5dMjLZnxvmcmbmUZhN6CYBhAPNwRiRi7+VZ5nFxTs4p6SP2Bu51gMiX5oQns5eGn4Zuz0ytTq
uzWdlwwsiUmHRdiHRBsGv2vKcaeKvHXlKDDRfaeKTFVEuplXC+q6UWtTLpRvoFUFz7jnDocsRB0o
1yP1wYoJAPPaC99VyVL/q3tTt+yEQJs/AK/OCDQ7C7hg9QPCcO5iaNZ9qENccUgzBi6McfR+F5Wp
oP3AfbeNUTkpCkLFmpvsMQFsHVf0NmiG8ZTCwrN6UyoTGmQCPBspnUgRB4a+BmhdY9f4a1qSNDze
v/ebq5VAI3ZbjuisPirI0by0QqzpnTYdnFAMzwtMmn7cQ09lJ0kBJ6MSPTm1Zr9frGmvV7MViNEp
oNRN34qC0Mo87UAUEC3cuebFRXpQRfljUFPlL80K+5Mu+LjZWPfHtkA89v7CN/MJGpyELeglMD+8
cguT0w1qOzEp5GnD8ms0p/5EIb46u9WINjd8aU+OUrUHWeo4QmiFCOgCr8nOYdt6NKWWAV+ab44s
5PVhM5QOXPxMc5ka1nOThxBhRuG+dsmWX6LlCcWrZLEAXXptJk8hB0lVxtEttftj5p2GrGidHqYc
8SQqFXuQ+81VvTwkTEfSq1kf4TJ3E0RKLb8z2/S4THSe7GXeK71sHV0ZAVBrA9dNMHi9KCXqvGwa
SHwbPZqMo9K38/s2h9DyNEN7lhy6To/qgIsOvSopshb5g5NP/8UwI88z4+40aSD9gcPj+mfAAYzE
iUalLdSW6LvKS3MYhSgflcrJ/SqaHERFhvqkupVxMIu8Ohv1EO6Mwm9939e/Ye001bRJso7hzWSm
06wscYvQc4FK5KBJEe3CPd+/PFsfGA/lgGgDpnQDVraHybSdiJKxWVXiXFm9fvbQI/jrvpUtT0ip
AepeUDbYWd1QEVO1pOFo+WKpk19h35jFwS1ylAS9MRz35lq2XJFrylo8IBt4jFZ7qA1OP5cL8ati
pC0gU4QfH+tE5PHRjQ00l3otAVVQ2n0aHXr4ovcqtpurJW6AhxRnAFvh9TkyWzHmStdSWrCEe0Jx
eT4vzCyBZpjEDhxGbtw6rOVYSjQR8RcTZdemMjHb5ULvxl8stYgOWtZ7R0eZS79nljNIoGD1s7nY
g1BsWn3pDOv0V24OTVPCUlTIzm1m59WlsrMvFaCzBxVOhneKgCiwjLipbz9CFOEoBMupD/zf9Uor
k2T0pTgWV9Pwvo3U5W9tTHoEQ2GD37G1dSlkQEvZ3dCow60/oA7KLXLgGMvbtDpVtZq9F1oV7Vy9
rWMqMzZmoZgOctcrGvPWHGAOhoKw0o0/VtmVwm/hmn+Yk9L0gRUmjz1sa4wL5WIHmLJ1QnG1zNjz
h4u3eqzNIdJjC9ybPw3xeOniXD+E7MZj1EZ77CPbpkAwEAHBqrVml/K0hrk9CMR82OOKYHb6f7sJ
rVV4EfqdAGjDEvkkElFQ9fMSr51MKyb0ozLmPZ0hMY9QxYSPo3Ct/GDag/Hw5tMIzTrdb4DAFA/X
LqaLtHEyqpTQbo4Svzc1BTpWd34fZ2SX901tvAiYYsaJI0KfbQ3FtU3wUEZKjSSqBuV3irjDwdD1
+J+hbRyGaou9AdWNx5h2l/SfUhuZVvH1RXM0kSWqjUvRKrdUnkWhqF/q0MuR0BBdLR7TpM7d0+S2
JqDFxckPyiTm7/fXvHEBXxSQqIQzHUIGdv0bXARa67qg8jOYdvr36A1L0IHS/H3fytaBobAPupPS
Ey2F1XvfLmSvsB4S3Gghkni9SH41g1IdQsKQnVxoyxQwIeoO5Mr4sNWm5pXXoTQ4mb7rxe3ZcBv7
YxkR2djqLp3bpileBBeeXLpY60rWrFJdnsCH+c5YL0HkhfElG0ByD06U7AQrG59J9ik8uOG5CExP
XX8m224H0KRICI1GMp3iJHceEoeqxv3PtHEgCcZw/XSwJOnPKo0zB5eREvnakCL3gagrN5jFTIoz
ZWiPjKL45SndTzPMrMvwP5yd2Y7USLeFn8iS5+HWTmfWRFHQQDfcWD8N7dkOz8PTny+QjlTpstIC
1OIGqXdGOGLHHtZa24p+H2UIxIXxBlQ4oD4QTlyvsXWdIqqptKJz0on3TElCgNcbplDXpqO4ZW87
ESCRnS0mZWlbVBJvUW9pK72mtNW1O7cZh7Bh0N/Bdu5bYVw3AFzAzVsrUZP3go6uSWBQV3dEKPqT
C4/u7vZH2zmFEtwuBfdAMJIVXm9b7vXMWGtor8TMVjsr6biS7I/qu9HJ/vf7luDB4PN5rRHF3xyP
Sm3rHg0aCvGdaT6r1aLfzUuSBrlNw/O2qb2TiKAfKgUoohODbEyVVUVrpyOwrLRC841YGL4WKcmd
kjj/GEqRmD7TVNS7dpjTy2jJQdm37e9tKuqC0C1xzbJTfb2phFzQsCqCdVjB6gVC5+farKlkJsa6
fLltau+UYMPk3aZ39EZ2U42qvCwREDiZTdtJkfkFoYnG04uDJe1t6Ws7+vWScqFPDbQ4LvfSDV+d
3kjv18Vt4Dtmxblx1v4ylsIKE6WO/HnqjgZ77O6oTH0ALFOG3vqWPhP21Hc8AetUFU868yv+clRm
b1iR9un2hu5ZYnqmjCqhorwRr5vXlSZKqtOPG/L8jjG43sekI2lHNdc+2NOd8Jz1IBpCaCmRgPLb
viq8zd7M6MaO1h/6E8UPbzDVB6tX8//F4Bse0Dorn63ZGP/gwtOjoJ3r0a+wtv2wDtREkSGneVqy
3PCTnh7JWEX9nQfw4HR7K6XL3SQ98rmRhRaEHzmim/UZmmhXA95k08/kNnk09Je0rovHxHCic9tb
4gWpeOU/T82Pqjw7wZjNY0efCIwVROSN6VbXxagkCa3OXNcvJULiQeWsuc8bYYQIbLYHcebeUon6
KG1IThpc4+ulKqndLzaxOhh+3bof0fnx9TlqT5URd7LVqPt1X7VhmvRDeHuT9xwAXEeaIlK1DQHe
a8sj9IRm5eqdsNcE3jwnpa96VXPgvffMENrK0h31tzfaXk1pZmkpZBs+L83/1QxWuAjUNQ8Clb0b
QQQhNVlpVrCi68W0CbySOEKdbDWbl7rMrYvoSuXiCKUCvG2JIIuU+uBC7K6M54hzinTPm8FavTA6
3UxZGU3C4jTpcNHH1ftx+yvtLYzHCPU3RN4pz22/Uq0kHo0lNGZ0lQ5MPfU+kp1dQLje+WlRCn+o
0+HAv+ysTD5+EvwLDf+NgC/K12qtLgpsCGsYRt/JVPHYzul8ANLeNyPRxWQAAAw3a0uTWGmUgvK9
q3XKT7FYxWdNOEfN9V0rNJGBgeNOgDBcH42kNOhR5PD4HWErd3asLJnfDIN5cAJ33jmEvOWsPops
oMs2izHLsVazga6c5WTmc6Up3yO0fNGtNx4KAFrv+3b8ps4MdtBH96hcs/P0oPBIa0nq1iNMuFmi
JsBIlFEspdhi77HqGrRlzdye/VabTefgcOwaQ45X0rx4g7aN1ga16tZMZdenXLwXNeqdULdKusfq
IOo5vH38d42xm3w9iLtEgNcfb+zieAFy6ZzqRvzEOTZ/MXWUaQdrepQG7B0TDa4Ag1dQCUTv7NqS
2SkVQgkR7Y2yac8olEyrv6xiOWpx7ujmGXhCdDRkLVzqL1wbKiaVUl7Dx1Jb9CvFoidPo6i6MF2c
8a6oofOdimk1To2dMmFxHmP9ZUSh/5xSqo+DdioauJE2Kt6n21u9e4CBFlNXYcYLFYbr36Uh+a+s
A4Qfnaf1W94mwwMZsxj8Zh6iM/vhegjVoEznN4aap4Gdl6I5iL/3PjcVR0A3srAL+/36N9RZA/s9
b0FfkAi8g+k/PGWtPZ/bST+MtXc8K7B8VFSAaVIm28baWmpFg0F9gyJu4t7Xfa1cFmtoA5sj9zfa
gXOgx2n3B+eZlF1i0ojk3yhvqJndOUoJxjDv7OWLPjG81tOK4VtJQvMH95TyNAU5l5ltIKeu97IF
81ygI41T0FHn9iM9cv7L9aKsLkPTqub59unZuz7I9cJvlZNzwCZcWxvNeMnimNOTgNXOXwpXoFtt
Ns7yB6wNEk6kGcATcUC2HmFADEYhg4Iytor3Tqu5/zaI/fx3ezXy124CUKabQVtCiVCWozeriXvb
a6MIH6dSGn5Eyl57iWAHBkmqD5U/zelRlrR38E3KjLL+QOlmq3rF5ObYA0OIFoLX2mejBFWX5f1w
Hqoo/4M7RhOZr468jqwPXH8pMVSjxigNMB220O+rcq1OYxxH59pNjsBNey7ltanNdTZa06nbxkPi
zYCu0Nu0Ley5/9ozSxN959nzp1Vbw8Rse7/MHHHQOtk7kmD3UEYDHojD3STTdZ9ZukX362R2pvUh
h4ByLqeyP4gC974cuRihEpVMPqF0M69zsYIcesqAWuRL3N4t0cKwdRCLT4iLT+fbp3IPwwaUjjIV
LTaZ0m4+XRbXQOib2D51Khqrgd5M0XuP5u18R29o+E/paZMHYxPjo+eYivKzvcaMT2G+Rt349mJr
XwH5zxe9aqYfU28q9cEP3NtxaO7gA6A6kUVtvncHr6nQDNkKMEvxeamBfYD7/QMcDePlKaOBfpI5
onG943EiIjfXINMPrRaFjtn9r1Yb5S7W1j9xoZIlSfAIKImK+bUlovLZmnTQkigSM87CLls0DwpV
YzRpjkL0gUjA7kmiXKdpSG2RmW0ctj5Ws9ByKURnNck3j1LhXVao+qc8KuyDavXe2ycVUKgeoEmA
2Or1wlSoFklfSuAM5NJQJ+s9MXmm+zC37svkTPODYifK59unV/4/tz5V6j4xFETO+duWJbWlSkyo
NVzHtk+eZks4Pt5VVH7jdepJdOMRTm7XIAEJudMv0MhmPyOmLbhlPSNyxzR1JEE073vjQPUZO4MJ
GbVx1DLa3dRfUsgcDGn3elORzFG8RaXnFhd9/1wYvfVZU8rhPK5GgQpKk6pBjwreUUC5e+lemd04
BQuua8/cJpzspOpBmxaC1pg4ovntbybPEwAY2hzbTkBp2IqeSGmHilyDpNPSFopoiE4HkF3SMSA9
RBD99onZuxBSPlv7lbbhUK43NG/zbgT3QxMzMe3nbimNMJ5M513uuunBo7i3iaBDIQoQK9Gt3ZiK
VWaMzDSkTtaQ5olfqiC7fNQTDlO1vUNCaYvBS4Sw0IM2hhb6T5VWwnjvxpqRH7Xdr+dImxoRznpF
t6Pw3NAbmv6f21u59xI7oGKJaoBQkaReb+UAyifOSa9OCeSWS+b2/f/WNgOdkaTGo2Uo9tkGSREg
Mt/ChDW9A3+zm/Q4hFJSqpSSyTYJR9TNrsjNQbjr02CR1Wj1i5WschTg1GvtyTYG+xPoIWX1zWEC
ijkBlp98MbhmFdijlbY+w1IGgNuqXh684HufhGcVzyRDPqbOXe8NKtp850LGXnVhPAH2js8k0PnJ
69Uq81en0U5IBtUHW7JrFWAHf3CGIFCvrULBH6ehJ8TMDFXWF2vjZ5bP2SPijutznVKMg3t5JDu6
h8fH/WpSBk+VrMfNOaAvxYwp9PZOCXCwMwpuXdBVbfKCNIwTJACLv3oA+J4qnj1mRKg2UUOU/u12
aHPdPpB7F05ykzgU4LHMbaigO4k9qsiAnqoxiS5kDsjXqcZRPrlvBV4++sIUV7c0KGUuwPUOJPX2
tGb3hj4VT3ZmKQd+SnrY7csm1W44Q3TTAXxcf8o5UwyjldmCNxUdNRjbvmRzPl+mTF/v+8Gp/TpC
Ft/OhHq5vYs7Eliyfw7DikwF/N42iXUGDZVakbtYzYcX3VXUICrK5Qta8dMQKlDBh0ueG7rwR8ud
nhhwmiPwJj94OVsvZqNlR5jcvXNN4kRSTQRDVW8TWtRRg+ZD5zhEMdHy3ZhVPQUJ5jK9RRfI3j7U
9uowOVrX/+A+kRBSI6WcTc9/c4sZFawZ8SpHIETlkD0roitOWdwpz3mXdf8isjI4L2oSm3+yXplj
6Cr1HDk98vrjE2WlVjex3imKPOtdYZbOZcx0u/toosr2Ys8dcyStxjhIbnbeY9D/OCwQuZK9K0/+
q7QD1KQjRFy5JyYU1o9RFXUnbS3LH12r/A13WT8wt/N+MOmA5JTZGZpUDb42t+R13lCO4pwNhv1S
LG10mmGdfrOjyliCZfTMR+RstE9eJSfFr8qR9vTecinU/GIhcMy3Gp5L0caKXpiubMxGwldGNA38
nHLqt7UdPBldueuPg7sl88PNtSYXBxwgtc+sN3erLRfUWNreOc2dSL50zahfnCmPX6Dm2D/SfCj9
xe5F7aeW8t1YjP6EbL9+4CZ3XAu/AaQOQr9Av7e9787OmLwwL9Q/nWq9kLEjPABZ7S5aHQZ12/Dy
oKo75Tlvy+zAq+1EXyRydPilsAOs3s3BHkrLBkWN6aVMl49NL9wv0Frde2313P8Otlqe1jdbDbCa
/obs3mzRM6VBASRB+eQ0eiJ7JiLwfjp6CQPDS3QmzkaZptcEBnn77EyxIvxFrVT9nMb8Pr9Ss64O
mSNuobbYlQmurtXF0YfY/4WcBAoJPJzbPrKtDEk55CkSvZGzFIzD6csnasnGQSyyZ4bimcSH8B9z
DK7vWWPVpVqnnDktSpL6tKQ1ULqmWIu/bu/43n1it4F/gTUg4dxEH9ZQZ71nIFoGFiyPA23Imk9q
p0d+T96C6Ev88ba93XXBe0HegenW+MvrdWlGXi2uS3ydukv1D9gD9YdjD0fIl91VSVQUSGTWtFXG
7kRlqouDxFO5rtOzWWd0QJDnPjWK039Ay+Loiuy8dQgXmNxLCh6AKDZXpHbpAGbZ7JwE4wOLwCwo
G5+tws6SIFmHMr7UGsj20FTT5O/b+7lrmao1qa0j/9q8drZwrcXrSCNcJc8+LWYUf+Kt4GDqwubd
LzXqh7WynG5b3fNGdH3QS5R4rTelw2auCzPF/UH9spv5Ervzkp6pFPD2ZIbSnNPUSH4mbeolQRWh
d3DgDPc8EuUvalwgycG9bbbbXrUK/W+K52anNXSd1Cr+6lW5t/jm3ByxbfbOErUssEAgaJmtsLkh
nWcNxG9EVn2R5GcGb+Z+ZC/NUxVH31fS+oOt3fugqH5RcSZqog21eWBdY5p0ursu3FfjaY2M9q4a
1PfWUjUXbwHM3g7NEQ503yQZLzIBpAJbQktUKHZJlZCRQsiOAXSaGljyvbug3rh632o7Kx8ZnGQd
IJP3rEq1ILAVbCvX9NoT6IXLNLhEpc1kUKQolUQJFSvu7+M1877bDDkJGBd1KPay9zVfWd3GyTZS
w4ic0Z5Qlk598VAGO7fu6CJQywkIiHom3R8GnWqGndrPij6Y5wY9x5PWT6uNYBPoRztRjc9sY/dX
nNXLM7MF+pfb12vPSaK5JQcgMSWQ5/56awxlibuabsQpmeP1UntV9AyhTFxuW9m7Rch5y3vs8sps
c6J2idTcohl0YjACyOayMgM1t9UT4Vt//n1TsDQoM9Jno0Auv8qrIFVTGd7k9czi0ryRsdJKZvoZ
dbALolTpwf3Z2zuwChLyiNDpm4EapU18VuUuUN+syM9MqVLOhe6MB4d3b+8kMesXghMogfwVrxY0
ZzmjsQ1ZayuXnyDz4ju9Xb9RED7CluwZIpMkoNLlrOHt4D+haoMoGmBrSksHLcqNKTArdJ7ymDz9
tz8Ss4tgKdC7I23a9rqqNc+KUWIea8iijwjl56EOHj2AwvgHDpzwjsiGLSRp2eocmHpuwm0HVL+m
aYRc/ZCfa+rr31dk5X//raC85gKOoxNBr2DzpeIRNYEJgi8BjiMuVPeT0ElRO+gy7ajuu1fcIvWT
/BwJYkEg5/pUkAIlWp4J51Rkan3R9EYJUqZOhssYD35FpTmYc6cJO3dc/GiJodmVWnNJ1rnyE3VY
7rvKKg6gNTv+js4Xw02lNDhd4M1zsrhV0eoVy1eHtDn1VNBOU60RGut2GljTcCRFu2sPbRCapTak
6W3cypPN3LQGnEYyKUrlS52nMEdB48tiRMZdlLT6QQC7c0Gg1VBmYKw57O3t3IyhM5BDHAmAlElM
P7Osju8nIoFwKr3mANnzq82zyU6oH5myNKzJJHizmflURKD3eLIUrR7toO7Z2mdFazvUuWiyf8hy
xf4v1bt2OCm408hfCapRgUHLqoFHmM2jv1jkiifGqEBJnjpHfCQM1pwwWdtS9TvLW1/EBNgxEKs+
fs5gR1T+Ghcw3+HxJK1fEMYnQWkq1XNWSCUSVR163Y9jpof8qLVZtfy4QN/inBDPxxBxm5FyXtO0
H4pVDD/1uS0Uvxc28mbLUqlNoLZ9vQRG0uQfprUexAWJPUMNM9Hpysluy/avLNOtf9emtj8mZex9
bJOoXU8dMmRHnQV5O653VzbyGNDFvAUa4FuWlDkgSmJpIzgFVxf/dM3CIJ3U6i+NZVUXz0GvU3gE
tn0WaTyH6qfb3u/twZXWeZ0IgaQAy+aJGpiEFIlc3t0uit/Nnug7n0zUemdbY2cGU6K7P/7AIhAj
ZoOhaswLfO0t8oVzozmQmV0c8rMNHCRYbKN+0ZxEhJ3o3QNP+DbgosRKjmJyO39B+q7t1Z6V6MtI
r69n7BvaJkl/NnS3D2pmBpA8a8s5g091sK1vrydG6ROhPA7tF7zGtVEvz+LSwOud7M4uvvRrqlOG
HK3nCAjxwZssPfn2/MgB29QcqSMDAb02FWeDMi0RqWXCZQzKVInex5lqHZQX987JayvyV7x6+dPF
mNPKpnAuGLX9UDTV8ISkUxEw1xnlYgNdpD/5bHSiwPVBwOHZvDYYuVqhTHh4kte+D2t9LQIQ5vOl
yFqAn7Bf7zMGVP52LMBnk2hMiYKTnaJro7A6DQuqD92pPuk+2mYa+UM0li9Tc8hS2TshSIRBtkCq
lELEJpmrm6HvFItrP5gVKibm2ARoTNo+qjFHasd7N4ABylIwBYUlnurrVZFZSEEMkF5xzyjlarS8
gNgh+ox0u3hnr5Pl2255RHnfOzC/2OYUTGkMbMOqdG2MdtXZyhQU4XSZtbT9MBauHqIh0PRBY1To
FNz2LLvrlOoivIoodbny31+dURWdj75zQRY2TarfMxh2PMFhbJ7KBfaPwWCOC3oF9eVPjJKSS+Iu
ZdLN9TN7N0UbCfxLV6g1pP7+2+ARdyeK0gfKkk9BXmlHC93uLWxoyZAhtIMBjtvenB3EZ2Au5vka
UoStTl0eM9U8qpJAlGI+6aW3HlTltk/UL3sErXACqAcTu15vbJR3nrqM6RpOed9+kO2mS5ZPw7c8
WpoHQITuRWSx+sFr6ijQtQbtn9t7vLdelszrKJV43nhTRwxJpdsz63WSb07Wzh9S6Oa+bU73pZFM
P29b21st9R3GZOK/QRVvdleQmq4JfaUwjnSTic5N8pCJSq3Ooluav1RF9KGmLe3XaJiLp3529W+3
7e+ulk4xvFs4ckTw17vNREBlbLtxDSlQuEhSWPnJTPrinT1omq8swxF18428iPy8CAWiU0YNj+a8
/EGv7s3E9MUxMuFS5n2l3a3T6vyQSdmlG3otNJdyOilC0cNhadRHU8uTvxLAawdRwdYd8hu4Ow6w
AORvwaNuHsyZhkbHR15Ds/CW0wSYIsisrAgyyErh7f3dNcVJIj8ApkXJ/nq56xSXek2/JEQzZXg2
k0I995UqPo9zdUR43DHFdeGSkl/SbN7CGtc+tdyuYwwI+Eb7o22UcMymPHssc+Vg/7a+j/2jYoJS
FW8J6KLtNNkxzhRAHLEa6oWdnBR1RRdwXpTvMWH9c4YEpeFXZtkdRAV767NJ0glN+cOzeb2VhoAk
VDGGLHQ61Qki1Gn8iAbofZMdjiPcO6XgirgXYCggJ25XGPUs0dKUNRw9SfuYnXmhMJDZdyU9j6+L
kRf/ru7iINJr6WdtFa6KSA5KjQe+aGejpU6qpOuClHlD2mAiyOC2vaKGfT59UWJTebAqZtpkU7Wc
k3WkNwP79KjJurPPxK+yiIRAIsQU+e+vbuhaWoWuFrEWkp5oFy2OlXNizenHmcz34D3b8X4kU7QQ
QAtQ+91y68qKortm51oYaY0buvx1cTXEqNNSX8LGEMOT5yKdyICO6lQPc36QuL9dqRTcgD7IoHPp
BzaX01DqWVWsSgtbZp6c5jJO/om9oj0t8bre3/YDb/2spD2TdMlpE9QtNm4vLdusZbaIFpaAkgKn
LIaHQdXXByE84Rtt13++be/tzmoqgwt0Cpwc5B3FtRZaIQLq4QwhzG/VabzrnP5fYxD5i6XV4lHp
PO1B5Uv7q6iK023rOxsrZS+JNuHoU+7evGp6VERxbY5TiGJ89aikyX+l1cQvTper59uWdtZJdIJK
lUlCJVsI14d1sYfFXVxc0dzqc1gzUvAjovzLfWxVFLyXvnusYwZeKnpWn8xs8g7KFb+IGq8TInpf
+FpEWzipAFe3cJShoSnfVeMS2rmeGBfDjnLVJ+PTETO34+RdRzHCCxjfpf/rCq2bzrIbmAWp2mcf
ClKn8n3LkM7MT/TYE0Fvpcz5kbST5bEnVhePg1321LAQsUrviy6LWr9pXCpduTNEl6KcKnHw6d66
HJoTNIfpYLE2uhXXG0pjvNHivub2R259MVt3DjWhys2jblLEIsUbRrX98/Zn3LfKDdSlzOKbQUdl
W6B1rWI1LQf9At1uuvTLMD97S9X/186k7eVYJf+7bXTnlAI4dqUWKArbFCaul2pPSuUtTFkIrSLq
fQZtGPeOVc3h3Ln2wTHdNeXQSnORI1SpXF6bAuVntHbvqGHaCfMigEEH+GAlQF+yPPiA276hPJFE
z+Qk2AGbszGFAHNZ1UmuhqXt5oGRZsvFjtzUVxXXfu9FnhLaaftI/b4Nf387ieeI7oDYvaWFTkxX
WwSQv7BC7zRgolNx0RKHYW+aFR9cu533mdvGAy2fKPo329kMAo8ObiYjAoFdcw+y7uuyeu25rOh1
5Orc3PVt3z7MBtB4v2qzJgB12R+sd8elc+PJ3gHGkxdtYZapE9vwKVuOj8ro62woh4d0zJJ/W9Bg
T3WD6MtBNLBjUKqrSIFfsEEg5a8PkeHGsW40zRIO5lx/iuuMCnccV/cpE+JChRT0wN7bSykpjjSU
iFzolW5ncOQ29Tia7mro2mn8qFTuAJLNiNBlSOzuXBfz+GnpHP3T7WP09vwS7Mgheg5xD51L6fFf
hR/m0BtuUrOtA1ijQBa2GEyvVF+Sqq0eYZd8r2oJPLOUg4bg2yuKL6DLxObyOUk/r+0aOUHd0vJi
6lbnfcj7nAZtnhYPaV4kB1d0Z2OvTG2uaDwPZpbXeAPPzUqwbKhXFrHlvldbYzqvkRCBZqz9QQSy
uz4QRiq0bSk0tkGFQGIxmkTwNbXazP4Bf13+cCzekykpvYOb8dYU+SROTurFQWreRs+TsGOr75Y2
HIj7goVC0btVTz6awlF+268CjeC4gO/mGoJZvv5oKGmkdteuLa9VWwQlip3nunNN30kV5ePtc/k2
0pAoDHwNd17qW2xeC5EilQiBDVOOPtyLaex9xWnLszaDQBGcR3+pGJqHgg4s+OX3B7CiQaSaaNlS
+QEBAy3veqnTUK41oqddqK5pc99Xs/0lGR3Dp1ikPdd6XwUESd1dVYjhA4/oeu5hVJ5G4AZFEM90
PA68w95HBuGuybhWIro33shF8LmNUE4PS7FOKLeU6meaI3S9NPdoWNvb++JqvJuktDgFSqabo2uP
dlQaa1SFsWVUAQKXPyZbeA/Z2HdhPRrrx2Tpj5TW3rohaZPIUsavMr683m61cKKmILgLcyWK5Xho
3beVcXm35MVwSuWEwGZZ9LPXJUeTZt+6eQQxkN/na8Nxo4F7bXkF3hiXlV6HdZFYRK6adi8yd74o
AzMSVwKlD7cP9t7ukl7i6wkZJMT12l6RVVHda2YdWuXkhqnq5AESYWnorp15l7X531Qzj1rue2uk
qAjLXEpl4nivbeYE7YR8ah1G9awHmdMk4IwSLpM6Z0Fcu/ZvOz9uzit7Gz8xWU7n1alWh7MpUl9v
hPOuXvrqorrCPohNdpdGkYvZDTyc5AbXS6uVvBNRN9Wh2ZijjxgoRYRKKO9zVDN8T3i/X8FjaaQ/
iPUSiEAaura31F2RkKOwlXMe37l5/XPMa6YTt0hWtoPlHezk3r34hSpgRARx89bjdrrdGrk7VCEC
aNaXmI5/4DlpeqqZCXbqGs15Z3VtHuSZUR68KnIh16kWTTq0+1kMwm+0Fq4XakJ4LgqIO2ESJd17
SOrLk12O+UGV6Q3AAD/7ygyIkGszsRDGoi1WFdLWT1F57uOTYbbdkxvFHyJGFj8kTpmECfjooI1h
ZyUZu21Ow/TEfLmesH42D7iKeyeK/hChH1wiJPc3X7h1Bbl276A8vy5T2GR9E64dQ87VZp3ObtIf
1Sx37XmECDCkZal0c4K7wWbEKXycsNXd/Eepjs4/QtcnNRiXrsz9JK3Hf2+7oH2LJC284LKwuHFB
dtb1pOl82rnpTL+lthcOadScNXOJQaG7R7z2nbcLtSFLltXQDyHNvf7G/WIC/bXNKtRKVz8xHNkN
3NWr7oVo+oPztOddZZmUx4RmEUrI16bcoZ5RJHH5eG7ivTOnZTo1Ve38FXXl9IQOGD5vGQC/3d7Q
HasIcNGWQnFVqjptNnSkGOnMo1GHqOd29/U8Knfl2MdBTcAfDLWtBRndqgOj8gJuLqgUtEC/8FeH
aqsAmQHMzVavaMJec0YqGmb0Lq/MH9ZoDCfGq0wPiaXHvwbYPHaTVhzckp0lo+hEwYnXhIx+q3LZ
IUu0TgaaZtoUDUHVQBmYvBihdH3MPzl2qwWpqR8NgHzD8eKVRo6IlNuQ2rZvNrqqqKzZhnBPYISF
HdJJgeLfN6P1ndjYvI97I1rCkpFy78sZyPDjkvXRP14dp+I024py8PZs90D+Gukd0ZkCAgjw5/qw
LSbtzjLXXTl7crnPumEI17bJQqtvO/ppqJtGdXnEyNr6ZYwSezMplcoNkICtjggqsYqV5EV0cpKk
+sJuV38v7SE9fHu4flkBgARilxLqG5CeFnnUwMYyQgmnNJ50RTG/lp7XnSIjHu4ZWVacO0NYfp+m
9WM1ugcOauswpHUqmrJGbEoBArnxr5JSYxgsRsab3ikexPqUVMaDEavjg5goVt++uXuWiIio2wBE
kFyYa0tzWxsT6hTuSZD1TL5VUZLyXbdpvqrVWh3AOXaNgcWRFOpf/KaNscazpnXVQbZba94FZmS3
wURnNAsMfV0+3V7Z3jmRJNz/N7Z5vztvHRZlAFHe9kIAeXbbiwNM5vIHVmQ2SHOEsGjbUqjsxdCi
USJuIdWc9bSz7hK3dz7etrK7cQBC6FDzTnD+rzfOmQRzV8HNn9A7LD9EU/wZPNxwXpjUe7CeN6Uu
efSkSibYHhLQN60oJC8cPRMG3FVQqhREjeJbY1ZewCMyPIo20YImQk0bedruYrSj+0Kg9Lvo9V+/
4ReeA2wTNdNNRDCJpkzdDnw+wpHpw6znmq9qjX2P4PVy0mJlfVB6czp4ObdBAUaJvuB6AGDHpW9p
1L2dmYmaZjgzWwynUm27KcgqPGkU6e1FIaU9+Kh7BgmhZXORwilSDdcfFUZLlObIP9GBjqA6NbBK
2W795K628qBlh7NIdw4R1oBRoQhKqLUVaRjjQmSD6SEm3Gv1nSPK8SExF/vsELUf7OWuKV4oqj+4
FiZyXi+tisbCqybXPUX6VJ00Q6h+Qzn63JgQ/H77alAPlULekmIGVPPaVDfbZAHFyKqyZrpPRPxd
QAb4oHUkQrct7TwJcJpR10FWCtmgbZDTZ8qoMRMGHYG2sD8so97+TT84hcdmVZ9IY+3HKlrjQI2n
iJr3FB+Y3/FnTJrmVtIuQY1uC6rSxzhNKw2kU7NE2ScjX7rHyc2PIrk9K/TYqX3wulJv3XiahHlF
zjzjz7wSWnNjKt5XPffEwUOwd/SBoXHfoPNKZNH1RxN2ZVstmiynvp3Kv/q2TO7TOBsDsxvcO422
XfD7nw4EqOxQQKdGv+Pa3sDQUWe1aLoW3ThcStcWPxpL6C+owOuJD+g5P9ujW72L7KH5u3K6+GgU
y5s0T3oXKZIpaa5cvjdl5nTybIq83gnmvRqfJ6uNgqgZiu/AytXPbSKqc6bFU3fqhW3ODLnp+pAB
iN5ftHJL5LK91PmSevF4cKj2LqpDWs0wAZkLvdFHiGju9dXqIfy6Gme4M4vvGpF139ANPLioO8Ei
VwdMLFPj6PNtYaNmrLoZuhTeaW2QHMDLCe/Dkgyu5luxNTyLrDPCobHm77c//e7OA3UC4yzb/qA5
rr89PtZwO7jWp6JO0s9Zoyd3KFeJ99DU44e2U/PFN2Zdzk8XauzHqlV9TnsmuIP4H1dKu+pQf1et
MjrCz+zsBxeNgibYIF6ebWWjiM1iGKLGO7mtVvs9+3a3dhhMFoqcQuvr1G+Z9Hq+vR07Hxy/zNQR
WdyUFZzr3bBEk8c5nfwTZMqVTMFAlN2yRoYLz+vptqkdf0nhBGSHzewYzr/8Ka+C2MkCqa6VvG9T
qrQho7fBPNidgFOd90FPinBvF9VnsymLsFwRtLxtfceRccxgT+LHSEq33as67vrM9hLvBFjRuGuZ
606eOCUHjmVvOxnsicaH1JchJ7heoznaqxHlvKkw5v9XWVX8OeYMPjI69YgEteMyAVtJiKAUwiVI
u7bUpE08VyV7OIJaC+oGDZsaidXAWTs537vJ7m7v3549+PE83qSZsFA376qaNmWrGp0HTqUvoajn
n7oubi5KU1eBKIqjNvKv7t7rbJ4DwghY2f1Dq5+i02Z93RjnfKTWOw0VRNs0SUd0mZ0uaHRdPCyd
st4ljTv6LSMmfTn6109Rzn1XGBxbb+rsu8Gyf6CypwezTQGdeXzTwYbsfWrch8Pd4QvQk7n+APoA
LtXzCg9KZWpwnGP7Q1uahQ9oMQpv7/2Rqc1eFLyaXVlhairU8j7TnJKGnZG+WDrs8dumdq4JcT7h
LpRBer1bL5TEyZBNCH6cGjOPL+Za0e5dlfrgmuwcJvIj5CNRHUCvayukEQP37QVDQ5F6Vfiu1erG
vhN3WijMCc5S79r/3V7Wtmws3Q3Yh1/FNhUYxCb5o+u6RraNalXE9N3PmkstyomKd4pIl38WSn/P
aCz0frWmxcFKdz4dERolvl/oHChFm1NS26XuTRYrlWMMXCQOfI9G+rMZN+VBBWp3jVJxCYNyaKDc
9Ff+NVkWyqZ6HJ1GtHZ+Qr5Aby1R1KpBSrrJ/lmsWH92WiW6b5u+Pd/e391lMmRY0uJAmGyJLnLg
jeEgDUKAn+lfmgWM0eJaUeF79XhEItqzhd+TwAsEkMHxXq+zzhxjsWcbz+CWus90VPchy/MHd4Xa
9Purougis0D6yYRq15aYzjCTZ4oIIbS0UUJKPcASh7GshyDJx3Q5eKL2cm0AD3JYCEI/Urjp2p5q
pQwndpPoNI01pUqvtPqvtp4NTAFzVV9Zc+g8kf1l7ZuCAS2lGVRVJw4O7I4D4DdIuAX0dFmEv/4N
SRSbkMAq1swcnb+Rf24+N1171L3dCXao7NMapnD3i9d3bYWHU6nt2qFoN5ZqFrplUsOqs6Rat3Yy
/4+zL9u1E1e7fSIkevAtTGaz2iQr/Q1KawMGY9zC059B/TpSMrOUpWxtqfZFpeIJ2J+/ZjTQFMqO
QaSif/VKRRhAwwR7FO0MZJzXsothLIahS8P2sEVL9ikLXf62d/TtP++a3xa5+oqkZ9M2R1jEJ6oF
3QSHLRaMHkfp3M+/L/WHJtT/PdDOr4V8O6QPr8LLoMZ2KBKzxzU6fjOF5u/ieNi+REHe3ayBH07S
Jf17Gve+BrBuZjeqXMRY6RAQeGtX8dL22R/u6tpGioCeCdq/QIJfjzYCxxKTblF7MCzqT2jc+iMs
83YbplZWXL6kofLcPtolxVCd7vP563qlXCObwWEAy8WUtUO1gGhkKjTHNnvBnKx85S16VA8ATqiX
MpRnwhBge0jZcVLQr/ljhjylnoCfERzKNgUcCcr3T53kEhZaw5r+e67x33QcCuI72uS63xcEBXcu
0fBu55Go1SBDNIE72bho7C5/31LPfcB9EP//l7o6/xEo9aVQLjiwaUwO3BNzhDKpPZLA6HpCefbC
es+9RngA7ugSSGIAdfh7JIiIbJ3M1uAQhcYfJDQ+QHbZ1ocxMvn7vz/ac6Xf3u3CkGD3lfsDWm4L
RnUU45OtRKxftgTioFUSLl+MhDSxj/P4aa/YoenLWQW9jOICqZO0kiFAsQoNJLQfU3n4+2967nXv
OFe04BKwU6+9xJNWB7wIwuCgCgLmFgiH9lHCrK2aIOtwAVvX/KtV+x4yih3Kg0ITpf41vmPlswzC
VQTogw8aSXQBuy1j5wZuWA8bycb/IRqi0QHdIfRu0Ui6+r6daTFHiHq883Iaz/1o4CdTgvbS7XbY
f3+Xz22lAuQeHEqAh/+YdSIbHwbXIxiCK96+4734CNwKOUYF/V82LaCX4ERg+IZU6yrsRqTfxi73
wWHzcfFxtez1ki7u0HXxS5zl/W+6jqcAVQBDDzAQIKf7M/+S1K0FG+aVYH8MPlaHeUhV1Qb+pTf3
3C5EBxiMJLy48g/9eFSXGxo8OIRpvi6nUjn3AajAtgq4Ho50AE/671/q2adCKxjMC2CFi+tiPAgL
s7pdnNEMIjz4opevzdoDh/73Zf7cEKhhACIAkgkcrj9aKuEGfcIp6GmTsVx84Atww/U8reL1wLZZ
vZA4PbMYEibwn3Ab4f+u94TXsYcLp6DNFo1bnWhCTiEc7GpbxO6FTH/PO3/fFBAlg/sCMBm7tPs1
RmSGygCIFynOlEuKryCt0dM0u1BVsJE0Fwb47jmSmcmqLUuJr9pkdS+c6j8/IH7BzpkBdeU/Mtvv
2xKWJzFzkiBqe8dvvR6jm36CaP7fv9+f23JfZWfW7pR2DLt+XyWxelX9wikgN3Sso6AbP0FIlPcN
k3PwNoimLj78fcVnPyJSUmgf71CQ6x5Vu86wZRo0RQdqIZd+61pIQMi0YRht/POdjof7ZamrhzMr
dYKkC20WMfCDziZ9N7eomGKat2/+/lTPfq0ckvXYNDESiav+ASwG4rJnhjbKl/ChjpR6Cil5SVv3
uXeHgdIe6/d+yDWdyciUTDmDuKvoFnJi2fyNjtQeuwL+0H9/nmdXQuQA+B5J5h9Yi6VNtiTxLQVN
s6OXPGrDN9PcjaIKO+H+h7UA8N+ZuLg1cYf9vgejsutDr4PgIPPQHBiwdGe1Kt/kAPT985QMgip7
vYlvBBWAawHIdExmtgaa7V2Q8bzRhJ6XSMJuKvMvYWWe2xG4kIHl/a83cW0AE+aORsLErAETVTda
+WjXr5PHv3+nZ1dBR3tv8QMnfc0+FaXuyoItrGlJrmEj5+T9sJTbC6vsB+UqGu7AUTSW0VneuaG/
fyHrCXOY6XcNBvz0TsNQ55gErmjkOPITcEj5q39+KlA/0L/C2A/si2tobt/aKW9ZzrAFhvwcT715
YmZ6KRL9WdnsbCS4WYA8t0O3rtqLaRBQmSyka0TUJrVZElvngAmDYt8Hr+Kedk2H1PmFi+WZV/nb
oleBgg6jpJYVXZMvQgBOMNlXk1LmorpE0qqcvX6BAvnMDoGaMqgWuMowgb727TAuVhi7IKKPSiU1
PiW5QMrxJbujZxoru9DebtsBITps+ast0otdaQKK200AcSbIhg3QmS+WthGIJHXeB/HFThM9Qa6q
u11ICmJLPLjm79vmmaAFvjfqjgIqq7u36e/blPyfNR4dgKAUrobaX34sddCeoNtMPv77UiitEYdx
NwPBcPUZucLUDZSAvmnDcbnMPuiqLZq3Wi1l+cIVvTfbrg7fbteFFieIpRgY7v/+l/wUPL54FIzD
MMOW602Ba/M1DEiGk8ZN+ijDve9gBe/wukcIJvz9MZ/ZrVgbeCD8D6ZH118VUrlFRLNxaAIa5E2y
eVFBTz6qE4kLPJ7dSxKgz33BX9fbj+wvzyppO65ZivXAEVZ12TtRlzRdbmOT8Beq4mdOP5o6O/IE
aEakcvHvS5Vu1CFPSN/EGwu/+BFzfZ/y/rXs0mKqOBqAn1HZjae/v9BnHxDFIaaBiDp/8GYNDn3W
Q22jkRngkvhz/AyMSHRDpGEvPOBzSyF+7jJFGDSjhPr9AUO1FyKS4Nu5zh1a2nfv42CRpwViyy8s
9dy7RN4DojV64oBm7THol88mlpEvCkPGBg4PkCsrpTjSEFYobLXp4+YGccrBT3gh5Xpub/666P78
vyxa6CwJYAWCc1GE802uaVTPHRc3wpjuprT6Jd0bXD7PPufOiEHOjDd7LViorFN0aD1ki+ErYJMK
kSiilZvhKVMpFo1Qa2nDltVt4ldVo79A5MFQKdJD4Pv4QGGJ4atEbz6vZB/IpwidiRYijokUlXMu
vYyAz0movUo+VwWgvD+XIAfRc1pT+nUtADKuC+LJWClBJEx/CfTJqzktNAzJ4G3l6rVb5QTNFtZh
nY55dwaacZqx23Ty2fJBjhdv29IdYm0SXZsZfxILDRCZYyOgSpVb5uEcZsOo6nGm8ccOoXQ5aM3W
B5BKaX8y1ASfszUj5ymng6oi33XlieKpm9h0gMxr4U1cIy9lqkmJZnB+gPfWYQ56BXaEWiLMDfEK
L6ESdKxAdYYqkiMgTVcKsiH3qmPpzx6ya0s9QRzyR+FgkHsZRqEf25S69JCma/K2GPs+vAQYpGHY
YxH3q1WgeDm1a8mfLI0gf+SLsLvdyi5Kj2kcqG8Yrg57JaD5jel1kd7OsuxY5eLcurpNA3sZ5kRG
D+Wah3dDHrrklvmNvkc4iF/brXNfprHjnyBTuXzBCG3GUK3jCyTbo+weJlFZjMpexJ+ECsY7WFem
r6aJqe9RgJlCHXZ8ul1521pIxSHaqChcHwGsWuaTMZK96uUQUJhhj+TrDGhGeEh1l/PaxnaUBysh
VVmF4ESyahuX4JsMkBBVtlXLektAaJzrAEoDr3SCqeJ521ruas1NUjQ+KSY0AOCnBf3i1GPgr6AY
UFbgz+v3EVPtQ7QOujssc6o/9izwO+plKGhdesvvJULVj7gn8Vp1M7CBZwtgx9fQODbUUvgkuY8N
7eG1QTnkurJymMwh6sT4wS6kFfVKNguwB9XzAUxEcbHJlKcwHGlBz5k3M73jlkJOQ8nW67rVEt+C
cgmXEoxM0h8pnTimhWAQLVVuqP+Qw4i9vRmx2DegZ5OxhiA0Roy4Ltuswsxt/eog6nA7TDL/DlEN
gF4G0m5zM47QFmoGaCUMTVIY8UqRJCgqFZIlrGiu2VGhyi2qvs3MzxhFz3cWEnfjsnbgpzDY4re6
GGlcB2LKFd5JG9azgI0KTE3gkIvXSru1LmZOKBRvg04dKbN+ObhxjLrjGtpJQGgwHsYawiZifb11
/ZY33NF8hMiHyO8W7kxZIRcNv1AXTuivA1hzcUk8iCqeh+GblbDnqtZxDODXbOlX8LvXp0zHSKvS
3q9RzVHZ3ymFEUAN3k6XfguLjhSv1gGaPzNKcHtIC6lB4EtnL+ut3ZJ+gh+zmNlxBRaL4Wvg1q0n
ajH8MiaHVSRGZORTOgdR+rqNfQLdb6WBD6h04Ry/2DiaodoTKMl0BYxq9mU0GjTwuci5+IlhIUA9
C+itYTOLmDyaqDfhBDlv1qY1fkQrbijkHoeqKzRzD3SINlthHubuimUIUggrCoALXLAs/ccsSDFg
8dE0uXopguICNv1iKxOFStUFDpR6a32arCexUDNULtiyH7D6ovfQ4clZAknHaH1FB0gh1NIpnLFy
dp7KquDj8IUASr5UUJE0/aOG/HW5VEIWLHozlMgG6i3vu3eziQJSFWlnB7j7RBaTD+gJQMVgDhyg
EcprcWCUJ0lVrmztTiSx5kOW0TavioGW8dlvARHVIF3BjuPa+ei4beDUHleo3MZ3K9j74w+7RbR9
ShY2qTeiFenTBmAa5JxJqsVDBtRUd69LKGR950EbTbegNRL2UISexx8hYxOX96Wdh+iAJDt4M89s
5ggINM0B6VAJr5Pcx0mdrkPfnRRwdz8IL8xd5ganzzJCjDkWM5TjzqQQcjzJzjAJgQoptnrK+xwf
sQsU9Kxzp08Ja11/zIYZvNOxLcwPFnVhcu/ycfzp4d28AViba1kP7WTi+37c+Ls58Lq9ySkYToc5
78o3hQmjsUErbVyO8CASP3NTTDlGr2x9B8s9y2tDXdDdMd35/Ejwe5LDZggMZ9I1mulNmLe2rDyX
QXfmQQqRXVOCpw+hBaVuk7TL6JdVW9EflinbtkPK+TxXoVZD/EbJbmKvsAHlUOc64YGsxxDb7aEY
bA6p2a4AwJSvPCanfB5yWfVLmmiwlWhRvMFYIwhlnSszwt1Rd4E/WOi/QXpEDcuqjhwPI+9nRYGF
CTsz6LEGe9UlVbeY/BYVkx3PxG4FOXbhCB9cHniDRLqFpU7alFR2+nuXbPSTTrJe1XSSZdEIkyXv
eBG65a6ncQmfTALHhieAu/L+MKU5BOIhXmgSIBfLmJnNQ6SAqA0pSclwhd7bYh4DgAxhuUkoJHiY
Jz+jhLPwkfMotB8izDRZ0/MNTCyPbmOWHHNYWJbHReWO77CUfGkgyAZqrNIQhCqOboxW+TGkkPUK
KoZR5HAMVGAh5DGlcJs96b4f5ioF0q7/AeMCKJ7hct7cVwkHHXlCL9rpt3kQLmutZskQFSEUFh1c
MQng49g24KJLVkNw5CORHPvSFBJD+mWZK4FJrKuKrZjDz6Qre1HtKhUJNEX9TFAqgFxWI3pNroLs
op9rDxVkVXsYTBR1GA+IADqECQfcyODxeAcALIj5q23Zo7H5uDbMtCu7j/0sbpeA8/7QLZLfRWQI
xvMIRc+wjhynX22Pbwhxl3LgQNVhIFr3nYy7RnNtSAXoR7YemBmJv9Epgly1xdRttedefVxBZH60
00qAlVoK39Zm6kxYtUAvXzzdUxs1dBrBzcb6g7GMGIiI5zSpeq/Xx8nqLDiBoRPTekVIfU/cAkMG
qOnzR2idIuSOmI+yQ4RQMFSZSePuFTRowhBxHx7P1UB1R+CtHplMIobpOK2XNN7Go4b75XDQgZvi
49pyAztkKIfwQ5Ks66Py05LUETLqrhIs9ykkTjW3NcrOPMZm3Cx9oADJsu9q7LXntbDtALQaEvOp
zniJLDjqoahV4UCU/ZELn613cFtQ6UWlLInPfIIR+jlTkZ5PNGg1fjsmS+MKwexlJPlbOa+5HJD3
GNUSwNNkQau0zyZyL1PB9f3cs9Tgt80gtVRxsa1pWa1pEciPyFHl/KGQs2gf25FQxMAQybuD6Vk2
mPnWunhDNRt7rc9Rm48PFJMbeijkwPQlbUtFlwP+EXQwyqZjhuJ3UvZgISQ1NXkwLPgufYmUDMFh
TCu6ROifgwqsumolsA+tvDWlOCdo0gYHKO4m7g3sE9N3Ef627bRhNEMrH8TL0ow4B/MxDtfyC9yc
5raKNHAbZ6kolIl14uGanBCkjrcuJeptsaHSadLCFcDPThR6x32m9PI4ax6Elc+L/3B6Ggr0BQIE
q3qeKUSiAFqd975jAYSIcLXYQ7S03bfMF+WK89Jnn2PXZrJ2BaGvFXKS+IAhTHoO8hAaJCsnPKlR
0zANrfGojeFrkqo77L82QEcH3JWKoEfxqBIi/GlS+HdTydLhMAAt9ROK6DCtmtEqfdOlzn/Sbuwf
JE9QKXYDGHN3w8xT5B+ypVkliDPyzEJFASMV4KPELWvtIY+GhDXQIkl5Q2YbvcsGViyVTlcJBqTl
0yMEusEeCXi6kBrQxfiV9MA2VsBYE31C3SW/b5seb4kpy/nsR+4+QhuI3PcrgYy+sUCvIXuI8F/k
lqzq3A3FUQ1J8Dilk0EIZkl5MTAg+z7Awm16XToTP2JjJgtKBxo8YdxRwKVj5MMNJh7tu3QMRlUN
qCfetENLkdB3i3iLx0rZbcEmimW6Mnz0wUqiegoifU9yH8ZIeNXW3ubCpx9UiCwWj9Ku+tyvuUgO
KslA0UXJtn2ATjZOfELMmp5QBiztRZaSF5Uf8X0OpWiXx36VS1ENpqfgSgqLtx3irrsNXRx+m1I6
4J6FCtNXOHHE3wNBIQW1atLfey1xs5XGhl3FLcJPg6OQfuzhkz41EpQ4GODqLON1RwSkXteuNycc
Or1VEe2iS7nEVNSxKylkThKuauJDG9dJqk3RDImN7kSHPQqxzawdq17xbawXW7TTmbg0ncAwhF5m
k8V9cIN6IqDHXCz5N2YCjPk2u4wdiuiND7hhZtwhWzIR9YBMDDbSdFJZdFS4AcCsQx/ih16Fh7WQ
hfzBaciG9qveTI9awfRJ1gCpl+eViDGpTFDcUmB8WbxUZA3y9SlRZYR8ExTb2zlW+Lsx9A45FA+n
Ka+HbeWnzbTOV1M3Jv0bY6PwG1yYclNTWQzTccw8zv+C+rnH+e1yhXshj74NBeH0ILIISf7Q5lOE
Kj7DMEVMgvha5zyGxVpakqGKAJt3FfOTTWsugDOqCmUHeA47B2haMKUA4EqVf7HMLL7BtU0VLmYu
oyoioUxPAlbNQzN52dvGZAVYz53QpA4m2674wFBZObM+F30VLYsp6zylbHnwLZ8fRqhi6AoMeVLe
tyh3z5aPyQfMZFtTCaeEgo46SZ56BnRTkwXddmB8vxsSE8O4LAwXpPVxD9Rx7U1h3uSpAtnD5Czt
byaJHmMFylf6FjZMaj2ruScfNuSPMKWn0WdIP0/8buugOYI7dZNz7SaevI4neKW+6qd8/tKnAZ+O
G7LaH37DZVxz/MSfAlBaRBJYz9+7EU2nClmi7s5rLAxHZbuNup4XwLBQqmUZEohs2e4zWmzYpV2K
tGXa8s/z5C294WqCeVPuytTWgNlnaJql2VhA0sEr7FW4fuIeyxUnD2Zya4FGDhotj1BuG0wFpKF6
HdOx3Y4u9OLHOHhYV5eZJ0ipfJuhGxSl7OteluCGQ9h2R9S89jtug6iD1tHUQV2GG7yVvPTdMZMe
lqJ+ddthpCIgt6lm8SMQUNHTNJOQ1aFdzQWdTYbSqSj611OarbaaYyiYVDkkI9OqzLh6F7Vp9zVO
lvSH9pqgR93O4uQ15Edq1G2ox1OUwBnOIZE3Q7lZVemphJhWJ2beIqhH6w9cAKWoh8W4z4kIA44P
YCiav3ooH8ddVgrjVDZ+E6nT7gSDEiUPeKcQQ89pHr9pNxHDPttvyVgFApKvp4QjIajwjpcvc9hP
puptbnyF+Yx4W5RC32XAC4pqwnZ4XETPP3RQYfnRsaw9I50NHMTpxh4JiMovg9vkR2eBE61mSdAp
mBI5thWF/xk6uIUORmSNQ3SjO951p2SMKbpqy9YiBRgjDwUNQhHrere47pLDs3Supeoka4QOUQ6E
o4gf9Fis0Ppnxi548DQ642VMFMr9STo3+DvsE4xsMlyzYyKHA12dwNYnbPHIBfT8FV2XIkRCQv2b
Hhn8BEcBCBNUvcvD7xla3LRic89LAJa5+joCEJ5X87KgcPWLLx+WZRGQkRv76CkJwugz4cxFtYdh
wjfNiXjdY9dvdSZje1OudC7qQCMNueQGYoToSmbiBvY0pKyDXqdHtqK4hdVbWLhqiEqfN8XcugBZ
mhtXRKi5+wjyPv8gSTR8VH2I/oMKV5oddTu7r8oy8Yb08H+uFMlVfMjmLP/UMg9/ZImO04YGcxJ+
7dIhuXMYhbs6ZAEcMrbC0u+lE0gKDQooBIM4Cz/lCZvRzKKWIn9yUt3lUG4JUK0P210MlgyrLdkw
m42JyN9Gqk8v8WCHj1MGPY6GqSz/gZxrxWkMZP6k4Cs+H1i4Dh8wxOi/RjxbDcDgwn6JQHKJ0VvY
kAjlcKFlQGUaTHrhXyq+rhFQWpXWxL8HiANhArTsHLsUFgJxQ2cRIYVqRxRws/L2NLZw0INgT5ae
ZdHRsOKDWNEYKU3ADkO77GEbDnqPkkeeomGWld88k+qHBTBcVVNZQvI90UsHVDxECt6Aw1LwelVS
fgsVQm+DbZX9WBGb3wMqJt53mYrRgugypBFtIBBFOZfzUhfdELhmSyIYR4iix68eFhWW6EQALQop
IWKDgye53O/Dcr7M1iEUOJN0jySgkLHKC+0Og4VoVG3TDjeRQ1X0I9LIpEDqmLLLaEa4/aHWSd/r
HgO8h2xAdVjj1tYFjoceIZ6qGffQbYM41SXsOh+/mtICe2iz8JqqmXPZo9IbZCgSw7ryvKDPixJP
5Cm7SdBp5I1mPb+ZE2/tcQwDTapoDDNfm9zOUV1CEntoZp/mtopVXnzBEGZBLwQmx8g78ZsgIIvm
8on0kUtq2m4eHPqBDbcc3ijBfdKj1D/YhARzVeoEzRtCsxRTjyGJkJrbUqAbrnr55Gw4dAcjUq8r
PRLDHtG1p591DKFOwGgH/UqPWaSBlJzyx3GaOb1wXPVvhGAWiEWGCqABs02YSgHErkBm88hZp0ik
Sw3l4Oiklel5I1c7Pi26QL1qfIGMvkXqsWBil5N7AfFLSIlp7R6A50eziIButFWxyXG5ZTzDIHUI
EtgZj8rJuYrQcnyKJxewM1F9/wlJEYrBoJ0LaIkSdGZA8BjVUx60XXpeWCbe93MvLnRKxKeuTNt3
ZvUu3zvJUIfVmE2UtetR4NSbUtlNMQ2zrUcqDVJsyGaKyiNfG09+zEp/EWjcfYJZQvqaBsXQ1RKX
P6lA4Mv4IXRRZOAn2Zp7mvgCEhjoxUQViMdouE1lFnzyqDYe2Zbpt9KuwysxzMi1plKUb3HA8Lnm
sh1uhWtR7OOmLuM3IQmC7jLENAFaR8/TXmbkFn8msLeKYuayRhycTaVTlIgpaoreIqlbMxSZh7a0
GOLDJXDua8L77JRSG8PpYRpSgcsyF68RR6ZXYuK+x/0APPVhabOoSTI5JWhr2ege2ZzFoQK+Oivv
lhkt07sFJRyEgaDrcc6ct68zF62fzWR0d0O0QkCkRsVnNeasqN2uf16LNit/BDKLHimCDg7zTPXQ
8MKTd2DbR2jLdlPxaW0lcAeO6BJbrTXF06CWqYcUdQ6o/jQuc1F1BKT1qoStCjt1LjbRMSzRHsA9
JykwGBMfW7T3MjpUyVIYtWe15YkLdPMOvpfRW5Om/F1GTfoAT7oV9hoL9DNrQf0K63L0CSu4J/Qz
JMECAnkNwtjHRZtWnYGOoZDGJ/zb2gEiWckNSBN08ItwPJZLy8Mmn0j2OGmDY8J8j0FOTlOPPidS
z/Bgcza/LjAa+5nG0vaQIURKhBiPtmtV0tGQmm80+8pT3X+Fmw3QDxvY8mcKI6fhTkwGhWeMywCV
TF74G3TiILe50EJ1r6dkx7tn0yL+HXeyk81BXSjQmwJH5PeRoo4jMTIJrylwfKY7FJPirUzG7gUI
yLNTRCAxAMoswAO5hrWnDHYgQ8t4A5HP+3F0AAYZdgKGKz+10DeuBSlfAiM9tySALqDj7uATQEJ/
fzAbr2EuieuaFUpFewuMxAeps/YADWdkLwJYhlO3lP/O1YS/a4R5DV4q2FnX8AGMLmmA+RHaY5My
jV3gBR+QQt9pk33/97k6BFxSwFx2q9fiCssT9Jg09G3YNZDczs49/G/rzicGs5pAnf6HpaDbAiAU
oJl/6LfEpkXBikSx4bjNHzMMqi5ZmK3n1SYvUYf/xO4AhApJGgC7dv2D/OqzGRxP3KRF30DMYnoF
2Rxxl2oMeP/+QH8O0vHWEnADIMSR7nzt3zcHtOlta3bxRTSrDkvozDEvcTqpCL/KtUteWG1H8/0O
ZwHhFAbMwDEiJYH97++rqWib4KgNFadiYhg3bLw8zjR4zAwK3IJZd1ZEc4wCdXtKUv8SAezPg4AD
DhIPHMZ2gdZrNg8zbjSRh6rk0GJuyIldb2BhL55SgsZnm0vUaYIsr//+gv9EYsDPLgZuHtpGcM25
JtqWQ1+kU0lUAxylrYdBKTRyhwA3P/gI/7wUhOSApMR60Aa7NufxLWE2IHZsIKhqLIpWChdiqibM
oOK86F9Qo/oTmkR2BlIIlDlGaAB+XH3LfbyfLwO8+dpE3jjIVhxQXaGyLjB/HcvpzdgmyQVE9xee
8rl1cfB2M3EIaKIU/33daYEOLIpv3iT9WNzbkPePLt/yAwZHT2yM9Wnq4XAdr9jK//56S7AVYwKD
HpDBrhbuwmWzeLG8ocviLpEdtktcGNNDv4mj1f73xZ59yhLo7AIGmcAU7yfpF4ALWr8yN8rzRuEO
BufJRAqNoDE8DmZ9xERRvp0IBreYXb2knfHMhgUnfAdoA2WPi+rqu6bexuDwBEjDsxDAstEmJ4lE
+zIt4fjCFnp2KYi6QVQO8QtH5Ooh+wxRtFP7Gy0T8OmgO5kFC31M5Ty9cAyfe58QJ0B7C3c7eMrX
kUf2SAcDwZuhhM4qJEjVaQ6sgLJwHL23yRyf1jgzB8jJ2Rf2658RFpDjPcJiYcBor/3B21AuEnrh
2K8mRXOHsPA4hyqCcyXL3vZU+Xd/3znPoDGxYAp3iHLX8ISw2e9vVXENVQN4fMClc1ofklb5elAo
zqiCZVcbDZjaoXd5GblyBxZYcjRj/5Jy83+UuatID+8m8BQBi99V3a5uLyTRGgICbASGvF1uAXtK
8n1IlTwo1jt7gGo7mlWMQoO7shtDias0CswD2rnxIzRbMAn++1t5ZquBuw0Fyp1EAj3p65eypgrI
iG1sQgoJOYCVHHL+PLul08ZeyBH+vLhxa4Phn+JiRQvs+oMzYKIkp2RqCLekMmx2t8A5hC+cnWcu
s52RCm0CXKSwXNy33S8BQox4paUf8UBqQdo/FvyH2OTyNmtzcFE3+NktgfRP//4WAXHIIiB9dw+C
/S3/sigm0g45Tzk2G5OuFqVPzikR7VExMb0AK3x2G/8XggheJHbQ1QMGMELbAKGfmpTR97MR9pRY
q2pgeaY7GHC05xhCiUeIXar3ItmWmvNYvKQk+tyn/PU3XO1iGgc0cZrgeT2Eg9BL4dMdC3j878Fp
92CHSjPwhRBQuUZrFrBCXjENabBWXqEFaGiVtZiK682mX4HHQDOgHyz7hAvxJe3k58IT3vAu3QfH
ZyjQ/v5JQYvcECv6qZl4au66QgJJubIFaELI+OkAGLK/b6Fn14MGTw70NLRV4j1Q/7KFuhnE/IAv
kJ8N+dpgWA+wdjDkR5sBj2N2Pd6/r/cMKxUFXYYbFLdMgbC4f+NfFgRHk4ZrxqemHfnMLsOKlWoR
Z+3d6vL+YfGJfqMUEDoTTG1g2OwAHEuGYMurOLVlQ8WY3YxmiD/8/Xc9u7UgawY9T6iQ5//BTX/5
WWbKkq6FwGQDZ+Xhc2DAKg+g8fxCGvHs24a7NjDcuPXQkf/94ZnxGv3fGCnhhglARwLxOEQO4DT0
eO9h2/5S0fdMVILFCyItFJ4wI76GxrNcysyiIdjADZVcYmP08f9xdmZNjStruv4rHete+2geOnr3
hSTbYDNDMd0ooADN86xffx6xd5/GMoFPrYgVtYoCnMpUDl9+w/OS2aQROMNgE71Gu56MKu/+tJdY
oRTAMIU1AMryklE6lbGk4qnKVnVWeO+GFsX3lEWNF4U0TKejSknukdPkcHP6bJGyamSQsOqXdaNB
OlhVOAb5ytCaCAKvpt6piUX0zJwMJyTT28kSpvc4NkTuJIMsypQ82J9n0IFJMz8DqFSdqy+XmmXi
dVN1ahSNAhNbNHQ4VpO5jdW51q0j5J4lvrw2xcJ0ojJp/5QnR8tU5jDkQB54gMWsIpNGabyoBkqO
3PZJ25T+ilzU2i7GHlGoTj3GBj+YxXN7lGyhR88+dWDRcISO/jilOaI3cvRiBnqRuAZO1NcJ0Grp
yFN1TE7jYB7T4lx8PGujkMe95CwMqUUeEC4aSqs6hOgMvb7sAvJTQ/R3dmQ3GhekUBpHtoQDG2Vu
lGR4AygTl+SlEHfYdpkJCS5ftYWZ2ZY1UR1J8hJGfnLMRvmuf/P5TStzyuIhbV2QVRIlslVoiElp
a0JapicwwyTTViax2eAsjJ8zBnfz85z9XBh7diF9hCWM/4uFCjNoMXXyjlxSMoKLlUDl2E2DE5uI
mIUUeBL1CoQ0QLX3RPqiVVn45gPOhAzHf+f5ZwEJ2WQl+Hg9A+6jt0EgeaadyOQ8/Y3dhIKp2UjE
yXNQ/ovTT+kC3ctXZpFnJwKhtBVOg2JjWkR+gmnsLn8ek+9mN9FUHGXYc/MxvL9H+1bZpCo+/lXR
lyOVS0mwHoRA3QGsiwFfRccqYw+pJrwDTsO57k2EtrxE9BV6SjJU2hQrr1cJOovedIVx4Q87D+Wq
S2PUp2ZVjYHy1AiycRGJWXqly13l2Wk1qddFjcfqz4ccxCbbNycVTsPlYdg1RdnVmVeskL9NV1ad
FydEXYIVVC5pbZDweGT//malSRA4LIAYiNArS2oCEQol88WeIY+U8KStmldt1P2VCS5n/fPLPTjm
seeojOcKBNUNP97CtJtUL1B9mYSJCGu5tnUxVN7B5B2jGx6eBfP8AcHFK519E4vrjd8j2ILoV7mK
s0Jck+QLVVpRhK05Jb2taKRolp6hnHJlOIamOrzpzT5ebtbsJBSJwfzcn75In1u50SvlSiEZiatt
TFqmYQRuA8yqWxWtqp82ed+u5AA7R22s4jIo2/qRK9Ixtd3Dt4oqooI3StIkVtISrh33+O9FUjJB
BJjeiTD0w4eFu/2qb7SyPTJjv20Lu5ILNuF+8I77veaeauK8oC2zFBs7GRRou1I02cM4xqufp9B3
TVFaaaEiLlF6tISrZa1W5JOplStxrFWXKZacyl76K5bK6MjufDhZ51UI9wCIMLTK5U5EooRCsYvF
qxziqbaJCVMVEtR+4R8ZvQM/MHMGmLzE8CEDxnmwP3rUjJW92kZISFXjfd3odwKuS3fqonql6QhP
TwohJ2NOPyyFMj6yJL8bT7qIW2LG8HDg7jde56IyBhO97IXEWlfkZ5ySjxyexNVUHGnq8Jj9lANE
spz1jy2x6CcuQ6kgQbZaGZHWrJNC1K9GLKeVaHgFqbXckTQSbazqSJDp2zVpkDXzP+0ufHiyXgZi
jLYqSeTsCX3Z+adpakprOSvqdYYMpQvlsDpNI8vihGmq20mtzJcMsepjO/s3U4qLHtlV2IR4Q5bu
70n1oQ3HWYX2R6s7VKKJ2zQqjCPj/G0rWIYGrGadt7oY5xRBhIC7ebUayaZyifA1u5xo9vMfL8QZ
vTBXjtIQPpf9iQN7VOJoLKsVOl3ZpujGYIVanWwPmTQcOaB0PmrfTKK6mMsMFzciP+yu+03lEPN8
s5RZIGVSrcwEXU6/VrL3gfVkmwN4nCMr8tsGkX0W6QPRmSUyJjAHiWxQoyK9BIxjTzm1m8TaG7mE
FBxqcXLkhX2zBud9E6YY7BiKmhbHIgrMAboveQ0gwVecMNNEHB6J6IwM6pHF8N3c0JBuJULIwQD7
d38oKZYyhsRCIaNitK+lHtUv19LBDBx5Zd+1g0HNlQFki24u60PRhCuCOPZB7zamubK85oLaz2Na
ad+N26cyJivKIDA4P8RXrwF3WcH3+mrVBxaYWHID1r7RTq6WscR/nu3f7F3Id806FVgVdGyxh9SS
1nTVUKAApyqz1C+IPS+syXDtwuEc3rzutGH3x0hIpj3xAHyLs/fVWKqVIa8VFF3U1ysp5dJuVX11
MpdTFmMtHTnrvhlJ9gHRnOWTMZ2WvACJaGDWW1m9MiOkPvoYWbuIumGnN8m2+Xkkv5kZDCNYIGOG
ExAI3H9p9VzzjelUrxIEXK5IOjFstdG6I/P8mxXMiSZhk4DttLSlnqeeQfwaJpV5nsTjKgry4CQr
5Ap9BbJ8cCP/DQuIQC6uYGiybIbLyLHs1YqUjG2zygNKvltxMOwywwKM0mD4l7/h//we/tN/z6/+
tfHV//1ffP07L0aCPkGz+PK/z8PfVV7nH81/zb/2/35s/5f++7J4z26b6v29OX8plj+594t8/r/b
d1+al70vVlkTNuN1+16NN+81PsfPRnjS+Sf/f7/5H++fn3I3Fu///Ot33mbN/GkEF7K//v2t07d/
/kV+8pe5NH/+v7958ZLye/fv2fvUvicvB7/z/lI3//xL0Kx/4KEA0wMVFgYM0+uv/+jfP79lKP9g
g2W6zbo2ECRmYbEsr5rgn39J2j+IudG2wcUEF8mchVLn7fwt8R861iy/g5cfnztONeOv/+n+3ov6
3xf3H1mbXuVh1tT0Z3+ZcepzIBHrxymnifg1tHnWftmwxCxpU3J/Pff+crJT++05tK9C+9K3LwL7
4up982v78fi2vf0ySP9+iq+tfq6o/z0+D1ud97YvrU4pAf606z33ubTvr3P7zrdL+5EvXt/PKL2Z
v37frJ4eXi529xdnL78+bn/t3q57+9hz0MxPj7HwdYupPFABTufz/F4SX6vgSNzA2l/zh/2c7ewv
/ZQHtZG1uZ+5/Xh/TVao/Xz/eL97facqyn7kv+fUnuy718ub08vnu1PfPr2xr05vbk7PLm5uzpyL
1dnm5nRzc7Od/7bable759uLM2d7u3Webi+c29vd5bWz/djdXmyv3d3u48jza/PZ+8MALaU/Cdbl
htDy/OfP54/X25Pz58vn3ePjZnO3O3/07dXZzdlqsz1b3dxc3lyuL+dH3F7fXu9uVxfbk5/nzKfL
66dnWZx3eUhmYq18juXrPG0Yy9fXu/cr377LGc3Jvnm/CxlL3Oj8NZ//3LzfvTO8d8M8mx/4yYfC
vnoK7I+Xp4uPt6eX68Devlwzu56uPphd17cf9x9vuY3sAbPy475kQTxen509vbztPm4D+/rtyPgq
+2f4wfxYRr3VmEAZhQ+e667P3ZNzd/7/2rZXp+v1xrEde+XwhX3inrg/D+anbslPg7mw7wqf8pvQ
GzyXHjINr98+dq+XKf19ZY+0by4Yq8w+e9rev1y9XBx5k/Oq+qnt+Tj+siiangInc6TTgn5S6g+h
+OzHVyE1UE1BIYt4/3NXP6VEls0R5QaUNoOH4GTtN6fFYpv4cQT0uCjPw/6srZWT1OztTv0oCYT0
Svw8DS+hoKyy7kbtHlR4bZ26FaaXMf7VD3d+ewds/gj46dt9FyMUni0Ogxmwvf9UcTJlJPvDumbz
e83Z/W5C+/X16uXs6uXp6uLtVrTv344t50VU5F/T7Wuji6GYgqo09Y5Ga5G6Ce3BIPARS7thvMV3
alcN1GtzJzVH/KcHRwzOkRlhOEfSONKW/pFRAEUhtOUE7d6vXUMKp8o2gTaSq95Nv39+28u2yKua
HXkkWek4DiF67g9r1fUNFBGUbQKKG87rflReOrWXbyoqna/+RlPEdjifSQDEgNxvKg+VUARvgpBK
2Uy32uQ3QN8F0uN0IsW/fm5rfuyvc3juFikLs5fJxAW9TG0yMF9atTIM2CMocFm15q1M3UqOTMrv
WuE2S2kR+u9osCw2ha6qhgBuMGJHWjttPLyEm8xADOfnvhzMwrkzJNoZJGkRWCXIvD9whRYqsTEi
eyfXQAQCbNeHfkLQYWbyeFsEfmQKyr0mcsvY1Fw4SdbvKNMojv35Ob7tLdmGBELxM2Oj7T+GAUpB
pUwEZTdiyaiQdpTl1FPj/GErZGiCeMO8w2lHQsjC0qm1oDIyD0xCW1fhhjIumVq94li46KAvcxIP
iRA64Ek8IMtwmN9HXR+Qie2S2y06lUVQJgioZf+5LweLi1bQHSYhlZgb+RALc0mv9TrSOn1ws16y
tkEpWU7bKJS1+/Bhfm7qk8C4N+MXbS1W16wskpI/MrgjWFwliG9S87PE5QSRoNPI4K4mpA85efll
Zzj+VJwwz1ZUHCEI357AwzgxkmGlDdOLoqsukdJ1pHRglxTp1xD96UYwPyq+M0I1HNbE6/Ynkgig
MIJUNLhk6ufrxlQeFTMQ7DCqjiUDf/eaCSbjBGLpQJVcTKa4MdNEyZUB2c1UP4+JjZ0J+MKOTNml
0TpnhDFZuRDQF4tI535/ci8Oq4HCDTekWGMFaKVfJ6R9XehQ5W30GbTTP3zXcG4+k5tnubo5n3qx
EsOG+jlFqtAyPKuutMv2PjuvHq039WKAavNQ7aL78Wq6CF6mj/DK2norCD5HTJJPnaev0235CIs+
90OZCEnPI+T3yq14Y1yqF8BPNv5WuaZ0p78yW1v4JV7NDu/T+kS5VO7UI5vvctSXT7DYFbtAUamk
LkfXL8lYbbKTylfXstZvqQxc/zzgy2k0Z4+S+IfLY85PQ6lp/wULEdJeTU2tmdSlgi2ZU3Vb+Zn4
eKSVb5pBrZVFCsePWoqlH98vFE8qjGl0UdQ4xWvTg/SQHs1BBnNQdHZWSY4Qb4PilyL11L1S6W/9
MtLSCQogBoI52Ya506zyEZntVgttKdglVX+SquBthHM51x1JnGzTEmwlerFQaqNgvumfJOlp0FLb
K06lcdxM4pvMCxSFB8Iydqw3K6Mn3TJ8y5sChGCy1qpYPrJ3fdNvssRIrsHe+dRH2h/ePFItoC10
N80n6xVZePU5J7vmyOjyIV8nLO8Qmwo/3Az2IzFtsRdHkt42VOD0LvJX4prqjWsDgMcRIu83PZlL
YdB4YsOZvQ37PRmgodeCShqq1mTw4WKyHpLGjP5GVxgvkhzIdJjzOfZb0dEH8hBZpfQxqZUz3Koj
FVOteWSXWV615gGDDcgOQwwWHOK8/r7cOpSehoOy66FrURLe9Il1a1GPeD6UU7uhckxx4nGQjySB
zm9h+ZbmoAfjxziyue03CrY7T8hq692uNvOtUVUvZSYrFPUlMMXAq82FqRMUvsRrpT+fhSYZi6xx
Duy5pGO/aU1JhSyNM0ZVU0DIQL8Bl67LRzbO72YIe4lKFB1DiovMfiuKOYbiVAmdG6MXsY60pN1K
nLpH8pk+faPLcYQ9PecI0heSuvabEZK8w/mY9jAYqKTNkkJzylH2r4A8kVQFWNAO4iFd1zoc4ggG
7aru8/rJGpITtaMQVR1x6UZJelfARaZQ/Ihnd5GwwZnP3CIXCfscCx2o/2Ju+XI7xC2npSspNTg6
r6myV22QissK7hZ7Uezd6HBuTybup1ysJb++rindrBwRsETszIk+v3/eHuYBWQwYcUmNXAOs2xn7
uT9glRrpBaS91jX6Vj1JR8WwMRSCdQJw8Mjy/a4pRCe4XROdwsW5mGiBBBXGb5rWhQiCHJOZ58N1
BAcyPxFBSRxT6JwffL9j7EMG6rZkhljY7YvNQitMv5DUrnW70JRsGQIeouMj/EO9yByvyMKzCVR9
MMg3hSgei/oddJXEHHOWBiWGid758hrWVB4l5WJUogabIW0L8IZTqDK6RN70QVJJR0Z2aRJwNJN7
SsaIwkWJRufF92XLEqVEV5JRLFAjLS8ToXksFMAmnjE+J3V5LBB8sFWRMIgkCrEJ/gR/u7AtBYHC
0Mo0YteLjIZUBqE7z9qpPdWburshN7/jOOuTjRf55hFz5GBn/mx5tn8YXlbSouVEsAA41Fbs6qNR
2LJQnFVt4VOSGzxXVnGSwXQ4YuEe7Fq0iMFuSNTvzZe/xcCGSj3gV9fZFssKaM/ow3Ka8sT9eQ0u
Xh/VgewHsyKGiZOfuOZiqqZaKyWNMRVuTqmycpaCiKtv9FQfFGfwuUds8mCIiyMnzmKK0iiBVGbM
3Cah26Vtl2kF+f8A1FyjKOrfIQImm5QTjgJ3LVBefu7gYhjntjSytHBHcLIhk77YZDouIZ4SSykI
2lC69qLCuwun9Jik1netkDagUkKBwYMDZH8VeNPYaEXdp65SKfFmkoLopVKU4E/HjflAoSbWhaGR
g748YcKh9PV8Yty0ok3NdarU2QPYryJZt1VZH7H1l9cNnB6k/CKwQSYdmTw4Ifb7NE5ym1B2nboh
dYLmqVEAgCW/XbHQSKy0RL0Wx1AjIpiV46RfFn2VPYH9pCIHWZMxWiVSljcgckjjek6rpHoVfLj4
72YmVOd5EmT9Cnmspg9sNQS64Q4e5VS7bpJr1NwRUr/+w2lAZwid4jUiQ5LTb56SX7apsrdCgepw
XtAUWU6eiJmdgpw/YmkcrCZlDpuyjDCjWLgHVuJold0owL6zrFKmVklthgyhwFSY2YGl8Cxx+mh/
Zv/ymhA64JQhwYP6yYOeNYLZNZOWpS4uOdJ0Imu0tXA4pga6qICYNV4wTFFRIkUP4jkLaX8ASfhv
vc7yU7ccJpSvzMC/6M0IMnFXTlupN4vbMpnANgehD0NrCFaNWQ+2JJXDxoBEdzJZo/Twp+90tpUx
+qnEY0te5iumZqOGaRSkrpVgRIWR1q8jAdrg32hlzm/mHjMX/i0u/sMwhulM2HOjSgtvzSAgFxD0
9p9Zwp/Dy/YxOzPmjIylhIlQm0IGZSlxi1CedmErtBs5lLK/MVewCCidxg6kjn+xpOMg14SksBKs
7C5amwOUPs0QjpVIH2yGTBX2CwtHEw1pn77VL2ttEsC4YEUmrGkp+cgVsV8hQxwcK0tZHMmfQ4Zm
6Vy0gP+H6+X+jOTcrIVmbiapc+FamLGhGdgvV2qCZoNfLj6FdXPsLnFwdNE3ji3cBZh3dG0xglPY
+HnImemapgetOh7EEzUWBGeKqmOqbIfDyAYy1ybLWKzzLN/vX6xpNXJjQ+DiTeViJGVldhaBrivc
nyf4YZeYC+gozRlpZAQtPaZ9Paqg1HHEZn6sPxY9lwCo2nUo6ytLI/Pp/efmDl8bdeJYb9xuNa59
y24lUqXXHNc0l3fGtmKX0NZjP4JgKzJP3cRjDz+eV7v502bnDQyWBLEQnN3LIqZozCJFGBPB0VHb
7Smkr4Vyo5XUMjXkj2q2xJ4VuTMd+ojndXEZYJrOU4bZSIUlnqbP8PWX1TBUUtcMsKzYKXtvF+RG
egohPdoAZxuh9I7ocyexcFFKSuSKadYf6ffhkfRZG4bZgIuEit7FzYesjmpIwD470OxDgEjWFKRr
2OJRBxIcsrNbyGYnHZlSh1OXRpFTJlduLguU5jnwpc9mJ+apqnueA8FGWFGXVtp9FA1HWjmcuLTC
+KIZgbOEKbXfihU1UY2nzoP02k39WUV2CfDvgFQRN46YWEcOgoPmsLpk2DTEMOZ9bUkI8dtB1Vpz
Ehy1n8QN9c73CUlhJ3IJjubnuXowfMwThS0NhyQBNWmZuCnUbQvDzTMd6p+DtTkRj6Hkuj8yfAcL
cW5lFoWZ9TYMDrf94fP9vAQMqJhO15fZjWy24XOJMfEkhaoKSh+0lE1qj373c98ORpFWOeE+r6as
iOUoEpG0lKqVTRDfQ7bNdNh1dSfF131V+UfubIvbIunSFBRQWAcuhFgQhan7HdRD/mlS4ekFslHd
G5YMdUlvEwFR6ChWRB9KE84piNONn1o2WevZ8KcGO5eO2RuEY5lPIl98/wmSWq2IVSUaZDiOWqFQ
ssG2xLS5z0tT/dOLztyWJqOCNt/k5GWSFOCDKM3NVHOCqC22bSzk57IaHrsvfvP64HWAHGJo6Ndy
akZjl6UCfkQnzUWywgVVoLDZx6srztrFxjEH4WFz8won6YscQYKU4uJ6OqgVMWtOR7DkereLYpB2
XjZIl9D7jtUHftvU7Kwh+o/7bllk48dKFiRjQ8+EUhzdTivVp7EUtGJdtrJw5KJwuMLp15fGFlNT
ClF8UZtRdfy+69cFTDa4mcDz/3StcXcDi4HlyquSlhYSm/AojzIM2BbEZ+JETWXc+IFhnimVqTWr
v9EYGzK5oxQN4LHYn+tTCAtHbhm/QPG0NZQ+cSWGqgCOUZ+O9OvgTCNhdI7VzMVeeJ6WLv/JQ3JS
jmhKMtr6OqAgyZ3MWNy2YTK6VZ4dQ4x887bwVoj4neQ523wpSd5aXaWEea0CMWyMO9TQfbQO0mOI
rW9boViQDWsGTCwdtLVkFXkfQXkMQzW6zKJEhqUYRX96EZ7HDm8/oXh84lzv91/TEDRybhkJ09zI
Bzuus2Aj9dN4ZDJ884aAv8yV8nNGzYG6GR891WomKgBFfeONN1isWt0nkaesiZfKMwj9j2cfcTyq
NvC/cPXQFhtF4fmVQDCB/AwhqzNHnGoDbCUeyHfc6gRGf27t8OikDgCviMpIslcsIwphlxhaCRbR
0QbFQpwuaEDtdb117vcFuhG6ddn1on/EIcO1fu7FF8cyHl2IbySAk3eLIWktvZBNF03yBF4GB3bZ
3BWSV/YnAKKbM9J5lNqVCw0dqEyuhScly5NzUU97PP1jYa5SYYqMdWxlIL0NxCdu/EgZLbtWpYFk
s0idnLbSzN5pIfvexgVMQUjLOdDBRq+UZI2J2hROV6rBrcdS0GytafKdWQBhcHzTB/VdACDCgScM
8i+51OqntEGZ1UGFBCZk2+QyJQaTRyZNo6q/VX75PC7UyXTJaQdsmZgGygMguRFFiFuj6daBl493
addJp1UwZ1jkmp9vxUg03i3Bkk7RPfeaTVx60ZkWjj7+Q8WzfCeoteiSVJY0g6TdJyeV0CPZ1JSi
/pqrOLPstsVVbAP4zM/qoipLOwhLwViPlSEj1gFh96n0xKJ1AWLTp1qMlB1qTmOy7b3WxBPWdWbh
FGOUP8QBBcWMkdfecdmNn9quQcOL+sk0tlGnkW5gZEajG48c9zZG3gzHNevJxoOYj2tpGuo3XxJA
aGvwK+/A9yrjaZY15kMlTNk1GU0q1E4qxe86JQ8fBoA84a4tIJ87UWd0lV3WBC8Sf4otW5YK1Ixl
rxk6W0Q5/Eqrp+jRl7DgnCbIzXZV6rVJKCDSQJUKpjQBg0qF/nyq9bTcGI3vFSSEKT0E+8EHpqNO
RX8iyEU12FD4Kdzw9SB8GiU9eFKEUoAuUg+ydirEJuu4JduCBPisPcPOZ9DGusrPRfjTSIqJk38m
+H2TwtkyzJdIVBMZIQkED5yGu7XiJHVoxHajJs2rUfSABNMwVh86gPQv/Vhr54nX6M8lcXRjl3dF
0NttZ1D9ILc9VF6UiSRbNJv6xveE3ndk1SsjR67HYlhNujEjmopyilwDgqq56upCOdXCKRDchtsB
kXtRqTTHj2ls1j1STuu2SF9jeUiurL7L39ogsR6gkyOPiObRuAMYnz5LhVo/ELcTfoWlpP5GdMgw
bBjVZuTo2NFA6YxOPA1CUBKOHnbquFLbTCW4r7TK4GRBJ1421tTrTk0R6p3ZABKB3241V3UXwl/G
wINHg7h8zXU40JOdwgT6QHSB1NDBF2rR1nsv523Fin8LSEy560ZrfBRMEdqLVbdjaycwWgs7gajf
O4FRyit5jLR0zc3Yj9Y5sdiCQQymxwRXc78eJ/CGljyCxe7U2MiwVNuicXpVne7TpCt3PjflcCUo
hfo2GqjiOMCSjfhEt7pyVSmD5jkVthv6FZYHzVj3K+tGCKyp3Yq4yh7wlE3aOuvg6pZ5oj8jPDY0
p2RKZDvRC4vQHaFAXIfAz9R1TUHXaTyVUeQSeDQbRE/EFs4UuUTdKcpkDeTwekrOa6PT3hMo5zdQ
iiGsmFEHrbpiCGobCnMlurI8JXcC5Kh7oVPVS7mvZRblmHbINzVpo6NuFprPkzSUF2nEegScnvrW
ighprq3TSkq3nTIMhlPUyCusQkVmo6IAzIDGr3tVZYd5l0WuhKOEZEfsEMZO67TXbvL7yg6iabjn
ENKNTVuP6D0NkpANa9S4Nci8cjpk6wGg35U8Bqbo9q2m3bVSV09uQUVpbQPnbi/qKU0HXgg8eaeQ
DR9J2VioES1g0UtOX0xEaPu0BDBtlk21M8TAfwsbzUzRpQqap7au6yvKX/3rPMuEZxknwwdiVCW7
xgDHA/9VmrhMnDheiQkF106oetk7hciqYlf5lASogpINS7xpHG+BrZN90hSR/7vow/QDrQ1zdNGa
ULsTaQyyzh4C3aLfTXcvN2299TVBTiDCD9GdWiIygAFfhmulTfsLcg2kD29Is0shsrRhZY5j/tKX
LGq7jWvl1QLqMJy03KgLO+7j5DlIyl4klcYyNv6AS8FF5DZP4bGH7W/FUxGPKyZheCUzaqBinfE+
16Lc8hi6lFmrk0291lMSA1beUPGZki8ogHAFq4830Li76yDyhGuissLLKE79xXzffu5zr+OMSBXp
PuvMtCWQGrZEMihsVdaIzeD7DcDyh446lcQakzhQtwrc5d8YU81dP7RMNt0E7C6Gkfo7CBROhKHv
KxZoIpUvvt6NbI2Rx0miSZDCMVuSkG25DjKnE1tNcrgfe/flBLJT3E1ZyDm8aZo4vVbExktX+UgR
p1sATo+cOLLiq0qtmzfU8bzTAcbE76ACmYs20EzJl/HDTXZRyc0dB5v+agXU8bN9S8O93ynRU5Ho
RbVWOIkQhkSn9UMYKh1MfJxQExgXKKUBnCtC4vJC9yzF6Es5gyDqK9bVRAZ6lSO+YkQ+FHqjh+E7
5n3F6Bh9bXLniONf8WSy31iNEEbEhFXVs8WSnc+REd25T4LB6J3C40ltbYK4utYSNJd43MkHBhmM
JWJOQ5FN7ogxK68n3c8D2zQmtbOnWKJVK+zkYK3qRdo77O/avWdOgFR1oW1vEduyIC8JQS46Hvl8
SIvpuY90UQ9o3lbKuntWzJJeQK3N8005pkbtqN1g5Wy6qvlQ1+iW2NSYWpXbZh0dUMmRjRAs6YCm
q9gjIqEvq/1FmbvxVhMXrlzBpyCeYanR47Ci3vydIIr0UJaDsVO7MXrG61ZdCrU//R76vPgtoMRe
Ofhcutwm492TNpz70TlyjR7g2aiIBRuERnCBBgMmkIw85rj2ECuw1nKoRyLFAkV8FxOhhZUMf1/D
EujjyBbUXHhtm0R+LRoUxFGFqiDIi+Vgsukk6oNIVnFn103ijRs97nrmIaJjJFAm8QBU38OuNN0Q
gy+itz2wld+yFasGBHVUJtdxl+f5k8X9C9kJzpfcFcm4vQ01xbfsCUUrfimQtNhRQsZ+01BU+t6b
YkV262QK01po0/QRs5OKJi4IybSpm5gVA2lfls4MLw+9k6GbdJZdOe+HLWjjcTWgliAwm83qd9Rp
YrsmxphMDsdSm9gIj0JzDsNUiLYd3mXVHXpS7rDO2EYNHBN1om1JYqjpdBKJ0a6t/ZDi56zqo6B1
QqEtrBs4LZKwUvsmMx6HMvXvjHio0HAZSb5DdKVAtumU+I0w3Zto4OqXDfHE6bTI4M9CPk/IOo3D
FusCWRtTTnZCoufCqm3zJtgMHdIC1wG4+60fCWPj+oooiNsOW1veaqkWN28q6gNJZ0uVgKxOilcQ
7bQ8bRE1apto3PStGZJvSADQ8laCGIo+KvdFF27VmCqVJ39C9Wk4IYhUIlWnKt5obUn2SVFYkkYM
P7YTtb1NsG/a3dAFo4pkDeekiBhJQnk4n61E6zH3e+sXiC1S23qtM62Tni1CvVEweTynJ/4Y3eYF
lfi/TDit6GvBdor9B6M1B0QQkJYVH6NsQPeBddImIYenxpWBn9RMpLrKrgRGjuoLVwLyk+y4SJsA
n1sWSY4uxxVCQF2ailwQ205bhwbH5Qb9rj6+k0pe3FkL6VLfGmFddZsobzzRHcvQ6H5JUjxNV2qA
B7A49ZNhhh715OSHBvoF0IDfTaQ8kAgJix7FTUVIRRLDm0C4N+Q6TC5LCr7TlYH2I9KDeqF54pbL
sGKtu9avw+eGOuI0xSbi2iI5hkr1I2wdv7rPexXJN78l+eDO9BWhZefoO9UtE08dbsPOKtTSHvxO
YDfw8/yxhhkcYCUEUrxWvKnC0gPPzoWsbtjSlGLwaZjXF54WRYtqJspoXokaD9ZFfVGIWcfmSoFH
Uq67PO2mXYMqh/5hieiCrZQhUuQXPcsq8zzX06a7KcxEUzZoRSSz1ViX3T21FMZ8/CPyMz6MUtNl
jW0YgKgv0ykjHAEiA5leeGNBxZXPQu3nDfZDjKnWEOrHI6EFF3lEniB0Y9AheRd2gGsjQUMzr5Pq
FM06AY48gpFBHJ1ZdRDWFLZERnclIWZTYTep7ZPRUcpwqcDKBxBVVWL7RiGHlq1MresekDdmizaN
Xi1dFRBNDcF5sm4IgElwpcdQz51gJP14BZ2lzzaI3koySm6NwY3CUrVKXE9InqA9JIWDiSRh5ZUF
Jl05dcaHlxuSdzHUAuZdN07KL2/owh6VZOybddsgdHiTyqmhuI08DcIOhzslFmKqiKhGCGikkgQZ
dfJdw0vM1j2GpOR6XpSJr5KVqPqJUfq9gspj0xj5ZiqHPLkeEYCq7FFD7uI8jkwvPJ9Kj+yhESHB
btUI8AFviVMMJRoMihbvtK6Iml9Iu2SRbscB9zeE+cpK2lgkqYWnSJOyz4VKrwjrpq+KD08b6kfJ
mBCg84SqNU518P2pLfqyFp10fu/fWFaA5pCvEph0SlHpk50PBSV3wsKnig0BYx8ifoKEs5W2XKPw
pAnSFUIU42hL8sCdtTAR5rDFrPd0t9WxjvgXuniaNDmrNRn9kJPeihA8IVwShZWTQ+d/HcY4s65i
cgy913CSsmAbcbM0d3U3mvHD/6XuPJbjxrZ0/Sr9AqgLb6YAMpNGoihDlaQJQhbebNgNPH1/UOl0
M8EM4rJmPagTJ0JVWglgm2V+I3OaGrdpps5IYBqdbt2N/PDlTjH1aXqNlINF9ekVLRq+5LRmEZgJ
GNGrRpWs/25qTPs+KS0na32ZScMht1vi8qM1JErzZcmE/JnKybKqqyoizjsn7ucoAG6HXWiJQ8iN
47YLBxc5kDs/DIlRi19zrBp5fJX2Xqfd22pRftRGlstBDmp0bzYVtXqKMTZqahm8DV5Y9itmS3lI
MWWucUwq2bSojvcDKsdz7t4Waub2t1gDU75jDm/eRDLLPD+X1vDKtlqLrdBViAwKK8G6BhiK/quf
NGBdNBi4Gbq8Ed+tMcan2+gceZ85IOnYPZD+/drOURzPcb1Ojvx9oOxQFrU+UeLW+AEOsnhAjCdB
/mx2zTJwhegi37R689WcxbVxqMda707dynfyKUCK4dQpbB4AMY6eYIGXO7+WNjuN+F5hKm0346t6
0NzCb7xk+MLdjHfmok1Rd0ALUSh4e2T5rVOlLRYoqYdDcqo34qCJUf1mdGmlX9UYImMro4qWnC1z
PPQiC2UO0at0PjCnoItA2hC9wwqGfl1iTXiaZHidfLcnzf4hHVTxA2WUy7umL2d6bKomXjut4bBg
F936u2+zwaJcBvwnZKktQZ/q6VcR0aY9inSU7omasmruWkVtbOx0VKnGflSk8w8HAwgOc4QzUQRT
UIL9ai2l9UrH/2TBbG7w1IOlZuN7OiRCO5iZ1r4vXGMxw1JfUhlMWjNgoWYUQHwnoMThBIDuc4t2
yOr8ZbY6oqcoJfua0ai/hMR4/SA1ZhbBPKn9cpUpGm1Xpc2an3w4DPfmWanHAKpZ/AXDLYXGgNli
DAzpPvukpSWWUo7ec3nGXlN9qTtsDI/NqMwRauyj8nmqlkxJgrzONe2qtwZdO8xGTBaSUSQOARIz
muaPON/wimVn0sGu6uabY2R1GUYKluveIMufnZ521LD18EmbkgHtSep1frChkJgnlAwP8Pim3HeR
88BjFO+/hFzQTj+oaRvhiNSbrhXo8/grqWjwBHOTLw3uOrH5ozXiKgkK1s4bI5IgGG0yY7qX7mrT
STNyuJ1NS/uhWBkGXrhyDx9W36C3Mp8N8gtBu++qGFQPiypMhbQbvZgSdFdw9/pR9TkmgG3dpp+Q
UHBy6h2S/lDJ1AWnaPou2Dy13vg5wvta5FQK5BtmCsrZxXtnKHTndjEwPscLLM5SjFA0emccLD0F
cOnVn6WuIb9pRkrD8CQtYuozo0ckECNUewnbSeGw1SRZrc8+dnXO2cmimdnOUxtAgErtIF3m6Icc
BOc5Zi4e/qlJhqMQSnrGPckQ2WzhRhKtr1HtfopUEhljL2zVUpd7G1BcCyKj77UY73pzUlzfLtPM
PuAlk/5SSkywAgvXzU8y97BSjspBsNnzYcKtvdZoEAsxtsnduDquY9s7RtPr1C0KTp/Sxd09bxud
vCtvmlfkiiIJknJ0tSBTu+Vv0xBMYp25HcYg5dCjyOwHMYQxFDK0Emfp/IwxL0wCQAQljkMIpRq3
ZttCbUvjuvs6L52k14gTUxr0uM6RVfRGhyksw7UJOswklyCh00JHxjKL9w0KvuWdoiQusrmJl35h
MRZz4HLlaqFNUYRnNK4u16OwewU1xSiuODjIIcCnarGOhGdTxqfJq5vlEEVu1B6Hzkwpd1SnssK4
R3zGzwxRJVxxzshRVHm0LAbZ1gkZbK3deW2pq76I+9b0oboXMhwYpVUHRWnTPnS83jYw+TGT9kqJ
KtO7HmrF+jmkyBoeyoRGVei5cfxu6nX53ivLG9pQogn568E0ijTqoIl6bYGZ0WDNeqiOWtkeGly2
5lAf6jYKdWGOUejmC0bZozWnv8pRuCnmw4uRXBfQ+WJcCdJylO/bKO+GYATmR9uoM5y7yKWCCYA8
qj/dMiqo80kXb5tSld3JWHocFx2qLy3sDX181w+O8cD2aPugZUr8Km9rzfJLpRjuoLXSx1DKfGTA
paiH2sqaOEThl+1D1+sBKwRdZy246ucIdlR68OqZllBiALkKOi8rilOqSf5rmVUOM5EloxOu1Y6F
u1mSqkroFhGtXbolyvs2K9OYy71Wv2tRars+esVtcr1MfSFPKdMP19fHqnkjK7oArxn6qgMVwzAj
d6CP3m22wNG+LScS8oDiV62umt4qMTSuas6q2O3cB7fxFK4/8qk0XEAj9vE7BhtJed9SbdylDtl/
6JgKnaJorr83imPGGJKK4pcnxPIBoed58YeqM3BBFWnxCnUkDUyZNFeqvZV8oqMHsTkf2urKiVwr
5ULjJdNTmrs3chgWnPeqmQRJlTiKtX0hvEPp2qS9lnRuODmXT8KCOYd3XQNVmhxvGk+0VJWrXuJ2
5terJvDBVqY2+Qf79yL9m2eVbc4Ucd6MP1uATz//Cwmc7r+OQ/Xja4/szP8BNRw0bB4N856o4Vx9
Tfv0sRLO73//jxKOo/1lA3CFlK9CSllBwv/RwTH/YvILnQIBRRUI8Qp//aODo6t/qbCKTLjTyORo
+qqj90cHR3P/ghmxGheBl2UUygD+BTI4GyAZDB7yRYDFmgu7ZB08nk9uF7c1lMlNHCQgxgkVYcRG
Tvgfe9f1TP+W/eHVr51xVH7KLu/f2LKNs5cNWf/8AoCCwASxDNiOH/WMAqIVrXOIqzo/tsKAtZRU
2kHPox05hs0s/HckGyQ1kvIgWmCAnj+rJaCClepkk7ez+9RmscIEm7Kd53n6RnmnFi253/qbzFbO
oyRuodY65ma0M3MVr9BZ7QJR1zE3BsbnMFvLor8StOPubDlYf4+y1tMdjNJmksyzWdA7dObwaysW
vtD5T/CcSjhZppuHGQT/oYG+/rrAcjOURYdzHsrFgaFGe+gTsIf8tY8GyYQFVYNEn4PkE99zy/jH
bDsShdpaB7WisY8ze5qo18rvehAjDQpnyu42vu5bsAFB4omKIZfK7UQelddv4l4xH5pFnWZ/zAvr
VdXYBSfeaIuvGNCj0lHUMSlT1nrGrdCWlulwhoSRL5dKR6vSWGjypkm02ME8V3QN+aVaf6IPa35Q
3bpcLwKpO37rZKn5I0tAanKeKxWOtxQgD4mRZp/4WNk7pzDMb24uELCb0afurzA6JQHFqMx+F8/k
EosjLfttbyVF+WDmkpzds2aRXeG5aX+OrTky74yC+uYhN/FkNutsGY/orGk6spoM1H21L8e/UUBB
YZ8bwGvuIlLH97HtVB1pvpM9LNhLrEV6YZpM5hJcdurWtJdDhd/xV5sU5rsRW2q4DuINJpgpUqiR
ZG4ZLKbKHEqQDzSBqY3Oa3dYuvlgObx238mSiCw1663Yz0jbmoC2TWQcKzLIOuTeU0QIqHQA89/3
CFFAehJo5dKdw2BngQVgl/hKB0jjlcfUdVotNIeZAh4Gp3XnJil6MQ3NPl8rl8XzZbG4r5yppIRv
tdT9XhaS7i05fVtC39DMcPG07KSmOQNVsDyzDGw2ynCaiuYn2mLaexAJ5NCjzCaP6WtZ/hJeuiII
ZwnWg9c53lft+K3GbFb4RVabDCBc0mbfdKX4HjHSCBhCauuwHio/sKj0LZSkhC6S7X1q4zH5ObUp
/SAcbBHHd9zF+FQYozg1zMRP3OTubZkzmrzNFM/8TGJd3OvCYEaadrp5Uw2ew6hXGvprKT038pdF
896OKIy0oZ1KZn+4rQJOyGv0TGsdzYaon4WNdbQKJmJ0zelOIvMnApPBnRZ69WpWbeFD+7FB7vpt
w6REga3ZePgOwmBJmWgXaEBnrsw+liMvDR9VyhP7ZhgQtmFaJczqRppZtLzycgkfpdFL712Kl+YQ
JGDpsqDucnriEr4qNZVriXCIKkDuy0C/OcQjxa6vTLyrvzFQsE2/wpEIPlrUuEw1R/Cvwquz741T
57Qt+0UtcWAaewy1Slsx3mTG1EckSwjNHXLZ1XeZWfUySHGdfjcPc/0ZG3b9e9zXqeVLoURvZ7oc
b2jp4Q2gwdp6EAMe5H42ad1Pp3arey8FIxPERZe9nVOtjw9Y6BVtqMPL6I4Yd1ofTUUtv7S6rH55
FVwV3xPF+KVb3OibFq8ukomnJRogiMoGdG7mpXpFl8eK3oxFO6vAldG6DlQnHoYgA2WooUOtFQBj
VTkhBlSDoiOvz7x7m95qH5I6an9HeIblgVYNlKlxaeHnsvYjmO1lxjqY6zUcmui18P+Fosow0SFP
+QZgHP2YqnVjhvoEfy1gzLJ8BuyA5fBY9NVXBj6y8vWkr7Mj0z5pc5ApunGsR9iAbFaM6xGjMJIk
jACUa/5SddD+QXMU8Ruj6bIOkAFVVmi7zVSehtHATFiZAKNT4HMRnZZGtlD82DuLj7Mwow+P9hnH
gAo/yrdHV36VQ6s4YV47Ddg62fBkvWMoYEo8E0NtkbUGzHGQR8mNSd1nBc2UMSlElrL6ik1neb+w
evFLFgn8ZINB7xsb5wctKNwx+u7R4TKPbLfhcxEr6geQj3SPa5IA1ZeW02W0clApCLqs0eIQVkbr
BgyWDYR48Gz3qEgq60NZZ70DGdLI2rCy3bG+mYaelSnz1n4YoDpkPs1stwwiu8u1HUyltiYFjy81
rjTbBkumAWsGeeZuMGAapoOUZbF7gECsxIHZgWTFMH3sOOPAydi3XMNSvxZZqXah1NSODu2iKxYN
I8m86VFWef9P2MfygRsEHIQpDB9W1URwiibWGht0tVtzHg5Vseq9DNbbontba5F1A3+jeWc6fLmX
RwOiqK2qNy5Gj5t8aanxo16Fbw5pUSv3k14u4UTT4Dgahfk6yfqfz4f7DVw+f9WrEwzEE3SlVjmU
Tby2rZaWA808gHkY3iZuSn2dWIMjA7UF/OFbGWymYEqyDNVXZVarB713IbH0I9vw0HuM5ELB3HaG
3dqZr1UKLnAw+MVGNP2qeXpteHFtM05RulVoIU77nxX3sPMPju9FNdH/pybo/9l6aNWS+3//KTue
lEN++xVk7uN6aP33/5RDuvsXElirlqcOrhKaHQn0fwoi4y+k+gF5kDvChQDK/D8FkfUX0GZrFQFz
cL/QEHH5n4JIMYy/2BEaHGqopSjmknj+56f92VP/SLZeFgZdK55HqxA1DgoE4oOsZ+lTfJ0nz4YS
Y9MYt+jdWH1hBEvCVPM0gLeqb+LFyvqdXP1pOLRMqBZwxTOASyFqesZqoVUQDXmPa7SWd7P1Qxb5
iqSrIlB672PTa/d04jZFEI8HpBVDWp4Qn1FrfY+PWTQq7uqYRgvJcE6t3nHU2x8Ec//To+994aA6
j4IYFy/O1YEbQwKDceJsKpCRFDBe95/v6khkzIw8AxRi99Dh58fhnygYBv6GBOsM6s+fBZGFJnKN
1Yu+yrxDNChYMVey+BJLGHtp7ik7YNmnT2XhmbECgtH8eIrmL7SFsly6uIG1nkkSPMljUjDneum7
s5DsApLroiCEFtXmqTTG8lmrRq2fmYn+t5qK8rpv5BI+H+XpuyPK6j7GamcdbLW7Wiq1BLd1hl60
IWGzeBLPeEbmIHkwgK87XxNT8uH5mOdrff1ekBst0IarlsQq8HD+vbzKEE25ApVqxGBuVFzIkYfJ
M05q1955vAuhOGLYUB4ExJWWeh5Kp2EJ1CEnVEGHffSq5dikA53FrCx2+K8X3iRdBZTDVjEihyPo
PJTV2BU827L1x7TLrgca6leM4ftXZm14b6a2dq6ef4sXVuHjeFuy09zXXMsj8dpKQ/6t1HC0x9vK
TnfiXHqFcNIwFUC8crVuOX+uqHTxaqwtwexUJGOQZQvQ4z4dli9GPIqdYJdeIikGlGgugLUXdR7M
E63tdhm1XDzreTiMrX4H/CIKAMrPoS1dcye3ufhwruFgbwczx95qII7mELlM9xipFYPpW16mH9Ke
9kCcLnuWIpdCgeo3UGIFYI9KzvmjaYpl5YpUhT9jLAgaoLDvOiD3vlfG7c4GWw/v/727fm8wktX/
DbXZYOPiNMDweCprqd8kiROf3HwWH1GaN19NZi4+ouLy6eWr8XHItSn0iJU5mil2NozDUClTy8Bk
hnJMu12vxEtr3oYe4cJYXq2hNmux85qkXZSk9ZvUG+5zUPAg3CrjRQ3CP6+Pxc5mhjIDs/X8WSIr
MkXiOcJHcSn1DVnbx3Ss7Z278dJSx5YayjDtI7ToNlFaz2G+LahMFVpZduACjLwp7DL6VTZd8gFr
1qbf2VwXV+CqxoJSCZJV5iYiw1xM4bFMAxPv2KeCagwf6W+60J3DyxcDDr+01ljrLjil8xcIyymJ
wUqA4YgUJ5hKZDfMApTF81E2JjLrd7I52NEWQzlnvUg2J26iuOlQWBXQI8atflcZOHUuSXZomiY+
VVNtQByxTlGU5yfD6icFqUzgWotq7plKPl2Wq3qFDSOUimxNes6f10tLdRxHbhmt6gv7bdWZSXed
gErudr7gRinjn0emLuLOhF2Lncxmm8kudhNtBT3RVM1v1EIfj0I0xgfkwV7joyBv2q6pD21e08wg
fgBuJAn4Br3WM12cFbGTCj09aZBLgvdOwk1ZTs12/uQTcBBUWSTNJ9WdDH+KvRJb0n6KjRCSEu3D
tB3td93QAzl//us/fedEhrBgMh+BkbpNj2bdkOWgcVNIo3aDtkYuZDGGaud+uPh8j6Jsltg8Nh54
YQ7tKdGgo8SFHkwiUk6lGfuz97nOJhH+i+fiA/PibOy0th6LgNQqg4ySrtHsgt/1JN0ik5ne81Ge
Hj68vbW+RpwSCeItobeqdQa+Ti8gzNDPrt0ZS628oxM7FNm3Pm2X4/PxLr1HlixdFGKtsknn6yTK
aypFixvJziazCRlDK7d6pMaB65bdax2+QA+akCxw5zn34m7yCXuIpcDlht5wWaGjOtX1dZMMy+ts
UNrbAa5uoObZy2TL1k2K3wjZJrROEngIsucPC060xBQJoYs81axPvTJIzOVQyj5Nlac2flIp/d/P
v971bzy/8GEl0poyKIG4Fre5IGDfqQJnLYCDdFVoC9GGRokKA+SQl6edpNJkMDaCE+oq93v+cLm5
LPlkmw3o7QHH3HwZjrK3Xp5MI7uCHhtF/upWZG6+WzV3dW3qc+MrULdOYObBuGTOW1XkwAPBYz7/
+i6cJWfR1lX0KHmZYt3uJDxSXwXVusK3aKqD6wfQd3g+0JqfbL4TPHrIX6wOLAm3cijs47RIkgUK
Fcicm8RVyhOMYvUGC2f30Dj2+EFOigI5b57goz0f+8JWQJ6Stgj5NQW5sXlIIOfukvfc/ovSe+8L
YelvUIeAC6Bb4rpubWChTRJZO098YWUyvKZQJsNGDW6ro0FNYvfI25KKamBGGoMOf6NlCaC5UXn5
We39rpVx7aNM2VozuU2H/WDckFAl9Xhrgyu6Lo3eukkZr1/1kQMmvBDdHl33wielxcEsmURkVT/a
3P1tIvSl74lqDDagYSwK3XACKXhj1cZwJ5n7IWjlMftNx5dJeXDOrJeujR6DBmiAO3DzRa1oqhoh
OFHizGVOo1bGkV7M+CKdiX+icL1CfFbRj31ytrSRNNoJEoCPPpFW+92QLWhPdsWV0TjVjpDok43I
E3G6kH6ipwa9e5Oh5mZqplbTg4XzAL/6grnUlxHG157C95NVucZBA5pPRmcAraDzDZ8uWeNO6tCw
KvM57JrZvFXxAQLuOXQ7Z8ulUGitIFlurxetswnVT1FV12VJKMwf4PDOStgs82eYQ/NOcnjp5ZEL
sQXgcKCjsa7UR6eYKNfpq940fmuq6aFVyHWTKRE7G/pClPWa4Wrk5aEKsilju9hhZJ/CdyusRfqq
3SU+rDl3Zy9fisLSZg0QA/uATRR2kebGRVT7Uw5Al56w8m0cvOrFNTm6dnQorVXkiz60tUlfHR3x
NaQD4bWIITr2ed8FuTHC89W8HQXfiw/0KNL6548+DlhvASOAcSoD+o+uU2G2wmB1Z62tt+LZ9cLj
0Jpczz7OXPrI50G0HnIRTCPmznatvhKZFO9LY6qvPdCQC7YLUp6ev1M0/VJE5JhW3T6NqJvVDewu
KyaErnwTju6xF1oSygpiKa7k8DQTK8LjTY7xYVVzPFWq0H8ps3LTWVVzTIwpf/f8z7n0kvmQSHcg
6KLRtz9//kSFA+NKVk2OLiSkA+UgEnvc6fNdCuJYqBOhg0vndCvWb4tpSaED1r5MWz0Fep3ZYOtV
r7F39sClrwkUmz4Os8PVcf38aSIzh8M2szgruE9Blhi2r07KUbPGK6bd8060S4+FhjOLx0F+gi1+
Hm2QnS3LEWiD01vRbY7M3nXDCRq+/Auht+CZ5D/kkNuqzSmA2c8xp2HWlS0kgKQ8SMtIX/6JeG0U
UJyGfKjtm8srbBq9NFlzVCe5KyYPNRdYRi9tEzFkQhqSPpRBXfPEKd5dRqVHsYDVlhrl63KWegjf
1N05b592OdYwDKGA59BUhjN2/mHAhNeWiqCKnw1R+kqZYYZooripJ8vzbXW8cyfrXaOoEWvdiW7p
dd/YXtPs3C3r19+cLOzvdfZt0WlhLn/+IxahDl4fFyQB9ggPoJdJV92b0lLHV9YwoTAuJ69Ir9sR
/OPOwrywDagEGPiton6kWJttoNQJnExw80jKAbIIEtWew6lJXxkm1PWhi/jfF69RLh60fzAgZzy2
vbHh3clyUTlFzCRJfdDQ7dEpl72dsP7s8zcKNBD0BXhQnERBcJ6/UfrNsWwdPivyFzEwCae+nqvF
uTYjL9lZQk/fIKFcgxSR2kMHfboJtQrbtBZvsM6tVAnnuhCury6J9uB1hvUjmUq8yJ5/h+u5v306
dt7aZeT4Qrj+PGSSC0vGIKXQXSyV0PSE9VEM0/JNDE4Ralqlf6MFIm8beFJX+B11X54P/3S5ajgg
//aL+keh7Tx8WaExME6IPgMYisPCdn4UrfMFIVsbDFNV+oO5l1E+PT7XiBSsTNJ+612fR+ymNEt1
bVXIUXQKVjEMV2yVaudLroti81qRbzW44Vif3D2bRQMv2rDMuoecghjtErhVmn4Sy1yaIdwN8x6w
4pL6+GrTL3KKAnjD86/1wpq11NWCedVo42TdfFXsx528QqjDV4pIHK04n2FMRVryoe5aMIHPB7tw
8DEmoUwGdkIPhXrg/JUaugI5pVfZ+HZ3z7mYf9BWmuNoQnkIzS6x3udGSZkso6nrj3oURY6P8bV4
ADtS7VnkXnjzzGIBAqyGMSsy4fzH6EXXt4uYOOxFwnYdh/7bBMIJmrn0IK5E+evO/aiJ+A+y/sxY
9jHU58K6Wg1KKWlJaEg7Nqe/WnqFJRpWsgU1rg6Q0zGWkwdR4mUKlGuZBxAAuAOaWpSST/TcyqpC
bmioMH/shugBQQHDOcyaF932qTk4p+e/7aWFhLHSao3jYR+3FU7vASwnSp9jWklX/aZBSOBuqhwl
HO16+vB8qAuHH7gtwjBMBGO/nfBpkWnNTsVzOfAdf2S9Nj+4vTOe8qoorhhmJn8/H+/Co9GfB9pi
0Q0AAb25KQtTSeHW15zrteOGSsLwEvVJpun8Nzs75EIol3EzVyKPturHna/J1C6buOuRuPJmE2Sv
CUUkYuRXGdcaKmh73lsXzlREnXkwTjnwZ79HE48qmEyipxkPSgWyFyRpVCfA9hTB0C9Ay0L/0c/t
qJ4Ed81O5XQpLq1GQhq/gSSbnTf0kCAhQhB3qujeyCE173SUr4K2SpOHqTbrV+6YKDvJ3aV3u4r7
c9St0pdbWT5ksJD7UWKOup4OARxLz29yUQcwPO2dxtyFFQq0DtAA4nkGuiHG+WdcUEVyxqmEbd0t
S1AMi36agWReDW2UhVMVKztNlkuPRkm9jk7oFVMsnscTkxML6aKJjOqgfa1jvhKWsVW/W/Bn2Fmh
F04vrJPwL+cd8mDbZoFpC72P56iCPJ4Wd2ZL6ygzreT4/Ja7GIV7F4FSJoHo1J8/kFo2eQnXFhPR
rBAHtGjc20RJphf3wVYLEroRYCBVC+3L8yhdwtjNnhuiFNCtAlBtxXxlZszUQmQoVLFzRF5aFXSn
1jqGpALrpvNwqrrY7ZBybil9/x4V/rdlLSYfOSF0mEQmdj7UpWj091ZKDC1i6rrzaE3VZbYBDQJN
GBHfwLw2jl0eO9eqlM3tMuEQ9eJPxolMF9rD/YGx6eaUzB29mRD7QU9jbBpmsomqj2EMjHUvi7iw
2AmxNsXoz6JLuTkjZWNqSQ93FC7s6JRhCW4gdPLaxSQ5jdr3zz/VhbfIS2QsCUBhNZfbBIskGg54
r6Jt7CVWFfJzxPeqNa0IIQWauHT9zeTlpyM3Np1SchLgkFsZVsThSonZT+VnYxoFuRKHph6hLjhY
CM5EiOxJqe2JO196pxo56Np+XvtM62t4dBMgSKk0CPWSY3bFjc4k8VCURuznpr7XXN+LtN4NjyLZ
DZAwEEHo1Q19Ol5zVPfFoZrzsQnSHF5E+Pz3u3DVeM46FF1zE+6UzYOh7+YWSadhxCyX/rTMlnK/
2BCm0JxEjlh6840D7fbvfxEUf+bf8COqpU1QKOETzBgD5vHES0yBgTyUs/2Q2FV7VG1hHKcuMXdi
XijPOPjJqnWVqp5++/l77dyl7jKjxaekEpqPaMeNh+bX33OUZN/r0ii/WKXahpaittf6JPcA5U9z
6XUixBFKRg24d7v5VWSzpVGkKIU4Uns7gPRHkKSNvyqRGF6j4xQdukh0r5Wm27n5nl4U63Jlp5BH
01DYXkdIuHtpT3/Sj3RAQ4wz4JQYmf72+Q/69BQA44X3AIhX7j7Ss/OXOzoVPB49oWETDckXBBPG
lT/V1dXRjGT9pR+s+OvzEZ++UMJ4tNQQ9lkpjZtzJ+lLJVFbMoiyT5HSEGll3XvDgjRBy0jlaBmV
5TtVrI64Qka4d708+u8sHu4mRjFbrfdRqVWYXKShatMkRegobEx/supkCrypSDU/RQxnChupNvkV
zWLt5/Pxnx4SUGdZyNyS9BrolJ6/b5tpBGkyh4Quc+Oaf77mjTmd9MTdM+q6EIkWKZ0hxji/G+zn
kagdsDgouCWrCHJlWC0uLEUvZ55/hCM0Jzsv9ukuReaYMoK8kG9KW+E8XJcpOYqWqHXaeiF+cIGE
ORrOGINEdOD6qj7F5Sw+N5PTnDLkiz4+/1qfbhai00pfldgdXCY2+U4/2HY+IPLhgxrLbrXGVlfm
hf7iLblGwdObxJfbeUsuYYe4ILQnMsRJ8W6y2byDjKRc/4tHcZGtB6xtQ5zZPAraJDCtgEhAo1ya
ewDp0cwAWh33cGAXdj7NbWhLCJUDG9yOk5idWuUEAc6PVdNCYw48vaeV8TVYP3mDMIny4pQUrMnK
zOEDYUe9RYNhtTjXYv1EipIZh2J0izuLvtehjKV5//wrvLQWQV2q/zQswaSfr8UyS1XqLWwbHAQY
r7EANBFrNSGJzlNx3XSteiOYtb+1EJ/5nDjJno/MhROONI5XStcJMPwWF2wVOZw9leQbpRdF9wUd
xXvTLVB0UKXTftBhWqGxYqbig5nGc7vz8E/zgtX9ip1IYuzCENycMDXuXoyTC+ZqS61+5mOkNkrY
bMZgSOAnAnPM83exIq1/ceAQGGwBH5ljZ9v7R4q0E/FIEQBprwsUfuH16C4J6lxDvpO7brY7O2/1
VMLKgp24mlusf/4o1YrGpCoRBEtDdeqsEHGm7qTVGDk9v4y2Tb0/YXCDp4vIpt/WaujplLAujTTM
mFH0HhpHY7woh1rNlAAlafWOeWJ1kxvKfSQjeRRMO99GQ//C5fzkZ2xOBLNREVUxdRQ22rZcOYjt
icRwOuGgY4S5txxqG9U1djONN4CMh+ffwuYe+R0dcB9oFY1OKh2c83fdoq6QZg6yXqi7DDeWsOeD
Gg/jsUYcaecOufRZH4da9/WjzwrT3JmtckRIy/PSQ28UbqhDzt35rJuD7/cDITPAJyWbo/DZbBBl
TJAvSTPoqWnrTDcqCNgoQCs7b6+NOfPU907TRy/M5tagoOiZ8kFkWklfm7dozKZordVbaoqS+HUv
lT6sWMEvq4x/R6Gft9rywMXBaOX8BWJ8UkSoqCahJ2e3vMWey8jRxS8d/QpOWAf/x2k48Z9fIJsD
55+gpBqgtIhNMXIetI6cKElnMw1LqWYRA+AG+c/AWboJ5b9cOtJDCSoZp1M8CKbtzwd/smSY57P2
wUUAtOes3dTm7dhDfEeOKLBEH1+pbTQjPiainSibE93EGBSAOGkUH3D1Bt1EQcUT8kqta0GMxv6I
IFhRv0FlzzsotlQO3cxtXVZNdURjON45zp9sP0K7DJ/Bwq1ueE90MbJajfKsNBCMqhPtXreaUXxM
UTtQTB98S9fvTKMuxWNfcOeTywFV3+zBZEGZHrUv1Nty1IWLCcVvuIUFwmNLu7PdL4Sid482Ow62
wPy344IGNhd+7p4WRFQdhwgN81ByL3OkiXbnA24ygvUDgoJgxM4/jsXldL5Gs9wWmkQrP5g7tb5N
oqo5KdGCrIPixO/6kRl/NA1ZkJXSeDUZ1rTzEZ8cOWt4RiMkdSB3WKnn4XXF88iBEz1gkbonZel1
37RbGtMquqjCrNW3L90VeK0xg+YiZqYJTuI8XhPLHF1tjjW9yM2rvKjGg0hRino+ytOnOouy5T7n
yPSgpGmgLKmoDu4XKJMWEtSdliAsMRrWzjlzKRzd2RWYDYmC5zt/KKuid5q6dowNK9z57NiY7Zyi
2GYVRjEgr2HOenWYUbQ3j88/59Mzhq4wLMDV1pkpydaeO6HVCH5fVwLDre3PSc4YE22Kdy8NAqWW
q4GODhMgdvz50xX1XCQ2akzBzON89tS6CpliNDsduKePAvlBtenAUcmQi2/eYYYOXowzahbqOlMf
y03rgwJ87fqlz0KUtUfESJTG1LY11dXoBGOAm4WNidKmBt0VQQl47c9HeXp82ByJlLjQM5m42uuf
P8oWaNVHsyHcLFRGVK+TBJ2idNKyKxkxrH8+1JMrbkU0kVMZFC8QhbZXHApxfLU0zUMBTez7gqL0
B8uKxVFklgw7t1ZuYpqo/+L5QEIYzG8xboP2ev586NegwYYccZiliWBkDIy909Efkoo27ezkS6+S
HcX9Qr1CX2SzLKwiQeQDXetwWoz+TZMgy1Cjg/jZBGD44s20MvfAINFRX9t6m3WuLiKdm8HNwwal
hpPXFb9aw96DHjz9XqwHxhFg/tdrc3veolkHPR1WKwvQmR+GGsGYRTGTV3Beu9dq0hSvq0Vp92Zj
TzfXedTNqRvZcw1dK0pDQxuXq7FJ+1PdjXvGq09zEYaadNC4NqGfM988XxYWNry5UChKFFQ+7st8
QCXFkVVQmo1+i992VPrpFBlXZtJHX5/fBpcekEuMylYnBwJkfR4aK6tGUdAyCjMbGX4bf4dXea/u
dZIuRqGpzXSfbi9ktfMoSKCCeIoQFHT0cTwaDQprmtD2+rpPlzw1DQchTsO0QKxtm6V2sBjVepxO
1WGJhlM9NR3GClmbl1eiRE1q50hcl/UjMAyPQTjIKKg0UEVRTZ4/1BhXJqqKSGFGCB+d4lwsbysL
U8KsXXtV3jB6V89/qwtbgK4fhpZr35z0ePOtVnspZXSmDCXx/+bsPJYjV5Is+kVhBi22QArKoigW
RW1gJIsFHQioAAJfPweczUz3WLf17N7isTITwsPF9XvINqYJL1S6nV0EUjacThpN+Y0Ox/E/gwfu
twvRFlv6uxXKTjz+h5s3iT35ApaOS2oUnnxZbZcZvtF4mlDM/7uF+f/jopL8Y1S4h3/rn1plUEFM
GOc9mJwJGjGrZ6R+KeoDjHbKAO/1i9rDzeo/Dss0GjGX2Q84vCiif8jlvHBZRrik7UEyDMWp2cue
gmVyLza305//+h7+H28CgytecxrFjHP/UUE1zSFTgEK3BzT0Ifby2k+xgv/z//kQOtH0OVgD+8dy
2LJVjp5vag8IoHcUvbWDAeLt35yg//S60T7hGGPuR89mF7r+7+d/pXhjuFh1B/bK+4eGtju0jGE5
F8C0Xv71D/qnAMnz7u8DMbJEVnnc/ar+j7xADnLAM7vtD1Xnu08ZyqzsEhNiFlwPXTZY8YGTG/vI
1FtUX/+uljl2/80jwgj1n24d9RNSSRLkXQnCht3//hKUczULn4BBjW/V7ICLzW2c5l4325jXKSie
sd2SoGy3Jk7YnRyrBoBXawX4dTG6y/ojhmJ2i6VcCwzpvazRYniXS4P733MRSjoUL5mpK1ldhEKP
4o9sKwEmV5R4JFYJVq2yro7WkluZCy1A6t7CcYhxb3We4mpwn/SKOWyXBkWx7P9/sfXuWx8W7fTX
niy1vEDXC9wfQxsO7Z++9qY5dWZT2lgYdWVfJZU9Ve0VRlnllRVWQcVwrNLmdS3kxIAcw7EBpAPQ
VTmnxgasgsMe+qPhFotjnBIqt2iiZ9o7jncd5Hq0/sQ4kce/agpCt0o6VqKw6ebKtOFBNwL3KL58
t2ZXCtNciDPOLJefthEBq5LdVGXZoWVIXqeVmeLh1+q5Q4WHpS/ciwZMCA1Cfkvnv/WNmSEruP2y
hv7F0G/55h4hCdKLSRurwXL0YsBicTlPLVIrOHCRdsIDmyllGaZt3GNdbYwCuNEVmWseuxlX/z+N
koFTnifsaF76kXJWH5qhU+IHetku+zHhnYbYebbHkkJFj3zVAGXJqz3nFgut7ibl9lMFCk1rnGMb
cVxHq5/SOfSb6mHcPWjag4CqEb9g0huOv9U8NJBaaDLJ+eeIyRgmfKBDmqGglM1i+6JwnQkeGDba
NVVEvs0988rKAt6QQDiZt5dgDZv8V+lHuhcn3AMW3Vw2s56Lh7CYlcZwvSBre1iWsGtgsTb5shNO
mOaRY5cmWLuXIWRbn7pLqnh63oy7ZGtSan8TD9Ho5s2nx4ntYCUsRJSPh20ZKidi4m/5888uKCz/
y9k2L693PGNfWGmRa2wecfvWg42Z5Nx3A2CYuFtyPp4XOX6qMtOiWZ9VEG1nk/tSvkV+bcG8Qi9R
GM6WZg6X38RK7UBgmb16u+9n4DPjWYwxkKjEqeTg52mdT+4MtSzanOxrHPDg5FHeHdhY3TTGtl4j
D9Nu9tW9dRt0CqOmN28KiJt9tThQGn95cpjzn26M0/ETm61rc/BjiHspaxFbmERQqeRBd6Wxbtso
z1j2pxm/PTcC9ch06OaADx+WPrwxpgq856nC6/IUZR0RKEV2NxbWYcw62FwXvWmYvIJV8ox5k17L
i3pqLYNFQxLWwASR7lZCDta1OzitiuHyYfy0nGUhfPi2VhHRBkw2B/9553oWbHHGqa3befvjF4Ip
1iErRlRAeFMbq/NOSIRkxLacLTZjY/m6yeUNhaXAEJWN8kzeOE4uUKni8YMsGbhVlAML6IdVlcCy
rM16DAqFcQJbO1i2Vsk2IZGZEwKsP3/CJKoKHP6cPB7mdNdDjONVaDe9N/2oO8tvhkvcoQs1n4eV
teAx1RQFYQAFLshwVHWroJ3xLSoLWVxOROsKjTQWpyoBNQa20PGEUHVazkuknMvNbQlfv7LGN/P8
KGu3r+PjKONwsX8NWUftQ3aHnRvWa5MU4e06besK52TZRueo8g2C3RKb2T6Oo8ES6BCLpRru26o3
/UWPlwfwK7udOthSwH+X+E/UOsw8TqCJgr+TKpfw2rbq0fodls7YPbUh2/io/hArITxkibT747jE
5MTRZAvpsoLRvLYCFWZPhgJ5frZAijTnpskD53qM8KJKCV/WRzhBBEnK2ajLIdua8+JnNgYRS5/b
gAYX+N2ZU9zFbB6cnCau75ir4XgI2DYe/aeo9Nv6SLtpWJ2EoXdX3AVKLyzuKrf3xKvj0vv+5DeV
7usUVCNtAZaR4jNfi5GDXWARmaJDaNwzcmuruR6NzPxDsJCm79Q1p391ZycSFiTNtlc3wq/j5tGp
y6a/sTmBs/veK1dzQ7xTr5sHKO85l3GffYZbGbUPVS2i8GHqrS1+RQvUd6exEyV+4LbS5kyuaqZE
rxLR6LEXbfbVgScZ7pGtlu1pzcs1/uCR7XjmMhu5y8MQOFL+iQHiQQgQmDiqY7fpwf0qPU13OhHd
4PBU84xY6wNEFcZTQpop+CnN1m9X8CW9nS64ArN7zvJowlfdW8ZgDE+WP+SrfbFSKGRwMJeoGv7q
CJbFl669Hmx1MdneLNIRS2DnwxnWdXbZnpcrmAQ2NPQID2LCDRjueVyUPrsaXbGrUofC7aHLBkb2
8iucW8vCOjfqRzZli9yZ4vfeqyz1HALSxA8z6HjQdzhoDCUM2oVxfZQp9txOcC3yaB3OUaQb9s+Z
e/S3pfAXN0Eog11Q1K3Ec6QH4/wG4C0YEnaoypnQaNd2WqMDQWNpd4JB0tqVyIqsuvSiZ9gCXvuc
LaL9k+OQHNGtbHRNN1jZz7agY5a6PItuCvpnaD/HeYseEXhxYsetVawPgVzWi5z3K7up4X7JlOjT
v0Y2g99kdHX9NiLqeWxwV/0TlP4E4aZb3Qe1LMEDS6f59H0svOWRPazsOY7BlcTgd/5JphDRki78
uD1DfamWM2Ym2XS0QqhTqQtowL/YRgtZC3Lf9rmzQ24WhM/LAS9VmEVVVlhJoXA7wN7Xw4rA75um
OlX4rd5Q3Zg2UW2zvZeC8/tSTU7vHVUxLkiwJxCuQw+8KoiM7Z08S+Znig8cQ5SplYWoDVfRg2ol
sD2NaPwwML3AIpjj7c1Fi9mkfcYZk/q15qaUZmcXalStU2qGZa4vx1LDufF0hHYMpzgspBUoH30o
jRjXqxzLCwOeV4YXdTtgWMs2TGQfLNyHs8TePyqdOwerXWnPmYeLcReIg7s6q43ILi8eCXfOC+hM
fPodE4+/vCrMf/n5mv0tmOw82APWJ1wRIaxTAduzOFjhYPE+dFW8JHE0kqxiGqOCG5W1a/3QdXi7
nh0PK9TLtWNH5zS74B9+1WyZA6/qQ4H3tT/CAq07Hs1gjFvvmJnIgt3L39zt94FOuKkBv0xZBluB
HKUDJbqRi6BLNC2HSBW2Ognk7LzHi99e5263rQeUzSW/wYIWcoY/17NRvpXVb0zZgW2USyNOLlvf
Pt9WIinyfSWR/YHvTCl22lPlNfwnbVhy8BxTWMBjlZ0/DzV02QsPAqCThGQqSDCqKO7S2G7UXQ1o
tTiFDnSwnS8bTCe3Gy1G+vFOHu62sTNpoVH2JsK3catlQm35xw1cy+MSjq3/s61zEG9LIKopaddQ
jYBQ+nW99cNcsWadY/SZynwJ7UPH/VQ/wF7CDsqr1r+ENLZm/JHwyC7D2cbols0gDWxuIpiNW+k1
OPFqcYcds9V92B0W4yIiZiY9fu0g8vKef9atw7g+6liT8QVh6ecoxWV4jW9y6J2jhhgOMzeW9Ve9
uevyFWC68to2ivOkKsrSPWDjGw+nCYopv8WGVUS25GH7uCD3gO40+M+OD+7rSmbsAcCW0vnjBr3I
ShTKe3B7Gcklfv0keXpTsXMIOi9fU0ynYiwXi7W8N73j/B69uLjBvLX1ksly84lgGFcliDJNYFw2
2/s1OJb5LXA8jhPom6X96MwTdgU+Eof2tR56TW+sHqdZ/uC1hGGBHp6TL8gAcNwX5LVPOEhj64Lj
fXkN+mOO0w57yS2BhQ3gMM+LyL3gVvn6tM3FMvKoyvhRs25SAU8tJwADzKiLi3IRgLBqpDo15u/g
CE44eNMO3jDsxwMWi+ZXcDW7IIptzupEE3I8xq5GDZqtRXbeHG3hQeTneXsW5NPqpcCUOlFRWJfp
mM/ELiYbYd0mCyuS7cXAvus9vTenOTA/Agfeh5PNhpigZuH9Ckqhz7hortWFhBqnrslVqNpqbkt1
QZOBf8eqZn88jAA8QAyBBHxhrN9+OfaW/ylUt/zB+qV4X/K6uZE+2ryTS5V+v1Vz/SQzAQ0Gxp73
OrvSGs9W7cqnoRYWMRPmlHsKV4zvD4GVxeLgk1C458Be7frSbdrxiTm7n28p9T7V2zZJ93Fgx87A
yMrVociqgLNAcGqlyHjxxsrg6pYkg5ICVTducM9UHmOKjWWm+IRG3xpOIhzC9Vcl46i+nLyadHjS
VnjcGqDYvBCldKejwquuTAKAOm9VzuZ8gmjNap+q2SzjQbd95p4JxZAiIKaz4utuWKCHcxwA/a7w
CUBIEf+18Ov+a00i/jt6PpWtrrLepLM1w6blZOE8Q2AHs9azwddmPuU5upfdLHK12/59WXbWbf7N
vR3jzf1kWEINNMV2TYoshl9RFnYfrTTCvXJ3hK5tBRBvaGcPMCIjusAnNldAy4AHQ3tSFL39rL+Z
vFG35b8DqZYfweZl7/FkxMPsOvMDTHiIvoqMB/kkdv9sSH9Tf8uq6k/LNws4tlfc3wsQqrfLNy24
8Zb1I8SOtE58oJyfQIIgC3etdINDBn7gDB9BWzRu8u19tDzNqjxwyfVC16P7sSzeDBB1xxcrgsd2
DOeounUqx/rr7KBjLeiDn9we/LHOm+qp+GYiz14zXs1BTorkM0zRiUHjoy8aRLjm0O9w5bW3xIcE
newQ34AvA2LEkmX8ZjJX33zmHsT8l/1NbV6+Cc4GbEODchOws2h3Gp27457zwMt+mx0BPXOE3wc7
FrqYfAjRmqv2GfbTcL1+E6RjyT1P8F9ZcQL/pkw3TbGv7Xo7fdoCjIDhbVHMgJIow5NqrSeqqm94
NXsr5b3t7EhrZZX+7lu+o671N/a66ks/PDO5tN+CqfYDvElGcecNPq+7843Orr4x2itr7UPiARqi
Kv1Gbfff2O3lG8Fdr2t3BaHO9U6LQ2F/dPqJsSdgKbz/K641cOGd6N3NDgT0eQx5yDIN9Dvb8d8o
L5qnxZnpA1H4zTAEVNxbSYYDQ5C0AQjxusn9L93Fze0ylmN+tRbC9Y5xRBJzGr4p5PW8T1SszM4v
7T5sphMcgfiJM70rD3oHmVdseE+XoJCD390OOl+/mef2jj/PSVjnqzAHil5889GBeLNjMH5z000B
Lj6yd5p6D3CqSnMPyHrUuysiIJk11942bM/eMsNjH/wxkNgd7Zx2w505t4wil5PeQe5Zvpr1hmgB
7SF2arBU3+z3HskE6azKKe4yfjxXZ0fFU3S7T/6Oj68HFn2Tcup9+GXfhHlgrdbfpqzaa9b99hBO
9yo4Dd9kerZopvvwm1fPLbS5ABsU+421rDs83WDbF2oLZKIjEfTHnLTdT0XjWZe+XviZMUsQ+EC2
SxgmvM/eJxO+7JelvPHFQ07/mzGBuc6buVpTgIDxS7To7g+dwOZ+mFX7Ufmbewlfch0AAbqUv/Ac
wDp0aP7RwS1xdunKsYH2TLFYHVaRTcsxs1ztJLaX9VxZYgZ9EMcfHxvMPSj2HVQRRM+wv9dUqUuC
iW9lXysj/N/ajP5tGFTDe1PW3osbMkIDTdBMH/WI6xS8DPqf6djCWiXsVfBHh3mM3pkwkyTPRZzf
bH6/4i3PRbzFMdoqWa1a5xs15yQplj3bB5OFTcdaF3iBxFB3vAmkWW9RGXh8b0exEoJwozt7qspq
wLgDnLiAtVKK/63s+nPWiuU2i3b36YBR7JTg6A9+EDhENB/JmgwIPBCir8j0s3tnDhadtNRHW9rm
e9bWe7q7kAF+hIlWQdilucvC/lU0mOHd0cZ7CrYYfOUoNglAfopefPh45jKu8/pJscv4OSGxvsU+
YodjBmW8Jh0uGK8Qr8CGOpzALP+Xvf3YaAn6PCuwzSTEBuHDKq3wZXYVpRwqYu+50JqjY+kMWz/B
AJ/larIq97oZKZLJfV3Y1a60xWsZddjSUTNkFKSRh5HTSNZyA7p2GhMFjhKgWw/dXAjAGMeiXzA+
qqiI0yav6zvpUk/QB2KmfG76rLoZNowSAJ7F9mU01uDsWpgc6NfJYhpNimFP0fpEZzmEvSGzbEnX
SETFIfIVAvqGhhhWmezN35YMmz6XZoqD0zR1zskPNBm9nKqtTJ1hGN+sfoFMgbgPrb3EkiSp/bYZ
0hjvx2tGmZ0PIqcuf+YtrO1UTdIBoDtqcq8I0yg3mdy8/TnHAkh6uyjQ65NnrzdelJuYunYqHyNc
eMOkVQAQT2402yfusdrI3Fh1bp1RvCEuYt2dpXdnPPiNP940bMctFzVToqfwmzGGa+RYHgvSatB4
O4YsLqxVn61vOtnwTSoD6b29ejTLrjK72e7ghsM023a8mfkmndmDbwDr7AC0cgk41SQk+fLQ7Ii0
MmRQdNx2cJqfqe29j1cLnlPk1TfzOjkAVZaRh7ups/ZlErX6iOFPA9Lc0WwMGcxt9c1ro2aWP6bV
iObe+m+kW/zNd1s7d8L+PZvL4c12TUvaUc7e/MPLHLB5kYx681FvwhoTWU+8BQK+CW8jqTqV4ejW
7nkXALDiXA7xZ+CXA2DWYdyWN2is9s+IweGF0VbBi7Pp+bVrl/iznbumOEW2lM8Yp3sv4AAh7ALm
bd+sklMXDJLZfm2iijFdCuLuZA8BT2kczEtzFOMMk36dM1VewFWuxsSRnr3d5ECI8O2gLP4ZeCPt
RXt1cAZwaWA3h1LV0Qptb+7WYxRVgBORILU/63UnrZT1JoGxDsX6NnkVaagT2jI8tg1f5tDpno9e
oz4cDxbgnluS555a1jSmhzJOtntkO79t6amp/l0YHUT5ZwM5cDoaq+8fokpE0dEBoQ0SfOnNkm6l
DzlahzMgb2FW8MN05waVdsy0/zomBIipuA+lc+HHi/rdZ9Aokyyce0hhZqOsMaELybgTQaeuRs8R
DRadrkt3CGM9usSDKkBMb5t/P1dLfaMtscjDOi2UQvmGbA+K6Y6GLoZJLScHIFmJAiZHBtyqdqgZ
0KzysRpmBybNprsftluRt5kKDs5po+vrpYEsg4e2QTWQrGZWdNzqNvyBJR1M8kkF8x8W4lf4FZax
1CHgNqtDOwiY9oOK83ttMMZJaJTU1lmj2l0O/oo7Z+q3cTTw6DjebZNl4yNDlZba3nQSZJIemvdy
hR2e9Pi38ecl2TTcQ1s/OZsX36l2ndYzcv0K/nJuOwcfj4iHKca8ET/vCcd3GSwO4yo4RGQC1ujY
4jTHtIye26LK0XhUubbTrpPldlt7NaWazzHYJtE0++tRbQLjTtFsIKDLIYKzpNSkE8X8/6ngqZpQ
1jRRQa/C63KCcckLVaKVyZMVuReFaODn5zl3o+2AMTH8KT8DHp1EmI5naTBn67snm8k6F1Spl/RU
3bsuXIK/BVCambgFgzkdeYDCxG+azTrVW15DUM0c/bT4MHYT2y7NiDeGBww3LMqwTVWrEHzD6VrX
CNGFuy20edHD1j8W/NP8lDntAv5JL9EtQ6LhV4ZEzmLgTysEL9tlo+tn76ihcuk3kZpsRD8KSndK
GuhgH6IoN5qSXlw/ZUzo1bENRWxSQX1wH68VjFK2i2AWW9a40Wc2TX2ZuQ57vdPKWCbxcWaQh5Dp
05DOzPha7iQA5mO4ev6QQs70fsaDTV1ts3T5yMjHpoXR2zOJ0DzXyVRHzKRMOKn7uSTlPex42su2
LsgxdC40YK+l0B9OZqyGfG9RN1XdNvalM2Xiadg89wHt79YmPgR4OqyWHIZjy7Tvdut8GmBF7k+/
vocMSQyE/suZh/VOyGx6FlnXN8d46Ksv3605ThVw5Y/FiOHONbL46jssPCgO3OxOGQnIys4651k3
Hn69mu7TRQgF9DObCXn8VJ4x5qLbfJhXOfwOpaAxv20ax605KhpWkrFywa8NIA3nnHfHBG18pFTd
VAoPzbwikha/JZMJDrIYMHHSzLaobnErZZ6UT73+qUxUGPT+G9gD5YTD12Dh2UK2HnwJTBytlGI0
+uFAJKLTO6zjLwEFmvbTNFu3TbVHmrUosgfwX4w5l8nW1wxH2L5FyByKJCtHO7hdfawtGM20zcNq
G/JdPlLeOasIsDXUnHdRqAlWA7idxz6SVX89ZqGzMmBqNWjZsKFNiYV25FzMvYdVlo/Din+YbGn+
coX2YEWqWaeKduozYGWapTX+eEvie7Q9cqxJ/AsOQZu+dpsxCHe2tnuod6eBUywdc0PYc2Va40Fk
kiAS3V8QrRCc5Vr0dI602z1WazyC1G1xGjnFnsT0xVlL+2EgBbHSAJXP/Uj6D6OYm8LwifWRmc34
1YJRXOQr7u9Zq3RSE+tYT9JlaC49NgK/Ir+qvKS1ZzDiPCTmVc+VeMrtCpCfMcPwLuudSq4hltTJ
vGp1H2BN+jlw8tzRabbv8evtnPseLXxGy66tQW/sE2LwsPbwktH5s86Va+b71rLH9joLpm1Lel6v
4MQy4s68E7vh8e41fGzHkVzejcq4RM0zijJFYlt8yJreLEuUoGzxZq9rxkSqLu4dtmHn4zDp4Zhn
IyP+FSkf19c4JBVDYwUPtV3XPZc6J1foUIN+WDWD6aMcCcWpqVae2Kizwr+Ta5lHz8x6vAatxpFj
2LmxwRr76zt98NBLR0TI5wDb2+KyhFBE4yGc8cNUqnNJ/7qcvh02NE6W0tbdXisY3G+mbiJw3E4t
rll6776CcKHxjMkzZqsVI+CXuQl1CBW+ZYbv52F/2Y6Cf7kddE9K64WNn/Z15P9l7uEz7UBFsA+L
W3aupDdSZmEab33SO6EtLglqOq0ZHzo3ZmitX43weucoAOOU6VIy5aePnDGMD8G7VQe85LrHenHN
x4qS640fBKGFYqORx5DtkCD1ej1OZzC9wRUNHwscPY/QT7Il2RxyNxNW2kVg0c/Gntw3y5flMyrV
4vdMb/YNK0+7ODOnbp/7qvS/hq0r1oSkx6Lnz2zuQ3W9d7vGUb8MR1/H9ifCcbWBtaswAYBE4dWX
Vt0sL3LLB//KKWQ2HCbUIDzILHb+5X2EJIe3MnPiUjeGFA/lDRjEWhTqOA6ldz3iNsG4aZXeV+a2
dALsLsoOxbAEyyksN9SE5exbgoqhE2N+m/tVy29mMiBSWPSWOXXz7DZpy727knZnMUtmIfOrVsv0
oORGUiuyESi1oV3tHn3pr1UK2tq1rresGbIEYyL/TTgrEyGZR850qihgH8NawH+MfSHMZTkUzhNy
WJwBLLsgN4ASBg1wsunO5HsekORZpu4a6aqG4L7In2JgPMYpDe0j2WwVPlhjoPPTIqb2d6jIjtJS
0qxOGpGDX7acRj1N/er/YedCI1ep5w7G5sQ+jvfq4WRo37rGOBtkaEARiQtaz+VI8sM7tLqqPkSc
w9uhmKKeoCT8mfU6jTvEKQfeAj66gWN67RA+6DwX/WQfASKVT1WdG9o9/iLKY4cuyaOd59BWVlOw
gTecUQ/b9VY/s9cVtEmLn0XOnw/bIZDONiUckcw4Zk6arxEDXe+w8yavgqXNajws4+AqqCOx0tBf
1p8Fl/JZbRtLxmsVl10qamJfqgunwG5Ydr060RLK78di9+dolsB+FlYxv7Dvwesn5wwBimnVOh4K
Lxq9NBcwMhMvi5zLseL9e0cnQID0Qsmgy3EJtjVpFi+ndAaV2CUtBsxNEEfimzhSxJZBP8EFam33
3Ez4vnEahNnRWykiILWb+CT1JKob3yxZkESrtYKh1zgTpY2koXoRmcD/Un5fvEhCSsFFCOfLziYl
OkRooLzHrW7mG+NZXXlDdhbcLAri+dnXUpep77eIasgcNNfX1vZwaKEU0oCBOr1bfvrdmzYzP6R3
y/yhpeh6WakJWPERHQYHG5j1X3WUK8M25RYiA+LoqI6MeodrpUhTTi099TptFJR41mfd4Yc9L92n
aIRfXq9O4F+wfT1/Bhr+neUUc/+D1j0zr4mlSENQ6oO/sW7LP4bZ6ldD9/XZUwHSiUzh6AMnMSd7
m3pS80OplXc3IfdAIcYMFh8lbVZGDtqrU+NgQY7p5jK8h1VHEJwLuuWcJFM4pFVdjtyKJeTRnyIl
QWUWo/ccIz16Lxp7fbb6MJqT1pHru8Qg2j5UhRYP5BMbCpWeLx9GQGO9eXiu186KE2K1XbEDhe4E
5Zg3kLSYXJVYHgVyo3bbxikpMYCh1YB7PG0uFQ5RYs+r9+7bk/fLtcL5wRMUqMkY6fHTsXJJPkIR
pA4ZY83Llh9ISpfN7nVJShqkTanHDs0KntWYfboY02qFyIJXv1VnzsLiI/QWf8Ja2oAdF31fBgcP
JUx5yLiAdoosN+RdzXgO0tJxS2TLeIYxP1cItpI9JrO0wg32kgGk1A1cxmhiIlerZwymmj/1qocO
Ff7W3MmGzPNodK4YazHeBXpfaW89rRVj7X4N2j41YQ3YFR2PVR23jAOG2Xi0/obRXr9TELDHXbZi
e3JsY7G1IvrlyctB+DpG2zSN7IUpHMdHp1L0Gkymm2jq7vSU9T9az3F/DTAlpwfaTq6X9iivfhs2
697yzrQ/x6AmxUYBXqEJKzP3ufBNxwa+Kd0fgjF3cdHJvH8vdLcrEKlB6mTBxm06z5asRaLnmPNC
mLlinMQw8SkIELVUBTaXydLL6UuzcPE7oATNyTdc3k+XJIFsghlXfOyCpZzSftzyX/ZkIyZSTHR2
okahx8TvFq5z2WI9ncyzYz+s7rI+tIDJFK1Lr3pHUUcRYib9Z0VZ3CbFuD/F4+iV3cWmavnaMRDm
gY6btUwFjQErYXZQxAlNJ1pRW1AXt8WkZJgOnjNwDi/80akvvLkA7VHQHG8sYZoLr80QDo35Oj3k
Y4bEotqF9onnLYVBjzaLV2rzBkQ9rW6ufCXu1DDl96zTYJ6b2dK7dOxJ8Sm7RIkXzvcxiKy7OTqE
NNWeaSqqNytfHP8YWg19WT2U9g80kzJI2SuhcUW9FjCVruzQpMRZxBukXvLBzOBhDqJ3ueHFxCj5
wCvAlkeOYu9VFK5aD25hrItFMH4nhufre6T87Mkni+E6BWL+sN2NKT8OniWIGds3FOpiKZ7trPSz
KyxZlzvZ4xhz4lUgsCHN46zsfIB7TGB1n5O5uwP9plYFHBWmG26ER2xJwimf6sPUeP2WiMBkd+xb
6EftRNOH9iZvuLDxDLmWDaN4MrcuYyzp+e/08RbCXzjkF53Lhj29WBjt1tKj7Fk9oa75qSPShtAp
itSwcvVV8vzwCfi3n0arDf4qr2iCoxi0fN/DA1UaMw98vMkkLsNsbbE1ZF761keLzb5D4eaSE0pE
tGfoUfxoBpYLkMcE2Y8tbKD5bTTi0CIUW6cPcdblipTIK682X9LBVhk6dRoYqD9OvTD1jzoG6Uux
2i4Oj8/gXtU+Myc8b6yuoYYK6kdrWqvPpdvC3wV6cASZhWu9jFtPUeQ3uO54a4HaJncsdgzz2cpI
ywPtvvAUVjdI8T/XbGz61JWKbC8syc/DLXJwhJSNdVE5Cj3TujHkJGBXfXGsIlL2RAsq0aRiXIfY
KF6cS0Q5RXTE6Q4uUyCF+y4RwxGtXI7hSmrrohjhlac0/uP70VHuvaIDLQ/Z4i5vvcOpycPnLR+O
BDWUVHUVXOsR7Rco5a58XgzjMnpSi3/LDvbCE464sjjOCPsGvKGURzUf1kwxgsG2rrhxA1qNehVP
dbzmCNl2AWLnQxs6616XBNxMvg0skb4uLrhlaZWre1E1yjpJsU7emeDa12k4dVPhoZqgJQgKiH5C
o69q+V+cnVdz40iyhX8RIuDNKwydRFGue9R6QbQbeO/x6+8HzcNtQgwyend2d9pIKlZVVlZW5slz
qH9KSyURTJ1pG3SU9rvR0jLqDVmkN3ggmWQvIik0OsCTT3m7VxLOE5vg1+CYWk2n8NGbx2SIUDNr
FNLjR5rKyB7kY6Ib6MrU4HNJS5Ct4N4IW68vkVTfoBJESjvulPqtiOXh95BzB8HIRcXZjVHHfkFX
V0jvAfpGdzHeInOMYXlVUWPmQwCXiZAwJ/Z6g4dUuKNrkTK2MQ/xdzVUh9/U+Bi1ThpEg8lbpeap
VjMSwqgbzrwH4L+l6pqbWv0PfXCldhdqRfQF0EHbEnD1ZQdkJkLdF9UUMUucugSBtQtIqTX3tNM2
xx6geeeYpLvmHeqIZRSeqLWO8isIi/kHgVcPHn40VL/52gYJrSBeDQWXsRco5X+H5Xt4GwNl7LbU
5M3CtXgVg7HoBNgheV+T3A6MWfhmQYkGbZepWw9hl1ghaLDQJLguipeGMj7AKjESfwjAI3J3RonZ
R9YcAgmn52mauWoDRohK93IAEGaHrFDOzR6Ne+4UnQjbAGlGpc96bYvKfJo7ZRApVs5Mkw7lagvS
djjOfTOTfpvxDC6Fke45ADTdUR+Skoqcppl8jaBHUNyuKGpYf0ABEmQm2USuuNFwObWU8Og3AYZI
QMbatgWXIoQJJQYBs5n6DhrHpJwNf1eRW44gKSLAdQpRpmRICS7XN9COlXAzQaVmbsjcJ9xNikxp
TgVGDmdcPfNcRvddpmiFUOsLwePQeyEMqgfIZCQyLGIuCDyOG8x3GEVYFRBmnnw7mXDv1BFJ+Oxh
BecxDeDEANs1x9J3LZET+odzaDRhW+2T0c2UXv0Vzjk+UIhQorEFJSNHa8VggO0OZ/1cp1X6BWCi
Unq86sevfRBm4V4g8M5tLSqVJyOQYdgapRKLbPW8lagaStJxILj5XsW9+QJdsAX4CKUi30utmZbO
WZHbh9qM5PcQ0XjNjeNR3M9IhJen2irqp2HKNRHshgmCvVhC+0WTvHZUsQMVRkSOYrif680/eZjy
zo2hBcXJA+L0XTLj6hPugBoSPWZAcpU8FQTAb0L3iJuae0eJEzCOZQyj0VB93ANqa/V2IRbtEddI
nRgckf9GJ0a6m2BWHV0AD5QHgflU3yb64xq3AvBWHdBMEf8NxtxUtqJAjs8hTSBxlYg66pE4F8H0
pEHh+Qn7efsrC+RmIKBOgq9w7PZPU1j33DClHnyv2mn6NzCA2W2S2kp+WFzStadzsKhEVLFZQUET
G+BCJ0JOB4un2K2idh86dDEQ+PH0Tn6So8+/F6URDbYENfxXqrjkaIamnY5FMVjf4X4BzUPFWEM0
fpxjIMuKYP5K42z+EfG2YlZSCqaty4xedeIo1tqlnKf1jhgZ6XsEtyuiPdJMu71Kpo6qZ7T0dDS9
BVg0L+YM8IkosvkBZbtDM0xya4uGPGicA1UIQRnFQe2ZpQXsmrsFOSU01efAoSBbPaA6Jk6uIeri
vRbkiA1E0pAWW+LH5J+qwCsTxAE96uQS1w/gMfsJ3DR+pK8VHXo1kjPBAxHuP7b4p9AhzJd4pkVF
9yKDFf9SUrt51XTqCCq3431WpMpznCpq/lTFQwfVjhX10042+/GlCRvkzsu5VqABKtPW306osT93
pdKQeRommlYmcSbbSOwCaeosm4np8UoSdC9SC56LY1PptSu3nBovaKMR/2gNdb7P1VHuaMcdVBM5
9VDDP2hKy1+HtPP8LKO5FBy41goYDWJpin+YBcCJLRQZvX/seeMA6DL8/nkEN/db5WnAVksLmUse
kGv31RA42QQCBnhDK6Y/hnr0X30i/V+QQi1p1mkcVBwBMaBHK47yjX4QkB4Z7UHfUG/nIq9bydpW
6ZBQZaVDKNuN4DufeauUiBrHcgN8XqM5aJDmSnKalE5EO5HlNAUrRpLE9X3aZIgjDeOR3DTRpkZX
wF1cA79zI+QlTYoHHdcT4BrlqzxV0Y/RBNnrpKlBlEv3X105lWj6j3msgjMi8ifIpewaJptCyfQX
IZMB8nSQhjw2gtTOTmX63WDT/gaaqTTE4jUxound7HTpRaegJXqSP4uCG1oWxQl0oYLISeqM0DQV
lPxJMlvzGeXG4psoNBqApaIIZAd/SPoQZbj8npY0IaevuVa+wycP4BM4bravabzqPQne99bh84iv
Pj3Ph3keCjAiJFB/NUkUfJPJpoGorcYsohKLidmykgkTSMF+wV0CcAMcAAT+Hz+fQtUFkTRThjfM
cgvCnu9UwNYV3HtU3wiOgeTbnQJPmhfUrfHQxpow4qpTSSP3F8dvdZlEr5afWI+UDcm4DL4/C0uC
ayxsUxdobRkjlXB/wrN9J2jgqSGDsrTbgmYHm8Yq/4cekqrYNFYVq+4EFsIC59VOB3XWM7guxOWG
icUqjTy1D0nLpiA6FE/KTOO0vDs1nEo375uiCWrH73pye/A3yfdNP6tfggQvZkNwGaE+xLNkY9Yl
4QzkzfW/Aw1/91GVtbLb17DrupFJVwErjUE6WlsFqd3Pk/BGAyJ7PE5QopvRLL0qowFVSwXuUiY1
RoiGgk4h03iT5NZTm/izZvNYDwkafEniQIiy8GWIlPmLH/WdBCB8yTNDBtd9V+NGqZx5IA/jzChQ
+Auv4ETBjZzRYzaVgQB8lme1PSmGdKRdrH4wrQDAsSFlRPaBarQIRVnlMOLpKc/LzUSpdx6Twd8A
FFWDXSo11pOQh7BoWBYV+zulH6hmUA5vXB+339BiwV2/l2PVEuymRUe5zWuBt2hL2d3jsZrHtCHG
RfEkTxKwADBjDU00vki9ix65zqvGcCrdWhwl1TFnWqCdUey6770yCIM3dLUUb6zQSjhToaUTaQFA
nYHPBUHsSqQEo19jQGLG62ZB6p2soAGewGxKgFxYlRwd4B+zsuPQR+ajFiVp5Sr9nNKmVYCxO9Hy
Q1G7o0+BxaiU7JeU5FKzmcLZH91pJGW1CUICY1diFWt3xokTW8RUqVjYtBQkskKy/xxVBrFEhfSF
ANCzJwiZOKu/03xETD2i7+O5aCcYXipkAI6yrrRvYGZVipBFox8rjbqzo8xTCbTYLGO4GFVfAnmL
57IFCikPki8BeRnJpILEG4Bluyn9Q78Kv5y+FKkUn1RQ6eICGCR3TDbW4CFalP+afs/jj7wuuUKy
h0RcsUbBpjVS8Z2Ib2gdnig5IWhfmyepVCpp66vm/B4Ig3ikxbQX72gmU34NmqQsyZkUeCZaQsGe
xHA4Ux8V8xPNBYoEhl/pQsrsCBw4gIA4UcYYi08hogeJU6giG9aLovbaNTVl5arTKe8mYmPtJyFo
h+3Afr/M3ODjTiWbsY/Jnjy1Sk8OCY6z7h5ABLdkAfrkgeiA6yIVm6K354YkxtaMqpoElkw3wQs5
yZQQpOhl8FJ5Yj7pWQEYlusmOFUpSGK7Z5X/AaHen5aHHlAcMaUfTBCK5pE+Sf9nUpJBdnpl5IWh
jmYKTARJlW9WOHGYgzKcDPBZKemKLIZY14MNT/2ZkmyDGVYuw9dQzVtevqJVfYNnSE9JsuXpz0Cq
alAQfkJKiW7utASTnpevUgECACcL/kLV4Dy2owZBcpdTPL1bkz73xPEKWJCBVK1mawFhIzhpNX1W
I3oZHKpQ+g/NrI0n7qBG2RR+QJ0b0609sQ1qQvy6VEpn8c7TRo5J7njx2JLG1swZYGRoZqcFgzq5
4ViNRyKXvNF3ARXtyQtVyayglquEY9Nza+6SolD2JjkR2TYhmOcJX4yldGpoBvxV++J80iMzbe0B
YEW3a2fyb4/0nvlwmwpGwdqEqlZ4qHi1xv3c6mn5lXeB8FWwSIxSBipF8Pl6TJTbDqX0Lc1nVSQG
5Hn00wriXrB5foFR9CWaprZlBWr8HwPFUIuSi5VrOAmF1Bg424AkPACgaPrS8/JEb8OidWmjlPTy
2EU3oUN7veN64RL4k9wA8QCoP6FrECE5Iwu5au5OpUmzKoA/FIRV+V3oCt/ukqrbGskwPgpCCtmr
4AdsXdu5adJJ2+vDrxu+l+HRaaUd34TGlirYea81Pax1C2wls2m94jmUAmXudiIoQYXuzvJEjcKy
Z00N7uoxBRZ8ffC1qhjicowuiyJVR0Vf+FPOR0cnTNco3eV24nPlerXkc5AyJAG9hFdFBKyJLFpA
Zzb184gXFT2iXpKDNiGIIeFd6e3bjU+07j1ff6IVxQqAZ7+qM7YjKFT8MCVMNw4s2SFU+loRCuN4
qIXXdKN5aTto8HuZ0zbPyQDIQwA0fCLlAJ7EurFSawqAj4+FgOHCeispn5jFqhEP3ak8ifMsIN1K
71wAsCMlG5k0hV6411dhzQ2xjLYwfBgLuymYmBVNSjmoORLvIEGAA5s/1MhQgMfRLkVYOGrjD0R+
5RskOpfMEMo9SdcWG5S0FfUFAMmmSBrq8LQDyo86MBPCXAksbiuOe9Bz1rbM6d0uFP3v5B8WeUMd
pLG+WCDjSysLNAs6EMG/UO6DCI+WK9K/UfklU7kL9mSCKG1fX9rPEz0fb2Vfky7QmFKWNB7m4rCQ
qk7HiXHvwGMoYMWr1q3Mqnq2tDTYXB/5s2UzMuQzGqTGBnpUyyf7g9qhmbRCilQsG4Uk8RCAbeXi
LYu/5Gr5WE9EAjEbOjJI4pyPwtCRYlWcaGWQ2oO2QN/MTDpQlB9eDPDWN+zm87mAfRv3QfWYgiC7
eT6cqVq+lQlYat1ym7Wkhh0yjv/QXCPtri/f5zOhwrNhoEROuQd+32V5/1g+Wrnqeoy4G/xKrvZE
MPRi0T4cOQA86UquSefekFy/OKICERMd8LQmrNkLJV7YVdZx5stQGH76E4kuq42XTGIdJo+wNZo3
eEYuWQjSCSaNECb0T2t28QFFCJXKLd647nivWHPZlG5pNH3+P5giEkRwwkuqyq6t1jICTE5EwVrO
lVGBdW4tMEdjdWOUS+sHXbkEeAoVFDDx5zs2GOB0k5BRWhACOq2F1ryLQ7n2RnKsVPDJhV03kUvG
aIkW6AHCMrzZ6oTpRa0Fk7mYiNRbT0MOMYgzBoEheF1KUHPDk6xJipaTZimGyCqqsEasZUoKq0uJ
gek8rqUg+x5R0AMfmgBdmct7s8kXOWKh7b9en+IF98XFAAmZhK9E5Vk+X9PZN2dFAyRqwylAR6dk
+NtmIt+qZPGmSn2TLISiblUFwOON6V7YTUhgqTbDyYRzUVeBSi9HRWhWnPTG78xvMo3XMXex1O8Q
K+s2Af3R3vWpXjgNS0CGNIsicSWtXUszWC0Yu5RaFvBQl2ZwbdMJyi1F8gu7aMgwuukSLEVQP6+m
BV1NEOfLmfPlRBpBvSdNvFWaRhI3Uru8JaSGlqhQ6mLrxvwujsxFAG8iYoHwpZ9vpQ/uf2xRA6NY
0otvdFsl5HcSPzpNKGP8wLWDdR3o5PRvONILp4ThRIILuK6Bty2f6w9HWtPxbtBgyrom5XhocrH3
IIIVniwSKDcc2oUpwv6noF/CSVmUws+HqlJRngctY4q0/rlCDbJs1Gr6biPqR08lKOW3RLJu0RVf
mKC1UMMjH6SRQBFXW0q/NBTMPWckYu9csQaNRGeLvw1EmhT+2kYtIB8WIhuo3sCBeT7BmJ5z0klM
0IcPyLVaYExDpd2ie/t8EhbBBRGNVQ3CN33NCCj2JiIeFTIwAvwBp2RIgPOFcX8jErswykKNxz84
Txj0V96zo10lyzWLWrQBRLSUcg2wTqjfsPoLoyBnCLU8FIqyCPnZ+YqNYtiPRO9gLMCMZKcabp3C
LWqhDW+Y+aWBCCghsxe547CE84EoKKlBTvrUngeISaNMrh3wijcIhz87xQ9FUeiyUIcn+lnNRiZe
GcacHCfTTQ74zmjyogb4RznS9O/RYF1O3/7W5ODiRasRhDoygkTs5/OKQHWTPiBgVpSSF1tolpty
Gkf3+igXJmaYuEVV5G7TeeadjzJA3xrUScVL3KqoGKahcY+WTLMxjS50yjG4pc1zeTxeAOiYEt6t
SfF7WewMg7QOCAShofyHmijFVT+g0SYW4+KpG2vl5/UpXjAQpoiKGZcMlP+fXt7Q49O0wkJOYR7R
uFtQXCja+e/tHUoe8mKasnhda8W+bTU6Le70HNhdKvqP5thGbhMn0w0d5s9hAZkojZvE4KqkI351
dn09hG1qYc9UULYDqA0pC00zwwuIfWtrDabhJEkwUsFr2mx7fRkv7BzRFnSBGlKFEqmUc0vpIzGq
KvRK7EJXgzc6gLQ3OvPUZpMWsHbYegKiaHN9yM/XCroULOVSyOHyXN/Z4SDn1oCItu0r+bzVAGW9
pwIFyXtB5nX+6NPAK9lFFZLOvT7wBZMxoYk0OYAm529NNYvsJfErdIN2H7bCQ6ypmd2U5fDXYSzT
s6C9lOm3gvF7dX8V5Ugrvwnuy0rNfEtbow/Hm5AbHIU0zbQbBnrJdLiaSQYuKwpm7nz/OgVFLGCq
PEvNMdpC7QW0Lo0ESOl9Iz5CRzgdNXJ2W4XY+vXvl9NgGREbMTEfbTGtPyIRIyJ1Hega4H+wTI8S
lE9eAaXijSfqJQM1ZJ7EhJAaL9VVyAzlU6lAOA8wWU8MuwGv8K6MkHoCv612tIk0u+uz+hx+4Jd5
ScNzy6sHV30+qxk2lYIOQbp7slADGqkGlCR1qrNAvSDKumGSF2fHS3+JQPh/c/Xeh50KaCgsDbC4
+PQRoA5M0aQprDHdJZkmNs8z3T+3smEXBl2EUnj7sKLc46vbYZaBKpczvTYTqm3UqWjjmsDCF3Db
BFnm/vV6Ak2ArpS3KleDsnIw2ZDQaQu1Dm1RLQ1GTjSPVfpG/5dRjXSJT4N862X3oY1ynhNeZFN4
XZmsKyHEagvHzAoDnfKEbXH2Mi/qW/E4jLCIWVGb73yT8pEUVc02BB2JDqBAicoOJoOiYAZP3g37
veB0LMhP8OuKjoNfx5jhADoThagCfE0deIjpAuMLYIu/vsqX5/zHMItZ/3EYY71Ne9FHAcef51G3
624h2EIuUtWcTLHaE9Ys7MWBGpuZwlpbppSjIS83UeaJxRtaVZfsix3/T1wB97A6sgWEcr6hMuUA
/Lijglj9rdRVAixMDA59wzvt+uQvLTEJcC4Urs9F2O187qo+o08BNaNtaEoF9xpdRMaUDTdmdcEx
ELZRDoEgX2Evl1n/scKgg9V07HgsQKNXffPjgFpiJQffEd++FQ9cnBAPr4WlHHyvuFpAGJIBCUhE
HTVC4q5fgwqkWBPeiDoujkJjCY6H/AdO/HxC9Db5pYx0KlLBQWRuoCpSO5fnFl3Q1/fn0soh4cP9
SvKdBMQqlq+J8E0aWxlIaMWNADrdNYreeCrpGn75X4aC/Nlaomt0wM/nlDVj01oCm1SObXky/Tak
ymkC5QVRNMRf/ofBULwiDUecLa2f4lDahDBEE/X2FGE2XdcifglK3O3bNNtcH+rSXhGncQtCycw1
v5oXOCZVbzLSN6hFZE/QWZgPutmbN3zV8lPWjhOiZGNJEXFDrPmY87TXp2jG7vIG7KTdgRfd4xyH
ryFZqk3Z0fFzfVqXLIOEHzBFEEvUsVbXn9LSOJ7plM/g1MqdeKZFro4RCiO4D29s1ue5kTJRMQou
PtIZ67kNqmSlDbjqpaO63oZ+9VSY9QG4nL4T66i/MbELo5lwLyOhgO7LAjk7t8OhUwQUxymxa4Og
H4LMEl6Rd6J9R+rmR2j6/BtB52f7ILsuIZ5DHCHT7bo6y5GoA9oXChrbqbN/K6V5Iu8mD8/Xt+vi
KCgdcozJZ1D3PJ+VIPT6OMPQBKoNFla1D+oHYJy3dJUurN0SC1Fs4YVA4nn5+z8cLSl7OqRMsPV5
P/WPkuQvsAk6fw9qNuj/yJWf/vvX08IEyTTJMNZT5VlNS9HTOgpC3gWwjBGxZ/KvKDf+Uqea7AKP
AhW3hEPn8ljHlbIA4UQ+97zxCgUm3Qb+GDLMau4Ax6BJTWTPbpzmz7uFX9eQ4ORhSYi5LgpWfUkX
Tm+B6Uur7t6YY/8odoMy/LV3p61CNNCpMfDusrny7mYG5gcQSAI7Rlt4WZL9nhe4Wa3Ht6SwPk1I
VySe4YbIO1lGwXx1qGD7rYVOpBlRqqboW1YIpZe04V/n6BmF9ynhxCKYwITOzQ8wKIhvA8rhOhmU
yk5yEzqcYRoS5dh3JdC9uLEA0tErz+GH7bK6WSu7NM/FbfAsx4NQdTz/BCnPnaXpFwRTnYKXiWol
vFcjLfvb+5/rZNHZ4mLmZsY1ng8jQhHfqUsuj9Yw07WU4XcO0Hh3/WwtsfbZlULac5EMWerh1vLf
80HqKG/qttHfO/qEy0J40qNdJhqbQpJtVG8IcGj8QrPhhk1+SjEso9JwRG5XXUiDVnsInhDG3lF/
H7uDFZr3We/Jhe+keuzO89v1Ca6HIoEsUoFAKIe0K13QK+cRwS0xAw+lM1gfgwcYT3ynG7L+ToBz
3TMzH0AZt6l7fdC1hXwMSp2fuqZMiLHO78UwD2lDMYY2HB7JEz0CqTebk3ljlPXt/N8oJjGvoizi
eqvzRiE6gBKYqYW0Og0AS4QlHwuTkkNv+S3QxIXBFsEQetGoeiOTsfL6dVEgVaYtiMTQZ6yhNJ+5
0Lgxx9b/S8NnXmdDrQxf033fmCuGoj9xoJEh87cQrPxtyLaMQvoHfQySa3iSlV/sOikEfQ9DI05G
2w5Ujim4zcbmby2BCi2dEPgpUk4kSc7PF10Hc6zpNCj6UVnyim1CD3Di33peyj9no6xOMQ8SeAFG
Ho+Qgvo23FnfxET6dn0mnw2AdAT0rCbULiSVjNWujKnQysEMnRrCRfovaYTTIaVJd+GWMG7JJX2Y
7p9uiQCDwUgRUDKhyLRWqRvgSVCnnlIWlXSYZIgZBRq2jea+FrLqAQBusWn1rttBACs7YxTLe5hy
0xu+8dMp5o2M7okEgstc+jhXM84qWNaz0HizIroAKqgWnVFPbkVTFwcB5cGaUrbRxfUgUL9AJRx8
S6YqszylUrRDjl6dtf2r3VtQMSoPIeooDIQGyspXdGk6WqE+DjaCeCHo5dL8AncKbaRqHN54461m
9N9QRLnItVLHRtLw3OQV34iSnODW1jMawBsm6HapIN1yEuL5OBR1qXCxbKrCBnFLrisM/JEkSKH0
dLc/bU47d7Ox7c3dcbNx3c3R4fdHl/93Xcfe8Sv3eLfZ23u+5njktwfX5e927oG/8w78kq/e7Pcn
d8ffHvnmPV/qOHt+2mZr8yP58cuXbAq+f/+6Oe33/DSbH2d7y19v9hvnnS/hI9jO8if8mt94tu3s
nB3j8rX8xMftiR9/57r8qHf+ZO/ZnsdPfHOP9n7/au89h+/xPM/xHMdZvszj+/l5yw9z7vnFkZnw
iZ6X4bc75/DVOyxf6h32tuc8OC6/Zta7bcHkHT7dxtvdO85mf9wsH5TPtuU7n53v/NQdX3p4eNnt
XpZlYqGW73aPx8xehn1x+OPrNviRuPz/U/1px9bVmiyuGxXo0tNxc3rfb16ZlOd8d3YH5+XGSB/J
nmsjrZx729Sp3GIbG/fp7ccpsE+29+3BEe0b4yjLsbk2ziq6aKqmpIeZcdiit/3zM/vssN5sye7u
6N45zo2S/yqP+HkJVy9yX2qrGDb1p6P7/oq1sE/X9wiUy40pLcfuj+cdGG16kGBIOj7dbe4Wg94c
P/7h36f3DWfjhK0e34+b9+Opsjk4x/d39tK+32JY++ftfrvdetvtvf2AhR2cux3m/O3+/sMc723n
Ycd+c/I4Fq7zdOfYnE/v8OTc3WF9h90NF37TEFaxuioiaxmzXu6b+8q5YcVuWfVHuH/NBlb+Drod
GhkZ4m7zfgo8jiXH/bQceJbtmf/s7S2/Wk51YDPDw787+Dztf93dbvfvYD+93DKRj7L4tQ+0vlJa
U4mzxShP+9fTxvl3t4/szXazLPpxg49zX46Lm2Rj2AjPxgc6y2/d0+bVfd0/H923At+2td/ufmz4
AUzltLW3r489y+fiRZ73W+zOO2Dnpe09fI/twwtb7bqy7T5hEO+W/cV7wJNsXHvnek/4ocNxcTDX
TfXjgXxtnqvYKimEUZGwVBz20X7D5/Y2n/vbdmM//+eZmR5O9M5x7zZ8CA+/e/0TKB9xyLWPsAq8
ZugNp2FZ6jfc+5FVOC5+7fjinlznbr/HW+/eOS04azw+t8TW8yrc62bDmnP17JZbwH1jczbv7v50
wmFjN6fnwLb/wYo27Am3hHfgFL7htQ/2hy/bb/en/fPvfWD/fl5+6I/X03tkv872j8De4+zwQ6dn
fvv7N9aIz985Dy/4WP79tHvxXnb/Orj83Yv9yi0y2nZgbzmq/9w/PPzzcNh5X/aH3a+XJ24K54nr
wPG8F9f+fs9FtHu6c184orZ3ONzjsw87lt5lVT+WmZn/y3JzuTIid8vuyL18vHN23gNH/eMLv77w
x4tTeHHvnt7eMETn140due69iNzOvRfSSoVgcMVwS97xP2x3e3S58jj6tuMe/rvknBt2gFzdVaeJ
oN35sElvGH3BsIzJchxPnH+O2jLqcntXNqfI/rHc9bhLzsXe5gvxDpvn5VZmo9l4fvXMN+ztBwKC
Db9avne/3z7w790Li+YenKePwIZl3Sy3JifqgZO7/wgXdocDB3Ix9c1ig6fN4k5De4cJsfx4642L
P75bttHdvR2JdNzdyeV7rm/Acjv8/4HQP4I/YDkfMSbq5GuQ6FwUMHzmIU3QIQppNWQ194o43wJT
rTsr/hsG5Meii0wVQVttM5SGPdgmgQ7HXqt38VhN9xD8dg9aF2jbkDoGTfejBkcGrfVDgr4dHDZd
sNeg1HOItG+9v1Zvo4+PowPTWF5G5Ck/lYnNXIbdGBavYhpTu1GT9G6EaWoTQTtwvL7AH5D99QrT
wSATz4OrJGV5bmqqmqHKMRFeh3H92tF3Daupsp39ZIeaxE4r6vcuGt47CWVD1X/Jte5tBB04kYyr
2mSPZNCt8tHiZlcfiPyKSZ7FkulwWAO56X6FMMVEvUiUakv5nUHNnxzyBgTaI7TmebJJojmTn6Hr
jX7OEUIhN4DkFxZf13VFBEUOlhVe5PMF8etZ7lBn6W1Q+8gr6EXh0tpVulUYpzcO+gXrPhtqFU1U
0iSH02J2YasL+wSDuCdH2N2IwS6PYvF0oslgSVGcT6iGccTPU85QNwfhRrZGYVPK0IBeN6SLo5Dt
loBnARDRV3ZkIYCVwoqLHRVx/A5hTfMg9IL+fH2US8YBCpcjQdkKXN0qOAIMG5R9BuFNEknxts8I
l2nWlQIvUIP2Xiwh3JK7sjwofdx/+fuhTRmDAMstfz4osN7k0pDB+qBQMz2OkjZ8R7JK2MPCoz1m
EP7CaqvrjzzJb7VtfF5aehpJg4MkJ8eJSzjfQGEAdiPUMdRqplod4yQvdqHV3ELCfF5aE3QWWyea
Inn3NYwiFKteF8tssmFMeBZ17Xuvmq/+rB96yPWg0293hlrfCC6X0PH8rFMoliFyovot0z21Ci1p
DR+ohuQTpCDwSL1ZJZotu1JSIt2B/b8ModNuArAxsKfHX69v5/nNvtwspkQ6AawpqBjgzquhATbT
558wtKnTK6eMfuwVZVh5yFDSh9rWtwpCF5aX8VQQKrSL0Ve0stxJmn01kKEqRJ8icca80HdW1gnu
WCblDh6OV3iYyx1SEbfkmT/7swWuBYScrh+sZw1kCJGChrcG+mv4JgUnEQvBTdTG2pTQn7rX1/Ti
UJRT4OiAappb+9xQYXkcjEwoIThLgU06IdRTySkqe+hr24WH7fpon44FishgXXUVq12glKtLWxhh
tjE1+mO1EWY1oYZ9tEyQtb0+yic7WfoIGWIBZ2gI1i/7+sf71fJ5RM8whEJjnJmNR3ge526qh9ov
OvdNmGrLWN1cH/LTMq6GXC2jkkLPYKI35UDEUbqSmvyODal1syrtb0zu0xJ+NEmCQCXAAlaor66G
cJ5CEcLKyAmmqtvDJJc5dG7nN8zi8yhUnABJAkHjVkVZ53wJ4XzvY6OCQ8ZKGs2rwn6GT1Oft9dX
bfkpf/oSwhcOFkcLI5dNeOLPR6FvXkKREyBy5/vi82j1SFoG3X5SjN5GHnJ87ovpRtLw05CsGCnl
palu6albZ+NTyVBGpaHNNWpqyR1Rl9Ecq2iFRwney5Nltgub8NR61ye6bP/ZREmZE6ktXSEMSlry
fKLpOHS9mCDT2W4iu3MGr9gqR9kNbwyzyg3p+IzzcVbXDgFjp1cp45Tu+9fcRRnN/nV4/H59Mh+Z
4muzUc5nM+pNCC8Do8hb8J42Smue9AAJn4s6naN5gKLsu9o+dDYsOv9cH3tdFvg0w8Vw/zzbdZKq
9SJ4KuxUZ3BoUbR/Gkfj8LdX63ollwP/xzhjmsPWlTOO+uRvK0iPvtJudvBvbNj6hlmPsrphIEuK
U2GZzbxBuc2B1tnJnfLGWf70VFqPspyJP+aiRLWkxst+HSvvR+K8/ta237++3NI1l5Ztv2YWK7dL
m1k6SRHDVB5dQQ7sUPZXqNBPs2N8gV19f8MSFlu+NtzK5VroieM+GG5wfkDJb//M7cO/zsvXG8Nc
cBh/Ht112SRr8saAqH2ZFfykDmU8B0VHx3R19/v2W+N+gcnx1obdcBfr9nSyd6UVLmP2Lm87Dljk
/TPbP788hPZj437nWWCHdnzjYrm1f+vWRwUKNTld9m9yfswbcYteqddswodo79vptrNvLOx54vyT
r5JXXiRRYbiA/GGZZOhk/KPa8LGTob9l/8tRvWIoazC1KiAUGYIps6Uc4ZXep1G1qLtDnxi35nTL
VlZOwzTixsyXg2Zqb52/i1CyKGWkaPMEorhbUMBV5vHzAq6cR2wKsgYd7H8LmJ5Q0XKNDQq9zpfI
jVwSyxOOWLT/vTXLVUb988ArfzIEGUpPFQMrL/Kh+Vo8VAflh/9IIRhRlPL79JofopPyqL3esJhb
y7tyMEE7RnqxWIyCzcCLhX32O6I8x7cNp/RyL3BNx3T0G076U75l5T/llaeZ5DxJm+VgAA3bRDvJ
fc0ccqu+XbK8xUa2b97jlxwAUC16LBcuA9qfzz12k5hZLi4mW3koYXI+FNciclAd6y5zEFh+ah7R
G9nWW/Xe2t9Y5Ut+9c+xV6sM29+UAl0hVnEHT/+absLNsJncZNPs5d2ttNmlLQXpAZyEdgfgiqsH
QYyMSDzVZWPXaPOIEtwokIeq0+8ur914fro+tbUjWGpn9DPJYCPpwQROer6qehvJfpiqsyMorbKB
vRLNC6mOUMCd5hsuXF35HIai8QYIJh3ipgFr6flQqSnro9yja+rDIXRXWHlOu5aS3vCh69VbRlHB
FvEaWLhM1qkVVZqQZWogo2zhTDlBCW4c6j5tHHGSs1NcZtkXGs2lx79eRZI4PKsI2oGn6Yv9/BFN
FNBY1U2JkjZy4KUHaz4+VW2zJ8SE0lu2uLiwP103E+QNR+6GPkmN5vjVOUArsZ4tQ5gcI+9zy4GZ
rPkCNS8Ml7VWKMlrKvUtdPyZUQ42mINGsGGuzh7TePK/am3eFtA79X2/rzJdfgLnW6EAWUelaZci
qpbX1+VT8A0aDtQSMASA5pYCquh8YVQkzvLWMJAYl/q+pZk4DSa8IYoCoTs2uk8Pi671Y7xBf77/
XoMJ+xk0VmC6EriteROXin6Lf2gdXy4fScE+AB5BxI/K5PlHEqDQjESpHB0EsBJkIBTZRios+wYk
Q4NPtuzNw1TKXLtRP97wmp8Pm8Km0ThASpgk/UeR+Q8zgWdfGCaad526Nd8rYLVfWqghT/Ch3+rf
uTDS0uisA5AkqwDK+nySQbMIElvyDNlxrANypRXdLaYYLncQRL+vb/Lnc00Wk7QXpE600oprsGRg
iGNWQDTqGBAVem09Ir9ZBTfeqJ8eOWwbnBcKzTJA+7gClhn/sXYB9Qklnrve8YXQt0f03u04CxQb
g8oOUTf/H3tntly3lWXbX3H4HSr0TUVlPhzg9IetKFHSC0KkKPTYaDawAXz9HbCcmSadVbq+bzei
wmGHZDY46HYz11xziK1XxuXW1HP7Cp9l+eJUs/GTEezPrx6fAUf02kxOA8BbsW1eRpWIlrfLh7Th
bhMRa+/tQqdbI5AkFR6BSxC095ev7jqO0X+NCdtArH993pWTVpYoY2KQekE+4WwXu6ryrMNfPwpt
Z2u9ADcoOSavj5KokfLUnI+E8EFbJ6cSBoSYf2YA/fP1s3WLEzEQ1laH0ptXr5itwpNYdsNMNfVV
afdGlGlkAyqy3aNqmOLdXz2r1U1LrwtFEJ4c+80zY856Xy6mhN6zZMkpF9pyjCHm/WST8OcBxTcd
EjU4Kapuf2oHIZOFqt7s96GnZXWk66QTliB0DrrvaHhpHUVu/9SPx1jrfzfL/8fz9J/Ji7j9Mez3
f/8v/v4siOJcDf1v/vr3q+y5495/l/+1/tg/v+31D/39Znzp5NC9/HL1tel/2Q31t68yE/Xbn3n1
KzjS758k+iq/vvrLtpaZnO+Gl26+f+mHUv52OD7z+p3/t1/85eW33/IwNy9/+/VZDLVcf1vCx/r1
9y8dv/3tV9SnP9z19ff//sXrrxU/d50lL92fvv/lay/5UecdBmfa7emdoa2S/qpff1Ev61f0dwaR
Y6sYSkwQfbo8+7/+UotOpn/71bTe8YQSVER3j4G3dzVH826tXzKMd2uoCCU9Yq5ofEVG/ceJv7pZ
/7p5v9RDdSsycLJ/+xWNntfqX3M5Bk3mIFzDDl3QaLOI+a9fu6yjJSBpxTZOSnM8V/kiiNLW4fOE
qu2QZi0/z8N+iHXvgB5N0LvoW6mfrIqRZ7/W/ZYwhcxS3IKkHctTTH2CSHN/ztpb5VvatQ7AodjH
ZEkSXa3a+LFsfF9RDZzqZ2eS6RO8cP8qkLXhb0AINGno9q11GvROJE/KNJqE9nZjOfmmFHskgXhX
1vHoncG+6eUuRqmcVBRUnbc42wB2G7mcnd10V7Psxv7gZL2Ev9K5I/FjMW1FZl63y3Yh2rgKSa9N
l++Ekc3exR1nY2MSvgy8KHe9fNtgzU+2E8mOgKPyMrX1/YwFF1CH44z6S92WQVvvhqCkuAOASfgr
iVXBozpUABKtrczjKf7iS3MGuwtj1rp2xUDcaAyPziVS3U0LqOJjt/a0aE78bRjE8NgW2FY27RzX
7Wb2a303sEzqQ0XL2v3sJQqkeUtjdUQ7SnpbDD0wR2vQmosQIESiyWxbgINDFseR1KEqhLFgfOvy
xrxvurnaySSxIdbpaPByLj8BPLc8cKZBfg1W3ddDi374ZwGdSBFpVqfvg76xyOAtAn2jOhh4FcrY
l8pKmhyISzBkkSEybM1603XHuNVaNkGBmULTnnWXAGkR29dFmRLmtSZOGJGdD58NpRgMRx8Ur5mq
bTFDD82ESQZdarr3WWM3zyzb+2LTgZQ3NoVRf5qhDB4W3q86qiZv+bgQBvCtdsjhD/EzuGKb+boG
JMVOjCE0gE7DJU/N95WFuKtokKND/KDMhGvlqhgwCkbcRDyUo7SaaF3KD1+StpuKS5UI5V9qG4Ay
2C7HncnOWRK3t74qIrkDgzJ60C/XzZIW866TsoGjA1TUutbMxSjX96IQO723xQNW//xst10QOYV7
GcV0tQTy+yDoeAyagTTouCUhvcyOCby3sNZIvu0yZ4j0ltrn5A+Xsoea0BECBTy8e4BaSHZ7kujR
0OgBaFPPf1ZdQxowtKENwdGQkMbRORRq8XedM+0Tk8jMNC3HA2aLJSTH7aMs9Y+FHVt7Yct+t4C8
gADVlHudDqepCSJDZQXO7dk6wPHdm733EQT5FirroSdobkMZLgBuQPYVkEJSMhf9Wz/Vn5bZfWpd
0KzCBarsJjtb2f7LUtrfQLZSZI1vtXkx39cETIe2Img7E+DKp7ja0kFrRtYcAKXKUzKBlfct0bN+
A67G2KRkWkbupEeFAzLCH4ybpQVJR2R4H4qph/ElVfY0cr/PUxzs3Sq5BDg+YSM55mMtkkdiMk9B
kHwBVfFe5Xa6MgO/BGBHI1iXfjRqA4FhOf1+aXVHN/xxyUfIJgZUVMDPJ/AzTSgb7SZJ40Mel48p
hPkN+PE6omkedRv24IfCqNx7UjA+OI36rFXyRlGMLHp51nPqrI4YrqZYVB8Y1WFjDFJ8d3PIt4K4
ldDMHAaLibXqSTXufa4WAlDHkZDZZO1AT1q1KUuWmV1pm1vAmhNk2NpBUNLhPzfuyPZ1Gk3oIWW2
812hrxSkBjCL/IKmPO5oa/jmw+a+ahe9vK6D7paUbhUZowWvNnaDS98R0688E7iw0/vXeg0+qBmc
+643Hkul73Jh6ZsgtQs4vvKQ57AELOEcez0ghDf+nLr2Ux20ZdjQmRmV9vRI/iEQ46mLd8miO1vX
6tOrOitICZfx1nH1/JCMI+k2DkiPru1OTgOizsysKysLunPSmvlp8LQCmqO5Qn7Gs1/0772hv220
nCEEDEo0eMsz1cv7ynDaE2i2bq889aksgYx3wprCUhHzonQWcZk0zYMRy4NpjNM1FB4L2mnGAkjX
CcNvL3Kyt9KsxLYvtPxzpqx9ZydPlRrsh1HZN2UFYkVCHgHgWG3z1ggOVZr5kE3G5uCo7kM/Dd8q
V1wVRXauG5hN7Tx8rIT1uUd+CxlstOtJQgzmkStDqTV3uBomMObTBzJFpx1NLyddLVdiHehVufeG
2AwNeNnLSrWhjugS8R7vM9vek7orDuTo7KQYx9C2xB44T1TiGAplq92Ow/hN6NVpTtpry2iPPZH7
x7G27xjfqmuAwgk2KwlBKTPdjeM0AOumD45ef6fcenLtdDu3TRJNQlzGjLaGzpjLHTzuu1IfQeAE
He/6pB2r1j41Yy+fYJZtmxjkZyWo66PkgMEgvDlMl/ZZiPm2Kn2wFI18hp4zRz4BiGe7y7SNr6C4
y97cFXpClndgRR6gmGoMvmnTciNlCTEkd06u8q4IUM8XAutjdLYDU3tBzDtpswx3tU4k/Xdd6gVc
GR7GDfn0Qrc3+ahzB4Bg2DtLrGQI4emaeJ4M+ERMKZ7Vh0EqF+OjnVbzLk48SWhzapg8U7teAJR8
9ixgL4DDpGkAUF+MCqSJlXjW0ETB4mfrPKb80vce/KEo1EWCBDmSf1Jp1IRAVGfunelXImh3usaM
I76bxgD78tgyZJgLAYw0d+hhDITRCLM0UXmU82F7Vk4AScxzZqhk+WLrAGQJ5+7qyTf2k14Epbm3
ak05+T62hDnVezLPJ22fJn19CDp7ND9w80wxXoM61U/6nAa309xOd32f6U90aJkEaDJXQFVgYkin
953nFMI5eFrqmquYZ+3argWw9VgotpFwjQvy4lcO66LflSbvobYVmqV0ebRzkfQIgJPHVsJFxsmb
SNPtJqk+xTP5UpEvxAfdqFSp3WQ0hPfGcfAL/fNUl2qUEXs5P1zWgCuzXqSI5sG2kXvyXPkV4KEM
3ts95rU4yujThDFcaEmb75uycAhRshLV701oOAVSK91ZJFHHVjdfVcRmtSaVg9Kp2qiswDdwea2l
diwAnI1ngMG14GQ6RWU5Ye+XHuNCsTDRXEOX6vpbOHIdg2zH6vpurubZC62+rfaTTPIyJHyrzz5D
+/1C2nyTfTCSXnjvJwNw+JHNXiOe6F308y1LqFv6anPmk8WMvW4Xw527SnvNElEVdKPymHYW0Mmg
3VPCpsd9P0rIHRkZ7BIAaefEw8uo9Dm7VYU/yU9SVFN1jEd9Au7asiwLp4mLbttZRqVClNPy4Cc0
Z+3GXlP5zUI83uxvs67zKTAo/FToRXG6L1RFLFXujfn0WFdmfx9XRFZskt414NoQJg3Wbwxa+5pI
upQuWZCzal9Ppd5sZJDL/mSVmnuIA6CotPvrOVBeYaN2s2Suthq8TT9ajICoiDEOilClrGgi3nQC
cBoLYHUBc84MEkTymhjjKockaKwy6JzU3i4Ge1UejQbq2cdUyQGNS3UAD5tq6YPt5KVCcNFGv4DH
tLArFxkg4nmRoOM1t/tk+FZGZCtE+94vyhPwin43OLPcd1OzPJqx1XweynxgrYZg0QXZFl6UuVdF
HhNVqCV91EzVAJZvkscg7x0AllK7TIEnjiTN2ADPBnVY7Ekdtd5r70XJaOfMK2Sj71Ukudwnd1mI
gZ/AZsMzTk+6z7DFWWrbIO3hrYHaSAn77/F8tjHzGLz4MxQAIGNx2e9wY4mHnn69sNf9MvQFKDkN
t99X4nWHU56CI8whg120Iem+13PLKtFjjf9Sxrr7vQOSVhBTYGpP/jBUILd5y68Bf+XQQEyH1VYx
RCLxW2MHHnhg3ZOZu9RbA1Lp8332swL2pzuRa5/H3Z1rsc6iUPvEtPLUYALZsMWOQ40W7tvWcIsn
tqzptiGgcAMCKD9Mk0jBRjNVHrtMn3ZOOj9pwlHHDi7XwemCnIoPhNZQG6Z8myWMi1pSuMeE9s0d
cFbycsz6E7NOGdrz1HyiiTDZBoWmwqqJ04+NXk0RKfznYOhlZJV6Dmy+YXfiwZTZBQPDDakG1vgY
9NCTuxkmYcoOKiTByz6QXv3S+22y651U3CnV3lb1WF2SjKd+URYhcD5TebGUObhxj3idsgrMyFSt
/YGwnw9QgdJjrturUgIZLPFqLuOIttboxslIAtyCbZY9V926j/UqcVXV0HuMwcijIu/L9zDc2Doq
e9ooe2weORNWqHMwjHuQazMbydwFf2gs16rqmyMJxx4nPk57y4RuxZnI4ofm9LsQ8mqX/0+t5f9R
kmle6veye3mRaDL/PwgxAfLEf/xD7/iTEHP7tfw6vBJi1u//XYix7HfU7Xjc0N0JZV5tgz+EGDSK
d3Qqmmg0ZD2Q2YrY8rsO47+DwcS2zmcioHRgIwP9LsOYyDoB+s0aVkLiKt/wV2SY1/odWQlkxxBQ
Q4IGio+D7++1CDOSzVEJ4c0X2IvwWsBzbFLbnzcTxg1Ccmb0UGve2plVbf9wfX5/Uv6o/3A5/qj+
cGDixfAfrcY1TvPtgXF5zUFhqO7io9Js4FiwFtDM+mCsDJH/+VCvNfr1HDlUYK/ZQoT8gZ54c45l
m86DqruLYGoJsf67u8lxs5+ckL0KuH/Qs9bDsOqg7EAMCmWO35pT/yDSZ0kPu3PN7QC/hNm289Nd
D3Dmgze740lmuto5RWmYa5HAZx+Qt8WGDbg9bvTWd3Cpz5SIMlJgLfBibbfXmNpl6Bor29ZcPPOm
tQY9DxVLts8iK6544MBX1MCEPhjj3D8WY6u+jVmqffY0CosO1B2HgOx8vB47TbBbBxh0n1em+cEe
VPtZJoZ3TtLpyelhznR1TTb/SKwUEoFOCim09+lLsNDPv/nLNwOr7pqIZJNgYbztGTeNvjINlneX
QnnDLlBAkeNh+lmA72ux/bdbbvH68Hzxr62/tXi4DKoJGNL+4izpxxG9YrhOW9XsLTfuf1IX+a08
8Oa+ryGHlJsorSC1rk/6H+57PyRT5jRxf4nnbNfOemgmVdTG1i6f2dQ/JzlWfWeDbzLEExqCy0Bb
k4SI6xsfwonf3UKkKnRwT614STR7myp/XwU3Vs+wbl47fRAWaDWpsiKn+ug7VTQQiaQgGirrYnS3
Y3bSZdiw2GLqSvUvdvaYjycI32W9gsvD1NO3SWFuc6sL/XzYaUR35MveIDNsch/7+CYX811RAKqK
L/myQIG/m92XWH6cl/yssnvE4V1pnOKxChvjugJFrNyd5Sdbc1T88atnlTd+Yx7q4b7Lu59c3H/3
UlFTtjBKer5Bl/oboyRZZ/BDe6O/iDQz9vx1567qJAb6l6wQczgXRnZxk+Vr1Qpt7y1Bt+6X0wdg
a9egN/WdE6daVKWxexYdmLwqhpEjh094Qnej/TIaBspLvgLEx7q7ywnRui2QisJAs99Lz1gimcL8
NXpI0iRqfCsbRx4LzxnPAXFoV67NBqXWWqTOtqzfW4XbHIspU9ypet6bdZP+pAD+m+fqTw9bsMrz
NhFckAFfP2xFbupgS115QT9hPxtn2Y4BaT4tzeKEdm2N3wM1MYZ75cgWtbI+sW8zj7U1wRlVwNHH
2G2J6c6NyAF5EGq+bW0MfQzC2skHVNtGHEBK8JupFLP+L352Q9+UMn+8mbQq6ToVWhZ3b0O9NMgE
oFoNealm0ITsbNqwTwJ3L5vZ3va+qvclGLKz8qeJSOzh0cvNef8/D0H/ZuqxeKTwmGA4X6vzr6+h
qm28t3A+L5o/MdIFWn7WisXZ+078syjUf3so5lYqcYCOqH6/PlRtpy2U82G4BPTAbSZ7NraVyR41
Hcb0J6/KG1fSjyvrUYWmDwyvAclpr4+lG9KHdNr0F8hQ8roCSx/R9GvdqRG8NhfD2hTp4oee6opL
aug0f5ldv3M0MR88XM838yDcnSnz/rorK/MnUYxvPGLrp1tzYhyHJCj+iyv59adLPLGo3jfaS0IA
zrZPXbVBn0thffWNH2rKGogy9X2AH9anGGJ8ZKk8Pji1UrvaWNy9W0Imhg7F5nkZ9evEmf8akefH
J+QeUcbHkU23zpulkB0nSBSzRU1jkuK+qjtk0WIq2Xh19d6b0+JIE4Z7MSxZ/9UFymrY4WlcFw3U
3d6mmZHZg3ST1vV5Lnp/681FEyUDOMz/+bFf7/+roWPNSWNVyT9rrfttZ0cDsHBEzLbPFUL6Tq/Y
4OZerf2k7PynmZfAWLqAcPKzvGPIfvNyuYkOXXkelzMOhL1FfeYAJxDUvOG1EbLSj6P974bj13Uv
8N/vN6I8e2Lizf645Vh/4seOw7besbICsGbjM1hXpTwKP3YctvGOWCNedvYP5LFwg/654zDMdxSJ
CUBbQ3Z0i8DAf245DP0dyVXkga1NJi731P4rW443zyH1trWNhB4SfhMP49uRIBBQwXPpwd9Fgjy4
Ptjf3Kt+lm7zb49CByprTCJuWD68Hm/aPFsCNXMUv7DnS5L06cfSYAz+w1X/N7sY4mtev1Ws/BBM
2TxxfbDO8fK+Pk45phnBNu68KQZpmxuZdjhvmib2b9FK/H4/Fx6sVwJNIbUTpbTq1PkYBfYob5vA
7Q3alYf6AZ5m5m4hLBriaowT0zq1hc7WwEq6ydvVhWepbVYLQi+ljIFqd/Uw9dHkmAMyqRFnByKE
h73hLcgcMEQN+nU28SQ8PsrYNxgzhti5z1KojeckaKyYvVa+lnRANtzFonbqgz6Mnow8aAfG1o0n
69mG2O0f7Ekaew/tk0KRX2PnxUKW38TC7izy59V0VuTx3Dte5mc3upj0j7NpxsUav118GMcqYO1J
n9y1bSpZUgUmP2mn5egU+1bGiHpqoBN8g+4lqLuydaMpNB4dH6unLryQ/8E01XWpYbNomcgVYnGS
xh9rJZF1HDN2ABsWiFnbrAzifD9UwJ63QZzVhLmBLYXxR1xlHdb1jHhkqkVegKPY9lebckYVub0U
9ceaov25yxeyyTs2wrdxplfAxjtlUbkPZsoYnjlnDtWxuv2aN3HwtW+C6UMN0fY7Cyxy3LtEll+S
0YSWrQ/O85iN1ndscE79WfPipQ2bchqNLWZz0z8EqdaBNgRLjm94MZTaSl81+aEx6Q69D1yJN88x
S9boSev3LTW9qfNxpdJiGJHmNJhfZEcEZYQ0b6acnrSTrW2Uk7mHntmo7UwPcb5ZkgEF3tGnfDp2
LtktO1bWVEKtJKeQsSkSQ33yB19S8HRgah7axs1vnCUZf8z6/zs8/7q2lP/3w/OObsjnlz8Ozuv3
/xicg3e4Lxn46HlEx1kZM/8YnDXnHU275PjCP2VoXiNb/zk6O8Y7LNFM2gwBgGPdFX71uyDEmG4R
nez69hq2yfLF/Suj8+v5m+5IViBwisgdw2HLDP5mFVS0MOiJPdU3btpOxYHiw/LRLpzgVHdVfymK
Qdd/svr50xFRt7CEsinAQMmleTNS63Sbrl0LvG1QCUMrXUvUi1KGTsW965qdY2Y/M37/lrb4r7UQ
50W6PestAuWY7gLsla9HbdE6mYj1Ak+hu/C25+OMm6SngdiCSrp4QMwab+t6Lh3FZVYmnwbMvPZm
Tuzvk9XBWW/MkZKjZU2PrFeV/2NV88rY9kdtbD3j158OOirhynjSycJEKnn96SwxuLFMrG7DDhfr
wghido7ipXdvmB9ANi4l6Z81HsWfNf++afnhumBj5Rky7BUSsbq6Xx8ZTp2Xp8hFm3lkYxAKdg37
pLQojTYiHfRjJvQBL4VrdjdD0nTGuc2GoA1xM2pGiH8Auy1dqFl5D8FCaj+bbF/vpn77dDS5ru3C
K+gBV+PrT2dPtiBPeEUZxWLCucxK47az0UlEV+Q4WdoqwyvWwRWOHLeb3T31RPFd0IFM61Kl9V8G
R2Z31VAXGtWyLNEi6JTBz8IvkDBXRfFfNxCx12Ujwfac7oKVRfM29raiehsgMVJ+c2LnmCVxt+Vs
8nNRlPrB07tvosyXLaJl95HKrP1EVnLSbezSkzcdDUOXmaj6z65M7YwepbG/0ybPCmnDgHw++F3r
HsF4OJ+sDDxVhEfBmKN+dIyvQ8d8FeZqLGnTnYt03yZBidfc1+Ryq+agnO7sIDOelhh0DFNOPMTl
phm6urhdcrNONlpA0vFdHlSLubUATJI0Xwk/NzdmllJp3gBInkbUIGPJb9nBZRh+vBoWdpzQjk6Z
yqNKuBml68n3Xuc0Bjdq8p88IoDLqMtarT8S+yd344w+ssfWQIN5LDUPdczAsR8yLQo0Kym6Y8dG
FlznWMfzEca1h9eLptyeyqmDH8f1Rq3Diammr4mXMgUvdcDL4LJQyC5M1guhhktRbBlw+I3Y7HSJ
h2W0WRQ1lXnX9UBuS1nADUPwzq7sxbM7fCM9jhaTNhsd/0FpUlEq3IQ8RFHgWdKhqKWRxGXR7luQ
7gn8D1N0G6iO+bSfNV1/IuIBPxXGc74xcaohLAEID+SJJ+2pATNt7+RSp+UDnob+7PcKV4wq0ny+
GXTLyXGtteVH5EyqeQGV4G/lvHhskokSDitjIGqyChbvSZ+7nuJck/uQtcEb3Lq2ZJxeYt05a6OE
0VNqKXqj7vcMaY3w9Wcfemaxy4MgvvKpiu3cuZkTXEWjZW81p/Yj6CVLuAysqrbTTL+1vWgJz6A5
0LSJHW/ZxPmQ3lH19b9lQiltM2e4hcCRuJu+Mow74i5kd4rzQknatJ1gehjsEcm5s4DP76rUNyht
1+2tw1oQG6Mp60eNkWU8xFbqvm+cRkxHRxt9GPFVou5YsWfzZpySAgAytVQ6iLtRHFunafZaIQ3K
xP7XCmTxtHFJof+6SFsznxs37hDci/wbDF8HOrmLTZGPAI9+6wx1u82qejjDTzmrRi7fqOmv6a4S
Q0Rmjs+OMPMrvcv1B0/q1ULR3yRXYlwmeZCqs65l7FTHxB36R3QzxAlJNbPMjCoSpJ6GYHPFzsEA
LzfzZCL7luijbDkQagtNjLugSClH147Ns2s30thNlYxTSsmU8GvVG89L4oOAk1lsPhp1GjsbWMTK
CsWYd4fOcRD6Y+aJHWu4FxerwAPupOA7vkeHVh9+Pgj7vqweREPzx4ac5exkdJOGOOp7EaJgs3WW
vnmf29pMUVvW+WMh9CLKOp9SqGpNj2GG222CiCsSfasnVA6qvmf8WtS8nDxA6u9tQmufgN/Ua1vR
FLptG2+SofaObSYFNlDX1TaN7ohzw7ocN0zrWmMoZJHLnZvXiN7lYDfUYw3tRfhBd9V6EyYVo2G9
W4s4PSl7Tq2NL4biu+iXLFxiq8Cil2oj9j+lFbewWPxgP3nCifqsW+51nDSYLn37XCQ9hoW811K8
t9oQnMtWK0JjpBloM8iJHBJT77aNypDS6fjkdQO9XgSax6wmpfpEtZeHNXYTWvD71Nv1Q5vc+rUB
nKkoWC5rsey3oyPNuyJZyHDoe+vg9b4d2oNwPrYBWEWSJbIgIzeHvp0Aw6qB18IUu6HNfQisiVeQ
MG1np3loZ4yPpSMvIinto1Xr8z5PBZFUtYbdFt/l8J6Zv3wi0cS6yg1MdVU1xfGdNPBzRHQIduOm
pT50X+lW0B00tMW72XJTPdQzNG5nDPziTLNRuh3nabnVaIHZODpukI2vl4xlad+GPMXLFyvpbcpH
QCp2dFStsw/8b/+uGESl3VU86c0xU8ESHJiQtfg48ipUkeqndNfyxPJuF/Z175ko5cpV29GE7Zy7
qRaaRT5EWu/0p6l0bkdfHW3LfxCxb2JyAEmhNLk3C3PfesZzVS73eIVeeqO5N0SAAc98mpPkplvU
zl6y20yT9tHp+vbGtjpcQoQLDxtrSBhTU+N92bhX0tCxU2Uj+SGlOk1Vy58Kqwpbr7Y2dqzYdvE2
U2gPpl1Ly9CuboL8QLnMiKCBWUdmOi/Skix/iRsj3dp4gPY8g962cJV8GjEMnUcO4TH7YDTtfK4j
TUftR5F3sR5JXTuk8wKlj2qfS80NaTA7dc48zFgog+Y85MbIxlbH1dkJcyjBjQ5f83bZGVOtZ1du
VQzYI7VU33mZ6qBocEHj5KvmTDRFYUbT3jdZgrtAgEc6ZrlrsdSyqtI5xHGi+1fKLxx/Gzhp/yB0
BlUzbwyuMMq9Wtohvq9bC+t7YpHOzUPYhKQTxcmJNC6Tta50LmMbLztPZmzHWWqoMOgmB79Tpqbr
QuWB2vjBQIXWmpsJJJO+NCG64qpetGPbbxEAx4Phd85167Ys32fLbjySxzCYh/PkUd/S5bLc44DB
/lFgwTRCvHDO5xatM9iaVUrocKsvxiYvE3Pc0bnmfuCdbS/5rM8Kc7LvTbSB1m6Uz1VzuzAA7XJL
m+vtGij0zU+ktV4jbzt3MKwjq5kdG8tIlj94rO2DjcT1YIezRavf3leafUeLConyeVB8b4xE+9AO
TTZsizKrj32aJMl2odwRQrXGuUfB7MPkWv6n1LSr4dSKoAF2IjNbHGVmUUNqx1ntU120B5tOxGga
kyCqs7a7EVVVpwdmE6piWjB9HsyqubcxU5/mSvfvRr58BW/ncfTz/uQVtnlFG2jyES56tRlSUxpf
kNCdM50dwSGJS+N73lveh2To+m0n4uGZK+t8lkasn7lxPDGcHr6UqjPx9mSl0z26rcAkAvXD2mIg
KqO57p4mSGHYpI08LLAXHnqzQMkpGpwvvPusAkoby91hSErjS1OgeKBWBSejFWA8fKKjToWyaFgt
EK1470UdLoA9ud/TdHKrftwPrSoi1YhxG6uG8qPHym9pXP+kV0lrhB58vWmD/3Le2ZozsLgy8DOO
rnXOEkqVVdy5MLBc/qMr72nWhzz0G163IR6OsZUne9vH175l7FLXwljJDqW4H+hJXsI5scajmqZk
22qNf6scaTwUgKXOlTQIBfea+XZuKluyZaqDXaFEvY0Nl/2lPh01AMBf2JqmYU/N7A7XmbZHpdfi
rVfZy01q1SvjI1f0XVjsiNgztt9wj8WXyhiNc9dp/QecG8Yhn+32VAUyvTLxWN+2enFO8v7GW+L6
0syDbkZsAE6Jpx1rvNGf3FiorxjwxIeBxc6+LN07vcj2LOLmjZ6Kfm9rOsgvbywv3eBQNNYr6nmG
a+6M1hiuFq3yImcx6RNRpdrhFHN2GM5IN9Q1Noxt1TzgnmTvjEdvP9dzE5p+mm4w8hl7NTcXjIXG
NgDsdh0UXk0Bt0rPpld2GHt9f2NYU39jFUV8VO6ADXJQ83nuG4kRV2kPLLmodDq1dh5VuqSbgNvN
fW+7nGS91IvofzE/Ygou977VLGe1mgrqwXnCg1ixDhnarQoAO+CuHfdFbL20dieC3VAsEN9iOz63
2kIJO+1hdKSzeaNVs3gghqfG96S7EzNU5m2n1GI1PWvTZhkKBR41lee58dwQMN18KOhoiRrQlGco
jv0D1hLqoX7/rVJBESXjFAC1MxOf3mDSErNBxfsG4+W+1CWuEy2tg8itxaVKq29zLOIda2+8xO4i
GJixF0qy2L8UVjz/H+rObMlOJEvXL9SUgTPfAnuKeQ4pbtwiQhIzOKMDT9/fzqxjnVJnZVZdHWtL
M5mlhoDNdtzX+qcFiqtS9p1huPERSkbtOeNhM708zuyij7yGykNudOroWviK8/JAAOR2D+Imnnwn
Q9TWMWK+0l1GCdJ04fUEtYSXp9/ioSDmy7T7Ym+y736GVIbf/R5PwzRbnDNSCvKIpHHtBF55WAcn
eA4dSe+EnFlfGpWadtlcvSD/Y891mfQoqyaP51D0r1Y7JsYoi4uxDYM50rZHa2UxESiqOtggtMwY
nvoZhfM0mru8W7YrqdDA6TF95DtZmBYDLQf+ivIx1C+BdJt4JdzytKzm3eBY284mfJ02pln3VY2C
c82bnZ2PtYo7xRKZvXZNMOOzvdTrvG90znZU0sZYnC1PeZ7b+Lza/BRQX9DQNfZn5Zn1vp70gz0q
l/CKOcxezdy4q9J82xOg8Z0QSnHBt43slqPlFOb5AZvLuuu78WYlZOmSvYDWTRv1I/XadiydsYoz
IThLl5yUQXcl56x2EATL0J92WAvWw4zeNTJDjveU1/sI9CX3FMdfa19nB1x19mtd+OF1t4LRum2G
wL3Zpr2vJ/aRMvwYwuBRzMqKlcTUodTZGWRV7R5q8WjwAiE7deyrpQyKb0wW1K+6DngES7osp0D3
kb1uDXb1qq7xSZT+o1yV2s+jX09k55sUNS7OEHfbvuRutu0Hx55oxtxpjTjA6h0DhKp4I8drOgX4
3JyonjCAREie+Aq7Dc2t49M1OUzL4VtIKT5MnD5ybF+rZQm+detYXPIP61t/mDIPZ9XkXjupQtSb
9b3zJZ1aBwsE4m8DY9l7aSA/0bjJh0jqtTuarvvuKNNDtQQ4fj2jmHmvHFPdIccpLjrHcK4JgrXv
nKF2YrOlvdBWbt7TULoXMigZatlM6gL7uqqj1MisU9NX04XRBPp6zPvlvs2q/qbLQ/631m00MZz+
cawXA2jD0W9o062PWo91YhqYQQ9Qx0wfLYdyPZIRWNrRAOJ1YkTBwC90AoPd6V1HWfesfExF0nC2
XTgF6zebFX7QbrDse7/VVjRkVnXJVJghdo1JHZaKJgiSocRcAJhKqBuT38OMU23BNNAPtf3sC1tP
O9m6FJ3bGL62W2XlsQ+98302hmmMJ9l194Oqihd740pJoebpXpJrcLH0RJ1VZdl/ym4Jj6Vl2V9a
vDsXjNb+ZuRVc8EgiCE2mB71RNn+WJH8dtUVdLSRZ2/3GkbsNfMoZTO1TEdUGNkHSazld6UU+5vw
KLP68dBW5nAx11t4NfYNNRKK16dg7oJ708eKULBojmGBa0UXJaYvhTW6mUZxaNH8Pwjd3C8ruY6O
O91PrbA+q2FJYxtzxnU5668YUSubAwvLRNQuhvrA/jmbB3Yk5oGXbYoyvzXcLDLzRR5JT1Rflt7F
QdOWxmUKbTSeHzg2ODO9rq3BTzwm8cL+FIV3YTeLtqOlrgFyqGKdvQxwumwjsrWYcbTBcVz7VT6o
ai3L48wMTWO/9ctyUAJFk6+9bQflWFyrtMWjBz32mWHJmatoFm5j3ae1P6+gOkNzO5eVK3fa7bQV
L/1ZjIt7iOp82kSw69lYnF1qlUv20oE+6cjylPlhhcrD6FHp6S2k8Cr3c9+FBzlOBqvQ38QlcXfO
/Vz2wEvBWoOdrY5jhCJKFel0+F7WosyPNrPFyFeZK6rjeq284NLtZqlj0Zcr7FEjw/HUbAAuV0qk
QGmtIWfBdC1XFEnP9IsE1wNdlqWr9DyGmlFNrQ6nO7bTpnzvMK8Bc5deXkTnRet+0Rmt0A022sr7
AQJX4t7z13lc6V+Lkc2TzApnknu7puSOSq9X1i0xTRJv5jQPxb6gavk2W3b9JGgISA2opgdkrou8
9B1dvYx1X73QPaEmR37vvG196U2HvAnc7cacW5EfEM5lO9fVzs3EW0Z7Xgg3S7oly2tiGvPtOiU+
eTjVYImYlkY53PVCyubCF9PYRW0j8gQ2rL5qKmWsURhk53ITv0JzaPABUWrO6X3GXOUqYksoEe9n
+aLgA1X1A+d62ifQ5577zFSgsTq0eNioPyxRVTuMjCCHjE5jQuSgtZbRaCBYv7FM7CV8n8jtow1g
sjzaHUNNol4I/n6zbXyvQx3Cn2xDt9zN25nN9FLPmR+yXIzidhkG/jrjjLMmLoHynqRiee4t7ERb
pPSge/TieIVign6dGfV+D4yXIeHMo2Y1tmg2LM/ct+kZHSmEsVx7xeBvcWr50yuEhz7OZVa5Dx7m
2qiSrtHFNrIm4tYyXqtHt7GDa6ry7DpNISBiG+klCa34WM14YEGYSOnNzicepMTy609OsUVWUGZm
VOkCFH3GfSGjzSo3HDGMVscPRgWWhG2u/fuNuS5+g4kq9072nNuAGsrWd6mbGjyZhpF5tbcxNNKD
hBzYViAjIs6W5anIUDUl+cY888ibVw4QkjMX77Q12GYTKVAmk9elvmVOb9XxRMP9VfcyuxuIKPuG
VWZ68YQOwcDVcOsMpkUQYeszxsndFhnhoF30YbKl6xyZI2UNp6zyluDU9j04bdY7rY5m7Q5XQ1fB
h1JW3RGPvLrxNDfVC5pb8bqKZbsJWz9EAtkpgkrLsXUxtK1mFfchw8MjimX/fet0uDdAyjmllybw
okD5c/3KBGNJQV8Pfv5jDmcgeytDXncctEPJD/7c1PvzrNDwCnrcPYRujzQzD+S67Llz+32e8Y9G
tiEDVvzq5rtp8Vl9din0Rb9s+RextT3+HHu8sfoyPYAznK3R5wCYZKR+TI/jSETO5baWWEhbxeTY
pLXTukpyp+ZVZoanLQ71YlJYGYYl7tzOr+3LlZiPPhrRFFUnQ+TNFBtz53NwyxSXkA8ajyiVpJrL
pRmA6oOVKbFYJ4YqrtbRvZjy0a4vcM27DV40l8WtC+r9xHMn8y13z2UnRLt+dMasseOsnXgrTBp3
3rmpNk7rMLPV68qnpFglj7LNs5DVMiKTQDyGby6US18ft74ub4ZgDMUtqhdTAEjgkPqm8JNXscH8
X15N3so59pRBGyh+W+9mkGbfF7SU3s6hzbtBtybsRM2wnMFg4ZNdpr59G1xt4yXSSLAjOYzVI3hu
8J4Tmf62ii5bDgT0VC+ColPxspb2y2aCBURTg9ayTn3MV2pc5tuzqrCgJfCXV+KZcPMMIeDKycx1
Q2M9GNyhjybQ22VtNWKmSWVBWAATi2+cvnE/kEPUp3rseEGndDzbQa3FzA6+dlWFm4qymyuGtZHY
jmxAuhGw7ZFEUL0WDNS7gsNc8RMSSX7jhB0fbapM86AREcBvSsPbMU8ptZO8U0bGise9ejKFGLBl
WZhbD6a7VZwYPQL6ZG6YvrVrdbUOcT0r3e4qPo6O2LgqfzfVorttwpA9j0N4SsA5iDShwambq6nQ
+mpwtoA+0R/9DTdO3X6uCPaHhGNcrJcu/REewqxJKU9rLbp4HbZVJ33Qds969FUbd3ULz7EaBYkE
v7FYa23V9QlnMhLWBhLsox10eDMXQb/uh0UEDd27SGFtQ5U+lsWMOfe8ee48XjY/MrIpxJe++jn9
aDA+hMivrVPQ6wZbf5h+H0KRx3abUtO1uROeshm4KNrwtb64rtyWpJ96e4taZr6Dc3ccdVHTOfpK
diJUezU04cE1AkD+EZS/Oc6D4GTIvCplxnbTXElLNPKyDMLa+zb5Q7beFeHYpTe9N/LyYkhEq2Iy
vo03EKBEXA6lX2zHdh6hEumf7erkhqPckq43FBO1+rr/0SOsGqHPjPJF2Z25XuqlFPKr2DysAJFY
ZHWyB6sf3xkUXG4vQp6rg8DSfrBzyzn0Mfr7RvfoyOI8P9Aqd8oawyn22iBzEhCgPGm8Adxnlh1n
BiRKnp1CnhLtpVYTAvLa56T4cDYmxSMj13093YHKF8N93eXieSOmyN8NXWgjPmyH1I2Dzp3c2wlR
J9VcmifBbF6WjSUeppQRAUSBWK9+VRKKxXDya3drLdpf170kKGZ7ddw2p8Iehgc/3dqjWgNUNUQm
HOzRC44l5dItY5D7RCiUrkkj8c5RzHElocwpgZX1H/EnjJ/kpaUsnzD3D2aWdXfw2NV3S/Xzj2FD
189btcpkq+buIS9wnV/qqQ4uPdV5fWKUWpPvTGAZ4+Hl+koUFJkFhcLbQSJSgtjWf1ucUH4dmHn5
bFD6Jv7IUvDLrEsKI3W/13kdOBEBLeJ6Xovx5M+NeZudRy4eM7QL4kLL1aqiqlV9krfFeGQzcI+0
VT2W9q3APpcpjw180sayX0274RzqsnebuPAjY61BAAIdXiJ3XS5c1BuYSYzwYs1w8KVL6d9koRI7
bx3xyS410yISZ3EdAyJEWoe6yrbHLDc8BFxDg985JT7mOsCieKxACN/FOGQxMTLlLW+QMhKfUIkC
G/0wfWo7rMANoaIgvefiClmcJ+ISGOWcHp03YZTS6e4xgoblrvXr7HYDb03xvgxQq266NpFjKZzg
Z2/S4+ZW2Q+4bDY7C4fLLqtNXDBAyoq0mDoTcTZnI9GWTunsqGubCz0qe0Bxhx2yq6aWr9Uq42LO
5WkNNZLXIJi+esRmYKOY+iuxbenJaivIMUu+ugHg1ml1pVHEvtW27m4rdP+6autHkDvFjZrmZ4Yz
rByFbblbQbSu4E/X20WhFI4NvKgP7ahd3JgBYRugnkXcy8G9GBdEEp5tTE/Z6gTva6XbKwuJxR1g
Kgt/0wS6mG5voujrWBthmosImXS+xdxamFJfCXmqzgnWpLgYeu97ymvJnjG77KO2B+MC4i0O5l71
sVHkzMpGaz2ijzCmxAl04UWa7jguF/fRXIL6CiVJS5yGGfgR+6lzRJynYKtp9O+caWVmiSLv8XqT
KjzRIFcvMA51MpYTcxUNgk9iVwa5HTs6DC8LAmjelpxYhEivWfvMEFD/hjiw9WuoOrFj/iWpzwD0
r41laBDdkSM1J211pX5hYvh+IrYDLrmuLl2Dk3xtBFkeqSn6RBvqh+GLGQ24GqvkLBGK/yvT1spX
LZG4GSG4KNNwxY7HjivFzXtqNob9XBQ5oNQgijSu8BPs/iDk+hPF58/aHKQdAVYf+oGzhJVE+V9j
7Hr2SxNfB3tu0bFTM07cvdzkNH+SAALfZtb+baEFleVfX/ZnkdRvl0XT7yH9wrHgoZ39WfrSTPni
busIod0YPoLAanVkUoF5s6WSvopIsZmDv7mm9Zs94ScdC7J08vNIt2OUi09y389X7QcvHOsK9nmc
nTOaWbQmPJTJ5hWhIBr7fUaQ+RMZHJC4FjU1YoigOEL60/HNpbeNu2z1zI+1GvCIj0aOq7/xh0W9
umJ0jZNngJgzHCcsWvcDupkaWrlO8QOn9lpAfgeoVIiNoD5YC4t4h5C4BlzXyIs5mcOmPrpV29wT
QOYZcVdt9s1sqek5oMvF3DtS1t63vWchAyKRaDxmUz1PpCPpdd2VWqJHt0YXeq6gMeo+GCR+VpAY
qmQX5aUDKgtN6ynMcRVHXTEaJ1OupQGrpDsV+2ShnFy78R4WuyDSv6RX+NCL5qzLiNHZERiDScqg
uIy71LGdpEiNjbLQqCUJ4shSvKTPsIqegtzECbIOzXryKpOebXFd0A9EPurCKsmnPOO+9itZYkT6
K7c1GKYT5NQay+L7Bxir/KtXNcI95AWpgDtHWutnFSy5GRv9MjELe14Gc1fMjEWLumzzklGBRNNo
tgtbAOiYEZuFPXWnqh5VSTdTAhyHft9fMuKCYybYNCNzloCAgQgPx4phXoU9/Rhxb4e0HhDMtSQR
kVfijdMM2JBVwAJWGbJ9I5txmWROrg0KVTPcd8u6nVS4msvht5fjP5KZPrXoG+pfncQ/hcL9e2Fx
h+/tOVxt+PVHne/mj6bnf97d2Qr8/y0d7uyu+NcqVHaz9+bbH1Wov9kxfpehCucfwAEkHqK59NnH
zkPTf/cIWPwJfiVcImw0poc6839UqM4/2P7wamAvYuvDEfA/KtTwHwgWmT0DpuiQK4do8f+5pf+5
q/5uFP/zdLhfbWKm5TMAAj094gDEqPy8n3ce09+s3kxnljHONpiFrTBH1lUK+tCkhu9H5Nz2iNdK
L7zbuszbQVrRr4hJ9H+3Df6sOvTPt4JbBgnWWRBLUN0vWy8iAN0N7I+0Tv26S8nI2U19/7AG6d+5
Cf7uSr8oYf22Ewj3hRmTxuHu+jTMIUj64tbLhfk3x9ifPWCMC6iPcR1hBfHO9/IH16poVTUYDZAO
4SjzYZsHHS8g70mY62rX0O0k0JrEjIa84Slic6IQ5vXtD8vxT87SP/u8f7yHX57s5kxD4ZncQ+Zn
+a1td2Eim9x4IBGm+Rvt6C/n529fIsJRPCd43C1Q858/rrvOtZaK9QSVPGGbDQc7piPylqThRSAm
GKhl+H1b+jdlvL8vHJ+p1bwOGA1F8MvHc42tdBCqmDEyoh6CgADcnTDosylljBujNAWZMfl2/OuH
+pt/5g+H9m8fNUC8e54VxhHln8Wpf/hm4V/XppxyK64RKb8GFu7DNJu2YgekQoghbb2kdPYbgQc0
ICmOFqUyT/2KGuxt3czaO7opdgHcKF7fJW3TbA5sfmE8DuNm3DWemapb1RNCFRlUfPOdX1ToPv76
Q/zZyggtgb8Voyta6F8U0BXzsWaycAFznVLA/KXZfAgrsosjm6ijr399seC3R/LLI4Op4XHB37F9
/VrUrZsTAtgFIRHWYEXRwBTykB0mz+/boMkCePBMyQT4wyCcMhX+le92gooG6SJ9yybBE1KjBaaH
C8tI6MhGdWUZwAyJBu/oogncdYSR8O2Gjn1EMVjAWjytGZB9xHNvn2eahfoZLCPPUJ9MdR4X5FVD
VKfOjE5Squ6HUA2wHwNRmruGaJ8lcdEGNzQbebEmqx0YClmoSz6MMcu+TYICNhDjT97kd30LHn9U
XaCzuOk7MgONptzemnZR1b4uqOWu6Vj6LPbH1Hjs3dn5mAjfVXtpQzYkQwmkG8OXwRdKRZ8Xbkbw
aaVmQ6vWWb2BkrELHqgAiaD3J8SXowVYBtre4XD3jGycdkIg4kuWySq/jGYX3k12TXQbiVLq2RWc
N9eaHLp7F/9BfVjbqWWHrzb/OSTsEEdMXolbHyHYVx6Tm5LsJaZvzBfx1/2EKgD9yybPOJVPU02m
SsiQeGuWZTxX1fDpAfK85vXkfUEvvlhRq6CS8HFvn/QI20oWTWt/wQaz3fSFTr9bDFK8n9se69jW
yRK+P2iD5AwiklSTruP9WGK9SUh9dl/WIZTEZLTe+lj0TTvFamvNx80wUBMFsp0fg1IFDxt9fUPO
Hhof3PXB6ESDqLYj1VzVRKKCo420GWwhwZvDSKRn74PXGLB7bcRD8T89kLTisJVG/mOkTc0ThJzl
lQMMg0DFQa6V2KhF51s3HcQFxjcNO6ba6oEz0692nsgFCDXotbO9EMJjzgfPWBzvIkP851wwpUpQ
k261nosDiqfiuZE9PrUgdQb0gYUuqepav38eyNInMbQMHXV08PW5Jwe/Vbv358HLUMVl/UitKt2F
YQyIgvm9whlycUO8+Ea7YA2pjJze9exdX5MXlpoU9vHAScOgIDYzTPbSZjuul7b6tLMyR7DUF21B
GKVZTFEIK/WGhHPq9oZBKR2Ps++uR1BCJl8Vjl+EEZ7C8dnmJFshA1caVA42yO8t30qwLXjf96pD
hX3VOejENHW+g7630NVZHWHcpGQEuEdBSgTjiiBsIDM31XtJI5TQB2eGddgHtRq9pLMlSwGaDQss
5yMGs0tXu27x3HaUU7Q58+QAlQG6Yf5bgvVa+qs2rgVN7/q6EPA97xqFmGivmnFZvsshw6WV6oz/
Ih+WcopX4S/Vh+AlY8CDroabFo5reiEyPptvIZHK7NbsNdl+Ay/KpZOu2ZDkDMoy71Vn2K+uOcog
2ry17Q+SdLTYHFmdBC8KoynYonDDxRiF+/GGJRC+mmpV3qnotB/SRbrwSsLCY3haln4E3/ILVjCO
wCqx/cx5BJ/LnEjoHFm6oULzehYD7WBWnlNDxnwdCpRSoTEdvRTUf4d6kh2ETbNF8+Yadnbnq1R/
WO60zV9krXJ/jMpGyu4NBXG/jXGrp7IxrzMxn3PWhNW79aW0ZecfWy/3Zp9cuRGNTqT6DmwvMhsU
87d1iQjETUIir9OKwglLpkXkdG3OaK9y76maXJqTcNmI1x2QYasI4bnQ14KUg/qgHcUinASOl0QW
OK9jTYrfU+d4QXasC7x3UWUGM7Q9PwxZqb+Ur6trbhLVtCJ6ELmBRzQawtRDK5eyvnYGVYojU8OG
9hGNSd3yHjXeSzl585PH3IIrhBPZNfabDQNSaUnColwnJaBiWvaE82YQhjbzBU0412ybFVGetnx0
smUGO+5mN9Gb5eHHXOrmnfkVcr/ozopW3awPQ6aG52xaSVbECkLsbDC/SGNFTJqmMpE+GlYxjDvw
wusKf9cN46beW0dWyMIhCXeNVlsyjP0Gal3lEC3hvMe6CVqOJ5VgDQNDQgpY84TkdjYjd7LMyzUd
dvhby52puohu8WtaeGnioNE3ETSO7rGtp3xv9GH4pZxCI9r89L6fRzc/5sq9qs+uhByebpfbzd6d
szTSi+ldMgoQ5UG7zchZZyYVTDKNt3VDD+MnAVzKEDc5c/wi5CY7/Crlznbm3ezjtw39vI4c7DBQ
YCmK22we9syJyPajqY50/a9nHQxbkVqC96Eegj18cX0kn3s6lb2svobI24+6deYDEAL3sGAyDdOK
XYU4EEK1nOWzCdtXNHIVhlGyLG2EILOgeSbsa1Z7H4PKdbE0cHiEQF6WgyKqEI/uGwm14KpoOUJM
PL5EMKAJ5jDksWzEJyZQt4zR17115WbE45pzmjOA8QAvZhLsVhDLi+vpVS7ae5XDhsqPXQ9Fyhbc
Gytaz3pGgmb70w8S/7ydEWaXw9B9LvDHydxV93h8T2HaFgdDFK++5d/pENtKVXNKl+dnVVbVSEyM
I5IN9iaMpckYD6tqSG7PenOP2uhiyK0nUdkOen1Lxfg5ur2Gez4WjnQv1hI7KgJYGwIZ6HaiNqg5
nBzzi8ztsU9kn64HqxH2TRE0ThsRrYdgQWgseD3OWdCi7s1puuyxEfMELWGOnZv0uIfEjnGxd5W3
evsRJcSJSvYJgNy60bnLiSO65hYn5UWfk5aqhIqDof3ItLgpQnkh+g3ApoDyDTDuXLSpf4uCF53z
NFxlghRl6YdG7DbnbUUz9KVIKH+v1NxkP84RXB/+tpEdE24yzvBzxSYSocti8waPn4DLw0TDy27g
M2u0Qdi1tnqMeOHEFQOBJcCHI4Ems5OCDnmES7ydCv+7OfFvmJYqjuQuxXNr/tCNt6dIG2+VQY7P
3ASHWRAeqoz6UxKmm0CbISuyndtMp/OXxR0M/DnZfUnXWwJMkdgkRG4kJnqF+81kpgjWDwKnN3Kp
B6Ih68ZPpsBpWE3dbvIWF5nhFtPskMXITGyqQaZCu1okbRXMu7xZ7/F2p+f4vrd0mINHu7EuygCB
oWFOhzrzS4jX4Fq6KCp89e6EqE8IR34kVeg0hitZLtmX0ZZPhImsMfTVpWoRwKosfa8LzjfwCBzv
nbypKzI9c9XtmoF5OGjv2WKoeqbR+hwYDgLt2hJV0lnmISspl21ZBYkCfqQ/dYw4HAR/eU4deUiL
wj4/+9z70q442M11/WFWOUN8GlxxE1aevP9Qte2SqiuaZECj2aozdeqvpJ9mQHXetANMHq/sYGW/
Xdtrh4KYkWo5OtFqS/UzcBqsM0Hl/aHp7XlB8KWJPsLiQjD50hsNyz0EAoWRKwkMonb8gubB5oc5
2fohpm4jamlc2fY6WTCQquzzs/Bpu889mT6u+dK8kibO1BXfzTueWp3W8HV2RhblrIX53R8zWN7C
m/IOVwt1fVzlHqHFcquJDOMo5dGTeeom1Cdec0IxK4LINdxt+hJ2pPEezNztwpPa/PEGp6t09pZ0
2rvS7JWMOxnax9ocsgvBCUynJz2UE30vlpNZVuER6yFph9s2FaycgSQCcNHM/kgtD+mVazIHi2Qp
u//BY6yIRhwbM4HNDL/1a4AItpeTg6e/81O409TR2X6AzX0LJ7IQIkBPdz4prJ43A1gPj9Ew5VPB
NFPceZkvHiAoq5aoAqu4Mcd1KJMeE9S7pQmEeZRgUYJF7Q55jDG+PAvK3ELuVC86zAChOepkCySV
r4A6xMLmED2WkIFivtD6PqpapYTNAOLk6EO7qoyYAVKQxZaSABvNzkySp5qN7IeCqS2jaXDSJVED
VuUDU1AQaHuTkZ8se27fsAGvaMWkeBkRaoh9MRnDqz5jqIwTReMZ+6IHtkKBjE5HBal3lVf2aJLy
Nvf8dtb0rHSOLp/ebqpfPH/NX/K0ZqHCEftPVrBwjAVjGeAv8tK5SjYp+7dBDQXPaq2JdZUGUd/M
EmjusrUL0aZNMuNsIFqXi6NsevOLDpZlbix1RN20TqdRON13Kfz8rdbNfI9PXb8FrQMMPKnVZm1j
HWGmTOi+jr2kCqyYXXAo0UZgL8UtucRKA5lFoggR6+TbZH2QgxG+OjJkP6rctGDfJVB3S+y1954H
ZSCBwMFzNnnblX5w/K79Vp69EDS4naziaenWq6mlKYidrZ9pVybH7XZhODjNwWit9nsfrM6bWUv3
icgFKO9WOE4b5zPJa9CcYU980MSUbRgJYuR5FRv9zZsaMs+2ZoCtGb3ZejgbbO9TnHz5BUnk00Ol
KQ6QG0hjPjjuWHJcao/obFhM1OF2sH0QYNver0aqsBS5afUiW9F9ztXZP2Y76EJ4y5TLWki7p7oQ
SNJGpgrrpBvDsEhcQ1eCJJ8BVfvSetQs+GEQWzCP2HnzGvh3PrfIPw0IYo8TV9YOig53wKWajfmP
Jl/s+8lmHk3kjP4wQLm725dga1Ei6sBHFDmM80pAs1DV8zJIy8csXDffjAnZFhtx3z3MFVHwkbk1
LUg+O226q6rG/NZJxdAzuZoEBQ8CcdpO5wwrwPy5UpFumP6Qn6GNvspt2EZoh8X4Ws1Bjx1zQ6KN
t0lKlGjBMpT7pTRgEmBsAh7yuNJUESBglKTYTQumgiqw93S+HBeZLlISKATiNLveigBtXieeq9V3
+LEYu+jURpVZUWjaNWSNZ2LZNESvTjPAY7pfCSzExjR6FmrANbX2OGfHZb95YzEeylmE67VbMcck
YoBR8WK0YU2EKwH89xgEDIsEeNJ+sUFqZkJ03TmNpbURHQBAnDsjoy+374GN6PkQtvJsHZtn4yHI
YEsjc/CrjMOj98u9q3r97Bm918Z+yMekwG66e4vA8zLKNeqeI9kKfn0wsfDd97C+ToxYzZS7vsxm
Rl9kAgR5LscRqlwPbOdEpXS0a/N+q0NEtITyB68yd1uEfy0n1D6tpJj2gyXL97/GvP4EYKNHp1Ci
4Sbz4dcwqMasWwAnoOaV1xnJnuyjdfTMg3H2bPz1pf4EenVNITyT+UqCBKFfUG0sEKgFz5da+nXb
d7XNIIwCD601evrYNVW6++vr/clHO38oYaKBJgzDP//5H/BPfxoq0z1DvcLHU2vKbLlkCfBSGsY/
iad/ifD+r0shpwZmInYjFL4gm+PnS9m29numXZwjHwMv9k3Otwb7M4Hglnv515/ql2gG0OSQa5GO
QegNCDag/c/XOquWFKmcWVIhMHvYXFWcalA8hsmErd4Z9kTy/8h9Ul4GZjEkAB7tjSJNdW+hfXsS
Q9ldD+mWWfu/vrH/9fVyX3glhRsC08KI/wI356E7QPSlWYJo8itmeLwQbYvseErzHQW0efcfX85h
8t85dIkkCOS5Pz+GMu16b1q8PAndukwEAplkBi06eoH9I3BD+28w/PNT/QkZRjcO6w5kLBzisX4N
EnVIRRC56ebJuGELeO9a2QcvdYpIzMkyY33ztWEhrJ6Xdre5o/c7Mv0fEZv/Hmt5+38sT9lmmfxr
5jJ+b96//TdnZ9YVubVs61+kO6QlLTWvNAlJU1UULmpvv2gUPrb6vtevP1+k5HtMcgecff2CoSAl
La0mYsacM9jR/jz1yJJGWPL7W+HS0Or/UFFGiYdnDC2k/lG5NJgQ/7dW6dsUODE6c2zcdvg/lxIi
eJh0ssIxB94jTUY1ES3/oP+TUqUrtYj/mSJY5OCYgtkafj40yLNgbr+dkQWdy+rS8aOflhuVEyTV
tRuhTdHpnkP6MiubKKL3I1qz5tWAxDE7tGNQLOJDVtMx6WVM3Kmi96JO/Ka/6gsrLLF47VXIHIua
eUqX42j0UQCR1V5xrxLXWOIdQRvsSN26RUbrhRs83RpY7jRQnuz6MqJUb860BxwaznwSr5z7ikzN
Jn0dGZOKg5suSm1YQAEkFoUGcw7rrLr2IaJ4T/ZURD7e5Ys1ev+FR75V/YAcJXdXQg7nA100DFx6
jqMRLhl8bbpUXGpdRD3FB4oF3rNhZxKxeE3Ym9b9SoOEwUPyZ1SOPmAaqOviMSrrtP6vFprYMB3W
HkKCB7A9hJ5HToIxgbptGrCE8cGn9zqDwKkZ8h1dIVKu1mj0fclNA72PW2ibZnaMm3xOLAjvLtoR
fiUZBhTsFzGSgub1H7Px/1G4lD3t7Sv3LJxyYC/h+4ZFz9krb7Ne434/tS+r3c6Rd6R2HK7TnYn1
iqvRQlZ4t1wrWmwu0xGIlhL2M+0Jpj69tYhg3eyTkt/bTYoZyDGO0YzCBgq1AtXctzMQcAbK4TyH
PzqTAleLF4IZzdDM3WkxiuuahmcMFZLNoo6fDIVufnyYkwHm2SdVO0uO8jfjgiEbaAsGPRzAHApn
Z9Tqo+nDuMX74aH00QXO011JWaFts8R1ngJeCFTuaGA+ImhUQBgYqBjNaDG1ksV3JvQzKwnjchhx
q8HvoBio01hfPbJW2/hazAShr5XdD1H2OFcYRDz6RWa5Tx+/3LcHGqPpooOnekrVn00CL663o6lx
LWx6XS8/ZtWkMdH9uNoMI67ZVbDcxPTrsMe7wCg7odB8fGn8Fs9HEE6Fj/sWUwtnePv8vClayxni
1Y5+uIU7LOFvw1hkXnPoOyT2CS1Zcrm4l8Bypq8VjsapApbq4FI+ArN3pf2lVhg1EG0nkazUcbRi
zHCGrrJkXqCqg7vTxhb1kq9Q7jnVb8iSZDuZxrjiMyn5imkife88G9gR/Urw77DI0rn+XpdByip2
4jYH2wv0YDjBwcZGh0XW1WnoNodFVVoWLm4k3OYyLzTzoRhTD+w7y9jiq3EN4iqr0kgS2ZNCY3Z5
+bik4YV02Y5zRo+2xKOYRAPvZpC1bStv4d9QFMunjDT94qOpaCQ81+x0srFAvyz4oV+WsFSvgL/k
mVMik+aVntkNf+ZUluXEf4RJLormjhI4RbLKLc3mlU20ZITLDoUKHgAgIbSwCXPlWldWnZgxdNQ2
KFIb+S9hQp0cl2iyXO8prZOMV1LWXjSGT3U2lK7xq9o2yJyslpc3N30+1/8erT7no23IjUr/NGGb
p9ZDnip8hWjypSos/qAzshrYYNcRFvj1VOdy1z7KXp4rSKORXqtjL7tasd1nYyST8VzWHXP1qtKI
xijbLKotrAPsUrNDwDW4Oa3TSjMcYIDV2A01ryhv6Hl82D8KOUG/uF/1tqNiaVTN3wugIGSRUdaN
0Q1l1xnF8lBRHGjAgF0rzX/icuODTGXeRMe7uywGB+aG+yFwh3tlIhaPn8pQRQzpx2vjlJK82Vyw
I2PtcQRx1LI4nLfrMnZDs6MI27+ADVDTuwzXlUaINDQ57XlG084MmTuiJqf8W6YWX4AxJu5u/xU7
STrotXZa9MYTRu5yWNPjqOUt9gTy0zN4DGL7K3g+GbMqiJWsMoqAUAh1kUZ4fc+Z3WrnmZqQphaE
TLirK/2MGkj1ONLAdo++T3OqZ/cB4G0xge20qhtvuLe3AxRkV2ePlelFXGD7BsanzO9qm+3WuFit
BUieyp6tndGgaKyTYmQetItuOuNbDSfYrGnj041VH//cTzsL3yGeGKgiBb5vjABUiwLdAlcV3LFJ
edaWZmS0FIicFJzlUKbxAJOBclfb/WGCVbBwIUQqzlhaaw5wuo28bzr3TmdOFAbXRWGt5XxTwDqw
3QNVK1mOuqZNQfrpLvh2E4RzSmrqYaBm25DMqBK8fdMYNtjsSTp7pkLmVOahCGnzmVyqksmpIEZ4
MkSh4xS0fiHJzpv0wrfSmJzLXuyJXRmMxEyc//B0g1ODbaMPScTE0Pt9oLcmtdL4/LQ/QPkmHn4d
K/mSd03YBY89+qH6O5svkpVDj8Jtnv4I8gALihvEKFNs/LEgiU2Lx8CaBxtS6lShuL0sw3zkdCnm
sk/ni6YNKes8GnRucY5tlFZd8kkeeXZE+5aCH2tCrMEAGJ7p+Sqa9YSIWTXq2VpaWoWBoM1rBKUj
I7Zt0kMZprqxj8qYetoltAsZkfrt44V8Fq1wB6xj60RlpmeQ6Z4HCW1rYd3RTM9RBZysf040p9PL
wQisgimP1S0+QSCdbc+7hiAob9dDkLZ81pD8/X3ggKyh2voU/J13I5E1yimwsaqft71R6U42ZFY+
x/6hD82Z1wKAF8iCYNUTjvSID1glHw/HWbhBFmNCckLiq7kbB9Ty7WRPs6FvY9fueCGdUSEj4qgm
mwcxHErl/wW+VXTZferA940eP770uxHgwsLldMTqkVE4ixtXCAJZBc3hGTavW5ff2Cw8jhO6axl8
2TcfG1uKpTra8TguL2Fowbn+ZAQInc8WPBaKFhhR4CmmJ+/0bAwmGvh1WRHUz5hMzqxte1tgcYrv
h3+b91iWWTd+BpvbvN6DmKJY4Lw8UMqV0mhW6tVODxagIFt2ZpjEhslA08VXKtByIDg1Ulieaftg
m0Ay7o5I2cIO1C2eNSa7MRo4SFmJYVRD+hV74r4ykMfBMFVH7CWczL1XdHdiI55Cx21ekXdJ4NB6
S2W0V7kSItJ3jPtkFtdmO6So+eMoH7FZRruJaDeNTcWtJFs61gdtIYEQtSQ5qbbtPx2Zfa9du0qQ
gy1Nk3YPI5SaJLzJLFMODUslke0idYa5GxzU2K3Vj3JeW84YC6YeZ/x2AlZmu1Chu9C0wuTfshJL
Dk7+SpNq3a/QfdAJmlZohNZPQ+s8+1KGVW/Nj2FOOwOA2zTiGQ84WpHTPLR0SRN/uiUM8dsKgQtx
ZUO+Cm8CgQkeY+MFvcaQEl2uKRT6H4xLxUm7JvKyD+STGbewah1zC9UWsyAPg3ABea734uWSDR+Z
+GGl1TKjR/Vdzqt6XGGpkMetDjeWoxonDcRaAvXsvZ6XmF9RW6oK1U7zm/sf0B9VoqeSM5dkkphN
Bji0ISokN0T/CTFiEVuEVGOPjXV+haWVMxe3HPQSAeI+Ildt6zngC1wbmVFd6UqghZkcfaKf6AIi
sYYF0s0fEBDIWU3jInjJl84MyNse1oSxihHOQ7bBggSTkSyneou/1xLd03E56YdLladeiC/hgJb2
yaR4tGaHbsTV8q8GngKfTOC4MEZGWlH/v/DTjM64l7RU7UmmjKhkjrt2kkrz9W1prL27sj/1a2bX
uC+EcTH6xgP0qzbBbCPqlkYIMSgo478K8gEYjCpw7aB7cvJ+nb07OBoSt6UlmHB0W+BEWiEjChB1
OPrFcLDqbu6MlGOJBm6lmRJktzPM6OEQdvSovXerKEvqLwXK5WCBr+JQd6O1Pc4+QXxj5m4i4SuF
pxXRPtbd6FohMMp6Mr0e7Pm6oMyix6t0tCuekzANJQ5tyuyMC+FQJ4nCnt3s7xuSmYRH5RZOOdqT
T9lPZWOgK/j4EHhUbxRuFhJC/4e7py8er0C/JqEKjgtnm1aTN9bklFX8fTs/QAwI7WyeaH7S0zxy
ejkuNknTBWy9mDyy8kbW9sf38O7w8OHJa01HMEjcsPNkh/8H1t0kXpXiDTA+mai+5ycMydzscSlJ
Jl6M0ibXOZRBjJ3IJzv2WVseTg2uhqm+CfILIK3Pn92v6fhaeVP07NnBui6vXRyXqERH0v2m/1H4
ehBHC9ArFDN5NdB28VsaIQvqr/I0YrwOI2YxZFa9GtMUOfFaoIY/OpEReeYNs9hOf5FYyl6wJlNf
V1+DEVaCurXNmlbYx6ml1ls82lGY+SWUbs/I1ZOr6Jr6bC6YxbPRZ8YC6hKWg9PRHnNQElRPpN7Q
Erf4MRrjmaByv60OKifHvpNasiOgg6cw9IymXeFwODdDU+VXVkmnLLjIJUVJi74xRPSpd52u/mo5
5LM4S4afnM+nYfxHygMS5gJ0e5ge02SUwtUZFJG6xaSToG/xjggDP7pBbp8EKciSAti/npx5irtH
q8GdycRlKG686potL1vwj8tCio0/xG5+iG6hdbGorouGjrb1wYom8oPbTmmbkYpX5DrUmss17NNL
5K/N+D1aNBxI2CVmjH+Vqp02sw5R7NVYsykyaiu/STghavsqt/FwNT9J9Zy3dRWiISaWCwyDmgQE
BnH622ltuVCNI1fMRMrVtdpf6ey0hNNJ2w0sK7uCKorRlD8NTBB4YEreY+WsFjJZtjX/t36OUEZd
ApYJIGCZHeuhJrXlF6p6nrwUmkiIkB+oYRBsJ90+2DHiNG3v+sGanek6MFom24WbmWxj9wgC3SK5
jnt6smZHNwwWpgu2KA2D3UP/kRPANrLE+bPxDGg291QFuROMwua4xbEUJAuDypoiYX5tGlnrYLZG
J+wmpEm6gmJYXDSYFg7J01zToqO+BUgJRuPgEeRYtMrogsGCEac51uFH0ixukbdcIwE/PXufWOaB
LbKga/DHO8x5vkCejQKQcpNl+jQMOUe3UzpfBSGMsCfbgfNX/wvgBKX+GtsRW5qEhhySECc0ozEr
R1bUx9c/3+EAnE2mACm/ZCvvonRINmu0ZIX/xGLL1xe9bamLnXtMAUWnea5InsTW+x9fF0t6Wp54
EKM1DYvfTkFdT24yOavzZDp0lH9x6k7g8gmSDGumm222Ffqwipfgx9c9q/Mx96WaEMgTI84BTT3b
0nPaV8/ttK5Po8XU5xlp8mpDWtqyAs6BWFV3VeF5nkEf7Xau9bcmJzWGtJPGCyrvqnFSrz1i0dhg
mqM6ws1/geT4E55Un9yrrMN/7k9KURLjtZDSwdziNHw7SMFswu107PhpDv2BZBz9v0wEp3U7/3dC
rRRXTJVi8PgjpXOw2VyW0TKnf5BmQ1E97hkf7nUB1qJx0udpeWXbtdFg/FB7MtAf3+8ZbE+RknQT
JRej67s06jt7p11jpnT8KvQ3uA0zGwktc2UWzY698B1mLZzPydQIdQMhWYFVr3gNwF9SWKjGn9zM
u4lNSdz3XRGc8J93XkOQaKyvKGk8lRC7WEsmjBfWkq07jOauOn8ljugwyVtfPh4E0eidvTQK/iSd
2GuwtN6hK0E0R2vbOuw0XmMgyMX0SJZyOaN2uFS9FpR2raph9CXEj6vsaQ9tI/x2eCc9nXCJujCX
kvxFWwlN9xDOnCpDBc4IywAaMwverCBuDMkXK4rXfr2Cb1ARn0HAzHTy18cPpd/NRBthoifv1pKw
7Hy5Bs4Sr3pMx6cd+MaUOXC/Dlaz+PF14q1uXd+OYMZreVUiq82i26SECY2jrZlLWEK3SNx7LvpW
WUTcI+khnn1OCyr4fa0dL4RzmA4o+OHSdyAEF3gqBCo7NO5s5sYFJgY6G45e77iZfeOgdG77H6Nt
maZxvcVkatKChScOTFKSC7Cz0xcwh+7fdGVzNRAwfN9opv2XWec2Go3E0ctFiN5qLHFaiZUf3A3N
2BvPa0Xr+v51fx3rQvOKHDfMRV5c15WVTZYIOQnDXzj4Vo7Vwgb/A2QWzOYdss/nmCPwaqAWV/mk
qDVnykNuV3J/TeBq/G1Jp/1ipQVsBoHUOEaFWVdIsuhwCI3RG60E+8qP3+O704ZyrE1RDdaGokHf
+cHv6jhaHS/rn0ZaFrIm1wqA+zWPISkSuKEW4OY8K8elpksy/enm+/7ysihovaEFkQASebufEWsl
KdWU+mlHjCn/4816mQ2+y/WTUyXRwWCau8ijlJf+yeOrdzdANxKbho0UlQko3j1/3Dtpaq3N+C1y
I0le05z4DSjapmXWcKknjGeCK25nJQVGbSJojVod5giMb+x60ZRsOTPCeoFnBzZkfhjWhlRLyq30
smdNS4U/3jPuFK0JcaSMxiGFJXW66j6zCtoLMLPaaOgLfbugYioQUZj9kCIjtxYPwRlQALtGghU+
kjTjkx3y3UZFF77AtsGlpExvnYcec44feEeN/Nu+RZH1ObzyPXDH5QTZfoZDfH903dJmtixuXM5P
UwEF9PXjeXkekDqYZTEfqMx5ynfUeWEztDAzj3AU/a0ocYrVF8Kdal5hr2P0gOMn8/Hj653JcxE9
ehIBeNqRYiQMm7OTFUtMN8LuOfotdiDQI44yKYLSqnMBJCRkxGJh/DVh5okvXddjFXmRs9fl82Vm
AgW1FzFWmnz5+KbeZX3URhkCiQcpwbw/sro57xf8vePfoiCSnWSxM5vjPqNUSfi7BWgTtbj5qTaw
+jjiKSYB0no6ZzjWnOyR7u1Qzy9Z6Gj1LtxVA2J0iSFvb9soiwh24IuXos2rb1aPd/G9mUKq/Jd0
OJCq9haANsTOrMLORWL1tJcPE7uTae7SGqI/5hZUqOICyukCywE2bYTOzDND76EJyt7EwtdALXnV
iccHTjFeMpBeYrNRiHXk1JzgJLzdWP2Wgw+luvQHQ3J6hB2y6j4e2fNYgEVP7R7eg0VEgMveWcw3
9PigBpRjnvcEvmg9OIEV3hAhDsd6SbGarVnen1337amppZrmULXD6xEiG1NOvd3vVL3gM+dV8zf6
lwQzFKOQIlf+Qg2q+IxwCKz9Ju6g9SSqWQ+NIOtIWQK7v72YM2OeibbA+xZjuqrQnQAw2yYdyOq6
pWFP7ECiui2Qt3EAZ9pk/kRRTTuRyxCdEV/qPKz4xZDyMW/MNulw8bzhOqNl0/PjEu0WII9GIsM3
2sJNo+UtO677u6sGm5+l7DJke6C+kj/Sry8I43uHYDS17/rJnlEqDOim+E2OxpXb8KlCGM8iXeSj
LHxRxxcsa9N1vh5TJNFYXuH5Y4cXyXajeIrJg3mzkj9GaunlX/BFCgGQi6kFAL/Cy4BSmzRiReWE
tsjGZuxqr6+W1I/a8KDR/Qf5j3IbiImsaF5+FjNAjIMwrx9M+ysF8jFZ7oq0c93h0NNqyGnu4RdT
G35CniWPXzpN0+GIBPGUMUu6QpggcUDChGKgGbGpvF0w/uCxRuJ3FyuVuasdvDhr/CQRtBC6IACz
9Txy17EKmyHDnnBqeGGrYKjmEccjlM/fcselnfChQhwdrpc9YSuAXpxPYK9PIUVn93ekG3Ir6Ls0
ZbIMNIojaX8H2ZoBICIvd5oy/L6v48DMXLDnMpuQs103tr3a9pfB7H16hQSFigCA7MxaIWMYbST3
R7uaErqTFeRTERLQ9vLKjVkeGXQU38GLzuRctK9i/E5482z1EkhUuqKGvk0hg0iJF6NKKxiM67Bf
nIXeLtQg2/i6hhjPIGJK1TFDu4EWDMZtFi4RP9zrRGISa4Z3iUnYPd/Cl6BwBvPb8Lro0RwVxASk
EAgi1U22JOPgfanNZp7j32LMLbv2Rbl4ddM/BTSc0aiRUE+LtI1iZh4Rych8z31H/m20F0jFGG/2
1sMepECsIGR6nPu00bdGCo8Y91IHocvXFIkQ9zgkGg3aJ4cBL/x8PXtsWaxqiO6cVVRB3q5nrg4b
aM6rbyORAM6OKwQlw75oCx0hBW0QlxM62pB8G5xKT2SMnbXhb/ysJR4sXQAJ0yyBGEe5ddR4Lwbs
FD/61xQydaoLOuEZAdngBkxDDqEU35gLBpeXbQAgV12R4Rild5E7MdyO41x3JqOLTZorZaSukQNh
578FZgw4OuuQYyhhQ2a/XzfGnuYj+D3EADgOXdBOc7aa69hpDVRdNQXx6CZCvE6xlEJOQOpD3mBT
isCiM+fPCgRvMqP7TsoHewG/SSE2I3CvWnA9IHV6kYfeNUXqqe7vaaBlI/HZ/3BRdB7wpRHWvCAz
aEZvaa78fnX4om2npy3SanlT+XMP4yK7Hov6MNu6GGl9ZjDrIdJsIV6saFGDIfGpErQTb5QfCrlG
r23Yfl3rDLIahO+shqBSpkETc5f2VuWosMetivtWdmJ6eLiLBI97DIkdXmgk+AsWg2Bq7J1FFX11
3b5omZ11MPbUaPb4cSeFpLg6rs03BCPaam6zpZMilWoWKcSR5NhteKVHEC367FAz4M93bku4Ba9N
OdP15ctewNsZRqomXOLcNymR1JdYdUPOu8BQwE3/3VkgkuW16vCsrI5lRgDjXe51g4Apt9hQMw14
C3cfH94b9fp/YBBONpAa1oftUcAEuTwP1py4d4m9+uhrGVVUEa85mfyyOnAqMQLXHWgEQ0RRUTad
NaeG9GVfzUEV14V/gYo9WIqj8puMPmAYFGLZQcMpozyErk75W0ZuBmm2R3xR7LiN1xf6bq2EXgCy
IF9DngjvcFpauYJUD+cnz4EABB8GHQQ/o0eAVCKsMJWqTV31CRbsnUEUiR5hAHGEYDW08iE0/iFJ
xTc9tppXR/UEY4VTZHwUff2kCF76qG9hYZD3gupDKhT2Hswom1CpmVIBL4zJFO/onXxGosU9piar
/SsrhTr7RUmevDwo1JcApb6BOHi5ycf8RHGbIxu9cofJLP7N2TwSYh8GVQvOZ+oOShcse5L9J5ti
bPZcT5Bjj1sYOBeZlO4TIagguS7g6qyHoY2Kqrje6wc44UtItyDRomo88xrq+y1urR1THh+pi9Ag
/AKD5+punNj6qqt2xMz0qTIyP55m5DTgGcN9tBYS3HZpILGim7lsKw5aen6GkxdhBAXrExq2Y5Vt
M8KTv+2sPHK9Y+o2Esz2szI5pby5KeMrIGwEd2UQWsFyl1rtCXrabhglpM9t9a0vNNwOriTXNM2s
k4FTXehh9Y/UrCWEjSsUfpc6zgZDoRu2o2j4iokaXF264Jhprg6Y1zqAx1PmCPadeDRaw1h1Gzy8
ZEdO7izJ5mjA5mxYEuOgEjxfQdppjwts1w/8m7pFKD8F0VMyTnXUHlVaufExhpnMGV+vA3L8eybl
zJAim035azb/htBgCQxq52NNkdZEv2VGRtu+tG4tCNx+oPn2WDbZ/eKFJTdmVeyv6nYfTIgpztpe
+5SU1v7A6vZZ68h8JRrY/1yZQ9dWaKEjQK7LgoJr9TX0Wkr7Qa6k1GGLfaK+mv1C6oX9LBjz5dy7
Xv19SYrZda+2JMYrQ+GAsF8yxfZvqnzt+FvSXXnrvTMnM3S3E4VnL6RkluFH5q2l/LXHvW2x6jo+
jPTOM59rwLSMcEqrVmpTrhIGQ2VUTWnf64jGb/0lQgqBo/bFaCYlysCLuokso76qFlPWS7S9sNlF
pLjcbJloUFMXym7bIRfc8qLb5towrs5xWlIcAu+Vs7pjtFxVWXQ6mPYDIx8nqSBYPezRA8I2NqQD
QC+C0Ut8KbAdoIBhTeZdA8K8oCuvoStU+KmenlhPLR4WF/Mww378UlWlbEkkg1mvLit3GMrX/LSN
TCxL9gOOgXqev3Emex69sNiu19C/z2sOsPnGiyPKbeIJHWd3tTKcpr7KoZmPwRdUbhJN9rRg432l
vttQg582gMhYGqFPBZq5SFruU3KESoSr4PpC9ykc9OLLvVYzjqaAznv1T9FRiI0VKFFgZosNhTJT
GTSyUy/UlXjHOwc5awfZe/Bvla2Nk1W4BfvorbSk5JGjujGH41p3/jeYGDrCELeU27FS7Hw01H4J
OYoQbBScxpsGhGwx+j1MvSoLlTjNDrpwRC9cGG1SZhc4Ivtp/Yz1z8ofZJaCOXqdDUPkDXd/I9eg
g9w3HcJkRWZhS/Or+7040YSxbEx2mdMMLCncOfhFYyvF7qQwb8GgxF2aaMT2sPMYVWuOR3dMMRo9
LbPJQA2JWDqZ2hW4Cb+aNrHybzW/Rkp6gamRrOWRBqfUX5NKfGcebNB+7R2T2ZcHhD5rQnptFVG8
+Tf10lupoaOjxcy15af1iM0YUz81OYnofUa6GwUXRALxcGz0ACvXz2ZBSLOlKdgKIp6Wy26ZfZug
4s3uXUKypvyGU4lsWI1Fv5XicSZ34t/2yGwv2mBii9YUP0macvkvi+f5/TEmlOMN7fdTbGeaOhUK
Z1qB1Pb3/X0NORwbiGhD6pAikREasmFj2eKIbCKFrt4fJhoGlf3jThbLI7uRbXJjkI11LBN0Klsi
nu9V0DSGPiQ0Xlv/jCYTEClMpHgVjzZAxnyCrmLsrmTabChEBzeaOc32fBpktn6+89OoGqeHohgw
ybmtcWphVEfPBQy61B3ShOnGpeUkn1KPiWI2RFIWf8XEnwN0CdbKp0fjtkz2B+x96k3MGrM4US3z
UraFDtpD87pvMQDYLAA7EOvii/24pN2FXBnKkMPo7zt2MUwuj7xREujSKAFIU/uyinAqMLn9EecT
gofRKVMOwbEqZNlZW7Elz225jtjU8CEIZGW8MVeStwDZSeKXvXKdtKHUI9C0CS10Tx6brJYcX5ej
FCki5AN8V7kEDizztJDTf8DknS97KTHbdsD1hB22JzyJTpRS3cSf7jTrPG+Bod0MNkD9QRl+z+ag
h0n4iXsBNFUR/YRvstkB+1Ib+aOYaXNGXbrpZYnmObYc3tFzc5rf0pxKy1+7VPfXF/qgdHQJ7tg1
zflOwfKBt7I/9z6J9sHYV7Z2Kql4d1uJzJ892iz8nTvvm3DgsQxtzEpZhOkV5kJ+QRhjQVr26H8E
keyoxpzxO0xb8EeXrpWDe6GNSFHdz31tePkDntHZhPWSbsLpT9BYNssrlL89Ma3qGs/93eGHxLIb
nII5h2131xniGAxtyl4L0BHhJ8xfaQ4PQAl88iSVhari82fhIK8G5SQYQSflHexjilbzZfRRxzrX
zOqWvNVBkdsHj1PS4GLEyWvbfGKrc/kSOAkkNjBQJ5x/2SMk1t+FWsqD2T4NDZg4msaMX6hUcbs9
GklFI2KDSFNduKnK6h/5kAhkY7e+QDbdOsvM3RAEAoiOb3bMINoQobqt5eAfkkRgqt4JBT38OJ8Q
HOyf2QQlVaoA4M3YaSppW/M2r6bJUVuWfWXjcMIxU13kOT7SPR5fDM0rKhSZOZ2aVrqOrumY2un9
Nu8+vou3lQgq35CvlU/2BBfb44gRyPIfzKJW8G68YNcvUV4JL3arjpo5wR+leE4mIuyt+u/F5udl
/7fYP5dXUA1Iwj0LtoN6h0wiv54rGnPNXxT+jCzdocHFFJOQrQQASEXcFSVYFALulu4W7+OQz97w
vyiZKoEy3rwSajIovSzbsZnk6HDfDgYEE4/ATKcko0zo4jHvSb2nBlP2GSLU5VB0djpdj3VVgQAE
U8+LipNa8nLKN0I92nNw+IOhR+tsQNLCvcCQuCOypZWUEBvTE2k18k500MEg2f41VH5UjN+zrJQE
beeNJsCKbnEdAUctn5Ud3o06NI+AKjmqaak6uGf1L8+MDdcxOvXo2wV7xL5fZjFbALnmqT6ezvQj
WW7KbZcutso45C9ZFR/PwLegOFOAIj21BrqnW4iw3tVcUvioTafD8THWmB5B/B0JrTlWTkngOiWn
/ZcmX2y8H1/43QLUpuuiMPaod4hb6BmwpXo6o8WBMzzqLcryWuC07H4v4Q5OA59hDwDHZAhi589o
S9Y+vo3z5xduBUe6h5xOZObnbIVhsmi6VEz5I+qjDbWMXV4DEHZCSMQCQVRwVRanWf/xla23klZK
r0LogNpPKZaqgHcOaDRjEsHpDY2HuOgEN8DzlmT3GuuZGs8l/HsgVsP1lLLIvIEOg9/IIcyilaPc
Cb0o/M2q0xQ++8f3dj5FEV4wFpolHSC81+clC7dboQF4ofmwwyp6I1f2WIv1x22KTiXOJ097Nahw
XYkc9P9mkzrNhH/uC4pSMWQVJQ6lMNbebZKuKDId1T7gUeascHO3MYFyOZrfl6hvnOFqsHrP/JVn
roQzlt2W1q9mQPlAy7IGIQwwdOQFbnqr6fllq08YOudT2cXJGctPF3cCbuQdQYdjZoSwH3iPf4vi
tolaG4ROQFJ+Sp7kJ5rkAJEqlCZrLfDh/+QmtH22fbrKZqB83A8prLvvKE2EAjTzofvjY9pWOWfz
2HSV3z4GY5CHL9E8G5hF0k4IGd/TuikBd3Fz4sIdp90WFUDnS+/ppc5u6rUxK2x5+ij7FRsWaib7
wu3on2WAChCio4VeDKmIV5FPOWiyVMQ+DLRJJceBssWI79F7g+cv+zUyUCGa7mhpFc1jD2++BOPF
Fd7VEMT+5mvse3qDKImPHCaUmtOF4Y+aXlm+T+eH6qrxG0WHhMxEkE1Xrsz3iUL3zcLFecd4pou5
xuQVYZ/XjtdgzHZHqxpKBiLNHLNFpGfmSDvbiCeIh6G4yexKqA6R38lMzlUcx+a1p4ll8XfVdtf3
d20Tw1a7BgWJzZePF5z1bg4hFWLNQcgFybLIPd8efp7PDjdRKXzcUeJ6e3xCPxJiuNuuGfroQKc8
oIrXUhRCsLZRsfeDq9kkqRmmHwy+uWbC3F+dXqiDmwZuf+yCslT1w5xVRDdxXFrc8Ncnz3Jes0D2
D72D3QMFEiShc8KajeQcANhsH0gGa13+gTYfj/4DQiCyo12Duavl1tIQEQJSTtLRbcuLR08YTJ/c
03mkRctQ7gS5MW0lAob6LNIyQxMwhTn1MNEKdI1/2vja1dkRXoVjPPvE2QSaHsTo4l+KTYwJO49p
QPLZR/NkBF9mzymm6ZrOSSNmV/vNT3klCQ90X9//nRza7o4rGyqzCGVlSN/Aj5/hLT2C+Aymious
y0UkhuXKOW2Hlm26xSe0e/BWo28hBnRhYUdXxgzuRS+h/5/owDMho2qsVxAIIte2zkaNmgndkFNd
POwFxT2Cb7b4HB+BhGShcSE6q0+4Gefvi20MH5HAx+yEIPVdfJ6NjRA3pvohiVOPzbIg+XZ///v6
uQdR9JsXdFJ5C60Rkfjtx4P97vpQwn1bn8JRBwufsycv8yXuMVeL73dpxMSmJjn1G9VWYWmID8dG
oQz+jKX07gZ4zRCeUIag5DI5Yt5uCC7wsYulQXcHk+60AzqnJHs//OhKKcga84+2Tze6TTrv58cD
IA/4z1MX/3Y44TAXONeC94daNk90PYNJep+yQa6/0dAHF88Yd1xAHm6axtwH3PTM7pOFqs6jIiJB
zoIAJhKRIXPu7LkzbY/2WlTtPcqiuBm+eE5dLS9B0abrcS+ml5hl2D97q5WqNutG0l348pK6JKFK
Bf/GspHEtfMg6okH1wzkd2hVIWjXXq0nE5BTitpkwRxCiGUScI82x2MrnsoIvqiqCiPi42E9j6yg
xzKxIZnCvSP6P09yQh3WM+1c0/s+GO3TqauSzLvAFqDNsI4ss1Gnf2u/9EKZ5HVARDeakmNDaPzk
JZ9vKT5jzWum8wO+0pR5z1KRKe+DyO6X9N470XmSCDIaoK9EdhsM+PHDv78cOxfVO4SQkGLfdbpJ
E62pYa6aPrvwe15R5wva6+QjAWzvNJ8nuPrMLIMxBmiEecNK9jVNfd7Vz7twbmjE3tztBOD0pFec
o6JeX4Zuklqb6OjH/D5eepR0ly3915z6ixr6VWzbHTs023unhicxPuxo5S6o0hGsdbCVoAVQnfMQ
lGlnFmFSj0unIw3Lv2EQ2eOa7vKpcjAs8DJQxoWLlLDqqZOcg0hF5m7uFlIck642/Mqudzrx8fON
4qWHUcpZWO9KIb2PkSJgR7kxpqpyEgQwhTEINFuFORhZssWhJU2UqWWOhci4CnxgYX5ZiYSmTChZ
EXE7Jph952FDie8SGRWsoGQrvI2lIQK91SvlRlG2CCzZoo3jIntSUNE0GVhyrAd5JHGJ+FsiRd8J
Aeh3JC3UdNQlEA/9lQALE2CBDreMIpcU8HXBjrE7+K3hRFi8tka7uDddgSInwDd7RXC+gTOmOU08
d0qNZLUPOkJi/20brD1Z2bfjdNMY78DZXiyoZrz2X3a0BVxTsjt1wnw2bBhwTXDiEwfVLLW5pDch
6sCFPg8nytyeCfoqkMH0mlGkynsttHIm8fhITiDzP3l2e1rglE7iPOU+MwmNAwinQ2QGjFn/RYSM
YW274gDyq3emFF0ZPohJT78DPE5vQb55SrDR5DRdMQdnAI1BiSASfkBbHmqWVeDeFaqmFV1Cq8Ph
txSPCKSA1Bf0GlxtoRVyoJJA7L8pO68du5FsTb9Ko+7Zh94MTvfFtulTNkulGyJTUtMz6N3TzxeM
UE+VBugzAzS6IClzGzIYsda/foMHYl8xD8UeIHGOeee6AIUtSv9XiE9ZcBwYuPjteTIbiZAnGbrU
l3EdMFpF7WgZCWR6iJnTwccVtXHOoiyQ5Bz4KxDMochN79oltZyrkiTtExMAn2TxvmxqqlH6xuA8
J4WPLphg2B2E11CXrQbnGobG1NS236rSnWRpBgThPnVmOxfpsd3GYvs8d9hyvjitYc0/Klic2GWk
+ZZ6Lwuvs70wWx/Hb4AZlvvCUHwan7HHwbwYZ3tSjF8Cd1uM4Rn1nvSb8ch4An4rkMz30BnzzerL
U6/mwHpCgLuA5F8iKdqnTWEmO80AvJrFSq/sW5SFeOcyzQmYO24XTQZgN2QvuOI86HfT+yAsBjxl
NcLOziuxlk7tArqAi1bfzX4nstDK36tljZ8wjyzui/z/ZIKxJ6dtCu1enKfBlMtQkRVig3nHTWPY
xkQmg2L2qFa9QBTKwlSczty2c8+Ei4mvxXZq2thjRoCqTs4vtKILL8E56c5mW3kjEG6ZJngD5108
PQWFk8wQvTSfs15SDlv9TdUSC1cfGZhZMstGmrk4G94vCk1VjzouoqHx++R1k0MQ/E721LM/x8Mj
mu1vV1cOO4/V3PWW+jJpz4AuL6VMpOCo4r3V1ASoF1xCA/dYorMTa+qqC3sYFB87m8R8WQaqC2Zn
2vUgSdoBi1o7SM/C8aYKCF8NOdSEyg8XCXWO81ZyA0Fr5BXaFnQWsBO4MiQGqinaZpskBt+7SjRV
taPkK0UMMPh5SRNs37TRzzAz2cVwG54TG/y6L9MAqB22RWrJIUtrpV766GWCULeT3igzLEzZREls
8HgYC5GaZAfUkYH1xiEyXFgqrXrYZvV6+7Sjc9Y1/IxHGHf3QNRoLLwDkmnLZBUoDpO6NT/X9r7r
YYAva8oAbjyXTO2UCDX4eFbYSToSh6w8BfIhlTMvNb7XpAJFkXHrTnY/CekSLNXR3w83BR3pWbuz
94B6e1Ag45hb8hF0sYrgvvqKGtKB/bIu67bHNj85Nk3GPY1achIQTNY08eOxNjqpibEgfHC91SaO
FtqlSsfpQLaQqerlf2ov9+n7vxfbLgCa1w1fxZupLuTPOwq4wDZOXgCcXOWpnBAYR1yvukGmuUjQ
w94I7sw+5P2awxXSx5wbDNQ0c7jJc01jP4UYdrhc4eo4yMulMbkJA6BHhzKDYRUByRL5H9S+0lgl
TD7i99BOGWc4iZ4pYDkMctZJnc5A70sTjxKrL20YbJQJ6k+WAvAX9e6qdoNPJBsHDeAXlEqso4IN
lS8XjzV7JJpUSSgKlDqHjrOyHnODzI2H1t9Hbc3QhF871FXp7wnDZcyjgUmMH2Xuh1ppXZaTPNX1
ULJhZsGBqCHt2U0oJ6WdA/QNPNTZPid7YsVq+VXEhM5ABoYQD6AuTqK6cC6GDwdQHDH1lhT23sUC
DLCpmeV5AmbsluERKU6c4L4OADj255Go0jE6D4q4rpZtpHwIdCWgj3sMk9gBbrPWHmEC4hO31dEx
aQXqckamlWNsl7IT8v5yh/jgekPWhaNe6IABErMvVkmC0vPZmtB7ymbVIZLiucrZsaIlRQamBsix
GnRQNkyWvcYdVVGlOV5IdCTdKJoTuWWiOZQrhokZz51H5iCFFh5+cp91ciIwgluoMenykeiIfBCn
TIl2OmXPFNt0c+KQWww+sccgfhwjUzV5hQQmq0pXvyL1Ia/IiS6x0SodJN1Pc8OadqLrCBWLx+Qo
kLeBGTXPgjqPIjuCqGXACWYAo3YnVTx1qjyEHSJ3Cz35TdQRj3UT3Bc1+dXLE0NfyXFsZ2mxoApS
BVT1qrKFd+zjnjeRf27DqoORxJVkkwf3us0rvhfEC8Kfmaiq1Twm0ELhnqhnLpcE5xaf5MmB29n1
cMcCEgrqVmQXoo59961SN5vEEx6FIccVASeDFI7he8c35cDdmZKknz7FuKaT/Lrsgn9MGCUdjBZA
Eg4Uo4c0WAnSe2okDUJTlRAJuaY2JiMu1fRRz+DX3isnuHMx+i+CwHtXTny02CVXHDSL8oL73/al
14p35pw56N6rjFECjLcCRi2T3X231s8YtPkNW+4wzLbSv9VghZHMQ2EdE4wpUv/Q5tOOZHFKFjWR
PmxG85EgY0kV0KRGp/RYr/J9MII4BGtCUAX71E4c0NVrseDCXdxbHMmsHH2RtQSRExo97FHSzdLl
qVcUIgSp9RCeaUIW0ZzcrEz6/I//3E/+ilFgfoi9J5OU0MOC1P0VaNw8fxFZUpd3FeFoxSNEbFXP
b3JevKpJlpaZ/H+9MUohWnjgGWB/j+HVr1BcWThDG4otvcsJeAnfVjqFAJJ/gwMLThStQWjMueao
YJv/z2/86zAEiJ+GNnSZmzH1IBz1F8mSYYSYYVZ1elPPxOK4twCrg5/cRXjMQOGG4jAG4XWz3c6C
R7ONaV/WRzdbHdxsfM7Uzn4gtY6tZTBxHimeYQSOc/PuP3/IXye5jG+JcbNoH2CumP+35dEK2yUI
msm5arKgoiMu2i6uyyXka4bEohkXbGeaNMgPhJAE4cdlmJqmuYoSk7fsYFcdUH4nMkMkR0hzcI0P
FcuAIFRX+fS1xGwTq8PiMuryMHpdiZd4SqXqpOcKOxdwXPW0ePtU4D9/TWuHP/+EkTE7t3yU8xYZ
stwK71f4xIQBx9qc7MvgpeRIUToltYtnXhRZLTZ2xKHwH2Fl1P7HbY7IBTtjtpuKZ6IepZzUd6i4
6R+DzjLerJFNBWOqfaCibfE0Hxt8EwouWXnwwNOTiQ+IMRzTdBPdY8cseyXLMkhT/OjNwZS6j3ou
xwBPENxu6Oxm7HqxKKRzWdkI292lDvqUHJy7E/ELzSFCwWDLZAjOiDftCyTKpm6NIxy7zZquDZY6
ZECkee81j4IysKiugL69/YrBKNyF8+pVTvBSbGTHd4fANca+OMfTBiP4vrVj6urrNuJx8AQba61o
YGDqkA9CEBaR69dyjer40ZJdN7xbLzLm7gRBhxTbp7XrQ6dBDp1J1MAzwi2BRjtheLremj3at+Xk
zHGGF76utby+Dxfj93XFPkgce6fDmfUgEBobn9zZNPHIp+Pr1vJS4H9jB9cs9Er2+nlFDIDQehtW
vNKzqe8ZC+wcg0pNVGKUTsE37HbS/Iph/NwC2hU14rxT1w4zy25TRpx6mjbDcc5Rehsrz/BpWvqg
TY6Ds9LJH9kZYX3eEsywjt0neEMb0iizjTCzeA/3Ks9a3JJEYPbY/Y5N8Tqmy2y+Uf3a4e3YkGaY
kDIelyPzLSgPTM60e6dqmrIwHbkhXRGPa/EwhY20T1JaBW1pqmsBg1tKmaD6tmkTckUORSOr6Qkh
0NhTxc7eWB1sKrzpu3qQkrxm3pcG/ozMwCdXwCRE3BETNnZ5aOQv/8Mjhg3EX3FoMGBAYLZ2bKhd
KAO/DsaQ7NXwCBrvdhJp5hBt0ciEpU8WtEp8MdkJ45sAfxyP6SY51WXUEQNDaxXczCVWqKfFWjLw
sAF146nBHulhnocGbG60kk9lOWKLE7lVQkhZUPX9MZWRfSbXYORh5rxMijvIruB4xbGMht48jR3/
ll4ruzDEc15gq3NnYBi/XkdkEcThiGx6jftizS+Ol82o4GyLEFvmpeLcNoNZHrst9Fa0AQSj3fpw
OEuiQuOIuIQ4CQj5GBYIqSeL9EPrPorq5skI1oDAFNQ+wWGs0vk00w1uB/IymxPojIjuEg9FDZ46
dfCAaUAdnWfYxOT4sBN8LOvRehw7dyJOfnPsr5YfZXfl4vX+AZQof+qqaDwRQGe9LNWSHIqhe/XT
tH0xiGN5Kl2DIMdtcCGBHJgWxhWZek6KMekDcBWz8NPiuVsWHXOnq3rzAQ2O8T2aEueKv2F1WhFD
nOE1J8fA68Mbvqt1No2UPUiAf3zyMVU59BBAMOqKtodhi12CIspg/WyW7nZhqk/yyGSV/fOUtc27
2Gm6xwTdzaVYB+/DEBrONY5McRZ5I50MAQ/uGebVV5PO4WSB3UprmeAR56HkpsHQ9JPZeN4fqx2m
n+N+6Mgb6eKHBPux27LvBsJnkM+dRCZI8M7n7ewvOQFa0UZqoOkM472AC/Us7N46b3OXnwvSi7At
m0gmhdi1fm/CufjYju78rnLN4Q6TsvRpDsyqgJuUt+ey6rZ7FFXRR1y3yjuLeJR3Iexo95Dj5nqA
LR7em5BfP5fe2H0mZyUnByYzjuAk8Y3XjQ2nCaDbEbjIcAFNQ/fGnfz6YzPMNSkZcPAvzjoZr9jo
i4dINCAeNI0fYWbb0Ow75zoHwn60ncQg1m7afpDBJt4SP8ObZ42Nk5iKDlAqtt4sHNRuAhLIb5zM
W5832xge/aRvrlY6TbekiyBjircVPjkZ9IQ+CfcdTsXhcsbnuOZdrPhs0LveN427HvIw7IJLWBbx
v2Aav0S+GN8sjrcrPMXoUGD0gMjLYz/MCvOTywZ8NpYiJGEzCG6cLRPYkxESewIW9j6FFPNI52d0
ticRivp1rHIvO6CMFg8sTdqEqCH5yrPJgmccySMTFtZDgsHM65K5xl1rEwAU0+7cemwn7wlPQEKK
n9YLHjPbgQi8/DWti4zkWbuGPe/NNUhJTFAKMQQTLOHJQYc6l/UbG2rlHGz+kx84eAqwJSR5h9U2
2i+rEYwXD83qbTE2I3tGuhXvsSgc3s8cNkzj+/o6YnN1CIGhP/qQLcn1qoRVEEqXTSkdMvj5Ml1K
Mt//sIKhfkop1s7GzNT5FE+BmR0SoLkz+s+XOccPcBnF7+lmD7c42n+beufFB/fH+7tYLsYYkCgV
2e2Fxqcxbq2hLaIHsLrqhi9WOkfKo+aJiiKNLow24wkuABk3h9QA30G61rC9kiEnXapz8xUGxXKc
I49wc7cx/jCSgSS6pstk5JmZld/9rfZu8tRw78W2tl+RrRl3BS0ND5e7PCauM9+NWZ/D+PC96oSz
RfvHzNlxb62e/xmbuvZ9FbcmiZ5pMVz8dfZfCJKqSLSLje4uGLwAt34K4h9GWqUrnMhmwN/Dxkjs
nJJN9dguzoipTUzuTFN4QX2ISI5Jwy8M7cOj3Xcr5oBc4btxquyTKWao6ZvffxCYuJ1HO0+zCyiG
+SFhEjAd6rCK+UKCvQQy7wfk+MZ7Cw+4H8IhWqWIMucBZUZO1pY9mHczfmjn0BmrT8gzQdmWLXyN
HZF8LqA0kKAkKSoHrkLz0Ypy75IvFq7sWdyVRFyF2VfXH/ubgIznN7eHP+DGQ4AjCgnCo7+R2LfE
BMUeeiS3Fwz+2rvMzuoTJlugYG4Rn/Ksyb6HTUpY2RKG7zuQNOzh3OSmDLeFhp4USvyXkvuKgMv7
Nluf+ODf8t6vvrWbVTP8xCVQFA57d+sMZ+i5Gb/FjO6ucIfoCdGSe14zr7s47ZxUB2/OmlNOGtOD
2yw+OcjmV7x13PulWNAAErd1nSNLUt55dk9Z15RfNtdO8f72SE2siiG6adyp++TjQYSTGtnWT0Zi
2EcOYfGh7pbpxo+M7dZkN7vO6xrfuLx3fgom1/iQhtOEuR+4Z3lZ8iKrr0USpvkPxa4HJZSM4i0L
cYooNkt6hmTkCgPEKclYs1GoZccMh3GqSDtKMvRaul1UzhIK9dC2I5rV1s+Sn/RBM9lJ36TnflSw
J0lhKagdujwMUs8D7n9ldFzKZN6ylwDhLHVsTgYEP+IpTyuKK9mUBvs8b8MvZqwPZjMinDoAIjCf
W7IhaX+Pvahapp9Ay1ZD7aDsR5V2G9Ve7X7T2CujC6xAj32Fq+1pHadpe4Rdk3Q3Xcx4A3eqhLjZ
A0+dXz/l1TiQ9ZVE3pCfR8z80rPRd053MmQ89YsR12v4w8QiMr7Dst6qEDEVlHgG+QbzpWX8Xr93
ZzL1vgxeIoYG+5JeZB8w84wtC2C2KG3znqHv4vlX7A+SNiOQNK8xO54x0F/PAwzHEMubthCk/eE+
mV7iOefgOmC+IeVQ/cLETU8486hEojeS0MZYbkeMot0Jrd22ZiW6uc+q4QeGw8UIQRJBgvf9pwmd
3YTF48x8OblbTZ9HLAxEc40LwnzIGnOLzX+lIAuy85jPo3GF11LU77Qrf7UxGifBq0mYDaopSQQB
LqQHSbmMQTpZ/b/oWSXNxlxn2S4sXiWhGHQXaI+fVGmcmYaE0fR4AVY/ctADKrW2f68t5LSiK4rd
0vfPscPh1z1RS4GWz1rMpAYnzmhvVX7cQqNfkysOXw3vqQaLZKcznlX4oByC4F+1z0o0VxgakuSv
ss4lRQzuuJSWqpFEqv5Oj2O08ErMtvQkT81ZDoQV81z1EVoOoYSukxKCtVktITa6IAldmzNqFayC
lAZGz5DUpyHPm3tLEqmc1Wj0UE92JktOzhCMxnUpN59wsW7TYPIm45ZZn5PhfhNwacSV7nvt7OeY
qEfxryHygy6/py9GikZio++Zzd2WEMExHW2EoA0qFnzoechVZkWNVXsPwzBVeqlQMBZH5mi6cnQR
BzBQAK1jy8AOvLMnGBk4nhdIQq9aNSLaUKoxW/JAx1s9AlV4nW+GXHQtIRzsKmUkn9h0B8M5zLBw
/IGBeyIYWcZh7RGPlvoSXtyZs5KJkIa3NOtYjR4EiSHYEmzzhvHK1SKYeMVoXyGtrWsvC6SPwJhs
bPF29HhSMROTbW+woQ1RAN8eyLadWRtaAKNBZEfNYQikkzOonxxedZt+wrIMqwFQq1hsjKSmNJI3
NKZgKb2HvHAb8D+NOgY7S11LaeksJGzoL6m15NdqRm9N7RMX3Uo1iC0kH4Wc+5JrbNWMAplz9wYD
MLSlcjm2kv3wtioHw5GkzECgKCIUtpKGM637GStA6Rs5wJ8x02OW0zmgNvOWcMS4cRfc6Tm0Fv35
7TTRoyykZZrkR+Ortrws+IL1b1rGKUgyZXdRzIoeVCrjU8x9u/YYnux8hChbIzJM8cpbvuZsC+Yn
Ewffht05SvPqgrR0mr7StWWvtXQZnpmXR1bxwUyJuy4Oi9MBpvVdm7sv6Zbk5QNxoxzzHf2Y/17t
JQOR21wzsePqQ1KhOTA8RKPpgfntv5F09dDpMaMWYkxKFldNmbyidjmwUWihs9ZYTztLnIQmlmTd
jHJej40DmjbIEpWPKY/iHXc8td7XOVis6Jsg/BpLJ48YVayFFXVNP7S7OEKhQH1sSlYHkns5CBoa
ROofqlXE1WtjY1FGMPY6Lqt5WF0MlYmu3EFFbUWkODZYGMuPg4B92q5rFcKIiYPaJRBYDW2baIb0
oS5RVxRNJcH6cI1ZC7SPyxc1GbV6kXClXOUNv+02kWp+oE7sAqIVG1e9uPK0t8NdIe8AqPCXc2zK
qZHiM6k9Wh/za8DApomK1fnRe/A2KmTeJAO819pllEGS56LGQPYayECBEmdWezklkKu9T2orw5hY
Kuv0NFzNnXsFoJjYI0IvmBVvvxp6+YPjPuqICe2B1aXE9uBe8iNayyqf1GbCXW581uY7XYVgRoCM
7vxOgB+pGVTLBNhMHj+ibeSXV1bEJB7I40drNkRtL4JhyGRXC4knaiP2oQvwtCMRlrQf+PZSGZNN
WHGkpwhWM7dLrZdBjd3ybJbkBYfwre3Fn1a87G9JWyVoCNI1AHBFPS+K3A/OeurVLjlii9vJL+VO
ADQoax41QV2Jsefb1JABREvotcjY6bVuQPkw/vRZXWM5151Q0XKQzYpooe6bFkHpm62EfQKze163
Jfqa//hzLI/nTCkqAhHsA4F9Aol7wsiOV2PyZ2BHj6A1ovjdrR263czB3Ypp7G7irO4dEovJjCnL
O+DPsO2uFtm5IfPoyF8WHCv9isV/xb2rMFGtBqA5011RpVJ1SESrTAMZYSRgJ3QoHGKE8xs9E9P0
YMft5DwHXrSsSpHoO2lD+mvZDN/60hKj/dHp3MrNTp45rcF8sSzyzxGlYA3JlVEzdDFFUgvyk0NH
AS+n5yXl43t/P3IM0tQ5aJVrQ0IDKiWRO89aaxopieWr4kYoLyDmCLICaPZpWAwNkWtlKrdMdXgx
JfORTztST8sgUZn2TWKrAxRjGHeI5gY+B2ZydwJnXz7atlPi3MHcpNa5YvBcniaDlvIE7YAMpicy
MWhNT4mTLkFx0rkIWssVhfhW2J9zvI7KCNrt/iTrZawe6DqdyMB+TDJj2eAE4fkq2q+9BZfqLAiD
mdYT43OXb6ErHUfd/6wyAmd4I/FkX147XS1JhGBpFxFUo+pMpmPGtTLdTu66WsOsjQCUJi5TDAjs
USQhS1/AosslVc6bS0kQEmMnn9A8TuVgLVsCecw23e4C2jM94RJ2Ro5VDk6UfQ4/EA8klku6m+yO
bjQjt9Y0CT2H1jQhBp9y4K4Ve9r9QRu+GT2+o8iVlNep5uU0KAe4zY5r0rq8Lwosq5wnQdFHOF6d
o4xAFMwRzO8lgshY3BHycgSiX8gkkKWBGScM/AYIk1yi2seQiQCTgeoItzaCdQ3juBWQukCcYSVW
xEztZbSmFiLyJE3odjKcLOhPPx3tCMPivlgqXqqlaOGDKZmMOhGnCOGVd28gu+ATaNG011dyWL2S
BcQcMl/dwu5ei8Lb/QZUaQsI03EDFSNTdGvPItNrpmtsOYiHzCPtboa4wz3/GkYxM4ZrhjxrF4fX
lGNUZfKxUSSysDTlQ6avK9bf8kmBXCAfwyUe5NNrzmwn3iHqsfEwT0vXzFV1VGcbULrkWqyAkfM5
cGRCMLRFJ8cXVa8Z3Xlg9r83ID0ukLd628+UHaYmWZIrIYW2uk1asfHtrVONuJj5h+pIE9FLftqQ
pwPXTB3y+pkmD059d3ri/NIqw73VCoif4YyLcX25KFcAvWEbSm/Ol5f+ATo9rFIkBM3WCRS9IVwd
uevqGau7EuvTIZvlFTEA2a0j0djKI0dv2TCR5N4+EgnPX+aKmlDm2Jp4J+UrCaHBba6QrpzZum32
6luzA43GITnpPs0sdr7ziGMZX0ZdaLXkIhiKXCP1V7aiBSnPF1vp7X/eTcWcTLpe3nzTXcCbDhDA
KaG2HucI5PejFKJiQs9RvYLijYZ/WLcI5ubBxMetbg4Jky1gfCAnE9MxRaNV98EZQnnTFbepCxOp
4VXs6kSV3Pogj+ideKtIWTDoPwEfyFukOVqQZ+UBbfVeGhK5ELqJh7WFeijaHuVUfvlpEa4YHBj5
yOVaK1F8qui/HW7qVFDwNg3e7yeLTn3koVmAADThUtEIU4xxuEWa66UoPKQcyKWuzgFfARpglHum
17ZJwlLvtPLam+si7SLkxZSEFaUOh0cot9oImQPXO7GF7MR0iN1kEXxf3OD3Jb01tg5TBexVgTew
EJ7GRd6MlS2aFxMg2LyKNiPXXhK66d082BJ8COW1Pyq1/UjQCK8p2zX5WfYaRleLUzRD1jtJU1+I
cUM8Jz2UG0Wypv+C10KgjNz8FTlFgTaJE4JgHj3QwYDYBY4b7g3NqPQf0PYGlcGyxVVh9+WcF1sy
eVSxq49usjmpMl2l32pT8qMowxSxFC451X0LqsGC8XdoRPEQtYmKqqL6nR1cqUo/cRvZXudqpyjy
cWrARilvYuOOkHK5FDC+o//RzBh9LjBq29Eytdb1tTNSZ5F72w636CdO1ZoLlBC+h7Zr0GwQGB+S
uqrKpxhtdfsGzZyWP2Ajk7dXwV1m1uwwmfIB0TkAZlNMNQVe0Rtbj+FoOhZPWNWY23xszSWyqHpk
OyPyThLWVKnNTEHSbrTyzdnCZpW2XCYWRFB/5WmKpFuWsRYsWXkyKXzOc3JZExexxTJXHEUO8lX6
OidkMr1onw3tagEvVO7vqhUI1S6vLzU6Cnmcp6BY3PXA38n8wRKn9vIYAif67tFXCZaWTS3vnbRJ
jmZEaoqo3oCIOpB1icK/VANkLBAHHsm4sTww4tGZRagPkaq3pRL5pyvFn8MWIK3tD50iJcIzkpeo
dwoEmDXzPWir9RkbcSnh/qnTVUQiejFZ6+sGX6qi+ZGfPB/FR+QxpUtUy0FDmMQ5rthIEROAhrXa
OW8acmmSfAhsogkW85L6hjwPNX9PLWRlJk2Q28DFw4BJ3hOlBqRO9KDMO0bfa5OlDsV1/1ixfQs0
KFO1Ppctzu7hQTFWt66T5Fkt99Gno8qD0QEJ2rQta2lTrDM8xq2b7qymola5oHbrJhJxjETSPvW+
F8xCcgy1U1WrLMp+8lr3Gi1Bb8lTrvEUQVMny8puko+qbpUcf5Zlg1BBMHqz0nZWWutQq8pNeKF0
BEsht1BQ2eYg/S/I5XLCnoMUfVlzhbIgPxFGa1JeYHlhOiw4qcQFGJP+tH2UocV+1nRZJsvyCyX+
upjdFW//0FpPYHTSV7uESsRzqVi9vmz+uXzKYIvYLVYd2Bi32sG1j2/FQywzNxS5XsECmq2pHqIg
B/qnKW1dWWZ0pi8NftDYy1cNqprxzknTnNuWrYyDut9FNlq3Bl668XW9rZNLQRcmk7KK2VQlBY1S
koilPYh8TTMc+YVelTVafmGQHBowERtyPIuPShYSbzhv2TezNwSUjrqX1JxyVR9Ye4s/jtAJk3Pa
Wu5QfGS7k4U5nsvygoemK2+ptTIYAQwlRDSMYXkEqGT1Pp6WiHP4wQHpHqiEsi7Q2m7XlUV0U5BC
Jw7Q3eTmrmno+qEIEnz83iIwXZ4+TXiOlbFGr6ihXZ2uAU9m4fTg5RqAUC5aml8eLX0ynqtwQPPH
3GkvRTXkrFn3UpzLLUxV1Rcq55pZgYe1Il1qB4EZ9YJrHsVc9+v0YqSAvHSUYW1Zy91mEetC2IRf
leP22ED7X7wn5GJYz0msdIubMv2xdCY11CUoajv/MBSwa/xravuTFyJxspKRmKEAS+WDB4o8jsfc
H9b2R2I3YlpOKBi34olW2ypPfkPE8Ph7j12JG55sBC/YyXrb5gTnJgYcum5T0PgniUZZj32Ordf9
1EKKSq9RSSf+bk2n0bmt11qULzXL6F+ewVj3pfTHaLrgtbsx18yr1QeOhzp1J+Z2/GI2bSeeUMXF
1TWe+HywqBwY3YLnDscv74wJgnsF80vHd0vH2rpUdrya10aY83Zv4wpzKkRuw6gXdkBdkLD9Qjdx
I7EeBlTe48mcF/hfTp/Od503+QKkhv7Oeqi3up4ReDW5f8HcJsL9x95mcR9m5WZ2F7ePhoFhSUj+
WXZxy9kgiykTxvhoBMVSrke4uTD6DxkjwMU4eHU8Fw45Z2btBExrDTwCj+PWzStUpzDvJ0LJIJa5
y1FkJP3kh4xcKfjbKfuDfzJ5DBwE9a7pPcTQjG1xMNJiCqI7nKKywT84k2Uu22liZjU/l8Kvulfh
1bBaoin15ntUpKO4YORr1yTRleZNhh0Fzs6oXZ4bonSb2xbE032Myl4Y957AB/NbyKbcfGtM38/B
QA006l+rDb5TcU7HZXKnQw/NvAEZxu3gzS9nZk4YkP+ODIXx1cHTlls7u5klIin1Hgd3OoA1+lt2
mMfAEV+9jfJKStwW0DYdmqOAw8BKEuMBZoztv4Mkw5U5dG60Cod8ioJZFFb/DKGytfLcm0S6na6H
CjUp7g1qWzYgsbCvavK3LpRVia9UCBnSjen3EKSd5kCVSCKRksCrsp+xVbSS8mVXbOoF9XrxqOjE
6kVyNb9k95s4nNWrWNYW8J3IVGKqo2cZeeXMIU8Yz0G8nhRJWR84CvJUI9IY56d9b8Zfi8UawKQ3
j6MAyob/j/UJQTH2tnmf46ntzPB5cbfaCM/FYDG8yLJAtkibBdPvR09KlIBGvBei/+7ZZHG0WC27
W4/2QnwamjCu37Kh8OPvMwnxCCTNyazeD+Xg4ivRy5xk9W1XjTvtf6XY9dk6ZyDMXmkONsOgvnwJ
OMnWswBdHENsHo1kcU7Y0kp8olAeOdlelSR8SRsOB9nUWf3gjXkTXtdlgJoZmzaJe8+tNSYlOl+m
0aThjB7tRE88sTX3lBSob599p463LyOFB5lkPkTK6YgyDLzg7AwFypBXu7Rzy7iKvsxwh/sQ9Lx8
0N5A9bGi6T7tRrY/Ay3lmooIM+wsSwitxJltwp16qUyvOY9d27UHSFO2gZSNONKnZolayE/rnOSU
AF5YXDC+6i7eMKflNRpW6En4AQQRxPXU/liYRms+9SisTpPXLoyMyvKPAvHqC+bdxY2ww/Ebh8/Q
nILNXM9x5MVod9aUNy2DdLgHRMTxvpua+ceUgcHd0NeJDyko5lOVT85dmE/TeZwjHsQBfNn93pBe
XJ96gim7azqVy7fOhVJ2CDd7zo5zPzZvbdLgz7LCATqh6g4+doiV7/FBdR8w8XDqwzbn6Xqxvap9
8r0lf4Mu3j6zu5Xc5dxNMVCsnM9p0xk3Qcw+j2J0nW7s0prRYtNkm1+hRbOrlY0YfqeWT+56bn7Z
HWIxOsEpget5a4N+f0d5sdxhxprC+ugi9CqMILh4RdPbb4wgCu/Rps2rMf+ec+uYMtBuD12XgZBb
/uRfk4BK75Ax1vJvPW/LCkQuYZJDBrP7t62uYCAltu/glsb8Dh5FiQnJaiPEsnOzfSQ6gWlxHZR2
ccppkJjbteI2qDLnlFvO/JDHifUlNEXwFdeh7FuWFuMdzEfneV4sVlnkx5eosU34S6V7Z899ER4H
cPvlYJtxd4fVhviDs42TYUK09IdhufUlTXjuaPU+jzDvv8T0Q6RRz/m72oyqy2AP0dXzzOXi4Lr/
1a7s9CXOPP/oRUV2mY0t/pDmcHeC2S6ZxI72csTSpX2qXYctNTPS6QTDrmqvThVk3xdhWB/7sE+X
czGZ3Te4r0twgtkIAOimxtQcmiJhZ4lxsTy2HTpIspfwziqNonkKh6Xrz+ZoV9VpimoHoqmZTVdk
4vNrHtGLneqkN4+2G08QQxb3PseY+dHjjL/fkhHeYLp6H626LS9jHhMcj1P/LXZ3CZzIYZ7jW7ib
Y3JmXxIfw3FNHjB77cNzQwX3fk6y+bvdDAnd2xQykXfypu9OfBHnoyNTT9+ZC7FETKLz0Dw2OCI/
8raIVpN4u7TTUH0rDSymP+XhROI3v3EJ5XzgXxln5mttmHV8YxqTP36OVshM3mM4LwGKQtrvLfI/
eSF3aCmO8key5IqBOoReCOsMUBE5GWNqj+A1Irac87YCBaOzHKrlGT1UMTzaMxKSW+g5jXULjlZY
b+tKDkF+DKM59F4SdBb5eAgsnjb2FhvIeDgtxGdXz6ZpV7glwRjFsr86FavhR5uDBJAIvfw5IxAA
JtFAR0M9eIf5D+d72a3zqarjMXhczNxkEi1M03yY14TRbj2hY73aa7a9E1iPBAez8Pp3WR6hcSfG
wE6jDoIilLRDbjJgv1mR0wmyJJgVncg6GRDMjElr3rIMSuddPpbe9j/GGf6VJ4yjCi4dDvBCAEmF
yOtfrAwwIVktDybXjbNLFnWDOHDC6Zia//q2/K/kh3inCP79P/+bP38TDbhQkg6//PGfn0TF//5b
/s6/f+avv/HPx+xbJ3qYCf/xp64/xNNr9aP/9Yf+8sq8u/50p9fh9S9/ONdDNqzvxx/d+uEHqQjD
/in4HvIn/1//8W8/9lf5tDY//vHbNyKvB/lqSSbq3/Q/3X7/x28yS+S//vzy+t/k5//Hb7fdj/K1
/v7rL/x47Yd//GZ4f2dHDMh29yl7/BAq929/gyso/8ky/+4zewtx/IC8CeTF29SiG9J//OZ5f3fI
Q3QIarKw50Lq89vfeoFcgX+y/i5J4fytE3LL5T/9/Gh/uYP/547+rR6rdyKrh56v8tfF4+JYhK0O
ZnhBiLNOID/Cn30YrSTo+37tmmNr238ga0e+3QgbM/jKuHo15MM/XRn99n9+u19dKfb345N7iJ13
M4xfTU5s6HmoWBsij4skORjxxsyAwNELSq36MvjTcMWgHOAYmyJo3r73BRkxZGGKp9umr9c7FAcf
FuYgdxyh1gkvgOKclz0mAf/5g/5i2CE/p3TN8HwPGxqgJ3nd/uRPGUWCLLe8bIjw7L62Aieq1Gkj
SMNt+7+pO6/luJF0z7/KeYCDWSSQcLcAqugpikYidYOQRAreJDzw9OcH9eysWORhbc/GRuxezMTE
SN1ZSPuZvzmi7/92BRwMdrfRAPyT5h2MJIZO6GvXbH3fRJ1M82yfGJnrYAHj1t+c2fub8jp8GZ/m
sHHQmUFk6FD/MzWKFBngmkZaPuFpla0ygM5B1yLJl6sBIWGfopR7ZN3f+UjAxYwm4BKBCt7EYf6Y
ziIryq6QaRuQqWmBVtA/b6jbhFSC1CnE2l8fr94hD+v3R7JFDA6Ws3HFDu7Enn4S7edcBUTzSerj
5jY+JHB+K1Sgq+4xM8TGmkAh9s50cGENIyiWdwoP8GdHrwvMx5HyGlE1bkW1s5vEcnaJNjRZwDes
cxhl0r4vxGj+TKZK/6ZSq4L4bKzuXQamWR0RZHpv7tggJnQrbCVJR1/PXZvih2sljQrocbiXVdvm
J2U3r5dlnNe7iqh79/Hked6BjNk2e47OhbSJxOJYd8g8gV3Ym6pociwcnO48wv+08hGeG27SFGWM
MBdUjOpBB8jZDXN8ZpuF+UiW712gTzosvi5LM7sG1g5wNVtBRPqYuDeg1TQ7PdcyanW4AtgsC1ZZ
y4tZKusRAoFWnsUyTq6SrtzQ4BSTuhMkifLzvKNJuGsXUX0ZWgP4ZEJZcD5J0B4rglgSeVQ579HO
qXrjvDHb+HMWeaMD+stOoQC6iVv4wNyi2HeXOrudh7X51CAs9B2gm2TdgKRq/uIRDPsptfZb0JeV
QdJTLevOqHve+RHNOBesVa++eFyz7Y5GTgx2Bc7LXhmelfh223i9v2YRHjlyaLSfIEusL9xpDaRk
Q6jHAkGrm3wAcxNgBuacOmC+P68ATbPdOKHn3yEbZF2mGOI91WBNDeAo6MJFRes+yNZzVizlMTud
iGc1YLFRL8MZNcIhJAbUf5JTGk8gvrXiBnlA8oJk6eYSuhfhDynh3Bl+GeG56cdlmhIN2q1uBaMr
OQPgvMUEbCDDkkYAp6b82EzJlVM5xkNbNs6C9TQwAr/2CoGmNabwy26BoF4GS2G5V5qRzYu/jvgA
+nURu+kprRjNCVNwOu1OZigwbA3i4WEyGq5PEIOQ7oY+lU8YZBC7jY0OIG3pmtHaLd3Yfit1kXQB
CWbHBT9jRp0gihftcWrT0bgyRJcEKx4o103ldsyEUWUycNQ06ZR6Vilpx/X9tM/6bkhRonDiYodQ
tYVniLBT3G84z18mertx6GaUayi/eUOEVkVt8r+lXn31mmbdDIFa7amovAEbrzmeXNTuB5o0Hiog
l32Jf4rv6tn8lZa39IIaTMPgm4s+PU2b8xU4NNRscH8DhAmOWt0A1F9suIaUBlaKW/h77CU29deI
KXr2Tu8TrttsmIsTesOqD1Q01GMw9qTlIaCD6NQGfmQT/0/wtBpLwZaSaSdujIL2CylJD6UkAq8b
7wZUGq/Sqch/jSumDoEpxuJrYVvTjb3qQ8kFsppukCG8fE1CD01jYV9P+ziqSzDuvSo+IQpiPugT
l91ucY3mjAYkTB4ylAH9pImSIjCgKQun3rF/TNVYXbsttTsftXVBw4pnzPDjdug6f7Gq9NkZB7H6
no0of7iyPneC7o6EoFLYUDmKBAeiBHMnUg64ZmdDvCqPMzpb1Q6ehAadI0v0X0w/rJ6ehHylbzmJ
X0uepHrQmjiz7PoBBmW4Omtb76zctIcAEzztIuldUYXAkMFXzpW+rjD9U8uDvFJx4hMrlZeYxozU
4IZq6EJkn2ew0uB0VDDEqF6E5dLrcVBZGpyTSoMlAl+nWX5kpjVhQaWp9IbSCv4bcAWBEqRdqQO4
d2v7cdOgIXXPC+oGVW2AfkBJUCKNpLxn0N382ChJtfuqz5fP5dQ4+snY2KjMTE0JUUyPbrezLU/s
pVJ2wC01PuEW4H3tVg6ULwhchQ9YluqDwx1X+UtTei+e2ycrT6k+XaiZ4rWfuCBNfehsKTtwAlCN
301c36U9eHnaYzUYXXMxOrQNe2shhoId6C92a2+GwNwMFPvyLmi7pH4Aip6XpDa69Wz1a/+tJ3Ko
T6axs/qziOMdilhPLOido5f5PUL2qCrl9XBrV2DBgriv5mE/jVll+MgHjIDP8KWDTdWp6FOOJhR9
nyajqm6Bb1M+ro1c1QKu1UmyAaFpTsTmV2Nq3XvcpPT+xFqM4Zu3Oqo4M/tJ5TsxafKRepOB2nVe
Wu2uRHBmq30M6qqnWZX6FRWDlwTY8RWnsvkGUK3+iTR7N4WA+Y2B29+ZCiRFyvFiHidtQczGST7p
rirynW5XrUFZKraeVws2W5BqjfFtAK8UB0nnNZ+yXpmDT30L+DJyS/qVGNxi9BOCnRwTAqszA2eR
s/uL5ZyqW6QJLBFGaIz3YV7KBSMVekHPVEdA7bfsG2iFpfPQaVrxbU0cfQ0RoCWFniEy68AAXNkH
BYzm3O/LbHp03TiPeE1W69NatYnJze2U9Wk0pq6O0ckywrkE+Y7ikdfOl5jsAvbExsL6ObpeVuwi
uMQS7Vs7MsK0gdYVTLhXbzppVBfOEPRvsSjI8CXzZ33RztRYL7NPL2RFVwEVwjoAHwYVCsWp6hJJ
sk7fkUxAI1NOAp9xdNZk9TtVadqJIev8k4K4CzCthbBOvS+KHugVOx3aEqrOfLQGiq88YD238ESh
sCFgTIKsidYfdl51yY4dutxRi1bMRonVnQ84uYn3QEzM2Vc17Itw6KHA8qd2DbanzJUZ5D3wC9B1
TnpWRp29gkbJnR+uE+Um7wENMD+SiOyy49p19Vlb45IOAn0Nylt8AhFk+0VJVVMSL5w890HoQKxG
/4xDGY+9iy9AvT6aiFVynmShl75cHPNXOaIyFhhJk2tEmytX66AV1RMMXy0L8qJ2fwqP6tzlOjnN
t1EMquRyXOSt3PTy/D41s0virHYOjGgUPx3l6C82OJQQMC49DL0bo1/oW9BbypmqfA/Gur5pdYO1
kKaJ5+hU5tFl6g7mM9WsfoemT/2txDDpU5RQbfXX3GxvEC4zrjTKyi3PXvHk2Np841L4qgIrjXoF
bE/vMbWq8n2JQ8suB/yzz524PoO0vlWmodBREqpGhNpoz7zAu1yfLCuR9xqY4gvDUWlMRtnhblg5
Q/c0dfQUAjQLBrpjgDCupFnJ7jRDo+0rJICsQUbH1K/q2TEWjDDd4etIwPR9HrwOioRa8/sIWC/3
KlxGCq96QXFXFr26VJaTPUorqhvkrqtub6h8ZA6rvIAwOFLw8Ic45WDpeTGct40DBrseiNQxwOPv
BDzAy69oKEsCJGE2tPdGVa5+n43iDlp4RH+oXNavqgblF0LXWa6zWnm23+b0IgP0I3KP1HT22ttZ
wkf1x6h27tVEyds3ZhB8KSQIC5GdTsSdt8+qqJ/RA1mj74Nhts8dlc57ZHM3AL8AFu3Dfe8eoCV6
2WnUtdYjm9a5T5qpOeedo+SH2dqshYJ+PdqvRau8UOqp7aBOCKkTHIjbC3/DqEI0ypom2mWYgQHQ
wyMUIWWkoc5Up8/piZYBSgRUbxiPGjz2zdIWiFmgtDV3eFGM5BIlYBMxAys3fpiGaAb63G3q7VKk
4n8od+4QX2wXk3jKtgQpMkqsF3KB0r1ri8K71Qdle6cAHOqYCq7V3fUR/2Dgecn0IFYrOx0A92Z+
J7PyCRiScYtMp/fclPpyL5x+oSSXpfhtVnqaE4o1zrqQiOjRExS+UdLP6At6i4VmYLLuTdVnKOZ6
ihZx6aW8VIkJva2TIsA7OtN9fYq5390xnh5SUECgfZOFmI3yIX0Hg0BA4dPpaTdtFhOu2cqooNtD
s/dNTcufZa4T/KGM0HzGI8rAB1KAd8akA/w/QFuE94gIUu9kdrItZCunSO1yU7peWMGjusk02I5E
B07zjM5tQhqCOjISVGm3AqGLR3HmxrZ9atdFdwL/19hJXhIk7GjDn9b9gI+TPQzjzbwkROrR2MHN
qGdgTaFudMsnzZ7GkSp87GmfpSXM1UdtYkLogo7liyRcfOkSrcXeyzXs3oefRo1hLqMShAzicF1o
TXUyndb5NO862afzzsbhrQmcQQ1PbessZkDjijmNuExflBs74SgHgc1xloNRcynva7u6FKm9t8ch
oRkBoj/2LcrjOJcZOa6ZC2Tr7yPBUIQ9KbIWgWdyMwdwdCZEl9oEkrrqUL5yxnnmHrBTkIeOPi+B
hnROTlJemFmgLbr+WaaIUfpOqqBGry4SXrAw+kWGk1L9lQM7dQhir+UZzbsR5DnvPRE6f9uP2s1m
Cs+p8cWGjEsbo7Tgf2KQwRLO7dqezvXUFugxmlHqWyMVVn+0x5mqdzldui00LX8m7j/L8cPIfQgJ
zpmqRjZcVDTydhjn6RwdB/GVZrEiW+BomkT6av4WGQYCEpWrq/2qiAcptaDBuBkFtSRzPNW7RpPz
58jRHBxm7Ny5hwmhwWyuXVEHbj2s0U5QeEILo+TOAYqrUTjXs3G+lQsqzf6aSnET16v10oueEB+g
FFKaZln+8sy++5knMf4mIACaJwsNMuJBRFqSEz4TBnGt6qb8PHSl+Ti0C8qXrgRC6qNt01eQ2z1B
QKV3nJy41ge607y5oKtNmj0hVOP1KzoCcr4wWkRc9jA8zGtRVFYR6GbGTYwYljpdW4Brwcy2t2Hx
OjLadcS8gvetLOE2YBgWeDMiAz62pO0XbTG8MWTxxaeiFUseWGM7hsXQZSg1wnY8pzgK0szIRkjQ
qJcllzA4aoHshD0RVSIhTGwi6uo+txIbCEY/5z8VHt1Xc1b1l31TIyKjVIsRH6oJBQzsdqY/Emkv
8LHhMy+aFeXn6EJNTjCVI1CAmsj1ao23O2WKsknsiJM8w6c1JUFUKLqrhnK6J8+piu5UX6r0rDe7
+RkuCZIY7gIwNuxcLUXvpRGUF5Czi3/IwdRZsLqCf0x0ZAazcgsksuj25TsnWplQJTSHtFnpWSBz
JLsCflNs7nkRPT2kKqxh0uhZ7mkiFTgIG12r7yunGAyxNpSXhRYz20kypteGHOWvrF3kS5caLQAL
xxnhYqxkc/PkpV+M1bEejCrmvrCjMsLzPamyTwvBghewcEUXVKgNnrU9kox4Gdnyl8q7bAjR+pvj
p6Wy5By6Bq0JWNetfk6dwnL9to7X1gdmROg4Y1J8VqP6Jkkfbd3aj7h7bEiMLitOeFlpvPVTPtZk
jW5Kv91ptYsZwQ2+KkYjJqBLRs6suTyXG0HiJ7T7DMPaOp6uke5bv819319CV9C+qbnUvhU6FW5k
N2ua4AmiOuZ5rBRQCo+XE1dZpCAUtHw6ZHsyxuY7Al24SHH+FyNo+jougqEpY/daikq/g8Lr4Fvq
AmumJdrqUG1dWfq9t6XMMFai26KDnAW+rEASP29F9mD1k3xEac2Zz0oEPF6WdFpvN2YGNhy0vjKy
qdhu2HwI1KFdHrnUYhQZiF9QornIuYT5v/PafTB1+LXg8qWoQ7MeuFKg23V0wQWDBZNE2+tsMkf3
EsnAlBkfk+SMfrotAikR5CL0GcwfDvJbrW/UqC6codBqjaHTtNl5lyMfwO1bR1ik1gUGtyqadSfE
/kp4e2ei/IakY9afAKBEcmPI7KEM21JX19SSE1r7slysE9Wv3ZfI6dpPCjmtLkA0JomoBtmV3JeK
ak1QlUb7nC4Emv5KsJch4akPn8s11uDpYAb6KNF6a/AA7D3zrOUw88bUhk4phBahOt+kliip0WmH
HWJ1Aq/IhcdmCvlTF2ZZVls/0FYbeYkQKOAxrIbsq5H0CMBQzG6d0C7xjfPjeMHdqsX/Mj8RFP1+
4VTpXiK/RNbJsS5/8MTNl52gfxxu5UmodNB6E/Y9LdhQ8F+7GOUrjLn7GjdlrqXICYC7RjeqLYhs
4gxD3XNqKdkFCcXS+dpAQhkgpmKvlxqkTzNYaKJiLzI22OZ5jQf7359HgCd388aSxBxNk6h4Op3f
9qZNcmS6gwzgnCTTzl6M8Qfv79DvPcdIruYcuOEZyl5Ohc4foG8MSO3a2qGqxKbM7CIGopTNj/9p
lZXQYfGxuFQUb5pRrbeTG/fX/1lF+bLa5URRvKgwKtN5tE/bghrJ/uMC8oGA/1/lYwHCkLKAJQkQ
Xxeslzwi11MU3xsdgbZ17aYA//PsQjglFaW193aD0zpH5OW3RtUfimS/B0XGXRfAReljyYPGkllO
SSM4AtT4CF2HkbAEZ3b7pLWqHyoCFNo5PFBR7hRHyuWHwnR/jUzF3MbQjEaafVCf17VoK6Zk211N
3xrS31Qkftk2aJNkRDvEoc6pNhtUB2xkQNqmRVOH2jRwB8Dcm7l8c2QqDi1Vfv8i16Pdy7MCHP+w
fg9fiKp1y1xA02tu824uQmOknDDN68swwmwpNRP8+ZrlPoYa49kI4evUk92MBPoWu45ps68055c3
J83F4jVgB+wIMdrarOy/v1e4PEw6DpZhG8bh5Nmq7SIQgIoelIb4BfW4S4hZQwjUMb9WpRbdRZnd
HWnuiXcaHK6JPJ9OfwjUirO1XP5oR0lVTkNUsmSe7IuZUBGQ15QV7UkrVbbTtSI6E4ZK9wUtBCwB
Z2PfgjA/0hPb9sXBjsWRUIIlMCUrZW+2Rn/8CM1y0R2OrSZY58E4T9Ug6GmY1nVhzdWnj0/k1u56
MxTGPwiK0Ucw5EH7zRhaW2slzyEuUu6FzBMomOAxzv6NUTz6ydjq0cs0t3vhjw+CrNMJ5ZAQmrFY
d0Vfa3eQZNsj/dK330K+4nGrSJeF4/V6PUo7eFnVcKsH4zimJ5UZGQ0Rcpbbf3t5sLTaZgw7Dhud
zYMLpUqKCEpLj/wpf+lUbR8CIZtKcr+kf38om2XB88Xc1ufQ8cQiaMYbz6P4Qs5yodWRc2YUGSII
qlNH7oZ3Zs/Rga7Zlq3zH3P78z/WyBPI5XQlQTqvoembW6mBOmJ1ZJRDh7fNVw9YFhubvSaBKxxs
OMtyNQNJYaCstocibEN1mBfV/TGPpkCvMG3JE6MZ0SNr3VlFTcjR1NRdjMi+/nhPvnmLNms/gbsi
J43DYx6sYuzYrTZYZRNo+If6SDjwKlWVdVHAVwy7dENTxp44chDevEUMahqbvyQOk/T/DqRKnYng
JG3ZorC0ssAkhoQ2gN6PxFTM7ww7Phn13g0LNIz+jYlH6hjYAiQ6PL/dg+8VS2laWsr3JoiU+rqI
EKnLEsS2tNK4bLVYBBNuUdeZ3RoXA+qa9MHgdLkIRB/Z0+9NPHsMgVAmXQh5EASIARsoUOJNkJdp
h8hXfVlmW++xo4MXU7I4X3W3PdIpfzvveDraRPqgKdAZcA9uVJtk20Q4fdPdK5qTZTRUsPa6dV5l
sYcEQ92RVptrkIxxdWTF39nwlsRJxiPN0VGTFwcbvo+Awk6JXWNMDiQe057mggIO6XYVp8jvt7C8
c7hJeCAku9Ru2108SJS9WiM++XjDv3lVuLWwHgMgBLYIuNHBDwEonJdt6dascwtBs5rgz4yE6dmE
GPTHQ725SxgKgyydUYgz4Ka9vkvQax/RHSHgzys3P1VFEe0sE9zt3x2FXcRxkiBdt8ju4IMWgb7r
MKNKBxmqPYH5ld7Omvrbt71rc2NxV3mQVBCBOPiWXiBkGq9dFTQNeeSYlPlJIpGo0kewAB9/0NuT
AYqDBx+LKcP1gHC9nrYoUwjemQyltYk+7KZGavs+de1dmdmUyNaBQhmS0fkRAeW3h4N3mRAAUKLF
XegexDywwlBkN0aUYR0t32PtYl5g3VNdjpCfLrve0P0SABpaycduw7fbZBuYcMAxQLQZG5juzycH
9gQ8/H5ArRFln/uCoDJcTD0//XhW3xvFZUq585DI4SNfj2JFc9dApkE/vzTcq6p2HudMaz7/G4M4
wCg56rBhnYMLZhwIBfShoDwH1/B0Eqq4QT7WPbJBxNszDLYP3NKms+3hRXbwLYMJ6wZAKkhUZ5DX
5gRNfSQmuqSAhHAkfW4fHqG+tzuJ3Abw/mCFN6IoZ2dGmGRZdVpaRnrhdrP2UFuj+/3jSRDvTbWH
bTJMM7QTECJ/PdXGOKdGRKUvaErrl57G6gmZzlsby+gLmF/ZOfIbNfY7AzV+B7HcK1S9qx1smena
jhe0W+RMT1Bk09ePf9d7GxyDQ5vdhp2kOBQIbxEykjSS66BEjn0fo2gadqOIQ6+08/NVjS9xUZV7
sXjPH4/7zmph3rwlf9xuW6T4ejoor7mGi6xLAOWDhnbkUhmJaChOennslnqbuLAjhLXBPi1dYsx2
cIhpXY7aqlJARHkJcqgp9LAsFnNXFkCk+iXXgzFOveu6q5xry1tLv/BW7UjKZmy7/FU2wY8gyEBt
DhghouwHF9jGrkWGkp73KI0oAIFp7AoCD/QwgZcXLPuZWGbvnIbF/L3ReuOb6c2/IDUKAhD6IcrQ
kk+521VQEZVzA/50BelfKvsuWWjQxJAhRDiJqRLBrEtvL9qorQNb6cfAqO9sGAvsK8LjLqr26LK9
Xjg6hQsA84GXRcjhxYpT9xZlHDiaqNPdrk6kfRWgB65mk8rdx1tmW6aDGbTg1/2uFrBrDqOFBKXc
RqdVEJSM/GNyI/1EBwR7Sxih36rFO3Y03jmxNkEhzxpucNQpDi4UuA3c74lRBgVgwlui7OHTAtnh
yFe9cxAc5hPbZMvluT68F3hhUkjn4IwqFvYOUp7ixorTT27eiCMJrXhnD/KemCweuQyg6oM9OPcI
MFtDWwZtL5JAbFqHXrMMF2JE4gjdB9Aoky5oV4PGV6mBSPdUfsFq45JqVHRhjOrI5fN2hh3BlUMB
6HeuKLff+0de1RQqztFYLQOpiewERdMV9E4ZHzl6b/fNRoshDLKczS/+t2T4H6N4RrwUJmcowKUl
/Vq1FCrH1ptOKyC713VFS+Djffp2RRkP0jEXjQkI/dBmQmoQW6XBeIgepftO0mGnxxztkxrOyr8x
FO6XvHcGYjKHiN2UZl+hMEYInGFoz6wtPlpzdz6zNrnlj4d6Z622EBlo/ZakEay/XisvB6uBVCm4
ziKt9xbGTJC7hHZklHfXCmkPtilBHqCe16PgoKpjJcoHRUBnWCarvajodAT9LAGe2Pl4JAB6d63+
GO/gNkPvRU/dVvFV7bDeKduFTSp02NBzeayI8N5QcM+2hxaSp2MfXCct0gqTJvg07mrkCdABD7q+
aC+0IZZHEqv3huKhw+WE8J+24zbLf+z42JiaGaOrAjBQL8/GPo98cy7Fda33WvjxthBvVww8PJVj
hNpomKBh9nqsEj4xFXvQcvgMih/KrsnTZebeNLZhZvu6bu1gKOXwkBuYlOVdi5ATFd0bO1ERvPBG
lX6lIjfsAZvT9e8bFcKsEEeO5NvNu/1INpUAou3hUPz6R+o9cWODbTcoPfy5ZxFF+5jm6f7juXg7
7a5BIG0bBFSk04dJF+1oSkejUwQGCMOTJCqLM6XsNZS5pY4M9TYdgvmC0xMBNTEvNeDXH1Sngw1v
cCpAHq1VDqs1cr7MLsCaRfQzYpQFrOVgdJdjUew7n0hhik/ETYaM/dAfNfJA1UqCaUy1JjvyKxyP
6FyL/nQ28gsHxCtKv5gcsNXXawNu9gUSnjUCFVGEjXqs03SBdPesAxm4F2pajyzz219HGcYmztIp
p9JHPZiV2OvnRu+B07WQWu80Pa6vBp2KUhJrx4p1b8Mgj6SM/UQFkgVwDhLsGc1qmtIosUdOOwJE
N8u96rvPPLrttWHkro8Sn4nYli6Pnbi3e9mjwsh+FtySOpXw10ufNYAQVEO9pFaye3Anc7l12xXL
mI838/YBr6MtojtTcI1gh2GIQ/JJY0VWjQw/lTi6iefrXILWHmjqAaN25w2WDUhmRBQWIrhu48QA
AuzjH/DOd5LwEy5LqiRkwduf/3GJ5d0KnbEUWUAs7e08KO27PJnju49HeWfLUNZ1qEARUrq/KWN/
jsJF2QK56zO6uuZ42y/jZ8qz5aOF7d2/8T0ebBQBkYeX2j64KBcVa+mkjaAZdS9Cs6scfzi619x/
/D3v5JmUr6iiUkSk8GM4B9tjKFyBVwcf1FJzK4BzunPoLFEWprkX72x44KGD2iltqcgOZ3v62WO3
cdKA3d18pAHF4z8AmrDPwo9/2Hv7iR21JWCu3JKHg+UUEx14oCmBmpV1iRM7TeOcfv3aYdVLI1uS
itsR3rR2oaAcK3Vk/G27vNrPTAkbhlvZdkwW4eBu4HJso8EyIx8jhPwh0Ty0FLuoPHJq3k4/oTXx
EVWIrZJMwHnwmdpUdDzICQZUlrFQGEqSk2yKQKBXuND7dp67p17mAgEVgK93ZbJ+l5hlnOTgzHda
OiCrrxXOQwK64K8J+Fs81P89kumn5qW669uXl/7qe/P/AdPUg45pWWy4/55uCh/7uf6P//Ef999z
AHxpybv3F4l1Y6r+65//i30qTPEPhH/RrdtaWMjMslX+Ip/+/hNqCexGF9mD30Zu/+Sems4/YBTz
HFO6p8RFYvwv7un2RxSWKbIhbAQzUrf/Dvf0oHPuwH+GfkgtlN1lmNSPDw4SbaO11mj/fI7LX5l8
QMEJZG0X0msH817t6paWM/qwDnoHSKD4myHEHzN389eZeUVH3aKl/3WU3v6Cgz2OclhOyYpfoJrI
L6hDdFWMywoMl6vlzKJq76rP6fCttPuA+gW2s8+/f8D/hZ38f8K7/n+QUr31Jf77PR5ArG4Bwv25
tbd/4p+72v4HrQ1qYJSzN9jF9v78tavdf3Af2zZZELAT1wZY8C9GtTD/AaOREMdAM01yHPjX/ZNR
Lf5h/+Yj/24A0I7nff4bjOrXzzAwdZJKwnKqxCSzFKK3P//jsa/zTmDZhOAv/MhTKoLrhaKCu8u0
dTkSOb/OV/7nSAzEbJDHyoNnmJ5FhtYM7JXKNZIgUciW+wDCwew7+g+sa41j7/7rSPGvAW2J9jYu
AUQzhw0fOhNTIr0MXnaOH3g/iz4A/b78Wtwpxeklpbhnj4ZMEIP1tC9/bIB3jup707qRsUlvtr7q
Yds/QjikTkBjgArXcShvZIsMtej6ClcbXKSOTO17o20dIZMnkBT3MDmYuRgQbK/DRriV8RUYd5WG
GxHN9admUOPNx9/23rwSRvBphPyW1Ldb6o8tk4olwVCxBv+alSfSWLWwz51HmWfWGYSCMsBxybzJ
Df7r43Ffp16/11OymLw4kLOJJQ7uXxhKaLa7FCdsUqxVEazkvQ2YzPwJbh1aprbGRy7c90YE2kRq
4/G4wAR//aXAofGWb8sw1qsJTTIUY7fy/HhhwTq4gwe/hkY8DUc6X6DAXl/zhGo0KrYEh8CJS984
OJMwxWk65IgM9PTA/AXcJwB/aUwwF7lJnifHiK6SGiNRVHiwYkSgObHPkmjQ77VZj6dgcjrV+sqy
l9sFYIMeVsI1X5BxGh8sBG9QT0lB3QdbAR6mWzXUl2bXxXmAtFv1Y2pJsH2vNuSN5tntfDIboA4f
JF6quBRUU5f4XYdxxs5yFZ5g9ozfFdY21fIJpanxFggKrBHXzarPAztC94e2sKJdgdfduWbUaOwg
W41fl546JlqulEWXHZozsLqgc6CxQusdX5wRzhY6a5Bh1mw/t0tf7undWkmKdiFuACKoF6LJk6WR
IB4Ts9THYJ4JL/1sqOzRd8apfKbEMz9mrZbaJ9jl5rfWKjv78+g11n6SrcKeKbFzGSbTipaeqjwV
olRcpbshcozOT5Z0bE8bvBw4xG5VfHE1lWd7QsT121hbaRKQnAoTHFZjPtVjl9UI+UG99DcQ/jd4
EtwxrWRvhTB9xMME2q868boOQbdcs6sCkHShzF1njBabWQfxaEFvlUHRufJMX+3+JenGHlse2G/P
CF8tCmcN8OU7Stn2uW1lY3Sa1cCmv5iAKrON+JtXZ6XXgQJeNRhMT1md4isxLaMlHpH96gzQ7CD5
ymsrj7vFb6mJLfUum7sqQSsUFRkYJoZFvWDum7j5DPZa1y7QmATgFSTkD2UENhQxxEdIdpOz7xMr
Sa5xZNEigM/VoPLpupp7qT7leIe3GMDWknJeX6YW0BF3xUmqJuvhGqwG3QsXICX5rW7B8D6HjrrI
K4DggGo60/Xq0oeRrTnSB1lexpeibCztMSmZDyosiA6ryk9KCKxp6CImszwZcVosl67TGsXlpMxu
Ql57HNUzHtIK8inCPsjS+63dj0gquC3rci1klMY/9UGrxZ1058jE/y5NMcNrlOZYoYVdzPS46gZ4
cgwRWhUi9CWjJ85X2/o5bcw4XByAEj7gRefXUEgDqbA+z8Gji3XiOHrugBlu7+RjEEN9uS8doMi+
HpsdYNgUfxmM9eTymKBxfL/Ms5UFXVNGU+A0COJhPFZpd7E7TY+NmarbQfJIB/R3EgFfG4Suv7n1
XRVOaz+ZcRedIFBObUgfapStFi0DGj2XnrzWm27Q8duc4Vrgy61hFmNDGryEa1Fz+rJF3CW2WB9K
s1h+wt4U3702L55MbpGfSAXM2Lnwm3rMG/XiJq4S/Qc2r95zvkTN98mIrDHQccjq95j3jNCNBniv
flXa2mdbJQCYajw/fsYbmNI3okreVQPCED7YMeazrB11nwooyX6hVhPMDwobv0wjAWJYSNf67uCi
EgexpQGEkaO+lChXmBY8H8eKbB3iE64eTwIFcv6NjiOfYfPGja9w8UnAbEVp6AGJwIG1Kq2n1YMX
Gaghh2lTWlmEFv6sN18a3RJLYAO6EUB9kggSdtqUX3K6sR0EjUJT4aiMBopyBVoHjPbat74mo1X3
NbOJet9FA3DDz8D038ESqM8nD10b3xUivdesanXhzyawfdp0tB5xvoKu4yVObIf4f0Ub4dRzbvs0
nqsgcVXEfpey/NaNWeft9FykmMlldTz4kHxhj1t4LZZ+2VVlfUGxQJUoGq8RwglagipAK+LlKkJ7
HxQIZjG3XT7kq1/yWWeoOzbJJzAb6bQrOy+p85B/Dt2Q1KiW5QaIb5uemWJo2nOqTdjgrRJF73MJ
Xco+6YzJs/czpy3CfxIvFgjlhomUmirSK7T2oujem/CD20tdFkhYZZU53pWphNIIKbzV+evLZlI0
dWYcygzB2gA8DOQ73Bdkv5sK7b/YO5Mlt5Esyn6Rp2EeetckATKCMUuhCGkD0+iYR8f49X2YVZWt
QJVKnTDrRZu1Wa0ys1wQCJ/eu/dcr1O7jjhQ+d2vB+k/y9qV8ibW5myEm774+dF1K7s/K/K36p1R
T3n8Tbe6ob1pYWLQyE08a77Sm6aG62nOY/OQ1aq2zqy5eGljYjZBlcreL05ZJgBa+nOd3QjWNRFE
HAVh1/lC08rzbNWFdcvfa1leux4m+k7JSM5sJ5adqKcsjXrjfnBtCc816XTCRoi6Gs5OZ2jzdawt
aR6SaJn03V6CuJBfHPQr5B5ym+1q0COzPV6hZjarQz90RXKokzF5V3naYp5qlr4MO5fxLPuk+xHX
cfwEJjs5K7dNSAerhPjWNQQQ6t4ldW7WK8KNSaqx3D3mu8vMA7GQ7wZCpue94fBHhZkNDQCmhGzP
lWcX2k7Xi8oiPDQjGmmImqk7qogmwUEnVeHr4DU1xBagsUc9UcIOpsJWQC9y60PilFGMJaX1vnZw
W1l/ko7waRJ0zSDzu8bEq6fL4iQ1T1nhOJUR4ZYz3XQSsiMPP30aTa/IiSe10x2Rnc20pwjTwWbN
r2otrrv7ecmXa3b/BMNg5ESUzZy07W/8nvzZ2zGFcvvOnGLvQycnn6A2FE9L0MWuh+lnGQdsiEvq
qMNIbFz1bkCI4F0RZ+jj8EumDB9VhpD/enCtobitSr2zd31jq+IlaUH+v7J493AHRQWAA7e51+5H
/HPfJIqG1wbt/2dbOeJOjnrJL8md+g4ncP6KXcCZT8hfa5QjLTJz0i3xdodKgs7eTc6kLsblwmsP
ZSQSIqXYmJa9KVRc7DI0iPXJYpXPd5LpA68zny+vVXhEpHVOg0AGYKX8hDpkvk24iPHDDhx+doBB
xCeD9g4EQ+qEHPBikKjw5uDdUFNcvllL0d0QN1YYt00JzHOfWQArQsdWU7EXGIbal1H0SoRd0pnO
l8nDeXQk0zLKT1HDj3NU/bL4O+F0jbruqEFn15PwWDg5YDS0UcmhlqFQ1gVRFM2NfUYO71TvE0AI
/Q2etiE+a8nEMrOznKhG5tHLkiNZzFEC8o1kYiCy5la0M8YUl7PeJNYr7VVYsWQfpT6AaKvLORm4
ZReMXR7FHNQ6eQ1Q0zX3yo/rL64OfW8v8V1zIPXnW5IBvDZoI7YiTjpFhvyCRMoYR13GMpxOCc6b
3dSbszhAmu6db6OT6Pgss8pqjT2CIRn9SM1qQKnnTMxJLYmT9AXGd53FOzqvsffVJxYoD3I+sQ+U
s6svwrfJC5fGTAa8obkkTlPF1z5XUpuX67JTbnJI49j4MUx5cqdGffoIVqB4WmK0AeMTesC2OhjC
L3yYYglXJzUqOwQyNh8XOumANdMuviuTLP2EdKh8oaGJ+SSxTCx6fQKaHVWwTD7Nw4RZC1d5jGFN
M+u7yfMANyxV/ujT68xCv2rbj40xA5zBrqWJnWMpq7hZjHS+j9uBAyDrr4QkhCWINlY9Md07K2d9
1YcG4hGZ5Oo4QGrEfOWTGcEhghD5hXAhEC0e6b14sZNv2BEHi9ByouN3MFPHW6QUncuf2Hif+9hv
3vlWI2yCbjvtpPQqrQKVR8tDAu7QYcNvtdOiVdQBEl+Oat+R8/clHu3maqhLf9pPI03dveBqL3H5
Zfnnvuv9B2s0oEaTrjQPjTiyl2Mpw+jYHQyIWVhOVYNUXE/a4nkpE0KGfE6MLmFBQC13yrnobWmq
Fg+RNvkluT+d+VqpYnypAdy+WHmU3XEi08uQg6i8jdq0/Ti7iPhDM9GzG9tU+XvHb5Aq6dZI5kgK
KDFlT6IxgENMyE8sV2Yd4ByOX4kyL9SOkBv3OhEJwIMOKcuLnvbdYzcuy3vk1WyStJoAPJIHNJDd
0M/GGUuUHYd1qwNEjSE9v68jP852tcV165ySfI5ljARtb98lfu+jT6JaeiQcdH7M6witlWWxMxYG
Or19b4IWpVeYAwi3ODq9V2PPNcDnQH0HS6AoQ51ElxLMWa5u6LrBBOgiEEn/vwAOy/FSwKZg8Ouy
4P9si+9l8qbgzX//j6Kg5fzhUBeiI6NrjmUhqvpXUdAy/0CCQFUdryG9DP7VX0VBS/+DioBuYAbi
yKHrLvWIfxYFTe8P0N8XOSl9HgtNk/93ioJIgS6ljZ9KzRp+CzQF+CEgLdo0VS5dnZ+KPK3T4VZ0
af2BFE5CksXjA/fdIWDfcvnEHLm3G1PJXeKqZ3MsMBgXzifqGkQdE9EkMmc/uR+IqboC+vtizg4k
YHl2q/mAAfWkWvNU1c2JM461m83JCokF3BGjxdlbdPE5S+srOGq7rvCjvdnCY9L9JP9kFr660yQh
CfnyGDl1dDBK07ieMv1Wm+RnENlGYJM0wkWmB5vErXhypy/woojYFRKMa2OQixYX7xpvgH/u+cHS
d5i5oX9Y9TheUZI0iEnXuZEsy5NS9lEOMr0lPNt7wqPaP44gTfZao/JgGjr9RAdTsVu2QUdezH1f
veui6lkjatu0hPZoZFJxBIb8GkFLJyHaB8uUFFcqo1aQRtxEy9bxnzutvpcRRQm/yO7q3lSneZB1
uExm/qUbkM06eno1uP3ClZcdVMcXuSea8mpMZ9Z3w0ZNRvFrKaabwdCx9OtdmOpshDmGVbIyIkoD
oHnPLRIFzjfPnSWC0WVdwh/9PM1Geyogxz8aXe+wakl/N0CqNmbx1EWUNTj8koFT7C4p2siu3IPG
vFCL+1KL7rtp9MO+FL4Bxcq2Dk3N9ckdgciAPhrN17IYJLCa5VN04ZgUOTbDqa7bXWn370jHJnGn
xBQPQKB9xgNU7mzBjcRzlfYqHJPDYqc9+x5so/huVsPBybrXsvafWse5Jrx6PLWOvHFUh0mss1qu
ZnRb0jKlqAVb2SKx/VIFUR+G3PPvuk4rQ22pPxW6GkmUM7oTlKznoXWfBMeKZW+ny0ORzlNQeQs3
eieGsjNh9i+EcWN0rIf4ZniPBD6oJXJv8kJgkUGcHshSPOhR+r3kkpKRqYTG2Lk2q4IrYMptn2iT
u0hDlgLV7pBm/ZdU+1C16YfWy0CukAP0JS45MJJOz6mxpcRoNWN0b8go3xdaIcKMQs7JneLhwzDP
5jXoyDlo+CRDohae6tGDS+7l8sEsiWFOuZlgOsjsfU+44nd4o5f48umZurEJoKw170wzn/YU97CZ
AODHRbwYJzkCvanJ5HzCUtZwlCimUOYZYtYIAMXO8BKyfGkcf80MN7sd9MtpOzF3Pd30IbpyEX/e
5p0DjrPNnxfcF3vWL6hPSNRcqR6xCtav5eQRVm5p+bMLeG8XV7i3Ob+mmLA9PhQbARMRAQdbIGFp
vebWlrKkttIUj/Rxv/hWNt56XEWvBypVxCCkSSBq1eCiI2ZVhUASLjiwHviDVrrNbWI3xABERvfc
JxagMmnE1xQgypcMifBDp5Ensgexjt0WpPAO73b/VQhRnOZ4qst9m9r57VQNyyMrJp17XSX93nKX
9FkXkX6flY07HIo5MrjQLr1x+WCc6SmL0+lelc54zke3fHItSfKYO3uQYDO/abHlA7fe95FDWWxK
++U4LIYdjI07PvtlzFrVuZH1SUxxco00va2ps5VMJAhz/oHk6cJgZrbm50R68qV169xEFm5VQeep
JdDnFLhhmsUnQ2R89dSyiqvOmfwB07zmB/rUxR+41KeHhR7VbtA0ccP9jIgNM+LVJ2li30KVGB8m
Y1i+dqY77SEZ9lcLV94vKQW0XQZ8YAyp8PpXesUk7imEAodARcftdLnTJ+jYUBAgKO7qxYluYXrE
IWpXHxij4QwfSp2Z2tktb1IuUXZwrcXdmcVihXpd6TwmZyFKr61+BsUHdpy/7xVwkunRXCbnCZ1g
e7ZIsPgOVaQFVkLUWAAB2Nlp4DifuTSKq3E2uOC43ISo7qW9Cxuo/DZ3MbR/t1c3ralFYaGDj7WE
54cCMsO5hFxxuSWkdxwmvVcZxXkgSjUeE0Ir5a4ebVnuBHxU8jqK6HPToFqjpJkPn9LR8e4NQ6oT
N8vukdSAMYztIT9SUWGmkxW6h4Rek68U58+0pUXQL3p/BdaQrJY6i0IQCi4+b4uizwQXDJxHoezv
hZ/qNz1o208kNKUUbvQkQSxvN8+i9DuCy0B6GoT9MrgPM4OsC60unRtEJh1VH8FlsvBnCE4UHbyr
uQAdAhOYRrTRd0c7Vssl7gXNv5/Ye7gV1AOais5XL6QRVNXy57Vx2YEVcM6A7/sXL06WR2nDZU8i
+VmR6Yxub6jJg+WKXE5VGU59atHYEnowcYl+bbK4+zKLJH0vTW++NnvDOF86/AGErSajiTHWYe/Y
OOohjDP3k6w6NZpdh11d5w9CkhdRLcN4Zzfjs+0k6oRAyd7XLhe72bGKR45E7kGl4wi9CCBdVbDa
5eACbrKe/JSIS/6lku+etHLpoUB44uSRAxwCnTU/zUvFtwevMRSm8kJTRC8AguYfVqEXN1wL6sBs
/UcxFfRHhKPR3+jCyRzh2aiPkWDbJtOeOyU6naGcrsg4vWqpcUkKILPZXOhV2rBzvC9QOgKqVaTR
u0Bnyy/wwain4VqnGAaWoTN2VqQfcGxBZSvS7mDJpNwVjZHvBLK5kCg5hL3OqxyAxFXOQGRqhnXH
7l8xqFBHBJ/q98508mhKfB8o5DyVRpR+oKNJBg03+tfIcXlhorwnQIe7PFkGt9k8atjCreSF4oL/
NKfK3l10mgEgGh9BWUwkC7Xda84QT5ZPB2jkvJXY5hGoYkDw5EC6qHtfkPxQtB4100Y7ZGNi7Oht
hmSJPpEyE+2mxnqKhfVx1oR6tWX6sRCTfmPnTXJKOGjV/QnX88EjdA5HaX+Ve9GhNr1lX85jHqpi
JqAirq+GRv4QwOXimA25Kd1sp/USSiC9zQM1z71jpSdLDUXYEdeCK4f+n9PYSeAVzXu65PUJMhGH
iCwKMrweY0HzsyHECLYk2vrmaSre9e54giL7EShuEJvmnQbKhmKNDEB2wQKxj73/barmJ5DFRdBQ
9aQuyA82aBkb+XgXe/Vdz6GrT7wiGLXhoWMnzdIhDyWXZPbWo2ockp5M0FS9AVTW8txzkhdhps09
c9d/Fsui7w13/qF1lQoIX8ZdMkCmMXI5cUJNyRG23I/o5Y7e4AQlp+hrG/YrdeAfjTT4l+O7esgp
9Lngae/QFIS1Pf2YnPm518CNohtdOBtRA5fyaAu7gxpaRIdkqMGoDF1/op3b7igwkTbx53XU7sWr
pvTkaMmR7aaTx6V0jtVM8jRgIOp62XIS2mI/weM500kY950VPcKsgQej0MEdFVfgXW8Nj1GiV/fS
9spru+N1lcSHQSe2KBApBcyUBd2jhuiOB2MGFxXgRHu/CHKWKEHO72ZDDXzwPYe3WN4g1tqPIl2O
vpb8AIxkH6QxOFeKCNzdDI5w746l5RBiAyOpdJYX6U8epC6MW7WWgrpduIfgDjj7IvVO5GC5Zxt3
WrnLPFG9jJcWiJyKEbWMl1/z6MsJz5d5RbUEnEJbQvtGpPysAXVHb++790S1Ixvwsuq6NSgs+cYE
dyoZBH0iU+zturKOEnYAy2l8D4xbOzm5Mh50Xwy32AyH723fN08RN/pXi+2NLqa2nPNC0qr2HK+4
qYhy3/nlNL+P6AfWgTHISyot8GE3azFlOC6dTTOyOEhPyZ01Dt51N2fWHnCMjWB+zmHtuOnwfSy9
/kjzc8K6vTw0ILy0g2mUKM995QXU/9NrfDv6GfEh8CSqg3sMJ8YLxf7sxsgdkkg4Yx30Uqm7ugZp
qQQ0utqe00fgiaRVAbB7ZQnw4Ilm9nmaOdGjfejPsFzVfjTM/lKg+RyZHIHB85Uny23ESTYjVW31
rZDlyXOiHmqR/sGryyPxD4FrHOcleakS59pbfkRwXogY+GEQZbtDiw431qgDF0pUq6KTkVKKMViI
sSggZI6OhE1TtPXeq2L4zmm7u6p0OmPAAT/SpEvCNlX3cfZAJ+6kO5yngIEeiya+TNM5S2m+0Dtu
x6GEdkLoceSj2OogNSCrzYZ7MEIc/xcA4MCQc0V4dSD9JQ+cVo4nu57ka5UnijSORUK9x06ZT/YD
GVwxf/7FgqvFHMZpz78fovwSGO058hsyF/KEOrUcMmeo8JY6Wc0NpnADM1lyNFuxc5+I4b0N6OhC
7EUevGsNE6siNFIgp8ir9xFo3i+92XeBX2rFBU3VvHaC6tbOrKLyWHewEvOubwOlF+N3oxDcn8s6
4jsAgH2DOWYmX8eObkWdTiHZxtWHGrzMjdFUz5mWqndG1kwHiF6ZoGI0dTfsiWwWsvKuoQZz/wNN
kjq7JQJltpstaEQwoegZ59LSPie0GRFaxqY6NjrtloL4nNBpRu8HLCoRAgrCsNsCVD9lbtEdW3f0
A2ig6ZEErPaGaue4m+y6P8bFCANKxdUHwf0WCEPlvpsujbZuGYZTNqjhqFBAh2kSRacGYecXMSt5
lqXWPhkXP/BIe/w85E3cXg92kR8d1o0rvUvNUzbXzVUzOq9wbwgQBHyNNqpz4QpS9OxE6wWNn46v
Q+VUT8qplgDzhJlzsekAAo16Ly6wvuXzItGEHNrMNe9IquN8brozK3M2vHSsFKFou5pjCrlNUTR3
HOOGcggTR/U7oThM5nXi3VScv7ixjwAO3Th/6R1/uMxQ/aPwOMfSNqFCLqIEHl2L3INLWTSmzwVb
3PVswQWNvUL75oIB1XcaiVDXBlv0uVhssFtRK8UdQeBVELWRNQdt6kTXxZTfOrNbf6ez9d2CrLVb
WtsMiUF39mbulrdJ4wzXXVumwYSTeOZ2CMwusas5BGIq3vtWnv4gQsbda65cjmXk2R/zqmAzECp/
LPPeOBtah25Cav1zaliDs+sBUXHTSwemeQF8mfOZ1h39ZkAUgWPc+VjoC0BLbyzTRweSXLPzfVI8
cKJwyB496k04LK4zUtvPFd65kzmY46dakyxvFW3BbM+LUp9io/6ekVX00IymPOKVb24B2mXBJDmD
pJfAOTYiK+FDiMdb8k7mgz/Pnw25fBzs6IHuEIulqM4q7w5z0bv/0A79X9BK/r+m+r3QJP5b1VNe
BL7lm7rn5f/yj8Insdd/IOTF24msCv0LYu1/VT6Fa/6BFxMoBv/wQsW46H//qfIVhv6HSzUUcT2C
SKqcFzXfP2ufgvgZ7SKtxGeE5I5Lxd/KmLlUNv935ZM/yEK5A5LkUhH9qeJpNX0VVZd7oMz7Fw5A
X6L+N6LAX43My/h55NyWmrJ6RqZhvEtZeRZ8aD+94/+gN/zV0CtNXLLMKG4mMwtm330AuPiQ65ju
N429ZnPUvWtQbIwgi4/mcouqftpHgPMO20a/qAx/et0R5W2i+Tyo6EOIZH8vSWDYNvJF1ffTyNxn
aGF4ehaQ3TNcL6XWH+AW+u+2jX6Ruf40uhG1y1i6VR7U45+NOZCfjrBetg2+Vv7NsTtaWOXYfDLn
JEv1edSy3wEbfvGtWJd//tOTL14HP9jV8uAiQYrkckML/LTtuVeSUJske09BOg5yH5Hb5zzZNnPW
aAl+trqmRZIFneyMu84u+6/mhba83/bYq4lJ+qfrpQRwB/1sXql2hsf6O9Dfr172amKC1+GskZd5
AAx1Oldpr99GnvgNLuoXg68tYrbi6N3OvJbY+NpwFKd0sG3OXxbnn7+RyHEi6NDGpeFd7pyagAOS
bvKNg68mZjJ0WWdVbhYkdXNP/VxejtN/L1/ur+XbXM1LzfQQjuLyDSD55l+XtpBXXWr4V5u+FHM1
MS1caZSFuzywX8kjNeuNb2Q1JTlKkdVHPiVyB8Qvrd4A0l30bevg2ntbQp5s3JKvRE4ctOXI2WqY
tj658fZDGTKdWxoS+mBwJf2yKYngGvfNxte9mphxiUoAAXsWeDRW/A6KPrrw39lpfjV7VlOTiINl
lERNB65MioPFWXWHlFNte/SLcePnGeQYfU9IMqPX6U3Xv6/qvwUU/Ov7XlMyQdeV6YKULkiM4RZk
LPDssv4Np+IXb8RYTUzHXGLMTRbNXotSSFYUn+PKNj9tmjrGamJi7UcvPpppkDpO9ql1NC4qPteN
cNvwq5m5FEAIE8tJg6hLQtic1mnWxXTcNvhqfubV3BMZw4sheZUarF1mp8FRG/eIP8k1P23IKQ14
rqeU6FpqFJo17o3h27bnXs1O7KkNNRaVBl0PP9jurW9mNGxbs9a83FIRs5LHHpXXGpzPREoNcKSN
Y6+mph7ZLlpgoKZkflu7pO1OBRTew6aXssbYqIG0hrblwbNRXgMehMqfZo/bxl7tm4MXg5G2efCU
YcH6PXdF8bBt6NXkLCfqiB46gqB1lQu33b0mbcXdNnv+hEz89Alm+RxbbcfgBQpx2z601sanXk1L
ch+6tmA/C+Z83McGizd1yr9Hl/hrLfzTC/zTU2O2aGfNiflMGpRgXaxZgePPz9ve9+osm0eiLrMe
XhW6P4u2nk5f7aNb0S/ednrTV5MTMbOqY5UTFreovSdeCHPY+Guuts3ZFYTLm4xciflayVpHLb68
3/ZaVlOztmP0CsQkBWkxfhGiv4lgiGw7h6/5qxVt2mmKzTig9eU8pdr0bNnSuNn04GsbYFQ2SWL6
fRJg/L4theLeo43dtl15DWHxDSU0ynloKMbvrbzyym0XKpzLb04RnRnnCD0YNxq1veaLw9Rn2z6/
dUBnqXKulDpgz7EMoEijEd94sFpDkQxp6dgScvKvIFUczLL86M5Iabb9jKtpGdUZj61seKQqKwNP
dP6uKtptB6A/1XA/LSjEg/voOxm8Tj6iMw7iWNt2HFzTm4RWp6k0rZivbyIAoSa91RF6tfHbXk1K
8r9tZECMHsn6hgn0SOy8semFE/r79hMkPlyKXjApkdaxKVNdxj6zcezVdpl7iT72xeVLyY0qgPeP
uN/3Ns0d6ENvH3wckgJ9BoO7dLtT+2hU244+yCLfjtzbBneHmc9kTNUeQzVNUyf7e7yvf21qtr/a
MYE4WSoeeN+F12g7pCcGIUFi3PQdwo16++hpOokUM2gcIFwvLjlT6b6ekmHTORnt6tvR7WEgWghb
d1Bp412eIdZZhLPxWzHejp3SyhiMmKUQh4S1g4kbZEsXbdp5gEi8HdzCYjc0SHWCi+/iQMAwCBY6
hZumJx/E29GNVtIUmXl0j4CLBfZW/bplMbS91dxE37IoKd2Y9qFIdylRp48ggbyNo69mpyD9FkFZ
xaoyozolDkt6m47JtreamthjyjGjVR6kTXqY2xM6221fyZoX3M7IaxufkYuLriA2v6BPKjeOvZqZ
KPRnrIAsKNnYEuJEWOy+n4rf2L4vE/Df2w60P95+I3XjmXlVERpZ9f60G5bhMPjexjV8jRiPu9wp
YtEwuLpJ6IEPm449IJzePrR76bUOSx8Hqppv6jy/XYZg25e9mpBa6y2T5yuemGxVOtibNngQLm8f
mBzdvosvAY+cTK4cXZ1NEsI2PfEaSOY3qvTwLjMXF+e6GG/NOTlvG3k1DyHlauNksd00YJKfCEd9
Lvsy27Y2uaupSC6pJP+Jn7DKrXetd1s30bblw13tkpNlYoy22Mis+b3s0TFt++jWTA09t0TbEnYa
gO//irZjtyzmtqMr6LO334fyHalUwWeH2qA/Ej2EHGX0f8eT+MUcX4O4CxTVnTZdPupKtMFiYKX1
+t8RPH81+GoumoVrzhXpZ0GF7Piz69X6DTkV4ncpNL8afjUhydZqhxSZctATALQbiLJXUvyOxfur
wVfTspaK7GKEqKRht83LEhGbFyLlsqdtM8hZ7ZNS0zKRypqzQ54+Zvq0S735tGlyrjnx1YB2A1Ed
G06hn+IczWFSZNuq6/YaWVehyHDb8TI5i6NrzffzVG/bbtaEUmJUSBE1mJxm6Z2ycmmOmjmlm+oP
9NDfzqKsyNLOMVllZ2XUc4hchKAxl7D4jR/jmlLbagW8h5g/oBXWciYl91vaGNbTtl90dYjt66U2
jVFj3dLf2yDj9Glbr/tPXcPPPYE+QiSOa4vDd+zvYzPq9o6PBHvbY68mqItGX0wTg+djdYqT20Uk
2071zmp25h5qRbNk2cJd+ZB7Qg+deHYPmx77QpH7+Z2480K6bNm7weCr4abHgH8DQ0JuO0bYq63T
0WqZFWpxQpwv8tDCiriax8beOPpq78Qek7IVKSeUA7xZv1XLVaTkvO2126v903XrC6uKRDgzGoe9
6co5iJ102vjs6zkqvGUmbMUJMe/3J0zwOlL+rQu6fVnofyqkaFEh/BbuA5K/urjzbbkcclTnG599
NUNLG1VcFEkHK/qg7aBu50cRo1/+71/k5f3+h5P4WgBUstGVtkgdQsSr9Ku7TEQiQ0bfVU2T4lVJ
nG1L8BoG7wBThafv2qEbYXph99ZwgMlo47xaTdpqjo1pnCv+Fr5TPhIIb15lOdSO//6OfrFhrzVB
GmdGYllrJ1T91D/aoplOeexOD9tGX83aBLSna1uk9o29B9lrUN4rBOvfAbZ+9eyrWdsWCyCgPnfC
cjbSE9FG5sPQKLXtamutZ22BOdVQfD1VRiBvqWXF7cWovu0gY61mrSiF2cBFuHybPer72mmWW03Z
YuPDr6dtF1liFgwPeLmCYuLpSHjlNpEaKUxvFwVXn8n3SfhoxiZ+bPDZ3NTE1W672f2bRMikcphK
ftUMtsK12dnTKdJ+m8H4q29mtbnaml74pWQ9w6/VvLer0vgB+eSfWtGv0/+Q36v/Y/UeKL23LyaB
5NBMkhczKbJrI2gSp55T37ZvZq0S8jXcfNVltSy8GUTTCMoKt6Tzm9XyF29mrRQqUNIX8RjZoez7
GKNxbgWDp2XbypXrcEaE9H7aWuywKgWE1w2mCjqr2PhBrrVCyUhBvo8Fz26jeVfaWJzxpm0Trdlr
rZCTwcBI3YJvBqLPieMYziljzradsdeRiNPSOJ3Xa0wmRPf3MDwI7Tbx1GxagdeaISTvYF+q0Qnb
sXwC3WFd97httl2Z1umGWEfK2hgHJ9RU9S3rav/KVGm1cfDVTJWFl8Ng8mwSs23nIM0MNwHO3m37
3po9afZNsmTO5IRzqcWfGis3j6lbJ5tachiR364DmYU9Oy9MB5KjJ45FZLnXYjax1W76UdfSIYxk
fp0CPwyrpp/xvJjzLnexCW8bfbWtRo6ac7307dBIC21flLOz95Y02rbMrNVDQ4R1yTSYqlZWiHcR
QtMDBhP/74UD/tV0WaM2Pbe3psHkk2xpbZ/TMpn2WOCHbd2FNUnfyH1VTBmziUwfDMtFloTCi63f
fPGXvf8/nFfX8iEvNZKK6DQn7OOu201d050zexqusqrxDtt+W+Pthzm5cbEAzHdCSzfm11rX2kfI
RXPymw/zV3+D1ZxNAKHQmedv0PpVeYcXqNxTxOLjb9x6+s2f8Yt9ah0KFNdgbabJsUOznpwrPxby
lW18/LrpBa01RWRPlzr/s0PH65NTrSfusSPiadvr/zM5+6fbVOGmiSEGyw6XxUuPxLAXoT840bad
RF9NXKCZpc62Z4dwVl0ugZF7RBeQb6svr5VFuZ31XDD5dGJLOIHVGUmAmNvYNrPW2Go71kSjrMUO
Z4f4+RIrMfQwXJPbftXLt/TTe4f9Hjvdwg1cdJDtyP+NdotdL9sO27r5dvT44mNxk9wl1ZK1ErWi
d3I9b2MjbK0u0oE1JDLl1Kepov421Z1zHmU5v9/2ZlYzVuGvHuDk2aGCKx4YYvRPrcIdvG301Xl4
0BoWPuiQYaqGOT+I1G2/17IytikA7bXOaHKdFscy43fzbFj4zl33GA2W2LjWrKVGk6izEiOtHSLH
UC8erribJa9+F511mZf/Yb1fa41Q0Q6Jc/kqOzMbJJQVGM6+X/n3hQlWOSK3BUSNNsttk2AtQRro
UKRAX9zQpB18ALJT31Wjnm676q9VSFzaFq+MKNBJbK2wcGC1EMtsbTvGrpVIzjQ68F05JM8IEp7Z
1eERQxx5t+kzXQPQbT6Y2Zo4T0GxHM50FVW4tGqbPNBea5E8XwelKG0nxIic6/uyrYhVZw0yo219
tLUkSafpnkuWnrApjOVD70XWj9b3NtZw1ilJFhKtejAYHfm+H3hG/ZrYRN9sefOw9d8unVlpjsNg
uww+TNO7obT0ewiR+W8OVJfl/d8nGNkMb0cvjMrIXOHxuxq6ehgEnHG3yKtN2y1gtbeje5otYlF2
buirsYquIkAI7xSzQGz65onjfTu+wDpWa0bhh/bFyh7hrgvFzGFq25u/HOF+2hLTxuo9Igb8sMNM
fVfkhXbjd2D/t42+2nDJafPKOAbO45FkdhC9CwW4rcdNBVdrrU7qNPyWem/6oWs16VU9Q2GV9fS7
WIRffTWrMzIxlkvvCccPI5CvO802i6+xNKvv297MasOdMTT4Q09iXueI+QNqM1XsUpShT9uGX+24
gKVBArkzVKTMaNTBBqaV7X3S5jZV56y1UMnWyg50bxWFM/2e2yoDR0kuurntk/dWE9Y2+1EZZRmF
ua1Px0YbQVTbqdq22KzFSlVi+5WFKTk0MyV2faGJU61yf9ubXwuWIPAmYM45zFPrzs+jik2y3jy1
bbquw4KLHD+cJHgrjGsO3qSimXeq7MHCb/ps1qKlJI78wouhHDSVpgXCFOnnoizUl22jrw7IrdnN
sjdKESYjWkVnSI3QHmhubhvdeLuSuZNfRVRDRBj7hf7smFV+qMe4+7Zt9NV8hfAFGEfB7osKeIK9
p0fHUQl948+6mq5FKVrY8Dkhmh2wMdHO2YNrZubXTc++VjLNU5VNlw5emJu5cRvronnP/T/fdJ5k
4rx974sWFwo0ufhfzJ3ZbuS6mqVfpVD32qAkSpSArr6QYg7PQ6YzbwQ700nNFElxkJ6+V+xd1X3S
fYaGgQL6bOAACTvkCIU4rX/969tZaf1LBF7FqWJk/ZQKRT/amShrp6gzU7Ub1zXauam9aapBfEqE
QjTB72+9GlwotXDVjiXBhMg9j9Crta4/N4t99DVVNh2nAKT0HbV/Ju+Qdu8iUCY+96V+WFqjKjY8
WZNgN489X4+yn+Qj0sIRz/25638YrHyYUYblcbALWRfDTeLchJAr05DPDahL5u1vGw8GpqCkeP8D
mdMN9Onqa0yb5nMDin0Yrl2CyCRdY6oxi5LnegENniKK+XNTzUckJNZppH1lCWbhxfRHZKzSL13q
hn913Lw8fn9nv/rR3TRNOAYuwiFfpzagyCBmluzRQmd2nQTyqgDpg62fG7wf3U7wx2X9QH2wWzSS
KQWPI3QvAczxqWfoo92pESnpG75iSo59fCKUI/0IAsDntn8fLU8NjFo50u/5XrvE0RMg0emzgOqi
Prex/+h6AmBimX1G5H42gI2jHuQO7aQ/OTt8tDzNARKgBib0/sIN25jFIuRyFc3663O3/sPwpQZQ
pRCd83uWe7UB1EdvhrprPzc5XAJdfhu89YLMJ0RR7anB7rIWvdvLNvlc2xjip3+/elUjny+Ik2qf
LKOtISIE6TvCz/mn1Chk1fx+eYKOhlp3Mz90UUCAixpRc0875T/51H90QFkthQBxgh/YRElhI2uu
5qnjn3sqPzqgVrDpGgR8q4M2M1DIEwhcSCqpkfn+qQcn+XCc7cwYD53JEOLdJaqcMnyrIwWf6nNX
T3+/9zJBbHHV8eQwtYgUgTlhuu/i2X1Km6ZJ8vvVRWccnksfHBo5fV1cMr73zOlvn3vrHxZcldnW
Dc2ARMuY9t+TsJ1+TjMCgf/51dM/eYl/Z9a/5MP/7Zi6sKcWGhkkqS5zzM8JpKgq3LMZofDj1RLV
JsjRPaRbcp4yweh151yAePYwXqp3JPWRS/VvbBXy6hBDOZm2qIM1mK8DykYk4iEmLmY7liIl902O
YGogbJJ4pEEGCJWNTrUw3TSUMWLgCFLYbNy9BT6e0HS20tSF39jlJR4byEauD6lfVH8aq7wZrlnN
WqRD8mzi3wxoYeCtTEJ79UikNP1Udss8U2DuMJz5WxC5EFQQ4OlE+zNwwezW0udAnD1XYA9KW1Aa
1HjoxKKqWxHS1l8hIu+C4tahzeZNSIeuepgsEjCuBYrCQBS2MKS2DwwIKEQOO8+JB7VuWhL1pVeq
r/doaBinI6BdGXAViBm14AySvh/w+WuzyuOqaI6OBBLU8iVCBPN4kyHIWjalUzSdr0RuIzmUzvks
+znQKZQ3rE4keRnm3kZkY0MgkXghkJPDEKAb1cgoKxBG2y3maHFNUJe1BCzgbe1JUsvCgazRTCWy
8SsyIE/NR0wUOYIwRySPs8pOW6TCVeKmXcY5uVc80bhClgRBlBQ9Csyg6vEMS9Ftq0eEHOfRavtD
jrPJhA9UUWS7zTrEuXPNsqa/b/0wuWiDBV4gKDhZEn2tTdzLvmgQvmUf1zyJ5h4IFpZyWSR+5dOh
Bscm+DbE8wJGYQPLIqsL6wdkA0MD8QkCRedsctoAPtjGChF6Zlji+Ly0vYWsRsIF+eiVH1nS7hFZ
1QNnL1cdJKi0jFmFRHGA0en0agFzc4jyjrL6WVaJtAqxAwjTAc8iRQYcK4OYx/UxNSJJvzc6QlTd
TFgAaiBc6ms0FjYN8LIyrW3rDy1QMH24X4ZK9wF41EMVAow0Mvzd7ZjDg4cx4YTJENDK67gtGmBv
0PgoMzMGL8E6G8C+VL3G648QwS3BT0oYkFdo0ZhlWbdTPmzjyUk/nseluwwwIN9qCTDwInK/qUdh
c3+mjYhDtWsJQzbhNshrJKmWiYkv9DGWNZfoRugN5iEb+NLoDXCKVVp2hn9LvRJs2+o5kwVRBI+5
kqyZf4Qa9+inbPUFVLaOQ7icRjIO7Aod8jp6yCSKqcALIWXmfkjT5uTCjtyBV9LTn8KBOwUuOD5Q
tOp2E9OFIVMo5OsT7ULHf3IwaBBwygAtWwsOCpOsrn0v5u7Kzd1CnUGYdJV3/MXUeKi6a7rWedSc
EJXjm750Xa7qrxqzA9LKVetZU2+AQHHi1LdIk5Yb+Cx5Kze0X1L3NQ2IXt+DuOLqWVs25W0BXlIE
1pqJ6bze12GF5XjTY2UIxxJJ6x1isjF7BF4iFRA1zGkHPOGgogMjFvFZe/RRphpcGkQayV/oPJsW
V3DEvcwT/OlIfcmKmS5ZBL6XaVv5rUHOeRbvPDZzfV4inqizwKGMuQEUYQ2oJLjtC/KzXhJMpQAR
RGCCfgNZaOZRkdtBUbw3Zx391QNvIe6bWmfyxYtBhODcejoZoADayL86btseOXALmRDYCYaeQryV
nBBDhcTjemjCneMpgwehW1TcRVedDYkNgfgaZWw3KqtimBT6KNDhizduIVvEjqb0F6K8MYyOWvBc
9DvWoYqwAxZbqxtpEQwL5lHj7boDVoSyxxqxD+QNX6txVZH5LAHjAUuDy+/MOEcMVi4Bwwtew0bv
3kBIUgBas9YT4JQCxDBGZt/JaQ4k4oqmlN+mdQxWHhCdKzmShs5YL1hqM14EABr8BLrH1vcIG3Xm
VlQyifa4N5z+6DMkcKN9MUsy/oyF3iAru8+6gVvQ+IbRHZGgvwJHkeaZQ9Ioik8osJcztWMETqLp
DX+mOUK6D0RF2r3o3lEE+CIUuu7ctp+9nF05OU/svZGYZ651W/eX1B/ShCXAq6Tb8H7Ns6HQQoT3
rKaI6Rz7pQHrYaLO9yDpGiCV7rG3b1HCUGgIbqczojRXtnWhnvwZZcQgIUUUjdrs4QUPAZCsoI31
GXBIYhnekh5p6wkQSrWDOFlLRSeAJGrEDSHEMuD1bcuMwpRdVZ6+ItmsH4fNats5dIjIZ5eY+zHC
Nb7qjOX6dujADhn3NWnrLtuPIXgJZBvyMGjOkRiJXm5dZjvAmXK9IOfyOl5XfFeFDMFChTsBbAzE
wYLYObTDZkzx5Y4luG84XINrEQfT/TRnmrUF2j6XSG5XB5FvLGaFLPzstpeOIw1dJNgSeDVH/j3E
Z1+rAhzb1v6k7oIJTLwOQfboAz/OBxplLi55QBDuWyCo0GUPxITwxfJcNzYvUBbCkf5XU612kbsJ
Zan8GTMgiZrC0iYPdiRKjUn3Kp1s1xbjWIMHsch1Uucq6hZyaiVb3dPYr9peU7IIkG1n2SG+HHuL
FZMAoEkYj2v97J3GA1JGoHOFqoxBcQInCbjVwX/BrN4G3w1bGNgwbTTABMFb4FLf27wf1ZPKTCwQ
LiriOgtL2acyv0oI0uPT0hjRWV02oBg0h2X0DaimuQ3HCcy5ALPTgwuYxZRMqaTjXZy61CBq2M/p
/Uo6AjZKypoEPJlonhEgXirckwzoGh7DQoItKdK2u5oL9CyxEPHLj/kosJQXIqmTGawIZ/n71FZU
T/AaD84sBaigafstR8avbIvA9W38NbR5G9dIL0fMNNh6mUHoduFrBFSFW72OU4fxtmBDmBS2p0t7
TlKr0gdUfuP8sVkTCW6jRaq4hAibymaE/JWluF668m46ZbRK2i/9apLxB4uaKVoKOsY+lEWfqzD9
0STA2PkiatK++coXAFo4GokD7H3AgUkqeRx03VZgxcWwrH/RiItHcnhjSR3gBqYzSCt4EBuGKPMG
+9iobJAJ2mIetAmYAzZHwIzBDgq0XUCIBqCvjnVtNO4gOCzhFfYcNPuCeFva7aY1vGSUjSvy514W
EXfdzsvIgd1K9RBX34Y1F/oebyXBJFeZftBnR0A7u0sHmgVFDtsfsqUHcJLLIO/msC9bBPtVDwKZ
/OoY+r6PdivF94MNtxX588xqr9BPqfnyrVqZ6kyx1EEM5k5YE0GvwakOyD1ZWjjbECOerx3C0nma
XGBgbT+D3CEXwdsEq4YdBxBvHW1ot40RvMzedYfotakAuTTH7w9AqtMDiGE5IkuXigE40GYieeEh
5pMfq8ANu+/UnNjbWoDzc+PhmqlP8Fkx9PLh+Oyy0zxqNf8Kp3W0W6ABWGIKa8JaHCoLVONLNyHT
4zGG47F+sC6IjSgEuqCXL12jO3lAPbZ2YZGRlIkviqBm+nMdsgstMVbWpw659x1zT8CggGpTWO6m
5AimsGvYYeBtj67Wpg4MaGrVZJL38IKMxvra8eELwKAe9weKXAM4EBhuFb4FjGcpz34d+vWVwBl4
v+ColVwxEyj0Ts+G3HkB3AZgbarJn5umae1Q4oSkkuugy7vuW4Toqva2gwgRISUc4/CVa4kxWXZJ
lSdo+QrzGA2aIX23lQjy+wXxAx6HJxeQ5DASpAAdUYTO5ifRR3P9tuQqw8fHVN8ttwim7xEdLvtl
Hq95sID8FPHajS+xxzaymBDmTo4t2MrySpHax3trmq57SpKpHrrCdks0HPqJColZQMdfDKxe062p
rO32up2DQILeMmbBExi6PHrv+tmZPVY+6YsR7jywXcaI4akM20hvyGxbcqWoqfIv4zT2FHN2lkxg
CZhsevYjhR6Ju7xiEOiVzehYMCm2ZPeBdjOkZ9NViIO2iQy6jc3sDFAS1z46KcspO7Sr63v0Ofi8
v0HKcocw+2HF7PPk88UnpRiVEVhteKWLNW21ORPi6vQBIYGD7cpqZP3Mt1mIVPAHyHDgQrTeAvRd
OoqYuB3wMAlBnPmQsS2ZtOV6g/5n6rZIgajHK2w+mT2xjIcpYLaG810bY4SeBrALqm0CGCgOuwyU
x6vKInUaSadGNN25GajrYTQJXTcfyTIbMGFx3u1vLJxd+mjqFTVWIFvEwAuDd5ge2Mib9MYnWRZf
DQQlkU2SBi2yxz16y0Cw4dlKzpVKO/GDp0OmX4DEkeFt2GMXjQMc+p/SWz7pDnxKPSt7lboonY60
kjPm/NBYcmyoCv0V2lMRb1Gk7Uzz751oJr/LmtWOTx1GMTIj2jWUexXjUHObWk0nbK2yltUWilGU
D9eANUXrjU1xo8e+NCDAR+0xWTgN1g28gs3YlBVYjTkiPaM0iP+FDHERM/6eCPFB2EsGBMULYKaP
HisiomEGIWGxQd34+z+XOf7R9T9Ie+BJYlxZVR97T+QZ5XVy043ic90FNPmg7EXDbMCiitZjImqA
nnUon5Zsqu4/9d4/9kixZAVdPhbgyQE2eorqvv162TH/i0LXn9bkv3Pr6Yc6Gneh4gv4OcceNKap
3VIQsNoipKo6JjA6oS8OSZF8M6cAQp2bBcnwO4LA7vcm73DWAk86uWnwIAFAHmHrtXqw73IFVhNV
S4yFKENv44aaAWSHQk+UV3sQAvKpaLspAmi4h4H2OsjBbjtx24Q1HmuNmhhZF9BM/vn9u2h8f+8D
flAW4cRGpn/r3TFnOD7srMpnfwAb1P0SoJUAVoqEln9VoPkHz9nHri0vuziwetFHi1C94NQ3Ig+S
TdyERGwAUIIMUyTVSgEhgUiWmbKGu2Qp4L8LgTUNlpUAUgCuq96GyRyone8BNT3kQxwlVyD4BADC
jWjHM1s6d0FuIAioftQ3DZAb2JDN83RhIVdc60ndwo3ozA3yB4B/x9Yok6eLeU0EG1YBWx6B4RaY
LgFtAkCOTaTqxWHGxLwT7buUR35vuQrd0yA0ahtFn1oQ7Iuqr5D2hdMszu/LXsZJCCFGrlzXJQHB
FyRah0ij7cADr+0J7LDc3gwAViBsrHPajc3mz6/0vyMUH2iU2aj3f7t+nfS/7cz48xWb8vF/XP7U
D6DZVMPr+X/+/k/917/Rc7V5nV9/+8cWT/i83Jt3tTy8a9PjpX91Z11+8//1h/92Cbafl6dlev+P
f/8hcBS+XI3jbSHd/s8fXZigSKb8m+f8cv3//OHN64DXfW+Gt9c39/5/veSvfPw4/oOkWUxZHpOc
ZNHFXOje9YzrJn9EMaOgM+XIiQfqE6r1f6Xjh8kfKclTUBJoHqUsuRTXNSTL+j/+PYiiPxAOG5Is
IQl+TNAn8F8f/u6v4Yb79g9b1bI/W6/+z7BEFgELc0ZyHJDzlERYpjFs/8YJJrMR3GgLBtOFHWsO
izDVPD7yCYghiEMr0kH3tWra8BpsXXgMw1icU3gan/wocuBlcTiJWRruGtmKcqgA7T7mnqhzgw3g
Zpwnb7DTDx8Wln1FRtaZaTzaGqz0vYQym1+4F0UGcRQMTLWex5rbg5ugTZk8+UFHMGzYpJ+Q1pjt
jPFfsPFgpapwprjPWi40DLLSW5zul/FHTLAHWigJAWIxwEjW63hs8fYPE37lcaIZsktcLDIcrYN0
H1UUgJMKoVwjTwR4dwj/6gmc/oJOLzSc31BIO8fpcI+vFMUcg1A9SBlVIbAPAHWqsmf80TvThrt8
Ge+Zym5kDAZi3NTmzBaOIQ2Azij3ax1Vza/YkwVsMF5z7M8E5H0qPDlCytbzSZEuvWpMmLyCp3GB
XGei9IQ+jliSgcLr3H5GeCIY9OCb4vjQ7+qeHBqEb150ZMN22LyPO+WY3rjYWjD6mmbnV/sDM767
xyluupWw36Bbpc1vUuoAiuxWsyUw6IGAUj1jVCxlir33BPR4khaIW6rKvtZ3K8AsxzmI/TEktb4F
3fvSlGLFOQgSnJZ9J6HpzvzYBrPZyJGHTzaroEtNdpx/KBeul4628GUdLD3D1R9/71WOZqhWDYca
9++YoUcSX2Azky1qijiGXqoqm5lW4HRVNNqgo/rKzG4q6m5YfeEqtevCGkhEWBKWw5STCbypdqIK
FDzEfCWTXZ9cM6gym4U+LS1L7uFpAoB7Us3GxybZTvXUnbNFE4BWkgvnyeAeQnbWZaJ79kNkXrxk
7TAcumwZkO/loyP1cfsEFKffIQRaFqD9tAUfQI+qeaTOOc4wxzgfgIvCp77JmiyDxow1tnDTDPXY
hx2cCHVIr5wgwTlt8xDlWK5BBu2XJNxXqhevi3N2vyQB2UuzgnYbrS49xDIjyApoZ1aguZ+WfV5x
EHwQTBDV0uG5zrqz0EsCdmAD3Z2iXIqFL/5R2+AtXPI9G9FYX7TaBV9ydHNtxJz7PXbO+SsI4GAQ
0hohQeGy4klh3UYnnb+noQC4XAtSQM7SP/hKgxNpuX1Q3Qoylmq+jgNl+wS814s+q0ucefrCrba+
cjL0oH0P8W4KIEXkwFvuAMkItj4R4QyHoMaGuItr9gsx+nKf5yM9s3a556jiFzD8NfdjggXPB7cK
lPG9GsQBEv5w41V6muZBXQEkcgD1bXxkazTt8RjcsCR9RIzNq4iULhqpDi6dQYIap8sNs9+XKA+u
V8EfqKVva8KTAnhDta8lkGOgi3WPIfY8osDG4CZT4QvzNP2S5yGw4MBLHCJFD5YNr10VkV00ivAG
okBctsH6I1aBfXO2v+2q/EkIsZ+WcNhkKd1kFb+t1/V5yPW+0t39YJZXF/GXxbLnalAbPQbDLpvH
pGACiOFUb3F+3Cep+gWeND8LkryEvYX0UnFghl219T1/qyJ5m5G1/t7AJV0ghpwVa+Trdxh+HiDi
32gxyHPvA3C3wt2qiSjHvt6A4HoefHNMa5Q5rGN3ESqu26aRXy3PyrShxRRjyyCm+q5m8hSDMrgb
R3IKzDjtIBBdga6zt9pqYOGmXYD+k62EBNxpBhYnNpGP6RzpfQ/Jm0DNWpsnL5PkF4jmsCgz/hjT
ShQuXc5Zj/uHpuKxAP/9hqNuXUBYG0u2Jisy2l2CaBYPSTTO/RamW7D/ftK4m3YxkuhLzBnX2QJ9
AsjG/rSkIjoNNLrJec2KKcigPkz5elA95ILAr1A8+x9t7t+bNQAsD+JVSuvrvJWnpkVwnKcBEK5J
/YPP7QmsoqfMjoeUAEBaU48Qseo6xokHyEmsKbNi7xXaIFFWTe+h8z4NfX72GBkFwxHtxQQYT6Zp
bwfL9MHXYQTsU3SPUuyW5A7AljT/1XHgy5IO/c71jOOUUMFN22D1bNOOlwwX2K1ygBAeiz1rclLw
dQ636H8C2DppoBfZkWyilZ1xkLaXCtUzGdiEms+lvAs6MBatWT9CfQamLV6/G1RJt1Wb9e8ZaIIP
eYAvLUZ9BsgzAcQSxIZ5H0aD/JEpRNI1ylNsJDv1EzrruhH4pPs8CuRewCvPNty6uj07lLrye8NS
PODrCiEWYnrudhHLqxuxrB7Cmm2Si4Lq+jdkxzWPk8T/bxQBQKqEf8m6g1lEu5MsvUcxSWwDg0MH
hyGlNLlMinol4ynqEfyYa2m3AwDEyDHqUPdFNz5dq2DT5RSYgESO6LGskhtAbfdRgAEXwLdRhpHs
dumi2DacvX+VZEibTYvS25YotWCORgUGwItlivxJo84ZbGyjrX8aUiyDp0bwTm5BOJ+B0069CaY7
j9Y8aDbrdpjAInYuHHbtGJttUzUHDuW5MeI1QYCTRPxMlIsNVpaSTd03InVT1JbwEhi/r6ABz0fc
mDuik5JJED4FwSEjkVvXdNvK8JsKZaW8b0FybbAClLCtE3A7wzPpl7fJLkA85vOm8uR+ahdRotvx
LgwbVwqClXWuuCtXK/EZZVOIqht+ZeTS1ABBpEhDMKnxFUJ0dSvKk2ZxwL/1/WubLrQArDgrKTL4
sBnatl41EEWiJzVexmYaB5hVUGRKXPC2CN/epkKr/ZDHLwINqYXROS+jZOQozrqhQBbJcyOXawRJ
guoqccYUDJDcPlDoUiCAr1Yo/BS0Q5nNdcuKlP0FPaxZEx+GhlhQx5IK1HggKq87FEzOYea6AxTm
bg8mNn6qx29xllcruJCoIBaVaJrt5OYKmLWsuqGq7y918faLk8N6tggberQs+c5Qct9JqGlXi51/
yaHbSYm3QvBIBoOzR2zD0u+tDtk2b4FuBbHJwYFV57tQib1m4C7P2Qaknq/dUsld7zq+VVzWZbPM
IE+mLwkd9JbwpX1CPFhUKkEQ+VaLrEhSikUwkc2bkVVzWga5AJnIwDGXnbKvsoUJi6FZeEKFaIuF
bRqXbVpHIypKtokmVE0YvlSkWA+4AUKY9NCh7oe6MHrdh23kfAc9fORLIO9Did30ADLpgNWG0mlV
ZzH7ON3ES+iVBaATUmXZzQu8GjjSCp/tnK+HZRdx84Li82K26FiJFQxhWTBcQ7rvIDqROORH1ixQ
sNswQMM3TbWCOXNtLhjfJQ6/65j4o0RIrO43CgKE+FK3sKOU8Tx09U04EdKA34lS8/s0cufDMkYk
1nTK4cEBPrBDMVvMnNlgk6Kcn9ML6Nl/JeC9//KojkBs9I26QGlQ0ketgUc9Yj9MpfNNjLsyPwWM
pOcRGEb5hnqWcRsPJll4WJu1bkspgrV5RnUPG4XU+LILMJMVHhjf5lC1MbB8RNNTP+OUonHYCNHd
ZSuYAxbtqu+oJqfnhqBeCuwhGpHUjYPRRJ9VV9dPupmA9MUpEUEVbjQoDdrGn0wDxizquJk6RAic
EEc+5AM+q6ENFnwxBnWx4k+8ZmzppC2HxYCLl8q0c1fhOrUau2PAzG+SdLE4k0SBskfQrIenvEuS
t7wdOMG6F2bTBujt1mzjBRzmokfs2mgAZkVILJY1GKLvWtvy+mhti+fL+SnDqgUc5vcR/rxkI9Ks
CUromiHgGQaVnBfwUQJ2GhXKPogJjxqziUOQ2C9aWaumA/cQS4A9BwqrHLzM9MPYQAf8CqQXpmoQ
ERuyIzBdznuMLjLDiopYk76UjZh72C7Sbi4mtB8Hm9EqGexHIcYRi//M02sGo0x88iFkM0RmN3O/
gYyVYv+LOUP9jC0Q3YLVqK9hSfLJVRejeogTXs6/0HkMX+cME28hxko9w9iyDBssCoM7IEP4AdoR
STfrwhp/7ZJVHxq4XcKfWWwzvYfFCSW5cg6h66Sov5jljDKsuAlmLH97DK7UneDEYChEZEG7pzVs
Xl8CPZNpg2hlP94R6dDcPA4ALhdAVGEzME+agTiuXbHoMNkaW70IaCsPKHMNR3CBk3K+rDao+w04
x9qmRMGk26Rjm2/bdoHiBaJR6SMIh9kakzsmSXcXEWVhfcjxvaqpGlgxk0h+y10V3uWe0m9VXT/j
xITnMzTwKwT1WNVlhGFXmjAfXpC90d6GjTWQf+agx+ZKzRapxykIm/XiyWvep3TZAL8XQ/tjc36A
PlZ/xVlvDuA28Uyfpj5jZFOviznD6JIWPNJyl1d+joBjDisgxis15ydk2I7oq0ht95QiP3zuovQa
2praSfAUSrSS3ayRNdseX8DIzXXUwlXc1u295rSsM1TGTgMzvscpNuxvFW9/oWikN4yLLt8tU81L
F6fhVkqKso+NWlFkcWZeA0rNX5bk/w7FanofH2f1/j5DsvpdmPr/Uqei0NT/McaxrF9//q1Edfnt
vxSqKP4jx/+yLEmQaP23ClUY/4HeiCgiIbSriFxe8p8CFV4DlZ3hZQC9hil0o/+tT7E/KMSp9KIl
5XATETRCfZCj/pk8hZf+phqz6PK2oJ7hojn+Q2L37/KUWFNDZZieTNBJ7OHRgAPaswrqfDpmwNiX
WQc/MoE4g9XoKUZiNAj3a1OsWQ5UgalkVyIlbM2f8pAn9JCmGvFMzSXt6LyiV4CcxdjKh4itmPpS
OAXyXUslXGtwLwQz6L/dAB8S6EaRegbpPp/hf2jCCKxc26JJm088sRBO+hQFwzI1jTgnLbYW+pi4
DlDfNl4VWA8psQcKOxqNyl526PjDgoVdYybGu7qZ1H4cCGY5T8leN3Fc710Ap1vEY5BX6bhskECE
iuogCMeJOBjJDU1YWDkAoyJyNaZB97KiTg3Zop/D9AUDtX7lM9zBgUdLOSxVY3SXRhSc4QW5HOpm
QkVjo/qL9FMvwKrDI6E01O81CYOvMS6xQdfsEj/A4bfCbdQNInhRKq1SmD9y/tAOo85UiTc6gQ49
zkb2V0SwIanLig/x7ajqrH4gwWLgDGgrGCh++iZp3+HsIm1SZrYDIh2VT8ofeZ3PyUMSKDp+m7iC
i3FZ67icYu9+QgANY/CVlXirJRjrc79Q7Gt6g0i5rZr69JYuEMJ0NbVwMMTV0KCVNTHX2TCu7S22
ZV4XgY6iW2zQq+Cw4iwMjjMfw+U5gw7/3kZhN933VVqjZspnx7JtxPn0JJu8OilU2DZkydIDoRbq
xIo9qlvgNE3mZbmcqDQOjVVUx48oWGuCoyWjsMk2sDeMTdFPkHYpgufVkF/nss5xyhgddAFS+DGC
ZIoQdg8jaYGjLKFgeOfO2DKFRA4XyxxJ1H4x/SkYT/J1yiH7kwBboXnDxmrC/eVD0kP6oz3beiqi
7DxzV4cw+8V+OfIwZno7IfIpOJsmBTLZY+t/F1Xo1Tqtvm3rU1ohG7qQ1WzsRtdmVrsKuTn9Ac4G
OcJw5pIvqZO8bIIVJwrh9d7OOUmLQU4MnoIpna6WYahvgmHQOwhpKYrNuRpuTMwhcvpqDa6rOmBq
Z/sYNHgcx9QWNiN18KGw97yeltsWmvcGnh8f3GRamnsnxpCVXv8v9s5sR24rzdav0uh7Chz25nBL
MsaMyMzIUdINoZSUnKfNmU/fX9juKjvbVYYPcIBzgEYZdSPLEcFx77W+tX6zytHHivjF0Bg6bjK1
jGNVcUtsuuWaOhiHRvgC2ezRrBkB4yfwmIeGytgLQG3zLa5i+0vEpYUIiL+aBSBkTe0v+rrKoKjw
8H36G6zmINlE56Gb5okGokwjnA/9kGunbMj7VzuSydO8tOLWzTnSajTbqOsPoNhd2T73A8Oz5x+0
MmYEhP2oF4lTan7ba9xNU8B9yUb4O08Fwe4RT6Z1PB/wgbbvOGzKeeD69BkC6hXmjmbN2TV2lt5C
224SAM31q2lANpk3SSf0/tHrMuBaMqqJrQdNTH/DuolmtdblgbZPAJb3RiH6It1qeeQktDqUQzqd
9LnK6PQAyHZHVUHC9hOb1JkMqVfeRO4AP8a0+nYusbWNuRdbVSmddepsTWLbeFPlFQH4by19dv75
UwRc7RpnXDEo4JcSP2uxAuEqOCYf1qHQd2nVaeY1hC1i0NyRjJrfQZ8nz3Vc9DVEk2lPyTfhxV31
4vVDZX9ZC/DSJ9cspnk7GEOtzpA4qTrbET0tG4+lqFEApkCW36sELNLPFEOi/D6fIN2UcV0uKml/
G1qJv6/nLfiJl4odAL3p17VefmWgGbPqvVkDDs+sMJFFc7TGQnt0UaCCKilKVrFlhogw81xY2N7m
vsl/6LzKVh3d3HYfkqqNw2Vc7Y1KLVX4oOCDtvMGvdo7EGhfLGsyA/hUD4bSWodwnIpymw4slSDx
K2M3l17xwnQB5y7uFyg6vda9jVl3THBnP+SXiSMOTO/R7ga7wcZTZr6P7MreLU3sHvSG2hcWrrP8
Oi6DE/RTmYTlMK2h7nXlXiVjffJ4nGv+3K4MOlUymQOvkP2mzCTtIWNZAOuYs7mDZXSUL1BEtwJV
aJeaifEs8/Jh1UG267gcjs2gv9tCM56cxnIsAE6R+JVSFvVKTfVC4atd3rCTkbvIct6wbFv1NUE9
t45DNo7tj6iwuvrcpPVsbPLM4YRjOnUvszmyQ8sBlZYvaWm7dRpWVV0BZclSYC2pQsQ/wI6yb9LG
3P6MEJPHJ1XllbuNskyLQm4QM6S3HY6zI3o3Bl6cTugYaVddZmdpdqlCN8GTsatbO19nnQ2bAFgz
XfTvbSoitDRDj91zka5dFTIkafbbcul3IDVL0Kre8GfaJmFMvXK5h3YVKz3aA+Df3OWZd7DRT2zm
Di9wxFpZl4A86FerN7a7wmrcr3JY9bCdBICpzt15KbvWOUVZbj/0Cuol6HIvVr4lqvmtQDs5pYib
36ZZW/UA3yPfRtq0NJtVLvnjbMFcBUOU9N9GW+fc76uE14yfrWm+fu8SmSS3BGgmWobKvnV3UZou
N1Zhm6eykRL8OIZPZ2BY8r6sgupicEB2Ijwgh+G3wXX/u4T+z2vp5b9eQvuDwrZOf7+Kvv6F33xe
/ZNLwwg1IEB1puNcexx/83m9TzooIy1QEtzuwxT0T6ys+Ru6wSrbQWr55zpaE58Eg9MNhoPogv9J
pnj+jYU0FNMfFtLSZh/nAbqZLv9vmmDhf1xIZ2pINd1qXhZ6Sy/s6zclvKCfa6l+nDt3nyyFOCaY
KLwT8LMmVLhdWfeBZfKERruy5eNocZkuPB7ykI5ALzDThZuBvzCawM8P/frYLPNWV+WxLm/aq2Q3
jAP6amy8WvHRMqHDvhW9vTf7CJzQ7sNhGLWX2vjRjEbYrzetua8cCzPuTWvVzYAkdqiUKEIgXxpz
Mr3fKho5EqPfQEwFkR2Flu3+jFQFMDf57tClQe5adRYOEfe08mD34russDzqyoZDQRzJY5duZ7ez
qx7k+pAybccHd39M4ooF/XRsRw1oIvE1zQvk2Jq+kfOALfs+bIfO8nVjJciaYZAxaClS7R7nc6fM
MqSbhZiNftMyCjUav47OqMJ46lb4Ui1M7PgHQgFeeHaeBPklZAV1YF6Jr2LdBK4t4mC1hiN2Sxp0
wybjEWNUMV7E5DeZE9B6iZPqhkNXBLq5bKb+HY82dMv3IbE2Yq13NeKI9yNhu7Da7S/y78MojNve
YO4UacFk10V9kOXDOScpu8429qJRZv5MyGLrMd/Sw5OSIvVpqPyZoG8ItgClnBRxgewlmxBWsX6r
Ktu7UFW+sTQ5LrPTnvU0bfA746NWnkzxLZ/lZ0bCduSatC9r+YYbE2rOefLqwzjl1saibUP5hvkW
DWu1K/R0uCGN0t0OBBOsSr4MrK8jWwaezUmWyufdHiSx1J9aTGsnjl4MJAgjlUSV5audrru6m27L
YbRhslEyFrnee/2a7FL3Bssu5eAfilgLJeVIN7OYjRSU0zpbo9gs47QVkwhnYyb23N7UxuDH2fCz
jRBQ11odZ7va6HVzsLhI20S9GyQZCBbshFcSy063BiX9bOKAzzU5sxlcQZcj92wX2RHNGzc4ulI+
oghype00Z0BVdbLA0+OdMS6BtrQhQ2b2zqBvOMv4ipQQFAibQK/E/cLJzcI1vwxeaQP1LnQTlIHr
LjutYY8i0rvIyTZOPm7L0biYwgp091GkrC8U65FYeaHWnV0G/+pTFQCJ7s2YRi5HO6ajYEMaFlq6
rbrvXf3UsejUXyJeiqaYD0tUbGrSP/cGS8sDoZggt9ZgWbSbxjWwT72gGr7ODcum6jLIBiOa2VqV
vlkmsFaLvY7PAng/69PDMMudsdZ3guYAqV9fgClLpGogmqI/TPVrlGpHAzstK2QokjEkT9ht9fk2
6xX/xuBLbqWOgnxnetfW11T/bMLkQoS3l4lVe1MnWMoDZpR2quYDG8icdFdQ0iy+7YeLAaar6+XW
7I+zmB4HGoLW7lJz86ej6kM7q07E4/ZpQrLDuTPHeJPaUTCYMXk1witL/tY7kZ9M9hhEM+502mxY
bO2izD5YjfKbXLuv8y9I+O9RnAYFK6VhfJqj9HMkuRvcteKqeqscAi1s8RurDlU/+8v81hOzrKKc
wazcadJwgxZUMTKfy6n3W27zRkdYbqdgXn9G2nsFQz4WMmjkw2ibuz67ZFnEI+J2lKl3s1rGZ5kC
sFKwORoxjj9MetE9A/DUIZGmjdRw0mTvr9mRyFUwt/jvaklg/Kd7pWB2uVxKaquuiqJDIjLbj0Js
i2VCPUTt39IHE1yzIFAefo+O2uaXfn313G+eNvjTxBFOqm1t6BuuO28T6+OubeuILy8MEWhtHlG0
Nb47aj3Sh3Va50c9OST9Th+EexFW89T1aZjE6ksDUJDE2j43GGdcl5UNBIng4MfUyZ1cQ4nQFMmt
kml/y+qMvWCbFm+dTO7JRVa+47X3Tul9HblrSXtddINIpmXrXzreNawj569qSrNAqzzjFOfdhgmc
O4/4Bxq62UK7JHdlKS+mwoFGg1r4YemNynKKS8vlq4fDobfGISq787TaYSOZsdD06Xhb1+zMjXrK
jrk5bFv2SPtWGMOmTtlDwOI9tCW61KJ6jh2BwkM7sfEKsm6UJ6tJ5lc2+t0u9gr1bFWYJYjogW5r
3c9x8sxXQ+/yvZopPB/tTgSSCrPPqmJfLbAZIqnPYVxFYR9d67m7LiJaUhJy8oytoJdQtO73sjHi
G61jeKnt6k3ALLkUEGQYjsXoDM+RJGfoKhaVvsuTiE6kMUz7ngt+dF8Ti+Rnwt4q9tKXbgKLQena
es50kTjgpK3O7Ww8R1q08aRO3rWOnQpB7sVbOHZKPHSpHe9ytd6PqzsditUMM128VomOydiac0Mt
+g0Sy7tgPwkEoVdvBpLCMe4ifWVDOhgwJF62BlxYq58jd3E/sVcxZXTMRxwYkexnb33tlQqjdf7O
CtoN+QVia5KgW6QNYNocMPJSWAtOsEMHe1ulALV0YFlS6wO7L9JtnAxh3yavejV9rqX52piEb4l3
4jKMh6Rs78tGbbW6e1XOBPmmkhBESIUmgtQ2rtp9Hd/NfRkWvPsxDq+vF7/RcbGwqqcEg0DD58TM
ynoOZqr1+5WoG7PVbvrZdt9L11M3RVNB9Nd99dJEmkuVVoRTKztrYwxaN7CL8xbeq31q9TvMuP4C
hNUQ5u3EXeE40UozfiLTUO+j4QlCjvk2WRp/tUWbIOKxbcNVTsRC1tGWdIawasCbsXB+Fx7aTepM
oWwwWmHkzPsqEiyI0qw7M8fP2SmxiIuraN73G2JFL1EDRHGwe9FcImnVi99ZGS//ZbTSfd6lfZBP
1S5fcTp9s4gdHKHVTQq/SiOQC7Jl3tHRGlaUzjARth66vDzmLfcRe1/NueGu7u5yz3W+COxNZsiX
/YkA4QxN5nTyK8XctUM8dE3fUK/V1m614XPNxbAZh77Hs8B6iLdQBYwOUbxfj+QaipMYhMNakVAA
z0T4EhpVtjmiYumTg+QtmjM1T8vXG5SC+GJOvDh6+LkzBmzq5+K78p7ItxCcSmlSrPLl0Iup2S65
QdY7sa0T+e3pUeuS+Yvg29/Sv5CHUxZZoZd5zsbtOvtSs108e91cX/gq0SHN5geniMaQfTlPqUy9
5IvhHYijYR6XA+Pc+QLr92EySY8azgHhpggJ6kX3vIz1bYdwFGazRdhw0m/yxtJuB6Ou3qpUr14S
p65Pcuptbr3M9IfF5fOqdYnDumsGYv2MhRJZ8tw5qEJpA3llNGFBIibXkCoyMgi+JQGT9apSoSbz
57hQrxTYRjtwM5tbUosDxLtOZsZXUpL1MS5oH1OVXJ40Uk7fSoLpL6noIgah5dO+01kpF0bShdGw
RFsT/fTZISq51aba3Ht2BC/STlrO6WJttbhasiVrfPEyA6XJHaKzUO2AHDpmD6IgcFYjxFb9KwNg
t6l7WdvuSxI/tVDcG50syDlPmgNaXM0SznD2kZwOEYnvu54A80ZM4xNUDwqKIrLO4ys5kdl90noi
pKvenrUI+KiMXHLpiP3UPqc/24lNQ4URjnfunIjhPKoamP66IGFtuHdyDm5jqO6UQjusRfo9TpH+
m8z+bAzOSzbqMlBzvx0zeR8JBlLbozhl+XvBuQyXIn2IiHrfk/Qs/ShLK5x0Ld9k8foKrPQK/sbS
lvD0DYJmEJtYrPHoPRRuDPkR3yzeWvmFNV1sqb9WY39PR1N37Dt0oYRQf2xUiIlt97yM4kt93beY
bFJiJz+CySi4AC2w7Sk/j/bMNsSr2DB5guL1xOFCsb0jIdHikYcpi2IFtllr5eKjVMqt0syXmAzC
mbID89D3iZfdk1ttwpXr9mdGsUFIzj3CjoFYmMj+nOdoqShFl3V74CUrUx8rd6K/iAYCpnsNtzkR
rt0wMpEHObnOuTNKL0zntgpj5QxdWBeYoEULGOgT8R8RZkZjAxNE40PiluZpWRmIzDHp1I8RIWUK
iqbWw5LrO5xUnbx1aCPhYiXHZtG67tSPhOpWrAaQxUntG01Fw7bJdZne2N0MZ7SXVrN+1vQ137Ta
uLMX42emNztFwDhkZCq+tmF/YVNMAnOdv8V1MQaTFnu/Zj/+V1H5TxsV4l8rKmFdklf6/u33ksr1
b/wqqWi28ckUSCceG07JGulaWfyrpnL9I0xBV3dd3UGS1K9tKr95k1d23vKg6ukWsUzHuAZqfmPn
+SPzqrf8Btyjr/wdSeWXkSi/I+fh9qUBpY8ParvoOh8L1w19ypI+Na5B+VLfElTTg7kQpsarj2xc
UA64Nr7TJEvnU4lQeT6iaRdKI7JDFrkAfRPjEn/mVXYUI29AIN/mHorL3A2dbWP+lGb1DqzOA4gU
8Nyw6emFFToK0LXFLDilVIheiypicSK2OJwylnSvtDPU7JDFWL6wojKfq7YcdkSb1yPtJvNNNDdw
zKpRKg1a25SbOVlvG6Nvh197hP5vXNP//0ZD/q3l7v8s4nQof39xm/9w3e1PgspObHL0OJ3j/N9X
tvlJYnWT/CCKoXN9XeMav13Y0vgkdWEbXNrYf67t/FMsFN4ngkqOx51gmjRbMQ78b2iF10DWP6/r
q4Dp2J4UlMC40racj2MudPp3irZk9ZhL6iiiqQrLengdCnETsYXeUi2y+91d/1so5T8qhGa2QH1H
9IXD8D8/Ea7J5HWK2Ck/aJPwmGynKFr3h9Z8Fkb+7bo9z7TsqYuGR9MbLm4zNH40Wa/eIL/rlnqg
TecN2K7zlWZtFVnjREIP9RXUSve5tpZi0yEMIfy5fzHThdPz4csaJtQDAgoPJaRS62NT1kD0nTKr
yES/o8fIKgsMYXS32yT1EvQtCd3Lsjnb924PYiny9ZKn+U4latqRR3leajCbIqb4Z7Qiem9GAHZr
9jSSCGZ3W1jJF5lSL5VZ0RJ0Vmt9dQfvwvxdxM6rUDYkJpvquzh1+w00z7abwHlV71gsi+Pxuaom
K5ROuQD2pnuehhlocLy8zWZ/O4/C8bWSvQoIsgotg3YNU11hWW1+MFUjgkFR+bhiO/qKQs8TtZvY
4AM9TMqpv5as0cJxLZDpusQoaJzoXIy1zLi0/ahd4utoKs/k9e9VjbUfVqildnXILiBzwY7dOoaN
scM09jGsssX6GeVa/rNDmdkO5NXC3iTlIQeNaArPQtdJH8EMSLuU1WtClPbguM7nVTSPslPsPI0+
6OYiP+aCBUU26PnOadf1xMuEtfWEVjjTOqLP8M7tzAHSMWJC4ZrablAAHXrddpsYtRcr5zleSv1h
HZtpUxLT3RjaqFGyVZhvnhiyXbRYO84f6BR05l2sA4UWzBU8E0A+lEn2Y0q18p54RnqSRAcM1lcA
HKxyKFuheG+XUQozLpOFZN7q8iA91py+RsCFIAowf1qsyWNrVuamJmmIJpRt6K8QfmoCevUUSHAH
iuc0L3fZknsHbzW/VXjtoVEbaHOVNzOKqipRD617uaZqM/QIUDQADGzkVX1LvSmbTwbIbOqGVNWY
S1r7iqE5F8uIC+pG75mdUAs0y2/dQiPUOBYlILad9PvGLuvLGpUZhjzpDgqxaVii45zNmQIEoaQr
VGMSbxkK/536gfSb6WovU1JYd1aX5qc1Mbqd2WjWTWLE3xzw4s+t3emPlODMQaI7BtCFjLqwsWJx
VoOlbWDL8dNllkxB5TTVUUXNradHzdd2jsioG/RRVW5c4nE7+UFLmyqk0J2VvgKPpljlLskM6wl6
POPgyPJQqgpRra2z2yjqmy0zE+Wbk67FRmsXGejDrLZiTu5rWWAnyIrHTel54B5Z/Nzq8wPZrIwb
NC62ql/2RR2hGE4eboGaQmX0bHFgUDZxnOyVKueNS2DjgXd/fiuHRuK5ClhD3Vu/LKYzfRnWSFyK
xVCbSdEIxAY6IYabXru7vEtH18yNgmX3S7lMZ+EtYvAx2cOC+D8dlAQAyfYMb+CRd7ahqqAp1Ebv
E4IR5nJOJ+dZLBa5iU6cvGqibKR2B+Yvky1jG9D3F4BTK6ANhkiAK3a6PbkIXQ6SMG5Ut+lSkYb5
MLc/iN94yMcCgiLqXnBJaUFJSIxSxETOTzIvE3ovql9ENXxbzbK5NXJXAI3YrxmNMc9tbHeXDnD3
tu6M+MwjKA3qscMRjt1qAzFp3lW9V4NOL+a9u87uVwYU4kZzrV5A7ptTk1bFvZnlIzw7myCcgGVj
UqgQXGfyBGbUfMtgbXZ1VvfvUdIa7Guc+E6KRvdFisQ+mX39uW2SrxTWcSyH/oF+HINqIiluSjk6
/qDpd6AyTzRwvs5Sf2GiTWkHU9TE7E3aZJ8LZdoB5TfGwxV5PsrCNA7ShVMseED+NCg3uzG4gRkL
FEEk0MKlHL9qGCjoQ+Mah9JBvlWUQNw4fQLjjm1V7C3yi9TYEYJL/a619gzgJbibabATbUS3jV8v
bXPXtFInwTW3TVi3zfDF6ZWRbosI5Ndv6UGBs4p6/amGzufIqupdsL3fr/01c2JgB5yc2NihWxNC
SosfZr+YYdq69Y1oqNmeIX3La9TSeZNGXG8tLY3C0fMSEybESNleWeoYS3SjqsDviEiUn12Enguc
TX4nimIBEBbaIY4sOFKavL+vKXMON5ItOx4Csl06JDh49dJMt1E7J8cet/3CptnYcFkfDNfL8iDv
Ghw0qZatptdrOCSzuY1ta6w3pQQGKr1V25AO8e5rFbXXI1ZAF0xh1VDjUSZAvLB97nZMzOycN170
zpjx8V7RPgbDX1FXyF2z1QdtHbnqcc5MsQDO1/mQNCTqCu+Etf4+aZ33UqvO22i847/1o1PfmIMg
Y9hqKHT0UeTNbQOOsaNuB1uPqq8iJMBY3l2red60BYIrsqZ1P4vx0Wyr6Mj85OEmlpbYNCllmY03
/EwAmG67uazJd03GFgTpqJyOvb6V9/edKaj+l+WroujGn22S0bwN6mS/pJUexEXRhDBB2bnQddiT
aiSomi5TRbeSp19qzew3+axhS+QuOq7VtNdzqM1fJKJ2IfU1GApv65XtXQJGQ+R7Io2SRyf2BdOZ
lQE9WDPlMnTu8JKkJI2GM1VMj41TkvLq0wkkaly7WwSUh57ywIAbIjppvWe9Wqw7Ajplqjv0oitV
Lvd0f6gkyPppSTa9pif7GobuhMVmHHJhRO8DkAzRXoPAaJeovSEata/N7D3tXOuQSru+aY3Ce0mp
wJh4ZFOBRHBtWKBv9KwZZ7hqsl2BG+v9kXy1u1/6eaAU2UoKUK5OMEML4Gnt7PksWuRD0343C0Wo
N6lXb1uU8z21hxWBAqNzwl6PzyqhZ4dEmkc8bhzhOTIKjvKBt1ojgZR1W95OSrZhQRzo85rO0b5d
a4KIYopukjlSp3ics1fwz3XbNW6LtTcmNzDeyPwtXZZbt1XZsWJm0Jso0uhmyu3upzZHUelPZVyT
Nqqn8xQv9s5i4vkD7ZoXCl8SkJj4ceqM6jCaLtoUFa94FNUY1BEaiJwktFBu9nuXx89miPs2dGjZ
w7HUrDt3Yqqu21viJGy3O1YeZMsqnfv0ymTTKxBkws1/StHSYqzl+t5JKqKtVkqUWkNggivDiV64
AY2lDgdrWoJpbKs9ZKtxSw3Sa47ZdCKr+wBL4jxNpewwjoqK3ar5o6I659iJHtm7tF6acewv8bgy
PJiPrXX1Q8V9WK/KwA+fcj/Xc5bv8OCOhv2aNuNwGfDrebFRWHnLmzR7YShGfttZcc3TkU6gnt6y
TGeTW3mZ/TOyuuZMu6j5kqax9+r2hFtltnjBSix6Dpussu8J1Uz3E2AvdWPxnISrTR/elSEbEaTp
eZMeOE2dZp8dhR3emVMRWi45Ksq41K2xxCwItSLj2V3fR0b5JDqto9elgtmkXWhHfvhoakv6mDf2
uSVmF0hTbXpHK06WtXzOusT2e9srDpkxjNta2cRM9XErG8r5ZhMxwEm9jXR4kwFFge0Na8gu70c+
2N/KqH9a6uayshej/sX93tgWqWA7eaq9JPKN2DznbvnUsMg+lmnyuRDXgiO+WZh61GfoEyqmpxWs
JksuPuDjGMFtJCScRi0WTtMERUGwP416uS0XMhR1Zuak0+bmbi1XVE54K8oZMhzE2Q70mFx8Ku45
k2Q7FnVuCr15aEwzCUAw9TsxNKQU6+gHjbsYnN28BiPLzYXi422+JN3mag0FLS8wP4MSYXJnpMFw
ds2TLfLklNsR+Uw738aG7cu4HQ9619F6I4vyEDekL9ehrXyrKwWLUde811O6jpgmJbYTYl5grv0+
NpxpmzVUAhSgsA/EX35YtmfSLkawC1E76PVs9GeCdMFkW8ex6PVb0i6TX5WrRV2gg5atdXtCcPOd
YMZwNhX9Ns5c6gcailJ8hjIkpwVvupoEG65OySAvtDBeHONS1Dwja/JXjtDEqVFWCcFdQGf317o5
2r6O3ewM7lbLi/q178hTVel6yufZ/eH19etaVG96u04h+W4H4MKhO34y9fEtzq9rX4deOLOPYcEL
1+RCnaXaVw2ddQdysIIiJnNASmaWGk2XFrafjIf90Hp7b9BorGtqqoR0kElqxDAtZMMWc4369xi9
c2N49Jb4NLOnwdpL3olUe4Wq07+03fsUz/NhLF0Xkyidv5BH9+7mxPS+Y5SsIZVs5A9ZIeHQFLRE
GPG8naH6djhvDx0ZSgpnrIvKvTco0seiT+IjppTtg9zR+Lk4jyle2N6UeNYETNJdy5Z8Lu3n3mPw
9STTr2XRLrf69UlHq9HVOYtmIuLOsMHSd8sA5Ao9mqU+wGNpHNylobDNdKrQM+sfHZTQYx6b1CpU
tEyJOL8ruPlC3iywjUrmB/zRyFcp36wdvCPf6Yu9gDRiC1VGfcdmHavYmXeTXVQrqvfyIGHZtzQy
dV/wXtkl0w24G6hs2ek9YLagZGzHieGnkSjw1cp+ie83bvXpephcbtimUVlopozrAw9wS4KE2bEp
83LLBUT2L8t33swSWJ9PE4E4pr9Rf0rRl7fk+XmqoMMLLya+bNJq7xR7EVOvsET2ekpXdq6r7gHv
8lxcR008WnWivbDmHk6jZS8HZrZE352Z/Tr1/sPR0mXIABOczHw4Ojl0CezEEjhebYXUqrlYPlNz
zCjBNANcef2ZysJmR8MM0Xn0jUM/Gt3WUXDABXvZn6u1NN9XEFKa1trl13KgvyUXPtUl/3yM2vyh
IOacflc03rz3//bf2v2sr+Us3cd/6fpt/lE28/9Gu4xAxPvXAvmjSv/j9K3K/6CQX//Krwq5a3xy
QQ0NgwikFORtvP+WER3vkzTRF4VzVQOJRPxDRfQ+uXh6kkJggEBbl1fl/Dd5XH66pnxs1L+r5u44
yHB/Q0XkI36v6QnqqPlWNEgicVrkS65//rtemaaKbDMah3ljqFFeaF3kpW4DTpGeKKdfxeZ/2WLz
x2opynOun4Ui6uk6Ig69rX/8rBQlqEqdCmQop/4gtbTqvDYUtUQUdt7nmWn8miL7l5/3Z78NlNM1
HCFsBEuO++9/G7eYlyNSzJuuBusfJ1H6JXd4KFrAn9+d8D/RRq/1O78TY3/5aQ4FOjwg+X3C/PDT
2NqSYrHNaSMY43VvQHa8DdEyPDkTjCdEWxSdFR2RbCMyBdD19z/clQbKnOOZlik/nMNZS2mebbV5
k8uqYi/bMda0Irl/d51VfNal0d3rZuYesiLKvv/7j75Kvh9/N8YP3KthIFNeL/rfH2KTIIsmHXPe
RFpWnk27zPdWM6Thv/8U44PyfD28hokjpEubawdL8o8f4xS86Bdi1JvCmPNjTefkyZ3qbNeUrfmo
rpcUY3XJkNjFkt/b0JQA5P1yv2Yj68p//13+5Bcb6Mq28JDenf+RdCNJ0kOm6TNOZJuHWm1rwZTU
9V9MTfkYqPvlFxPLo5KdX45T9iFQF5v1nGYu55T9xrpuSyM3TmtbkDbIhLZ8ZRAhFuw6dVWy7ang
twlXufET5fK98RcH/4PP8Ms3EXwPnjouj6OP8xkFrOKY9nwTD8Nr745lTOh3EjcakwG+pzSRhpVj
eg9//ygzhpqHEqf86tz98YTTNTVpzVosMAQghgTaftKXE/+FofFnp5ITiAFJf9f//BCak8AFCjlu
pgb6KreTnDqh5v/ggjEdF99Rx0HiQfThTKpBNAkxQy4Yy0tuBgpYA8rli781SumXZ6vJG8RiygB3
ovtxbB7RncgeDfQeqgiisHOTJoB59v7iCf4n1wIThnnIuYwIp5Hsw32oHHqAUQ2mTY88sGGRObJe
J0/5vJAxDeXcaztK1P5qFOD1v/rhIYNF7EhDWDxm9I9WjpVHlJYownwtYy62oqjqIB555uhlbv3F
c/yXMdAfPosrQWByQTXb+sfpNkXbiKrs1nEDh48P41Wp9c11sT9Cd1UIa8DlbbWbjTFPdxoWQxHU
zpL9NLqmu0uMLGrDKm/j+cCcChaj//6m+JPj4GFgewavfy6ojzfFih2TxqbVb5TsjWM5edX2v9g7
jy63kSwL/5fZow4QEXBb2iSZPqWU2eDIwnsE3K+fD2RNtzLVrZxezjmz6GqVSkqSYNj37v2uVXJc
xtoSvfFF/4v1hy8SXzFXLpPmwIK9+3Vh73qzb8txmLYepjaUbXv2l3ex0R9x6iBm0tiDEhcMS3RK
DQ7Df/6gv01Mh5deXMussFQrXydM9jqwJssz2u3gkrA1iyDflp4K31jYlj35xVftWDapU4wnKZXt
qVcTsx/9xu3I0NjOhkzALHFabkyiKTLKFXv5ZkKsODP6Xr4gu5fP0xRYrm1m6stnOugSu7KZUGWa
XNlR+8l0vcZ0Yi+tuo76P5Zc8b0yykahcB6zmAuSG8dXZuXS/3MGM6Kw2zIad8IhcfoouEZSWawd
fZ3BO6mu/K4vvwVhlFsb7UEr3WVkzmAdTtsUvxj9ObXtbFRfaKZ7QARx3KIPdSHdxbuggDG1V4lC
ecjNE/6/xCb8EMkGg6br5eazS2LAcuUNoo+5zsCriJjNeAOzlP5Sx1UYYaglqSYntteK901jjD7s
bUrzWGJLbNhYDpPovkirEsxDAf7ivh6dQG4nf+IJDEjgvoH0Us7WddLga5XgOmnnKD6CDUo+FiTR
PLWjlTyh8Boh3WCJ7FbA3v38qaAW1q6TQgv5uc2WUkRluBnyC/BR5ZoqYBmuFb3IbNW1TlistT1k
d14TA8SYy7S6L0yK7WtPO/UXyJ0IEE065Fg5XV6NJgc9vsB2ky9B12Y9Uql4+kFAPRzFxMzaH4SZ
4PfULL7mlRGqKAI3X8d4VP0Z9Tbfub01pJg3U93bqU9JOFXgGgi3UbdCzyH1VRtf3rWNcg+cvAPl
MeZbrg2Z3Zb0ecyN7m0AWADKRb+egTTktGrZQDauXVlyhQ1Ip4TZBK15EIFRfHaQs+CTidNwwaA2
/teQTk90sAhqdLfljAGbTGuqtcqzxK2Qo/uh66oeCZjtBsnWROfiPfY+6RVHtxMAHOGA0DQIwF7S
+Sg8pOcth5FVin++WKcW1lMsly3VtA7cEQIuL/S/VI6vsz06OwfPa+Y1AzLpDjtBn9boPjM96Q5L
uoWUsOin4AR7zfRRpWbGEb8zUB5kBvSbfdUF5Un2BkV2wfKjN+MUqPs0DOmEGKKmPiJ5mu+mbB7L
o1fobtrKGfD6iQAmfZcrO1KbMLficDOicP2QJuOEBSoLI3NbhKO4i3v6wYgo2nZjRLr4yVlg+sCi
FxVUTaL2E0ZpsEHYRFx06EJLOGFpUIeQ7+APrmRUxt86z02wZxVT90VlFaioeTlkr4I5b35mrASU
sbMqe4qdkZ8xVnWC6CeJwF26UVfv7NasHdxahiHXtecl00YswTPbRnXueD+D9cwxUosS4GUntcIG
VFXGuqrstmNEUJLTuEpa0Llmr/J8DTJYaIpOZuYdSs8BwmmyOKD3F1lt3FLmq/Q3F15S/r4dfRrF
vqOr9xWBheNHvFXtw9h7oOLQMS9rRiQX90EVzAFCQUb6uhijCKbtxAK2TlGCHaTWdLNXIgpQBPsd
CZGtdBZ+ZpLBAfVDcUkz/o+KD/+7ysLd/zEoyILC/vflhTVpNZRTflUoLX/hUlxQ6i97kdZRYPDF
ch/hBnZR3yn5FyhyDrYcO+GGwIz9R3XBsKy/pMMJgv+MCUDJ5SD3P+RaayHXmhz0F3UTOAKqEv9B
feEMxv7npgf9wZEMBm6ninMjiqVXu2xTt8KMUwcSf6i5ppiGPV11ljc/6jk2H/FY27tg0La1VVbd
fzML1pMgrfInDNHYpJOGrFo4RZ/YyaBqcRnBmIziI9rApohAr0GMWKyNOe2AtsmjtW9H7k1hBTBx
Zs/B1GO3oX432HbwnFkD7ttedtnnqinya4j5JUFZ4A7JQmjmTeiq8WZRXM0bjPmoL+jOf5zwfz/p
LOUsGLblJs5JxArN8oMBpLZZm8x5bDaQT/bLRQUd8OBtkegGH2K7LL5xwuB6+Mt3f395ci9UWMsD
e/lAEUxKijUOdxefg/HLU8SSnzxl+WSvYjuz3s2lbo628jKq+engPZRgj75jwM+2Dj7pdj10RPGs
QSPUj76Vpx/Qpww/uUjOVxSdKwusSM6cVXP8xHVhHDZlofojiT22vEqHOXzjzb88ci2DwSbqSTnY
ZC1Olq/v8RkhHJSRMTLKYqy2g0+KZCFIbHaM2NuSvWa+ccQ7iztfPawXL7i8oV/KW+x0UeQOGc1p
h5CSxMRLRK8GVxvL6cNETEnDNkrkh3c0Ne5xkg6yObslWwRhy/SByth2oaiMyOb//C2+POFeHgQn
Tw+Bmo9CVsqX7wsc6jgw4O1VQu+R+n9eHo10DN6oIvzLV6Fwgj6Qp2C7r4YK/ZMaGGjFUDHs7hrP
ScMlFIjJnz/LKzb1+cM4zlKdUVzuTIp8Lz+MlOkcq8R3CFIBWUf7QhEmg/wiPEGOCJ4j2LoCrVQ9
fTCdxnwGCWEUK+2YyRccG9jbICy4usdCTF/Rp8CBPRRvRZ7+sEBPSgZnYAEeHZ1oOwL/3WDZ9Kor
N0ChVPVXFcLDO0uOebJNSNt86rO2WAQmDlbTvMEdhWEyjAVYirrQkJtngZRnXVjZYTR7QbhgMs4H
WUgnulxi/n+7+i9rqc/9+/3qUHwvix9t/KIcfv47ly3LUtZflJOkpExhsy1Y/6iH+4vym80H/Dkd
dPYeyj7/I6v9CyMcgvGl5E0dwF6KnP/Yscy/qAzCaGf3Y79DWvuf7FjSfVltpBIuUPTygyhyeGyc
r+sNubTMgjgn50YlcmpbH49yg+G3xixorEqH+9Wq5NRVQWtTsCt0jIR8bdWDUDSZ8IJtpwVefmT1
6JkNXTlB0oReWK8KNfXZymkdLLsGpHPSGpUyZ/q6KvgazW0bbVLRhl+ThQG9okdstzjsRg6B7HDk
Dh48idiznbfdnBrkZ8Etrb66PRQixHGWECs2uBGz3+QhdxhhxERPJEXRRydwDwUst4sYguvy+eer
2NI6e7d8DnNlwAZs4WVqo/CeQi9IngNiiKyv1cDNbb7pO8IfTuFYZvNzNCCzgumcmkT9DRYmY5/N
kjwM1xb8GVv6UJwDEnClCU2pN/OTkIkJfMhIrQLqoahyJ70BuqSNJ1tqgbhyHKNmY9Zgfk3i8pwp
PzWZT64aFYaEjTUwIiU+DZyzywfeJr8D8CNRp1QhEdyoFCLLTSP46x8Hsi+9E3mNoXoKsMF80q0R
oGlyuN/gfQP9AFKX2EFgjWmQDvqHzNFq3XQo12SxXozvwcF1JC40u6MXuTXZMBAnpxbcbQnOs4Zx
1ZXlnWTjqG6CIbOggcasTh9Ikws/kNaUGveRid7iqosG2e6qZCRnJzBtk4gEFKDIHfgXbnzCSU6O
G07DgQIqTzXPp2y4M+DgJz/8cjDVzWyxTO2HRpbjPkV44nyqjXgwnoZAOfXXguJNemeTiOXvB3zx
GhQwntYV+TdJvstlOgRPPcWoZ7LMovyQ9ZKln6uukXKFSUUar2MsmWQkkf3ETd+0K/vWNgEw/sji
iu+6CE0n/S7NppXXkVYq+cJzjuYH9BPQe/liW9NvcPV4rnrWXpty1XDrPGs/NZh4MGonxcRAS5H9
jhOFVbMq7/KkmsUdERx+dFUIHKQoAdga92GMDG9tR1yZWIyZ5fkJhD9PnEiOlg4oSMroPmzJeNpw
my8ibGLMhRUsJv9uasO+OMGwxZdM+w1Avyny7AO3IWhjwi8y/0pnDn7ZyUg7JpQHBR9cDA35AxnZ
fNreS3i9nm+7eyRMGa83qlxEcvB5/Q95kJZ6z3kI7VolvehmCaIStJWjiCBWe+it6yGNcrW3upmv
WZz/CWwhn58Tu+jU9wlvLCw4Zac3lzddtDPDV7Nbp0Tzjvw6gwtkPntA2CCiZ+l0r5yKSECKCnwL
pjOPcOkCOgFrLtAjD643Z/2DXgDPJxR6KE4zubT1p7LhcvswFUiatho5pgGiY5ico5NMg/G5TaP4
e5mNkU94QqiSxyLMUGhBJ4sNSggOxmX7FBpktT7wUmLJCusrHIQmEbmrqCJ2eFvJdESKGqcowDsx
pbyrSWZ7j9Awc5ukA572Fc48NzygXUjm58snTUd4axgsUwkVlnrSIvehYnAkut3cck9szc89qUvi
2qLHDWJUJzwqJXM+e5CCBzihIjViFHYqkHs/xJGx9ybVmR9B5rXvG6BAE+gCpz3hkBXpyUX2RGAm
Aoz85FU4iA9xqGV6k8uuBDCdqQ4YfNgU0dYVvdkd6lD2D2aAtm2FQqJKKY4tiH3Lml2eTkua07DT
WF/LXTwawtnPmgV5ZwREQ+Hs5D5zAHdYBUx8wsIIoITIkqBt1PfxoL/PlSijxxhp83wkdoriTdOL
ur0C5eHSENS13NMbnNBAZkzIGwtlZf04qTCOvuhZRta+nUZigGYtrC+Ie8GPErEAiuwhw0esDyT+
MpaNMWcdVYM/MXnynPd9pGCdlEdHVBEwKzFA/wQKElppho91sliILVqF0fOY2KOzA6FbjLc9lR8Q
/73hIt1ezYp4r/sEiWx/bXsjsWOrtBMxLyzl2J8KUq6LnBuFA1FfJalh49qfpLMnSpXvpzdIzN06
o7DHbW64o0TVMeH2gDItWQVit+OfIXQL1vdJTqLeo4SyDAoyrAxbFbXt+5zgPWOluqrYXf54PQ2q
3V1mGaA6Roc1BBlVlXHunNNl3oEGnCcOhVR71kBVM/+hqGoXD4W0u/l9UovWJo296vTtNDap+aAJ
E2S3lUEtr8s25uexgnQjbACE6LgSNhWksvQm9Gq/NjbapDby4FPU0J/Ip3Hzu5l0t/TGHLy8JHzM
iT1k7BA0AlIzeg80BfUevp/L5O/Tql+Av+efSJImA/Py65bKm/E0sauzpaZEL69m7LTEQZVOWl3T
8eqim8tylZ03vsz30vn5Mk3CPmALBkFgDwAZUbkyZMc08UJiiFq37ijF0Z3J9Rs3qvMV7Z83KpfO
kkc30KfVLWjlu6+DaGByDePAyriHS51jb/W9oDvkInHaHW3QsTwkJCjAI+Ai2e6QMGTjQ5niLN31
PNUG4bQmtnyo2ihGTZwIvbXMAEFbKRDstpSryk3lTnwy8jp8yELcTsMdmEFiCL20YZiFNaLDYhUJ
M58PcD5U/r0MC9m/0U/jQs2t5Z8f1HPodNLmwt6F74sgxdenQDJUdD9ikj+U2LTBi1kWUJK6zJLk
GuBG3n7CG04PZknmZY25LOqNXbH4jbW9TFc5NMtYl4CWb6g8mvq5LuyUbSwUMZPKgdA0PhTU1jkZ
qpnY9ludu8tENiC1sctWYiZsaj4PeNttK7AbA46OWxJsmGhtWhblHVQ+VlUjdxhBlwWSLCLWKYoD
hLqqFTC9sP8BacCKHzk0SY3zWOn+iFq6pto7L0ls2En4ekyPJETSSgbWakxCA2cEJ88ZwzazgjEu
Z2Piw9pkgB4cY+HcZVW+vFs9o+rGEUlp9FujIlPfmHglOCgHSDZXjVcxTxzubBNC2Qk7/ucU6iPY
GacEwVw5puofg6ZR3ud0LG3sHjOtwL0aPJ75ZRBNYc7gqgh+Xo6RhWZc6Zhd4pRlCW+8Juk9P2EO
4deR65XUbf2Bv+xxsNQ/DK80qndoUWAp5wwCzqMdBPUDpxEYpnMWgBCISKmEHzH0Otl6558DZSdM
NmnbTqCCIIiz6vdoW/ZFNCz7MtwOfVCcSVjELhNAh3L5rfO7Ts5rXJlyT4GQTOCts7ejglAMQYJH
t/Wzjqd6+bIQGS+HsaqhVrcPbXJlD9jF7Ww9TzQ4EbC7RCf9vTmlKMDaTyz7FH8Q2uUoSYBhjHze
NDYTd4+e3kc8OKSahW2E3Wndg0GHXGHNHt/W33uIH4WM1pZa2fzs9r0PVgg2uxH/kFXAKRUsAeje
tScFwcmZixISrqk9ILRGhJyw+PDfrZQBxVX61NrIQ/dU43g+uYtt5zl1g+Vrk5hdOV6YoPLvOuVG
/p3EllM85eeDndOwpC7ycfImKmqHzp6zetp+0rGtl22syAb+jyNvxSTAx7f82yQsXkqdj35Tk8xs
ASkovn11/vJrTGn8obFt+HYKUtjVGsV86x3CMCelAat6k2NFm+2oK3ZdmXkTDYyoxXYWtUbaRovl
F7jPZScm9aTmhdHKc1GZOqfMP3lll4gHw1uGFSjgZXJD+Vz+FCAcvgANpYPvugO1Oz+LcIqAtXHk
xqDRRCo/qcz1WJ1NPbnpzSgClogyogEN8xSyLS0VwkPVvG6wEWIyriF/riOjCsJ1DnCx3uUVQsq9
pfEvX41hRzhuZ7h1dnMZ/h4kMiaYn7vLiTyujPC7AFgxPzJhumwPmWQiqoOASx8XEd6IB0BQU0ap
xpTTgdyfrIXAG1GG+QpkEvAk3cceAakQuuSYLeOZdzul1XI65/ihmief4OPHVIZxfhMpCjmX6dlh
cyjv0lZbz6lpxO5XzD8s/QOgG/FIHKtLsGGoaOLsqwH5/WrCGiZPdcr8JB3FmOl5Ne7Ub6lld+As
BEHoV9r3+KK7biq9DYl+Oj6E9jLWCJkS9M2idEKgznl2BQLCnNZs0Q7JIHJKkh0tWCl2l7nQ+nax
r7MiZX2QhJautevbyKeJ13U2rAbLIuuP1Sdw+cwcZbglq70sePep0dChJVdZitvL71+um8R6zUzb
FAl+iP9R9/oqSqgF4AetuAavC+kb8z3Xco4T/jyOHL7S0Kk+olVLrHf++Ru7/LwSnC+Xy6oMvE+N
xHF2omgXLgpmz5r3lwt0qWzeV0GLB8NU1hO+vgyVbjxQ/GbvRfdTsesmSZeDgc9ExUsKc/pkUcjW
P6ByzsF7vxEhQch9GN7UJI5tEIUn3HgtP502lzsXavaeYzChINleRsoxNpcTzvJB52c8/n55Vdiu
sI4mYStQuONGdMR4LFtHmTVpuOGasNgpm6n/wBLh+aB4z3P2/Dwvv3bPi2HEfVaQsSRGGlG+je9B
CO4427AafON4WWizLp1/jp07VEislDdsMeQZ+tTCCdGbtMi4XZaplYkTzD5BSMd5G8xM4hxWmAsa
jaH0fN/wMDIzzxQmSmZgMuA9esoo+83PXuj2rHTl0LMauyz+jIJSLHfCsBQOWKue9Di7oqXFND0f
8/Ah8UDdxOVvJ4oO9p2w1bJBcpvtDiFWRN9l2Yqa6JjAcGRSegOnQ9KK2VilGTdgbQvu1Tf1ebnn
OsaPuEzirhzAcjTChbs4oXtqVmQC2Oaxr2o5lqD6UEujOM6IxfhghBZbdL2EnK1JvaJ2vNYmTFMk
eDiVb+wSxxeU1OUmE8ydym6c3AkRjdjns1juxUuYOCnwPImq4pqF+dXA0ra6LG+ePfhM9dprO7at
IGbFuzwcoG5MlMQ1eXNuKhiLpN7F3TsSm60CFzg5t2/IXc6sy5cnMF/ZtotZ3pf0DcylTvdL8b4r
DcO0kpJYqeXwwXUiYIFQKDgjQsSthvVdBiwLd9xWR/2TY4gOdvVYRByu7Ar2NY5JtyfNYYL4cz1i
cQl2oRzhy/9S3fwXHRn3VZmdnhbVSmUh8TUXR/5rXYeJSYwmGE3pyzURrxFngToLpd6z4lfOEXRO
81CGkjNvQAFKHsjDkM2eGpp15elkbggbWg4FWauXRZTLGKAfR+Thzk39OdksV/NoizmIg844YnHd
Y+XKpl04i05clU3TWitpdrLYUzcIdjJxkL9zvZ6izVCGpneE4uX7zGjBl9QnFstJ6Zig4Ohp6bLe
AUIGjF9oGJgiG2EJUUCq2vcJ7V+GdA2T099kXtHvsVTp4jEJOTkfc/RTwSq22hlZZp9iqGZRJy2Y
ukHpVdvScAP/qJ2R2RJ7knGkWofFQl0qPZdjLdF4DMPLKlJ1kLqx4NjTcn7JNbv75aZTIAVSG6I0
4mFLSWVuQcc4BNQJIGzzcz8X/OzLdQvWFAuidlnm96jSGK/1+XzhcfLj91XBGSJrfX4/Vn41rsFL
6+mNC9Ir3giwCIsOFyxkVwERYLtaRssvozbKrHJGRUZHSWj2EORgfOr5vBbmASLhfXA+RwxdjvMD
dzXTWBHqrT6DGivzr7qwvzZexvwKYapzAgkU/jEduOFtjF/1OlHKDdawblDUjFOfXqPiSZ8SUgAC
hKipNW4Gp1w+f+GIO3yY0J69nJ10bfmAEXHxxGKd1AHfU+u2y45yrknVFg39Gn/TdIvcwf5sYWUM
r7M+tKLjZCRQOZVRz/4bz2pRcf46wX1raVvTUfVcwiuAZbx8VEQahAHlbeM4BtqwPxqYWtstwtdp
vKmDIbmFPku7bqoWF+Rq8LWov/556p6bpS/fwTJ5UcAjMaWP7rySuYFTmKhOttmJcPccuiawwo9t
SGbUWk5GCQI/zAa5trA2GnsEK6TBSQuo55VM+jrd/j3SKPOlW5RaJgzX3B1LWJ4Wz9fJkEqecAoL
uLlWo2Ecnr/5kPwVwlemMOTI2EDTvpproQR7uz08G3CBsz2aEX7kpWT2xif+bbFaQj+cRfWGOADh
/ysRGnFp4OPw059CrGMUdSLB8fFSQ0Eb5adLF8Ba0HiV6XLhCSrK3r1fWfrHoEL+Ar5N4i9p8Rbf
BvAjANQvp+7z8STtLI6LrDBLO4HdeymRiJRRrEhI8LaMQDMg8GCZmXkUcbgTklTLN7qev40qV9mg
k030C4wpYnNfjqqI8i8zwOtPRBNFBhVklT1Ei0RsH5uEHX0M2aKtKxfwD2T3xTnwxn5gva4c0EhA
IY7Ab4GzOCT2vnwDrA95wEMe+e6xpe7cKMDIaY8BY7miXhEs3ool6FRHBgh/vLSgSSLbv6tmI0of
PBfx55H2KVVBXVn8+s8jYGmvvZx11DIQfjhQa4h/oV/78u0FATCWSFrIsc5fRB+wm58uxRXTmcLy
qYNHcTD6AGN360woMHPbTG4vLY3ItsCsBrPKj3nRF+M1CkuWGMSGM3uZWSTzbUNHzTxO8CyYIeeX
+PMHOPeTX0zaxWhhkjJDC1Hiung1acdp9Mhe0ST/hjZBc60wQhDK5/5KTjrwsMOq6srb6ny0Q1U8
df1KqQHsi1dm7ff8PLnCLO2539hZcCQptrHv/56cOMzKO9DStfF0Ka7Enc7md0HeuVRVDK9r9jgA
GMDYp6kmGKW0Ty3XJLXu8nnJm2xqw6VAsYzxmRaCAwFudN9Yt5Yh/OIJ+BhpfKQDhDGzhr4+GYk8
9jTZDvYpETnz0yyqDCSKiMDLEe2xHHRgdufqIaxGAB9/fvy/DR/fEqgWsLnSaUXQ8Wr4aFRt9dy4
BsX5Ug0/yYPIujt2C5M1WjKwW4D6I5MqDmNVwDHhn3TdKTLY139+I+LV6u0AIrKXd+ASieTZFtra
lyO5mMMgS1I3I4gjiOU+Mrmgv89CNYImdE24tlydnHCNnMhP0Y2nbIsRSRgSkKGRqme86w3pQJ5K
422Wtz2XfogtqBoJPMvAvJyP2D3VbrdfzW7ZNdsq8dHANoMV3cxToB14eKrTXyt0//5HgxsY9Rfd
Qc3zK/LxKGTPTwoY5iHp3e9VqQjisrPbmIAPRK8AvhKVPo7x/NHuqYB3NH1wGCYdJGkbeaR9a5Xl
h2yWFModaGW2tRNptAPWdk9Rfz1yCF+1HnxKr+5uEfg96IqbZDodh5Y7ILdme52H/oM5Jt4Nvmga
Lj7qQFihyEiDCeqg7e8GZBUeDWyAUFeJaSGxN6X5yBm1IOZQqyPCexQUxRisCzEUGSXY/qHv1AHa
wqEonM9ONTwTbkvk/TgiFQ+tR0v1NwZDZGVjAqax7BDp58AcNVWngMLjtmdAa2s/hHbsbAYxh/dZ
ACzxm+mWdnIbORGZxZelxgrBJzyR9HnLPXrnTI59VYzZzei6926hrkJpoB+NgP14BjlHRr2vqumr
btITC9K0in3vRzL6X9rCaR7qNhv3dgNERSaDgl/k1yuO5y35awkEnwi2hNV3782aNM5MmJtepvdR
3zwxarFYl9/lglQPa1aALpPvIE2vawstgDNEJx9ovjfU90bgQ5PEz4kyuaUWkXyLoDSNQDK6LCl2
EinYitS2W3pkt2drwZS69+E4fXYMJKBz3J4qLiv7Mpy9NX1x+Zzq9oc3pMfZUd52Cot+KzL72fPb
n2abtds50t+5J7wXyDDXkHmq1TgOP0UwPzhcs8np8x7kDMlV+9sIMM5TFdObNqaPbgdLuqrwRdXQ
5ojkg/9b13235eQRZ/u2p4m2JiqayBKnvbUCb09xkVKf+R23Tn9NO7RfeUkCMKobbkKNNUklN1EF
2iJpg3njdnIES297e5RHXxJl/Ziz6gEE1pOdBh+ngae0olRcmtuYmM9BFP1uBPdvGoQerS/1mkGR
00k1GT/+iK+V3KJWAjOr23KmyQgnOFgHWbwEFyAK9o9UjSf3LmuCgN4NPBy0qEZb3Ap09eMGyIJ1
hfW/mbZGnibfKzTNHUgwG44G3eZiaHaV7LrPbpInN3k4I5qmn8G95q2l6sWCTdeESyy+Eouqu4tR
7/WRgAFuVfBwR6jAvavgJPns6+WQNRA/VDVFV7UZIp7dEKAcNFvfRN78daa8E+6NIRbiCpp3H+zg
AwLBAKYRuY8GhJ+P7YSIb6V6bv5XDuL9bn/pRvTz2CTvLTpywET8yhluwwV4e3jjU708aS2fyjXx
A+FOJf9CshK/XH/NJgZp5oXDri5wMG9nlP/DJm+CxNxYrMz1p0vtPJ7iMXrsk6XGaoecbL4k2ZyE
hAji2LeISsSF4lzlUwxsgD4Il9zL0TE6d/1dt5U/Jj/D7LBye6+vr6e4oUF3KXxyTC38R+gVVn1l
zfPc3ASGtsIPVYvp847Gaz/sqdJwuf7zZ7deyjD57NisoP9J0kQsiVXm1d7TzTh8rN4Yd7MqUCWk
Kby+4zxM5nCl7A7eqyYFJ9gFrkfBgTsDjfah7UXuEc2LneuNAfbbN+EsUkLORItdh9PdKwmeq1u/
DqtG0B/XZvksJYo2+kiKiohpowbZRVmXRIc0T4x+DQEceeyfn8fLN0C3DBONJ3n9xR62FGxeDgUu
WDmIjgjsCGxMTgJc7JfPnTR+vI2FjBfMcVZMd7gEnP4xRsDy1rFfiBdzbHkLqMZwKnmYt3gESxDi
rxfvJrHMxsjK4qCTxvXek21XdEhw5ml8P80Dx+6szf3+sVApgazI+muj2cbsZuoqmqlSfwdaIp/b
JHGdY2bVsfeRutmgFji7hcDhZA/WQGiEH8/mPh2oRN60GWWc9aBcfval3FhXMprUG4/2lWiWz4VP
wJSI286e099OOcgDHDkuegWF1PIGIHfvHp18aJxji754eB+Qr/y32P7feqfF6y8Ude5iOyWLBvc0
/3v1NOUQKfBIgTperrqtomDxdXInLzrGFZCXvU/WQXSCS9DEBDcsJepUepQ6Lu3Ji0Ksmiu6dbgQ
xHxdqbK7T8yxCx/JN25DYpGnSL4LvdlBnDmWud6Sfz3pXV/CIflEFEjtvi/zZO4/9m5KRAPHOyME
HR66Gcawgcwmtx/H8o3j7bJmvThaU79jOcOtyUNnKr26PbK2sIhTNDj6U8JowQTDSIWk5g/vFUFd
b1UgXlubKXr4wG89Qa2Puxin2JejtnOrNkXeYu9LQGnOx8nwl+nTsAEvMRtLQu0Y1NWnWeDoWHHr
zLubyyYRJ5FpHOdwIuTgjdXk9zflIqNkdV/Kr6QlvV7YgeyFhFc28f4ivMqmiAU0yT2+zCgpubFf
2qRWlXfht6CYCBwnYWGuf3Jja+drgXKP1uifV5hX12pWXO45mE45ZiyZpXSBXz0pY4oTOgvxHopJ
1H3TRlY03+tooNiqCXEL9yGsGFCfdiDM+0D2bnIVKBo513QUTUXtEvTQ4dKtbM7N8zfe3287givI
b6L2h6LUowDxagm0cIANeADSvZn7qn3XucXcIr0junTNoc+Gz+cBmm3f2ZO0Y2sVppiHHmqqyxPd
a3g06X/2wBhYigWBIXHeoFBrvNqiqCFShqE5wSEQIn6+9se29+8zGVYPZA4SJzEk4UCyQ1V+iYSX
LgSiRPQc+qvB/jr0FSfCdQq5Pyb8OUT1+efnJZbn8XKmoQaFYYFm15SLbvzl9zl0pOlASPOPkvDp
LW0pkzjqQbjpCpgC6eYTCoL0piP1tV21Ug+3DbJAuOOO05XbqQls/zpUoS+u87iuxgNetCA6tIWL
Q3UV60A6UCfB4t4AOgVGucrOxVfyXgCQzkISohgS0OG+m9JAB9s/f7bfFk9A2DRwKbTg1UWt/Gqo
Sic348SVw4kGPNtg5NRciMdqCLy1M2vPuHNC8ERX2VyM9rZEo6ffuBv/fjwBuI3w3/epwvsumJCX
DzdOlSGCFF0alTBH3LqmGw0HUGZZeYeLWuRbmLl1+OXS5Kv5IzDsiDKgnXiRNfz5efyLucvpgBIv
wm6qTkyRl2+HBm1Ez9aCJHluBUxhE1U7OsHyhqs96domekqMf1JngetStRcstM5s8/3/XdM/6ysu
mqcZOsNbh4fXRhGOT4uZBpM+qzEBxq85KKFMImXDNDrogtSaL4NhB9UnQ9BSPsKmAMlGG9E4EB7v
MPaimZQR0nHabT60g33oIzLYVi07xh5wkMz3phY9qSYlI6CUMlMkGeBJemN+L9P31/mzZEEvRVyy
cjjPwWZ4+UxdJxfUqtIQsd+EjMzH/4pi0vFrvfXcyIx2yNjJVsk6joX5nEb32LCqdv3nbxZ9/m9v
g4G2gEdw+FrYqF9dAlJX1RxPLPMA6g1xs+WEtJqiqevaQzkVHPaaMmNja4vChMxk1SyCZD4tZ6YK
+Z66amXWirsEtyM23ahN2V2quGe7DTpvufPEJv8EhjlDlyy4EPJDSAflSIstrKbfWXiRz5q1/NnE
mjjT4RRm9ID5deodVgLXR8gdcKi7lPOaBpDgVeMnvEJBV948MCewo3j+JKkP1l11T/feEU8MGdfY
Jwh0ym91CbWOh6DFPQbIJthe3iflNV419LpwfG8hbwvAROVj+ITGEwqfBNb0YVQOzWgSrqvylItY
6feEheJsv3yEsEVY+R4FXJH8NFPqiuz8jsrto1Q0vbnWm2mwddKwte8bNRrZl2ywYr1OdNRGN0aL
Dq493zJCm1rVY+Wg46D04KjgHnWita+gJigae3nuljsz7edF+ZONxtrO6IhDyaTqVe474IDR3zdP
UaaNuKs0p49t0gczx7zUjixk1Oho7hlWokHynmhx1zgxnzoM4xmdKakOVKsvtzYLQq398dK8ooza
g0ylU+Zd+72TjPuyMHpSb6x4kWmgUov5e5e7wtQOjAaD/F97OwCScT5yxAUgK4XD6TZxQ7zqnfL4
2X5Rc6+ZgZI0Ww8+dbwyzidgT4dcnjtyI6Zd24Z4VsmeGYNdMZBxcmwIuRF3l78rvNLuH/+bsjNr
jlNJ0/AvIiLZ4baoVSWVrM2WdEPYPjb7kkCy/fp5KHpmjuUYO+bmRMfpbpuCJPnyXYk1ZbYDbGH9
MZvx+PIOC+PN+ihNQgrYtK9o6uiOLBfkKGHz6ld8zwhk6aQjdmYYddUpy0O9PlbXu1ZoDhene0md
/hzIwtQOmTfHxk5vKbL92UW1SFmb/PqtsvyFsJbwQC3dghj+64MA/HgUcZ4nO9eKo+QOZVIZgqwZ
qX+Y/YImrgS4LDu3CYbnG6ZL1T7phSumZ486PGLh6jlbWpRzILBCEmdbCopvnkJSAzWK9mIoj1b6
D2Magdtv1gcdjehp95qHXvdohqw/FAel3rc4xtxW3pmp25ifzazJaN/mgan4Lvb5IJ+ybsmnJbxs
kulPRyah/VrqozGcsrl3yrtYOArVjwtAy/+oxCB2k0jVU7QbJ2G2K0uzACdwa7/bGSUxvkdWwNgc
Q+kqeUCjr6XJJiEu86B5cQmtDPPdHMGXo540xIbb67g9K4BSroHq3CrOMEbYOXDZUVzfxZylFiJx
bgU7R8zs3T/OXFPRcTiV8FEbz0Dgs4tRJ7F5I/PvvpQeHtItOaYpQYt/3iivgMCv2zXnU3KS+JQy
vxLT9Ot2HWHe9pKBxr85T/1v4Pfo9wiw646V2blUD3Io35hOzz9baUtxKjndvKZm2eSAsmWv9jQ8
D/oB+0qyuATAiauI5fVSwkWN21GOWIYW0X+BXIL35rHUujB71FqKgIm1IYb9IGE0e0oAVS63aLlm
Fbi97n8n0KRzDybDYvw2xxHhght8B8TfV4Q50uUuCzvdUnlsTVuhfD0MiE0EEV5Ed9h6e5tq9Usc
E0e+o/zPyx7z0hipx2E5lyfivcbpNh+NEUqLBq06WOADtF5RIgMARoqz0dc7l7xJ67/pR+yPU5jn
k1DDjTYXSxnAxIcjrGfMKS1Ohn9aby5voCTPeQq/j+hCRqrlshodTU5AZqYBGNRFHD2GphTNJtX7
WQ+ikLAuWNhaO+ADG/Sg6iu+69XyL7okrqxPVT+TgNghrlh6qnOHsnLSAzYNiGtKC1Vs4gieCjMh
g9XN7WTpEyaIuRj6obqL4j4eHlMN/atTuWbHaVbUDadcp3uKSNUEsLcVBgeX8wJQg6Ue+lD6X7us
FcnJ6Cd7PzaiNAPK6i2qPhVPeCnDaQpyKYYQ67TbFM9OGQNWc6KdkeJOqqC+Mrbl3RCyfdCfXYcB
0NaiXJ0RdAX0tYVqCzpqVUAgWf/Ny311cpu6ef/zy7BMn7+8C4gkqNRAL2MzUPwGLhQR3AmjgX2q
llzkhGKfIfBJ6CC5IzTT+aDzEQhpdRy79uuf/2bnt1MHDxz2EzPhQoITMPPra6gkaaDFWJg3A1/j
YTv5A/TBqor1mxHSLlIk9h6V6ZKlzHDaMaKGRv21rh22Bq4IwcqqPTU7o9YXE5wlP9ON1nh7IUoN
SceiURyvh5disCefAxYicJ59o0m6N0CZQGxr9kTXn8R49mOlT1/onGgGTluujY6mzlKnfyKqP6HW
PcNDkceELJywivEnp27Pbtjrks4CHGtRcZuJLuO4nYSoPR5AphDBJlbOTymv6kJ3xLbz0GYgeI9O
kTT/xC22jkBrSpHfa1QUPBlq8t+IkdG7bduHw82EN5Mw1rKsfuoWyeuQqzT59R727V0hZ+5DfLWt
OVhaJkT4RCUfsB41t4S1k5DvTUS2EDRt+9M76vb59c+PkCPUh+XDjA5JB4ssYNqXE+6vz7AzZd3O
TQ19YWhoot2rTn0Vpa9IdNa0XGRHy2H5nbGtjvY6gbXVfVq1KPKiCezr4FoweycbYu+nlvURjeGh
H847vvfV9ClJw8yjmqImRnessSF/IWp8tLHdOGa6t5Ks8m/haEt3l9Yu0fIascuk+CgL5mw9pVRa
ag+7dOB3bADDrfAexZEZPbWKgtnbkPNfFPhu5hgBg2pbHfuRhN9NfD0erbpPLJXgLWzjTf0NSXIx
Ef8ezUeB6M2EAakyWO187vpdY8+pdRE5UsfTWKbEoW9WFdWqR096qSdQdoCgz13J+ZfOvNgECsHb
ck833QRqjD0u25KLajQbx4lYZUPketS1hknxD8tL+Rv7assC0hiRrdjaTChObJmSjmE2QgpeGuXs
Vi18hjr2K6spRUwrZ4lH03MowyD9R5ff3HlEY5nga0QnHpo8pagd+M+r/Wx1irRky/9MTWz7F6cf
nZMbauhLczwjD25jKVqJr0d53W4ZXLmwiMYVPG4DYQ8oaXiyeK6I9nZFOwRaP1KwK4oG+jRt9C2W
cgGeGMkwiCFEsaggrTxpc2OkBy+2iYaxdATct+Eksa79beF+WLeE4BKnh+4fVRjap49VVIARjuqL
edqvgABMiWEeyjZskkcFy6Kj38Ysd+dSqga/xuW2597Jk1Ptsl0nfxlIPh4fuRjTsEimM8mNXECA
X18iJ7RVHTn+uE8GspR3nLV7o92arWfsjdbUL1qRQzNy0jKnYwJFUz5iiFPK+MtlXHuK/v0tsIUw
gR+wEhlYKEDOfr0OVQMAY4Gx90NRaj9F6I7ajmyf4t4YosoO5KSp6eAoLBT3ptUNiGVYcSW5AI2P
tvDcXU0IoaA9+7TC0O7VneKONQpCZHLshmE7mxeF7l3dERqetpdmshV2BNdAco/6PranC22ekrIi
qyvrNbfm/4TSUYN/eO4LxkWbGV+65bwJyvDhJ/ZhpBHkji44IQTqTiw6jYAxV8SfJt5rXGpjZFAj
XGJL3BGy0MkLLxVyf9DUnNJUS5r3NQXZTBOxPosgpYuv2zmwsHD5ehHSHu0TPrTlhaJJohlm+iAY
9W9S5qz0QAwC1uBSjsSWYAz3L71dkfY9cBxvLzZnetiLwRc9Yga9+WL3paORpMkgkx1yeiVeppah
+cYofVXfmkb/Eo0yeiNsoiXOnw6q+QtkJcMRjhx3uO2ceDpTa8YY688x4x3nv5bEOpLM+mOJGJ7i
8qxOn7qBABpU5LLxtviv+DmxwFKJU4YLpGLaKba+5XVq72WkhLDLOEYJXYwdM5CWkJuwThhNIy0e
0PSGLhsRHkHH/oypfg4vgJs5ZwsCkLVTrKNTujAQeHyDVSEotKgYlaj1mLvdEGGBPTdyVGo/SCGr
rVEwDJ6qhADniWaBlCZubEZB3MXMhUqTXfqE94yRaSD6Etck6ki6hmQ/4VUevfi7ZxTppZzCKf/U
+LTrArQtKdcz0oCTk4T5g+7HoDDSbIgt12eqZqk70N1/MqdhJCgn5KlHjX87b4UgafRhnTXWTdmo
Zy+BHU7xUEOnu82pMMc8uoPaW7720pnlrWMuJqqrUSa6apkmJ7flN3YDBIiZMfNRC/36p2lkkbbL
Fce8U9ek2hHAwOnuW7cgHMNVzrCv2pCiZhwe1XRy+nz4hOEo7YOkd6imygqPdvawI1LjGE6MenfI
NrWtySG0gMyX00tXajA0GPym6S+Qk/9x50K2SAIlknCOU0se4jL3/0thK5su7rDIyvMwNcU/eJDS
8Yl4ERLfYIDl63r4JULUkQfnKvrBCTM7twZik/5uvPpQB6FZ4EhhTvG4GL0eKcpVxbkqdPUVCUXJ
j5PZq0CTuF1adh7rWlBCUQI+n7oEXf8Jm7bMX0goo41yEsZ0IfMhIBxOvM61PfAe1Rr5C6dw6NIu
SKKwHJcqCB50IyP8AIwvVk0DkA4ZQMkY005xbmtV+mfPHDkpGOYUmXudW0tLdR2RgFT1pg3Jin3r
lISR9A52NuUOKfPEltEZfBXs08qOMi2aUuS9FH8uk1BnsQYSaj9J8Erxs915M91ehP/Qd2CaqsTi
nM+y2lF4C5m9zg2COHV1wiEAIT/wQxGNX40L1XUSNmsUs2dC2ePyLfWblh3maok2RbpgyXxbMUzb
czmnG33pPTxLA4/1Rvl9PB8rkcRf3N5q/A2rCUTLnATOSJivfvrGSaSpsVw3TvxFwd289iocKrIM
F7dfQx+tFkRuLeTZiTpfi8hZJ+19Z3Wzih/X6wzbmpFiNp08PYy0nua7up/a8ZiM6WLaaglBssut
rka6wpxmomDpLx/65WT5v9+0haqybJdPvEABynnjI3+G/hcQWZT5IVNdKelDAIjAajmI+xIdKk+R
I0Z7410NR6u7GXTM+FTYfh8+svpQxv75ij5I5ZYrIkkXQg/4AaHAb6o9N1TxNKhYHqbGdRm9Utb+
JrPa+UFOgjTPkEmtRdOToPrGYw8duT5NdpL8YFViCeYJ7SKns8WbKEHqOvqHOR6zKjCGmEHXpom2
G71Od5lBuxrsNxXiUNYw6UHkjaY41taIiUXPqOOgaoTMs0MLY7Nvorwp/38PgJ5P9DbQXoh84HI5
3n7gG1QNNkgRTEjYoVMmjzV5hrSj0QXQvtBEbUsKgI1weFlxwBXjy/IWO0va1o28bzpnGv9y5v1N
n2CTBGl4RK0LbM9kZn+AI3rN6xV+wvRQcDHhfpUCF0WrDTu/yJoHt8opQxP4xX44SBUNIxhrS2T7
imgA45Ulb0Y//TbrijuxOjqvWPnkcrJDbwqrE1RmxqFAUXzy37Zk3TKARAcKHcHAeo3e9r9yxcth
63/X+lKpyroi2NTGJ82h/poO9a/dmJ731tSEqA4rAeEQtfi2OkOlt3h/u76u25vKzRKDDmYPu0MK
H8gJ+XpQBYvy7lPPr6ebKUbqeZhGzH/A8UtUx5/fgd+Ez1wp6hQ8ai5ElM34++t3o4lZhSHSl0NB
Dmax6/D90n7mYZp/0xhu4iDBxU4hjj5XFLQlXk8NXdGL9iH0OWdv6t7Sz22BKpfLQwd4aHPHAN7M
jWrfpYST3BNWguM1pact2xmZ/XexwK+4CW8xKbVE55vIb9EmLAWiv3z5LEqtq25uaK0MTUSuNGWF
MyOXToVzvmCrZ1AKnxJy2Zrde9jimKGKaarzy2RSnfFMNc+UfpWNKrxdCo4KbLoyMXEjq89ahBH/
oBZ48G+S81/3Q9YIBQcL7In5nF2RO/TrdRcFPlcNY/phNcSWTs4dSmiWik+ea8vk/T9nXWfCDrrk
dbuPnVVp817Eloy2btQt5Qv/E0n1aV2f/47Rcz5iCAyoiNboBkV9AZDwERxsJGf7uMU3PQ0pm9h6
CBJV50afQq12shdKrtOMdsGBl3DXI+yxb6KWUkXKldIdHb+5eWRs7CGtKk/Lw81KQfVXxb7dS69/
XPktpAkzXd4yUlA9qxhrLMeIF3HFn6NRM63jfFUo9X5RMjgvOBSfTZVDkrlXrssfbd5ja1q8vutf
tBIsnUrAuxseNfk+Bf1XO5eabszsUQHc3hWYCW4G1Gh8W42p8wOyj0S4Xbc9NsiJXWFAuzm+2Nf/
w4rV961ysk/0PobmLSkhKn2sqA/grJIyTQRl3cr6jmp1eJd1I9JCnYuwxx5+Zd1LY62IUV2paJEF
2vFMFFyjqjS8rVGNhnvHRAi6p+49/Ju54frYftmNPJixq2AJW8/ilPh1pYWRhSIbpO2Aybkvn6t6
nM0nKxO40BwxwSdTxszBfvUArB5cR5pUNIG6g03sOkkLKL+OXKSHFnoBQy4kRx6ssFpB1VpDr05k
9dusH8FotTTLmuc4cxmSmpB5/i8fblTsv7706NpQcdCTLRzDhJkW3ge0q+3GqaMLLDpFkHb5FMhC
r3r97I4izwg2XuTpjw7mJOeGvWngnV5ZryF1ucn+VX8YERtMb9uVaR0Mk2ezfv+akgP9vRYx2f+s
54YlU3Ba/JYBGdYXNmXvyTJ1KU8c+cy3DGGtx9+3+Hmy2eyzk0HjJdFfV6lfFmI9fBrTvukuWHNZ
CtXVW+P3Vv2eOFiBd3D+mdqu1xLTVNrsSKeCtFnRkNnWUMby7cIJBixhXVoxRy4v0XJZCaxx/5hh
ga+3tQTP33kx0UHb2faxdQyDMLuH1T7WuovriO+mRa7E9a0Rc8zVkC9Pap0bOqb2E7B1sncW/0ye
VFWTXrVeTpY5U/jiUD/J6swKhrbQJ0aXgqYr17i+nZOKuQGYbSFHiQUdj3NkSX9Aeyzs6jMM+5g9
utpIVI4oO0RdO9shtO3nKh5bxaKuNNxh18z84H0rOk1/Fcqzyp9ZvABi6yObG2s5JthFoQMINXxp
QII7/8ZPNe5H32vh8FxQuvqyChlXwK8klAjXn9TZDtoJqG1pCRsdl2AG4c13eU9R17voCiG/NdZM
kO8UJT/qqHTLTzrWKGtvC+2VMzb1vOtOJa2axSL8mIe1yJq7s10YFMOYV9/WuoGt4ko7rhlqKCql
lyhUMjTiTXclilfafdDgTndD0WHbiedoySgVfUGJ3tCbR6ckHWyDeFAzaBVzZc0/89474ZFo5bfO
QD3ziCXVn46FGbuk8qCa+x8ZQFHGEy2bWSf6zyv52vNiTPuhGkuCPlfiOGXHtfduorzkKWo6DwhO
ELJzJy1JoAZJZnHqvFJJyZ62Muom4r+J0LopmU55SKmGJoaea3OML3jznZNepjURq4bxlHuWRLgy
W2T+UNEUhZa7TyviUTh0ceAOL9mAsaMpfPNHZGhx0PIp2Q21tpyWaxdqzrR3ZabF5yKZ6luA9jmg
poxHk1mEzNUEqHW53eFT6bKR0kCDZmLLbqMTgTHRLveb8GIn7o8Z1mZfeE0HMzA+Zv1gfatSDepN
tt7THI0KWMgfb6Tt0JMYjeKOxFUAaIRxBNE0EcHZxXzBFxbviQxVD3U7DYEQ00SMkEalcuBNpnvH
nNFsVVgdiSFUu5E/7CYvk37b+UoQ7TQrfeNHefzepsV843KM25p49HflZDV3ejzHDr7B2no1+kR8
o758CArh+oGQqQnMrcV39UBrZSs78zyZo3VIdV7lTS+G8rOypulkS/kM8N5w5GvichsSp31W7Orn
SrPNfc/36tKQp3iYypDuZVVYu1GLjH0D2U3+qFDvA5/LoBWT9xBKLX21AKhOUAE0hJm1VGRbe8NZ
mUpspY73s220jMYyfwgPNMveZCSF7uI5j3dOUg5beCRfLMcLcRQNpuvZn3Lavw3T2MLKWd/ZhAmZ
IEW2I6s8VXvGsPZB64z45JuMWSIfxbbqjS+yqKJ76jqMPYWSlM3p8rbSkk/FrOozXzCaddIJR5Gb
WDNG6bnci4nT5DauHLh1VA5q1yBfSxBUvAgiUQICi5M97r7o2zxkeaANev6iqvGHCPMR9wu+rNQr
v6IiEdN2cJklnuqpiY1gCu0vmdtHR1uPzUUAwG7DfW6tbT0W86ZpB+p0dGwz5OqhpSuNrR+ltJsz
VM8HRTmPs1McbJrtNBaoNsrZy4MGAd6zXhg4boyMvs8qqk0EVrOHgzDxg9gmKEpRcEluJfvb3DrA
MCZ4bT/HVJGSR/aOVIZeEb3wj36l/WhMEd20qe0ERLJPd6Um6ZHVLO29yqz0BfUaQXW97G6Ja0m/
pJpyaxJWjPJshUYUkD3yteigTiKz8g4lOm9aDzWPaPdOEc3psvMi2KJZsDaImiAMIqTqzmvchwqh
5bCNgQgfGe2jALCUO09F6Q6ORI8YiPzyh66GiJZx6yHN9PCfIiW/3a7NdIMoZHxVfUSJu+kM/q7S
7aH+okRmfAlnH0vs4Ctnw/pKn12992+RjBlnq9MeQ8RouxAIaltnhHmp2L3XXPIejoayaCtl/KKX
AxVEUEAr2vuIkMbDpDnVycu17AJFLQ8ctOdXMlVtOHZf7JrenV+glPOzQxM6b7fTHCd3tABntfy2
dkJiMbXaP7rOTPhPaiO1COqU5oNNmef8l27XyZ9FRJ1z55OcouuUwBaR89lKpPnJZCLJKzpwLex+
O470Q+CpbA5yl45laU5P2CHCN4TmVCkmPbBpprdPFUamTyFsF3GMU/QpnsQnS2ZNoHLV0A9fEyzW
djoJlIgRWi3CuVDOfh/kRtYeeq9KtvXUP02UiT2YnfOD/tyR/YjWXDskZNycRv8YqozMb75iLmkt
+fieueW+nVV7OySJFRjVqH91pD4bm04NfYAejJx7p4+eTROg1LSrJtl0Q2F8lvasXyIp+heaTpsX
ny/1Y0HvOFQukPsl7h0iKYgs/97kZXkgFRbDL68BjiY3O9S6j83HASemQcMM7KSfvoyZPWxYkk4e
1JPtPRuxE+3DkNCfme2EKStK3/2om7/MNQFoC/GR73yp02hYITZ4La2SA5tF+azXxe6mmrXqZIEv
7b2yHp6U4915KKzINW7lJ3/MunvcC+mhmxn+WdzmvY1IbjP2cX3oqS5ONnPj9rdpYvufM8rEOIG0
xmdsFPFepLb5XRH+cCLMqfpHtco7u5I20kAzKGene4uqc6GSCwljVuBoE+3PJKoEudZL0oPino4N
mjuDyCq+Fo0oblOZThrIq6/dalNjbbKesxPOjPRgxAPKSX/EETbW/UVBz2JNjP27MoqjL1bX+Htc
EPMXRXbRWxbNMpB+PB94G6b3LO2pJEcm5O4yKQax4U0GZSpy9/uQGxfkwOVbOQnzVNSD3mydpqJ3
lPHSCgpFmDwUs08mEsaQvZ4W+lc7ipjrQs3Z5VDM88aItAbCyVOtQBuSmwSMuNpiYozVfWbm3auc
ZPVAuas/7RCGJRHHj6zbZ2PkPbkuzveqVscyrKxDyDTzRaActQmf3OVT4QZ043KI12t6fnUbsLBk
Y+czWT/wdWyPhFZOW0RL1W3GLLpRZhSip6Onko9Ovq/MfO8XThxYMeaq0Z45SXY6CiinTQ/cp4tG
Dt+zDuPSbUKy+y5anZDfOtPXQbiKdDcpp6EDNexvdqvUQUGKn8BP/F3pxyYmEyyuWVy/jWwxaNOm
eZvYTpcFTme3N3oxvqNbd+6YKS7TwL5AVpe2R7x7qmOd8gjpMjozfgYQRu2xI43wKycZ+I4pvYQM
ZwEihWrnGmLa+y1A18CBassI4G5NJ2rfZBXmF2yvIgBbyO+oqdcurMuGyacb6blwsJqPiEb4xhkJ
ETTV0P5EvFMePHeayU2OQnuT2YioJlP/bkep+OIU2mfHyN5VpcyjGvH8bZKhqV9Ung6LGKqPdwSZ
ll+zTJVHRI7eg5VVzjNocYJZMGv2Jakum8iluX6Oq4GKERLc5egl3xFJ2Ac/1NU2TGziwdLJy/ee
XpIe2DnlhVSk8QgNh3fYLPg+xeqClVUQbVE4Z5jX9pLbVnymmyR99Lte3zuuyo1NNjb+E4F7zXRM
+z65E1ZE/0mDeddMWxP2zHnTCIGldj4Etuod+0aDIC0DKUo1o3IbGS9HXT81Vq8fpqQId6mykkc9
ceQFY069m6R8SyyXHVoiE+rswglq6YtPhjOJh7Zymo1GdNp9k+n9jRlnkleEbcQkmOSFzWa+S/FK
bto+etPRK5G/ZieQ/dW744WEYxODE+CbpQ64nLAqc4xsZVjsjb5XQWSTNsXBK0aFR7DxvqtTqlaI
IulPSVoze1L0+4TBvPiuO432VhaCH1AW/pmEl+TZ9KVVwN+jYEt1TgglopWjIhX3Nayn5KDgMN99
QLi7wZb97ZwY2hZPfLl3UcMuSWCF3OANW6rTi0Hs/FJz8o3wouZA1BzbWRLe1UXN7MdJ+UUaYX5X
jIBBPA5tyfAoYE0zG046TOlcTYab3sIdq8mKdeom94M91e9jSQw2sufitTRim2GbuSGTA67iZMDK
avKuuB6RZdTJwmP3xtmZ4vpmnju+YF1+Z3OW+kxccXsjNLPcMqW73yQySCKgQvtCNzUJ01rSfvVp
kH3TrNgIeR0abVPGwscZTDHtbHPBkmqZbFOTctOT/Os+TpADF0QTI7kemndyBs+7bRREamUaKCUp
wTgbXtvQL0xNtSCiiAB/0lyN3MI+m+rOefJLfzu15XcRLmKi0hLt3jNUuLWjdtr6hA0RsDN78Yte
ePlNKjR9Gzazvfdmt0fiUaMxAfvdDnP22iRuTEpoW58jNjEai+qy23ZGxzM0e/+lMHqknQmeT8IZ
7e5GR1Wyc9G5DogTRf0JF0X6nBkuuncyTwPiGmpvkysaqMdUTfdQ3P2tiBvrgEC4Vm9zZs3bEI5w
57tpvis6pj3iBalBiisZP2aqsPewg5K+oPbzlAjv4CSusR26+J9aRt1LTr/AV8Qb9PkQbRhghTIC
xDvJyR0KbUdehko2U1gDF7oElFlujUF/zp1pNyNLuoktEgd3UZaXz3ZW+yBjV5svIZ98+4zEsa1j
0bNqH/3WRSOjeswSwCe55Z/JtnI6+OwM32jUK6PagA1y8XaSJeGh8TO/vKwORAF9X3waslmKfY1+
sIBx8sSwhfSJ+l0covTZDXNq+scMwyrxpHWuJ9vOSsw2UJyR8udVkLxievMwhto5WexcG8KlU29P
2Puy4Nt40sUzIWTVi260KaHyWqOVL3K0J+q8E8wAu3IUXv25GCbttu0tjtTSR0z12PgViEoDGDi+
AJ4AB5i0pEjMErN/mskFjw6J2cXOvSZj37wJMzick0td9z8G92jXtGCrUJB2Is7RNcZr1XJHrBTj
YMB4l5cV8Ey8zGm3WS3JKl74JpAjuDggSpI/w+6mMkunOgxxEpVP3QjOf6+1iqtZMdZyRVGj0eGA
Eaejdq/aLgetRbxVosmEgGU/l6iXKUdf7AZ8vbs3f/aa8JxMxfIoryBM7rW9F4weOj1uMmmCr6to
ebzCR/PVlDvmHnDNCpCMdswgpzUArrc9X1Xr6BQTy0CJcTJv0Gr1zv0qWPfxAxj3uTRwwAWFezX3
d6mjnZ2BZOKnehZuQ34dvbdjiHnc3gss0eWLjWBwPsH7mem2pVZufGmuXtfu+ojWp96RGhp2m5rs
y2JP0DVI0+pgIqoXcC5JxfR18VymlzTKyvGcMNfgzhoRtdF30DtgRVoytfJHEYMb0c9ljySvMQtq
RxMBdLz4/JE/kYDIn7Y6OyoC9O1XfVIL5L1Ktv+M9P9G+5BXbHMMh6MybUpnPlqTG72uNAVoeGLb
5c0RER+xu2gJ0zv4fT1EQUusXk0BF2KM294Cb7jjk95+T1wp5yMhj4VLVpZt1jch+b0ILRmZBRo7
H9gRviQHQL9v4PbFEYuBFx8GMvrb/Z9/hPVRQoR8ma+HT8cFFgfSoD6Qh+NsDJjejeRmTWGqdRs9
QlEMsdpLZJneg51YxoPBcrAvBJpQ6CzhIcdXUXCAu0MB5pNJvbg5u21SayQ4GfDx1gEZBWKaOaOa
8GH9k1mwTnEXDZLYc6V8WLjItnN+NUpeWj+DZkQM8nnu9SUw8ZrxM1mJ4W+1qZ62UW8bb2tusUmK
q9pnvs64mJd2454s0Zt3QuWRfmf4mqScyI9MqT3JRBsHfksC+BdFGhlt7TVU2swroSNsHu3Dn2/m
B3McRkic1CbGHwBLQaXZR2MkxJqnV6Lh63oFNjWZ6BAhK2q9bs2pinSxzTosewE+uYXAgX5dVk+C
mvEv9Ni1afLfpAV6ZB0PF3FVBo7r37iotNZL0mUwN2ugJs2FKsYyugUVq7I9kTYCbqmwvf7dtsCD
Hvo0XsJuBRGe2j+ylESwLi9YtYmdJrMfNLIQxoc1UZj3DL4oz2s0/YERp8kUGCMzx7EUELakB5Nx
5FSV/Ubr3rwRhq1x8iBIDtVdbxnuLsktcs+Kvo6NGwTxHBkrV3MzNhHPT/etVU2vMN2CgG4D19x2
aNSnXgeAP3W2JsqtNuK1v8NpgWTanlJoqXWX+cvT/O3VWNTcC7GIH27pLftA69ae085ON/tnR/og
81aSq+KWZpcmO+mjk1AWoPzHVnc8fWuQfPcsO2ppqLPDFHXbF1YJCIIIztn85bI+8uLXbrUlxwOh
+XVF/cpEZZONwNJ0w7OpueD/LcRPFZAFTlcM/V0JoZl5qrpvBvhF9FBCOdJNkNbms6lG1pkVuQpq
0Q0ztyNDzS6sPco2zFKetDuOVX++2N9V8ehUhI6TEceo0Hkvfr3YPhn75Vwhb4dwVCm9m/h0yGDu
l461aGDSuV3172uPxWr0v4bmospBa+RcOzXWDxkZ26jj/pPRehWRrHpr/T+heEgbDpqpp9MBPstt
sFbEWX6hqKVpgp6pIzwqhuRhS5OMnJcjYihxx/hNd4hs39AC6ixv1FWsFctK9Sebq6tvW9OsQCuW
DRH5UtVPPwZBIdpmMS7+KEmDUtvZ8ObPvE1NeGtyPJZb4tcQKRHe2g2EvEegFoQvJt1pymZnOsyj
LwBG0JnHQSSsYdik5TDmAI4uRdEIo9t872gY7wLTLwlCIGYuCfqUl5CaulgTd0aTkvexMYRsFZW5
YAjBnHiQOgSqs3kmICt/s7z8poxDJSwsdmLYQovCvQ+PcUDADMk2VTcRAuv5khnjnJ4G7h3ZS1L/
x4/gjpCnIdg5sjaZVaIa4+TjnxeT+YFaZ19lGZHsiD4B4zF72q+LqU3iEjGCZpzX1ZJWyklvIp3Q
oXvL6yOqSzXG1wBN4yJT49BY3dBVlL/PcG4IJyi48wKRcgYPVhESzSxpfnGS1q4fCDRrnlatJLUN
vO5uJmCGNqnfks6Bgaz+Zir0YzerRrzo+RjemW0SUeqD23okEMQWX9ck+LWexxmicr6fi5Eg1IZs
Y+Opy53QORem6Ke/SIGvP/1fOz23Bls2xgCCHtBE2OaHvYopGeFUFrtnSelncdCd0TzME3Xd44YI
blM/6kmf6ffGqEOcF0Oou5fWjftomyIv1Pdr6D8ofu1uefx1125MxActMAAWx1tX870bMZoclAP2
ktjCwWyBw039KLn3pTfr2ybX+Tdlj5F5W4Q6IdyoR/vodoKUvBG66ICfo2LQuJm2otXiz2vjd5+1
zV69mOKXBYoO6gOZraRGkvN/sXdmzXEbWRb+Kx1+HniwJZaIcT8AqI37KpF6QYgUhcS+r79+PlRp
2ibtkLvfJ6LDtloSWaxKZN6895zvWPNAX6RM5V7tG+dusqaqPaek1ifSffq0JAFSzQ+azKc3ZTIR
qjUdgmffwdJJjAYb1Ur2FQvHYtUlzAT7sd8uC5VwMCuGUip/sztqOgv2D58aCAYHTqmKimGly2j6
B1HBSnfHThTWZ6fJ+kpayi+6iuwN7GTW5GxLheDaLU3MLvbKiWGSB+S8k1vsYEW3Kx26jcFpoPs3
b+e6Xn5/ZWxeaIEg5AsVQ/AqCPogrImamj001/uz01QdY1tr3boRCZXrA88U+GTWPZXaLgGQ1aFm
ad4RqWM8U06SuJh2DHP9f4fI8ydQI6YCjlUIi/xLYNr5ULQ2LnEW2O2twykeYVGhMX02rUbfov6r
egRpkSguwdqW0XmCLdI5k7U9jZeD6va27+AoXTEZ2SI2fSkeKih2ReS5NZbfrU3/lxCJulOWTxll
PH0IsSZAqErFvMumA/YlncG16nJhuY+opspzMHdEHFB+NdLwQALaxmuVzUb1FjmqwiTwKJr+uw/o
T2tHJ2IGFqmLLIXi5CMnyhL65NIMGc968LoXo4ud6aZaahvWlzLOTIj0gexsYL9zAUV+wCDIZaiJ
oNe7BDDp93y6lb4/hX+RR1fRMcsT99kVyjh8IvjdtB7pY5jTFueoes1tpIhp+o1Lu0dNkmrnNfKq
6ZaJO+QHFY99+0zp3vQXXDHdNhjHAtQL06V6zbKYGUiSsjDWZJHXTZi55z38xKcOe4K6YTjPVB3H
bKL6aIsJa0WvaNVnlqMMBYrWAgwXIQR1MLBmeXstJ9pis46Kx7CsSIaecUIWXizVYv7WVeqkowYI
Z8WB1Z3iJoqaTDEOGHC5UxGEhpDGrgUywZOpvJ0M7lT1UX/c5iGWLQz8yVcntmeuYMdqIB1XuLsl
qnrBwyOaGMpAXBKwjic5Dyz2h3kniRni58z6smDiWbCE9oop4mKTRjVM+oHXpSJ2SWj5U2qkZ85U
zcqW+pFrEOadwT2PbXthfHXKi1KoxO1dqeRrRPjpbghcpaNX2tIH+aQbyxhdrRDN2AcVvWaMk/lV
MdFmIH0esn2sXWu6axuUP6HJ/gb62ldKCyvt0Gq1eRELgitIbIrnhkQrJdsPidk2+86toD3ndtHp
ZPqBVeOhtrCFkKuWbVOb/smBXVghSud4Z2EfKJZgIR7r1s2TvNvFi2Vw5kZdvZJ84/kWBm2R7NGr
Ffj25lZiUEtQNp2lbecau1M0jI7oFFEQ/VfAJeBNHudRW7LAPqLzR9EvxJY148TMK2yhrpT6VGRf
4kX08X1SidzwirwsnWus9MPfnaofjb5cAChWDJgr65HK0/a+4MBTm1ETuaBrogIyeVa29a3gnv+g
oIkmA6Yyx3jPFCxTnjunwOQRauM88ZlwMdpY44x+OakIpQpi3CA9zXdamJdzF7E4YSe0FSHBTZrf
0IkpbzCdO8PhRHiudEoE36lCEYRJYd2aoyK2GKjKfFfy7R7RwaBzbJyShfnzfeWDmHjd+LmvmKRq
usxHkHN/KCTEYlRUX4N+5hzf/yp2I/uQJpJq1Iq7alPTOBR7+pQ8Njh1sIdIcIIwxPQ5hv3piPhO
zHU77816AlyXQ8gTB7wWNsJkFhe8W0ka8CSMrtmP2TKkt8hyq/Q+y+jvF1EYR//xJRhsEgpRCDGE
A+NH+3hY6KPR22monY0KMVuHpUurcldT0iwQ6Mv08+TwhAtPpTXOwzjnDQNaLB2XTTX2dF/LBZcB
8wmLeo9HtL/IB3j9njSKtN+2sxKd2TAxl00lHAfXMyOdLyf/Ie0bNr1TggQyK0S7LXJpQrWEQ+7D
buFJ/KFbLo7FpIsNDoWg2sXmtYXi4WEVopfgW+eqBCPaQe/f0PxqmXki2/uiZHIOv/Eg2YRJj2PX
XrdpXv6HqdDrLcY2kNYKDXUsZrqPLjp8/4tGvJKGRnWNSkyPARS5OubNJcozYiy5D9TxGTNxasaq
6XvHs8JMcw5V14xQIo7BRosOJPOKpCCGOYXWiPMKHZcAWdQ0zJ2zKHLZvFjM5XfC51IGA6m5mk1/
vrSPS/f3mgaxMGkPFFurTJsTk2DX909zxT6bI4iHialFSBtHDcCRT6ZAZGxigy3EsyI1B2wZQRbt
PDVSCn134rEklWMMd0Bc0EIm1EIR8u64sYkVPWKYRKsB3AA9hMYWP4xB0BV+FyS2Auz1RS/ZD4Kw
i9rKg9yP9LaxcJ5szY6dwHMgkSJ7G40s3JxaxE2RKcrBTtsovfq/m6+atJtetzr9PsJUJIK/eWeO
1fEf3xoLeSilni6Al3JRJ+j2nf57aW3FZA4X7uauwpukV5kR7rSqVz6fMqnqY3BAPZrS3OtVnERX
p6gOde65T1jHh6MfGQRC0KXFe1PU3IQDyL7dJbqJKq493rwo981JAhaOV5c+uhlnyX70TgUGQ7Hv
wwkiZ6tH7cuw9KaxKUXo3J6yCMsj8e9USsVY43lSjnfeyZzFfEcgSTsjY2ZctBGVWj6vRiDoA8fc
rLQP6Vydrj6l4hJQdTp4T90GPCV8YBjOOYrxpOfTi94iyTO9tRO9DlbjtDe39SkM7KiBPnn1cb2s
ncoE+dyzBq6pphk68TWqsUXuBplnQAxZcwHAan18CE4W6dABA3Ceq2HrXGHPW/0KRwvUqUSCeIf5
6SS1Zh+g7jxZ8BK0DUyoTi4yWdrczE411yke6RSVdEo1O7VJTr6+AhS8JDY3wr6zc3GHppuTj52y
dc0wo3WTn1MC1+1zqHer97DibnSbHBMXT2wAJoQukkvUX3lxfvrOS0VwlBJIc55oW9THLNpTLOZp
ufaKy4/FrsiYMWdiW6f+rJixSrESdbq2GzqbBsVILU1Om75whJCPxEvTjEGSx5bGc7fNpjXh080w
19NAL0Z56zBUsJnqumPLYzbmaQrzzOw49DPqjep20AtaL0WHqGpTjbMNho5exbqY9Qo5YoD1T0Pv
hth10b/nGgX6Y8Y4wg6kHfXWwQqPkTTLEQ0mHD5ONWVs3QYT9hn7cyVCrK2lLIGYSEUZaO9UpAWt
4sneujAUw2LMTOPCaTckBGT64NlRzsjtZDxPj7kYZPnyMTgIg0n2QkZIYt8xOSSU6ULWTj6sqbIk
JT/HimF0LxIHw5PZt0nP6FYzgIgvy+mgxYNWHLMDT/1sS4vXEKJTCgtNjoIFPrYSCrUzUSre1Zbd
tBYT5XzcEN7BtZez34U8lvcR9EWla4m5heBC1A9yMbx9wPl5YGxm1c/RNFZ7g/movDmtFpyGtnPV
gxR5Vek2NtddjfJ+l+hzONyvCWvts6k4ayM5P3bwdAa63flCOhkAkZMuflBUTflWJKNAxtqk8Scc
iyqgxwpBpucqOGn2Y2glkR+Oo60eNMTgxZk90I0NIs4dAg4caHu7guoh8X/skNwN1kAh0WYkTJQS
i3OlR7b+MBEQyJo6BsBORZPyNLS15FxWj7uHHTbrA3Jaw6Q288NH49rnlglUnBbLUxKbn3KIAD6z
HO0GEiQNbRtE8PwwFqyl24g4HqjpwjFmCzBElD1aZOxFt9o4DhY6VQKrxhebicnss0qE+f1kVSIL
FPexU8xnJQYaB5sbGmhERGs8xymlhWjwTPC+ri3l4+Xl9OaZpPREfiwjbWJvqElyLc0W1rGL64ZF
wL1BYvFfpLIPhzqeaWMJisRmrozwCg3wZN+OE7m559Iy8ZxMIaclY2fDLacvMKDtsvda8h+bz/lx
z7IbgVYDaE0+jB5WH255FrKG5crg6xqXSYVz+NPpMpAeA57jvtecSxJdy9cZwU55qaomxHnDdlCw
hNo07PVSW1frqDe97lUmIrLeRwZSy73F4yDWWETDFF6lpS34B61t5xg5cbfOi5pM5Ds6kb16YacN
noFp6Otpx05htTuL+0ZxTmM8L/fu3C0ZG4cta4GpvZRwT5GHbCcogk1w2nMywDZsgcJgEZnpGvYN
yy1ULwXW8WrD7G8ud4Kj4Au18oztMOvd5VsMEkQjVYPg4GlPF6tTPYc9NqMvuuT1vmE2gFylQ/6x
SwfS93aokUlhKh21NH3sX24ToJqfDW5aawQdozVYUl5aFflwYVLvxTvD5Fk4n0W4lpvHWDNNT5L+
oJs13Is5rpMMe3cC0QdA1TSrOxWwqzRJIlPYREKjMYrPQ8vZuJnVsnnOEfTIQBNI5/bJyOLZEnc7
kLSh4AH3CUEUrPhkqAaiCknO87iW0zvVkxkRz1BzMXKoVtbdAG0yxyTr+HhM8g+HS0S5wfmb6y8w
7tbHaN3jp1siC4zyMzce0e8WBRYXGb12L3RIG5Be7FvCqMywuMLMSTS5msulvCHus7bvYC6tn0W4
kMrpphpVsgcfL5rmLSJxxmceU8jU+W6r47hkvtFl9Xx/ShySGvQFX9p9TlUJfWARnEusBANcztp5
+JGbcyxTTiXEydB8CrweVZofSLqQfF+Fy9wNtxECv2Sb1yI17waOTXNXO03zN3Ey2sdBjsMui1FM
s1f/LEaVDz02bWjtShmL4sy1ZgMxp5FmZ6qokodW1cbs0TaJw2bkMMrN4hZxvCdbO9KukMFCdNWr
JC7uTqaoipGpfoc7brw+WWZ+Xh1+gPYy1TTstblKP2HlTXDpeF8cwruGEqPAhk4bBzkDWAuzfsnR
E6eX0ioZ0AtjwlszYXXg/xlAkD5GMNa0FzujLfD9VNX+/DUZ66XtjwUrLm/d4ijHbOlSgXy8mRuR
yo6vhO3ZKRDc5T7HBpGaNZDPRLarVG2swoByvp3PlGoGt00gT4UobuilAp47nTKCVWAJIeUzyU8z
plwzzk/8pJPrquxjbYVhDF28PSGQNPTWFJVxV+/6up/hzDT0y4t80crtUhJCuRNo+zIcA2vyzanA
mdcEyOh4RT6BhI5vxH+/g4C0//wffv1KSBbjftl9+OU/H8qc//3P+nf+9Wfe/41/XsavTdmW37uf
/qndW3n1NX9rP/6hd1+Z7/7j1QVfu6/vfrEpuribb/u3Zr57a/usO76K6K1c/+S/+5v/eDt+lYe5
evvtl9eyJ/aarxbFZfHLj986fPvtF/rTf1gx69f/8ZvrD/DbL/dj3C1vTfa1+Panv/X2te1++0VT
f+VaC8MW4ANdMB7AX/4xvq2/I3511xHKmmSEGRa7N7/DidfJ334x7V+5N1LG6S6e3xXo/cs/2rI/
/pb4Fden5QJPBQzHJEb/5f9++h+u0dPHxrvx49d/dJGehsu/L3CI1Ix38T67vLJVTWB9wHcbcUvn
MNZ1jwRX+ZSaBGipehJZnmYmsvTUWkXmkC6MNincvUHadaCNin0DNiI8SLRa9ApcFUVv1F65bVfd
S2P6UpHKd+jCXrtmKuWep0oWXbhzMRBHTnptgOyqvCxiIj9o5JmXA21+ASn2UEWutTDaaYczUmWc
g4NQiNMH4iRNZm08F1RoOxjr6VnSdN1WI1DjeSLLNJgGKmkyycv5PIIvcY7T5b5wy/hy4m/vDPCP
Ll92JKO1jZqnLiTbncSYdqtX1W0m6GK61GyBnaE683F+RjsbU+0mYyYbpGZPmFgzu3hhZCx2tW7Q
rMljksSSCvORze7hR26JAt9k/zbMpDrDaDDuMlp521y3BwTcU4/Rxnxr2ljfqMwy/JI+kq+nbkLi
CmnIo5J1G8VohksNV/OZhru4ooEBimAcdDvfjNIZaM0YUedPWSufaEErL+i6u0CrXBxGedbTDIzn
s6nNTUB82qQ8L42mv+R9Yu+7zoBEWaIueEZtnJ4RaF/dtwixg9kcaMm2afYdfk+Ero7SJWS+T1E/
7wF/FwdZEqYTIBbbdcD69nRQq8exaRcUdyK6jIyFaBWAfJzJaTvsQURQthLDIs5Lu9T8vmqWQ5a6
ypXBkQ0rI8dlX6pJMOPt6r3YyJmHLEpsrR0yyd2gaoNeiO9lVFvnNPnRSoYIexYEqrd6ocMorHLn
gPjZ3aG6he3qti1mm5gBgEFQlYUWf5sRer5H1eh4ER/qo54pYxACkdzSsNF3NWh+H1V7EgiHrifn
jfagQbjRA5PIC3KpIs8SC2jfCWN1IzWf6BYEinm1Qw5sv4w2qgIdxQlvHXc9e7I/u3peb0dilv3U
DltPTWr7zIxG8xIuFrkwqobo1Y7zgHsqFRhqpkNOSXaQed3tK0C7Hq4aJCqD+smgq/hAJmW3HZlQ
A/VTQ7nJqNo3XW+hgCwT84nyUO6bTolqT0Q4g0JG94mntnPv56WzlL7ZJtqTzPAVzMkwvEYD/NyQ
aQydkVHXg5b588FpRVd7ahHLHUaXkH8ISEKFHW/0xSgzL7ZF6MOT4qZJ+B2zq57/nPksB5KcdG3T
TaPVE8E6fdEbaE5tJ6eXVSb8MCzjl1TRyHHGY3ClNcM56e25bwlN2xmK0K5dDFUbYieU3UjrEVeB
VLdFzlvUDZZ2WTNe9om/rvbW5DInYqEJiuCjsBA7dP8J59JCSA60zE0o+icF1cwj6km6XoM5bgly
IqqB+MICaGigKw3CeyTVpdOqECTs8DOPan+BFDS7pTn8iXhPe98LxdhY+roal7wxriczucviLPXm
boqhNqfpTdijDzbTDqdVChD3qqaC6Yl2x7HhFWTEocifpr0BIua6Mwb7rZ6kdj47PdYM4qLozOug
cQzyIKWv4f+4yE0VQtgYKfql3nf54OURXR3qdZSwSNSTcylz7mxq2nDlCnFD98uLMjbzJSFFy7ea
NgEGyhyBRwVQzp9Ma6Jlr5AGtGTuG54KBR1zW++wfnZnRZaP53qKfAKe7rbK0seUeVEFLSBpiLhS
AGpCcYFWfR2XhNT6St2nn2se9asS5gCkC6VYbkuluERcbuL3jCAGCV0i+p3qcDWVl6xQ2yweJnDw
1UFVo2Inw5SJQ6JPG84b6cXEY+p2RC9+jjsPif4MkXWocGIQY0zIvfIp6zvrfCHa5UHvrS1BFc5F
NCIGp2Opo6hm6aalBIRjhUFYhlEbDDTYD4Yp+4toUC2U16a5Q0tgBm46vBp1x4nVJ/nBgAq5ZRqO
UYi2kicngZLPbl3o0RnyFVLYL2PKLkbMjDvyNt66ZvFqpc0zbp6D7Q5PdpZdmaq8Z/IFH1VGuCCh
flqxB0i894doqvY0+b8OICqw5ZfRhdDWRWIYzR6fMp1Ug7YZINlIYzTFTpks7dXs9sYTwIEIjxkZ
hNIpdI9wg+ohZRT4Ja5XsgUjecLb+syHiNF2nrmUz3pWP2HoxYvrXjsdG1QzNN/Iomm2nd734M6q
DbvFuCVNbrpaFNMEAxoPB3ib552tSxBszq2RadFWV8aXYlTCz11bQQpOizhAPrJwbLuF345xEmBV
79nMZG8e0EujX6dcv4twIF5nxIgG/ZA6OIViB1pkekH6Z1b7oBOIlWMR5nszdtX7isCTr/lSropY
cqr9KY7DwzAWNVQSgV1n6LPPM83Ss2ZNCXesmSlnGxOL5djlU19h+QkS8uK9yi5xKuuV8QKfutpq
oHAqb+kM+1zMrfhWygwgdpart2icsPkpvNRrMwIo5Vvtme4k8xmunvBTOUwiQetbZzfIs15pmWRn
ICcW3ypprDDMuVcMEupHpsvbqO3o09iVfXDTeAycTsjneo6FS9/IUJ5TJaoOhcD9s1ELcbBrThf2
ZYd/CLFjYaoB+SLTOVNz6zqdkfv7UaZVt9G02F8LPUNfaKnDlrJq0TyZt8UlH3GIh9Oei5uRBGg4
1epnWiMP0+S0NGAG3No4Bkgn6yPsUk0VbTSSPx/1UCn3UT2gSWZkaNiwkNR6NfUyVqpcJUOIUllP
VczFOqowQoRqHV5aelZdSWRdd03UTgetTVcRGSq1GShSBX4n4fR2J+WV15iZngZZjHNlcGysg6FG
4qqjbN1oXmnTna+LRt8wnw0vMEYTXsj4W6PdkqWTl7q59PHQL1u3lzulrYp9OeSXGEI0D5q2G2E5
QUyoDBKBbDIvFpdik75aRzB2OTQw48ewN7+gc3S4gjrK5EEFJdkMGfC3Qm+mPcP6+aoMK7lDOryc
TY3WPCSD03OEaHh1Bs2ZfFzr9c2Ar6LbZ3TsgomHXZBzbxm1HwM8/+KQGdJ5kaONPnMjB2JURGB1
6Cj3qZzYuEqYL143WtWnpUnqZ6zSjgpcagzfMqPutXtJj1J4srIXEuSB+KGOs7808bAgPMRIoG8L
4Hx+a9fFTliJ82iW7fcGegOOKuN+dEMncGj8epJjH3FXV+VfXaPq1EAleWyXis7FDW73VCC582mx
FiUJ+F3lzKa1rTmSqLtOlvcm8/Qd4zTB6CBd7gQBLl7tYInp8IOiz2zwWzcJsxCKR6+EfRCYYuq2
GA3ma6FYn01qye0k1HCLM5YOwDQlb06+2AGRP3idZ05S20pThE6SbhVB6/tpWJbHAtPAZsi/1Mx6
PDssUh9E5jdKiPSi4KaOCDehVBU7LX+2izTG/k2unVjuo8ZCnt8pw9eEdl2Sds1NCwXkQJ1y25j1
NrOqq6aRb3rprhEDd7XqvtGAvYsn89VI9Z1SqvZ+LBf9AsLew+iMB0yLN2FWaRtgEYdpyVvPJlCb
7is5eaa0Dk1kcfZM0bRhIyQdWFDTj2qQmXKnz9nyAmRLsm0ykA1sF9/1NpRWezdPqI/2YVyO1SHp
y1y5LW3Y+rcQl15tKthbXTE6HM+m0XsSJpZXkId8q0RtzRuRjX5p61mwgLG7D2mNeUhNl6BHuIsi
IYuwsYC4dMU8q57lNrQ8lxjBHhxRxeLUiyLsSMp4ix4kwmuQqcxArCa5i3r+CJnnbqPNl7QdlH3r
JvHegZhfeeSUdl6umvKgIAS4sZfScnyulMsVjaj4TTWbiCtXWfpIMvD7hpiRDTsWN6beQMao4hwC
H2hONmNmJj1VzhRPOwCqREbaGXkPsq9h1Q59IzeGmbEL55XcE8xWbLIwwS1M4+hibWkanL1GfZ50
+kjsdDRd5lAk5jF+skqTN6ItwPgX82obyq1dE/YEUve027hhJdpNNXO4JrpzBxa4CMgHLPLI5zDp
73NSyzZ2v+R7y4Bg4zhMWIh4OivyDnsSrf/d2GTDraz1i8ysb6y6XzatFWFVxfh6V6czSC49aeFT
6vLSqhe5QSVU+Hip8l0DYuMgdHhwpeoum5kS/NqOHf1SEgawJSPa3KHqQ4WY2PUt0VLWGWaG8dC3
pKWS5Xs5iPjWFoN2YXajwmhryS5X+q4HTdtNNvBE83TbxUN+hzvuW5+U2n7s8TXNMPZKbzYiScXd
K8WF4LEDw9K2gr77FD/a+rgy8iP3TpvH9HM/ZanOmH6IzA3OjfahcdyY6wNhTesXyO2LCCvkRZTG
0S19JEiNBCpgkWxAcUqNHUFZNMSzMm98aRZPEeP4K00xWW1DpAwXooidNogqBZ+Pk2xAXvFpQSE9
w2qwnC3DwoUVZFTqVMVNPTQ218gkusFp727Y4fI7IZZuKxt1If0Gt3peWBPTTm0Jkg4Ahz+rVf2t
qvLys+hENnrdxD6EagwBT0nj3B8ZzX6aakfblbT37od6xkprC7EFF5YdJpvojzgxH1gMFD99N6tn
i9LW+aapcFJCYa8PXR8SOqHOJedzwucLRKzHwjiY688iPYWI1+t8hhfRRBU1oR63JOSxMM7b0cEF
SoFxCTRd9Y1mJoxiEZVv95PyQqd2xrffxt+1znKecIgnB0w008N/lTjkFxrssDlgTqxPV+tL+O97
4YKTjW31q+Yk4/l/4fdeEhodaD8Md9irNQCKOXKnqyqxrhKs3T5StohqIUYdbCdX2qTNN//fvvt3
2nerCOdfVLU/de+CtyL/2qR/7Nytf+FH4078qpHLTNo8oiEkWWsC1alx5/yqcqDSDzZRAhOK6iDn
+tG4E/avNq08A3kTTXeTf/2rcSfMX/lycJRNkq/pbiMm/Q8ad+97+pbrUtK5iHkM3cRKB7nofa+8
BLgzJfEy+mPZGEhK3RjlR1VvGNyU+z+8J3/RI3yvyT9+KwiUdK1pFpJY/lGZw72EtHSGWD6NcHo0
DcpOLHIpAsyhuJArOXZs8uwxqRqHwJ5BHn7+7T+o8U/fHwkqMTnCWQWoH+Q0/Yj+CAg/+FkzjeQN
KeHORsfg5mwTYygAuMc5Kgq3niXZB5pFZ14ytby3uYu/Rokd3mCmamx04zPD3yQVtestWmPXW2S4
OZnUS5IXO1tLxu/1WNtJUFiylogBeEuJ46SQTUjNGD0Qg8X3iXYUE2c9sRH2jrV8YP3g3qVyCV8i
ex4+DxjIHtWWGzO3NWXtqmTy8edvyGlg83vP9sc7QvI388n1E/lIZ51XD4g1A+QduWwhAVFN/Wsx
CBsLL0LF3FMSy/xMT0v7mrWWbgRQXuLRQ91FsJy1GPW3JacX5EHDE1tF4vIO8BdUr602VbaHFjkP
ycxOHKLqOGOTXcZ945WjUGg4WNLuAQTESIJCkmUvAuFttlUGZ63Ju6p8mnrHoMawwvlO1DlWkgZr
ABdwS0mygKS07hV38/QA8rPNNwo/xXiFdVJeDVOLfL+F1iWuZUhGzFbN7bw9qLUoBn6gFeFDKLnV
0yfRCTLnHmzNXtOYksSRPAYU4KZF91XN1JyujEWm5KHtddgOi4PlK2hbw/kSkt2V7kuC5KoN4dja
so0bwriJ+nVjepxL36G+5Ty8MYpk0n2yYORXu7F1i1kyWcwoSaZ88K3GbqEBQHKpNykYy8qrWgF1
U13wDvuyidUU9kzsmN5iLriyarqXfe8Z4McphIaJW1oH2ci4gIDm0j0NQ2rG0LSyu9hyY4ocomvo
XvXRiBEIN529j7XJ1V/5gS1xPgN0I2XdRBp2m3JdHi9Bs7trmJRTMT5KBo0OKKsi91OV6+YBVUQG
K3xIW0qHCjXGdaIl9NDIJdW7QMgR5lOWaM21bhVLGRiZPbqcxYSOeyLkZvrSL0yt0JAZduTzIc2L
lyi1VQfL6JokgKSuMdNJzJ2R5kvCQNtEwb1V0pDuGZwqoOw/X/x/tRmBynNQLFmYOcQHkSXspDkd
1B5tYmm7O0tqZtBabX2dajpRP/3YTZsFL+EWiTJAtqwPv//8+68CtQ+PHnNAzB+qa5kW0P/3+24H
lyrOnGwALBQVm64pzXO97eMz3cypXDQ3+bscxL/Y6LG2McLFi8DJ8TF40KqlVlaa2ftjMZbMGKwO
B2vRnMdUaV9RJZA3pS9m0ImJrno9qIeMPsVLOaYl17qZQOo8QVMNm9DAx5dE9t+IHT9YS9a9yFQh
MrvMlrF+omF+/4bQUq0AxgDIyYkrvindWex6/D2bkbi2jBZ8rPkkZct9sWrr8ZboGhN1kxtzrnQ7
LiXq35xW62nw/gPirCYLi8Ea5zaJje9fD63fQtWMnq40cBMdP9sYESsFStz/+UL4YARaf3B8JoJE
Y2bDJs7N9YP7AzYYf5MYEZarvizH4UYiQqPWR4mdeLnZ2vh+SrBEU4Ku3VMb2WgesEaOatOSdNih
bSWYgJp5fILMZGjb3mpq5gmKme1yoLh5wJ0TMdDPX/OfFy8qfdi79iq2xdLx4STFNSrsAcyjL4el
ekH02+5CclW3MWLK+5iu4e7n3++DT5kOsSlIEcUQjHrd4Zn58LQqdlr29LlVfyDK+1MdYqXx4saC
VeNEixFY9VjIXa5l0TVxy+mncaTH4o11q2x//kLeLwrqFioX1cAWSiGDW/rjUysp5rWKNAXfpEd5
m9Ha8NQhnR9+/l20v/o2GjgyoQI9tVkh75eEYWmcjKmssUBM7h1XwIysLO6Pd3Gfza+9WYXbrm2W
R+RXAwk6xUrIVouE6SlXnpQ9PE/znYVIYlN3k/43MpD3O+f6HgAvpmzEVsfs+C9cxtCTzJAX12Bb
wW/hQDvPNLkrUhIx+jRBijRAO6lTea6i0bv/+XvzV999Zb9C2ca2j0T+/VsTNzrcERJMfBu8U7Tp
QK3hV4/xqcySjv4ylcplOugj3MNKBQloM0n6+StYd+bfN4bTzw89W1115ryHHz3zMJQlRR5rYCiS
AkRlhYfCQ9k23ZAHkAGXyuK9PrfD5uff9sMGuX5fgc55neSzS0Jy+HBiGHVp6Uj80YXgh483DK/U
xyyqKY0GIwLnm1j2RmlL7RoVKDkdxSRHIm3wl2ZBSRpgtUU8IKfg56/KVN+fK8eXtZrCWRMW+nPk
we8/EGZ6eju7Vg3Oc7yJasO5hWLQMnVWM6xOPWWVvarT9TWfyeyvRJ9v3DQPRKIQM5ROuF+TJD0v
G3sVdnFrUD3GHux4xhJaQPKzznrN9ZLJVyvN1cgTJQYS2FSTT5YUtEUyRnu7KqyyHe/FckMO8uck
IljKZhcJNymsIIPCNrbZWUVGJ4+z/LuQrnxC/oKYH8ZYvGxQMdEjJ7+vKbYFVqdXRYa13JDNoh/G
Hk5QsOTdMJGVoodBU1iCVU6j+9msSTJQIF3nXi4t/HVdwTc/Twcms1grtMEO1C6MrxmWJKASK42x
V1m57YEyqkIfhqQD+nVaifuxBK/p92NNZ7s5YhqLmTBb4EPWUFDL5UazK9D3tGfzTNs1j0stC6io
nO8MsPGokjdSf7K03kWDRi0/kSaVTrAqurp500PE0L4hcrEEVabEZwVw/42JX2BB4tZ3D7hbyqcs
jNs3vAV08SeRFyIQbZO8SY2qEBOVZTqe0c6D8Gag3C+c5DHsLw7JB1hc0Cutxc2avQERzvESAjOi
beIwWvC0UpuvC/TZb70zTS+OJuUV96XBeOCHcT8NLU1dYsRa87JXNGZIjOokaZc0GEfqE93IqQd6
hmZhh4AaaIPaId+3y0Lzqohl7dEl45WxWdTI0ysjfiJ8EE6crs18oJ0q6WiiH2kYi+qS4FDLxhVY
VpUbTFoxL+SiCrx2TWYD95l7tLgjpf23GWDjJzPkEfMG+kmHqW6xWeBS7DQ/BbXY+LVQXD6/rE0+
OeXcf0V05Zq+QdLDs06p8o3Kcq6DXsuX71ZqR08ylTQiU3XSpsOczcJAlF0YD4BV6+eyH9XbUtfc
WyUb1SyAzp38L3Vntt0ok3XbJ6IGQc8tIMmW3Dttp/OGkY1N30PQPP0/yax/nLTsY528PDdfNaPK
SAgiYu+91lz7okqj2stK7rmvuRBrKSeX6YocSppDSq3P9qqLsX9iYAIb6tL55B2jM7o3M8cKdxxj
KejaCgv4RqvNSB4gdVMxKBaurB0RqEwoJIfjLiiICw0DuEoEJsw40KlFsmmCbBHXgLuwEfM1BkdN
9joTzYxhazZA+gwbBjcLwWeNL6yq+U5MLdNS0w5rcJfIgBbC4oCW+LKemlcjn+LvDmmRyI6nZXB8
nFeO3BQqynKPvho1sAboMttkUFyd/UzyLyPLLFPOJV1WhRFiPhN5y9L/I1SMZfLshdbgnm9eT1cD
Hgqxy+KZvXjQCQsI2npK1aAHkCY8uo2Uc7CPOFbtjLqjq89hrFZ9YEgGGpFQnctd0vGcgPzsiJgh
w8Dlwe4r7Ss1HFJ/B636VcbDOnmt2lvFmWZJtQ9aQEP1JoQjieKjdPQv7lCga7IjUpsqfiMnoLRS
cQnxcpP16Sb9BamjGY1Rq5Q6Am7D4Q8WEXkWUJogQ5lu3XC8Tq3HEaSqDCxgrOQpgZr6agCAmT1b
cQblPAM48K2uCB0JUrcSPyerr0GdNF3lD8psYxlNFGRQqNvLQ7vQpN1Qkdt3EOwSGLiMuwhI6HX3
mbGD89q7bvi1MMsFuV5OOrPN9slrp7vdl3leND73UjvlBhWQa3pmEgl729mO8izMiB241zNYkWFs
6jcRbeFii5DR7M80XWiXfWTUDlhobg3+lhy2Y426e5sQHYFsNp/MwG4d9PHVBHDP07JhhL7L9sLU
Tvw2xqSD6pGQ2vKALLK4SBJh1jyxfVxDOKjUg642y42ckvxeRYU/e6sBiByXvjWp7PM4QlOdIv7z
B1XTERCYDDn0vpRQpydLXNVVqk9bGgPRmVjWJ7/s0uiXSQJo7k/ZpO4Tngg3KPJWGJdiNjhpu33h
gkYMpaJsafOy9xJFSmGSkRwDd7F8URc9feIvGK+dEg5jkOK9eXYKaNNevmRJEoBUUAH76Anz8tkx
qgA3RwTgO1b1xBvzduURols7WK6pBYOu6eW1o9V96FcNNHRfBf+OgLaZH2F4S9un0puemOpO9X7u
eFjOjG4ArmbK1pRkK1ELItKZ8/yMcYxFiW4YaOUZWS+vrJziyk0JK/CazhkjD85aBEI+xePoDbVq
nQ/jxMBQtNhAGD9U+UIoWFdlBGCaUZ1p18NoDONFzIDrJo/DzgpQlFpQaVMUD37bTk3q1WVdfEMQ
gPPBC1X6En5bAUHypWhhDyaYq/RL0ZTI4UTKzDtYZw7KRtcWSc5bbDJ3RaoWkhakDrL3jVrErBsi
7va8OZYeMD2Rt1llDluRJdZjo83K3VKJpSdVuMgutQlctRdrpL9jFhiGASt1toGyqVyMA5FpZ0aI
Qsbv2jsGZjqhFBKzF8E/l4Vbdi8E/tVPohlvWuKbEWY7+zoqquREFfX+KGvSi7QEwQOmhpD/qOId
sHYxPq563ARdvokYNXOMXNi1aluBgMm2r/Vow2DOqVcWDucTtczbIu73wU3n/Ipk06DNbBwbZxlv
52pIjei3MTPwJQ7r3cqhDaxhULeIU9ITBfX7c7Op25bt4MrUMZzaR1+X/AlnzEgW4mTaRF8dJM5g
Xodp6/CSP7htOrKakgr3+fn0SAv+51s6dDZNcFKuiW3s7fGU9lorU6w4Phkw9UWOJuEp7VS5n1eU
6dSyoePSTgMlHkI6z+DMiXaw/Nit26vPP8kHX99wBPZUWjDowH9Huf5V5itMxUiGjfkgSBZpKoAJ
d7HcnCFJJNo4FrWvzpl6/vlF9Q+eMVoLWKRdEnrxXx0VzpkBvchGCOvreSd/lTwN2Dpk67rBiHuC
8T32VVCeNIHCHYM2JCuhG8/fyYlYyQesoCWp5hqxVFO/RNsG7r1J4uowXLoa2TW+ZhOJ7ONaHGH8
1kJ5VvWObQU75pdlBnIZxanhD0s2b8DV65euKSuB5c3uS69AlWX5Zicr7MslfAFvLox8gymsjAKH
IcDkd0RUW0FEL7bbYeLvaGyCzfNGTBvhhoCaUD/RhHpfdxOQpanw5VBg8Eoe1d1pgY6E3XhElFqG
T3OarAnyeTlPJ66z/p23JaSJnJfhD4X06mM9qplIu3D6tA4HP8EnR+XqGGzDwhIoJKvbEAtF7bML
gtzWWrTGnz8SH7z2vIXrtIlHAkX40WtIVa9ySl+57quO1DZw1EFWHB6BbC4HeJvO0+fXe9e7oW5F
NSJspDGMXcCzvH0DddkNHbCvAZg5y/+ykI7IzEUA0FDMDajaHNaj098Xte1sxiaazqXWKv/W/fy9
DDhMnqhTXL48iK+3H2JEHk/4YwsyHcPoWcSbeKm3eoYwTpRfhhz6VjcoP4aOE45BEJkXJ3b04PaR
emnMwt0TlgzsrTXK7yYK8RMtDfH+JbUEQVyqcOktMS0/WqPyimNa0iL2IBxA5JSkVR35RDrWlW+a
bfYzMdPB8nFVLdeoIUXhTfbK8a/jWUOqoWjg6ecZJTf0kpFsy8WOh28tzrzO6xvFKANM5gmaPJUH
2qOJmw8nmgAftCboza0fnQEQruzf5pe/1rZmEnWRAy+CPot5ChVZCva7YJEZ6On+Uu3m3khMxIWx
yNpz+s3qz9o0pi+JPjFIkqRETCe2Vq767hWjQbkiwEBhaOvv//YH72MeyRJ8te+6nM73Um3XkxBk
qe+WYzGUwePt1kGuKcmjDfE48es2axxfIFx8LFSk+f7oCHnrlpW6eGMEO2U90FkOkeTMZK47XcQv
pmbFpLPmvWw9N3baeSWLw8HgkjNtD4I8fqHnRhiKoNIofW3QOBdF4GZ/NC2I7P1Sus2IjsZWzgaV
3wu5GfQJT8o5vB8KISuGsnP0JeTY871T8ZoHWJ71VwY46nNO2E6CPq4hpyErQ1zH6mhUU8CYt+DL
LPOEvnnkiTtbRlskREQW1kOeAF31Y0x3zzGD5XsdfLqJwkI2LWOrhDxphLnU+X1vNxuDuZty0BEl
LsiIBihTlpVFXj7N2WsCNc6CjkxN6I3UlWZg6AYW2i5UrQuVGfg3R7bLd5nOMIbBvRbkdnQu+iNo
0GXtFaMiUeHlZQowGTWvRGBEsKUJY8RAe1SFmzwamqcBgVKEjt+udb/oGdf4Zefm3yKFCAUyGCtS
6TTkMmDOu+zVol6HxzJIY9vTPOBIChmEfEauXYOYy+rQB0PcX7vgX2qPjnF+QSnjEECron8OpgxZ
LskFbn1Jn8IUflgpGdnAbly5/7wCW7wCjmXT1nYsyz7ak5cIk501gRm3tFjsXHMaN5GROn7tOli/
Unc88Xq+X/GRhGALol1raKpxPMlQZVstRlv0yPfd5Yrnr0kYJ0/hdc/xK0HuPyenQGHvN1KGWi57
HAwa/nkMvoPYyH9f9wyWLR2VUA9rxuNEYTcnbuUHK6fh2OubLlbtwu+V9a+FRwxV1xEf3Pv23CU3
nLrS7RBRsUaiJb6poEVjUkmcsynIjV4o6c3ne9v73ic9ADa21V3FWO143VNRSi+qRFEgp94BEqu7
N2KoJ79Q1err55f64Ec02bUZClAyYNg62iNUNLw5Z2S+qb3M9/EQQTqvIrvaYMNuPcKiu8d/v6DD
pJAvx+QFxcnbBRQDM4q3ilABJzPTrUOz/wzGffGlsa35orHG9MT1tHVFfnsoAnhiaYxYGHlwAjo6
FFXlbHWWyjPTFlSFQOJLnd2tKMqg0Rx7JzrhLrtsHOYvtWUqsKsa13hUshRwvAmaIfUtqD/1NsQw
edWB8lECO42MlqiRibyaXjHTQCWMAgNK5dZowqJOnOrRf/A4YoDj0eestoYqHt2zYog7Met0xiJa
2Pt2mLJraL40MhpTbaGrRNF+GvGJdGWqn+cwKc0T78P7IoNjJQA8YGqcuDh5vf3RInqBA1ZvnpIO
ElfrFPpuUuf6tQ8zi/5HNHmWisTg8yflg5eds6y2+gwR6WrHp+bateeha4kRmTQeyoVpDBEJeCL+
/Sqohxg88q6vB7mjr4ZsVmg5V7Eqe7ltKVd9ZA/1iZTB9a8cPYQrjhE/JVujyQn57VVaqvBBBS/h
T8CqtmImZS9Mdfo1SAFpabSn4LgfrCA2BZq5RolAsjq2VBdmrZpj69A60Urz4JJl8FSNfbEVRkVf
5vM7+Nv3fPTlbLzRNkNFnS3oGJ3NmmHT8SpGn97SN/r87YEESyYUHADOk7onvE1gyKQ5zzSjb+ZN
msTalSwLYHeqRe5rJPNWPfWhPnjtV7k9vlGOwAadkLd3XC6t2yTZNPhQxsJrwv/qM2JRqsde1HjR
LHW0NnDFCtXDQJ4+84Dj+cepcurAuF7m6N5QIDBeo/JD/2IflX5lH+kx0lrOi0Nj2DCuDe0BPpV2
38xRt+LoO+WZ5F4HP1VFLrHTSne+yZNY/KRJA2+myhwn2nz+g33wNjuMgMU68NO4RUe3ppOdUwDc
QbKhhN9LIyLGqLP0vSqnZePCcNxBllFP3Ij3pemqDWGOR3OVis1Yz9V/7ahkZjn5FMUDwUsQc6Mw
ygPYRa5H4x5FOvvcZkmlehFL2f3852/rQhRlM6dHxCc4evWiif0mdUm1GqtMvYmZhl4r2lwgj7Oi
s9ls+x+cF6vvn19Ue3+PIZraUDmRXrCHHy8rVVJEawOTZcWqWky7GOL7K85sSR10nB1Cj5zpYfHj
xmWaFtJ5GDapSjzLRaOV/ZM9aSmH19qIS39WY63d0v91DPRWQz55jB7GlF5zLcjFavGhZ47xEvcm
S7MuQiqlyJxI2yDCRfFm+inWLiamYGJf7+ZL6OPdiTPE+8UGQQIHFryi2JDYHt7+tgrIurpyaOwq
gzR3rZHlGw6NhFxhTzj//L6+u9TvviaudCznKFRXZevfj1EWEikU4yP1C63/sjSQBkAimpSssfmv
DywnFOq7tW/BTAvgw9srJU4xF2Kk9mTckgSjaMLzkgKMgAUgZlMnQry5dXenk0m2/fw7vpdp8LA6
WPJpKADC4TO8vTQbgw5lKVp818rV+1Kgv9dnhhWtY1VnC26km5xYWeTyzFmZculXXdpVtyJuDITn
vymFTXfVVevy8fkne7cjW3wyBhu8w6tQ2DraK1W30Cu++uKneB0vY2cAIxFl+glQIexavuCbRZPq
Bfnyqh9GWQ5Z6+0NMLMBzzJ8S3+q0OhtE+EqsU8kKVGXNrNzeKl59VWdzFVFZU4t+kEgSsyx9Soa
6XrBGPJGZsi578bsyR5Ig5a4oswhsZNAuk1cjqVzqdEWLjdjpqr3CjmH14XT9c2W8JM08jj9NWuc
TVqF1PKqUfmiUawYjlqjodmvor71FWTHjAMpB+MNtnacjkIOzqULiaWkV8IIAotsTJVPfIMKTWhs
aX1mS0cFD0ntuRMCmaZG4LHqU1sPrWcNdAaCEb/WF4yDsXposThCGm8yhiVjO3SSJqqqdudjZkkL
Y06ezudY6UjhylnrlaAG8NidDcys7TvsU20YLBEPxKvejOaD20zyl+lUS3kWFwBuPdavGl1g284x
WQdTrW9pizLNbNEQl0EhZf8jzEPtG2M+0u4hCRccm4eJoYkpi+amL3q8v/xQIeJkW4leTDua124Q
4WzMzRvjZ4L3Cv9I3wzPWRUar6gBtBWAhbpTabPa3cBMKUu/mPPykumcSPdLmhFJByFGRXGDH+ye
qaxJqAEVLH2qOW8x+KBHGTzVIgsUWWdH5WcnlqUE06jbXN2o2/vSjFp1V1cIhQNT9shOxx4UWFmX
6oPTxc0zk3YMHqTzTo7HxG0mU5FI9jAYurG+joxp/OngTlGJaGvnb3hZE81rmrp4UIbGMjcxTmuF
PONMx0pLtYo1ztXUEM3aWNLSQZAbn9mLyLLdoEXAxdALtWd0puGhZE0t1MBI1QYGgkItQZA8bkcP
+89UcazutVegKm3nh/SJMfCyNyrehNakZRcQrVeCwI2JRQEnhYaugFfA2UZQzGSgsOKiXFt4oC9B
UPf16sMUzjgj6xkGIwjjEhiECCN7dUKO04+aSbx+EWuhu1UHqzM2w9w2KdGoliS0LjHary2L3E1l
xSTGg6UbLtEHlU8pDqYvxJYw0O/yKRyCQVm7N1Cs3Du30OIvqTuBwB/pi/xQGfX+6BY5avSGXOtr
wVHN8mbiING5owWlQ5uMM8ZVpzHNwGEcDLerC5WAvMwhQhiqaA+6yTi8bZfmJ7XNcF5gXi6AA88y
C+J4cH9ykl4jhQkl3ZbGQg+oNw1ujOx6VN3taDvNNmZSz088KxXZkxzOkZA7qJe9MuONxOPauL/M
ymq+5sQ5Z14f6wYqI03UBzH37ss8yoilwIol73NnxSRsDU4DWjspY0b/5O2SM0w7vAx6x5TqtosQ
Vx9yzp5XVDZk/bRKhY6OmiDSTmxRH20UNm5KnBYOHcl3tXTHAEMyZVb9PjbI3YS3YD+UlkPDLKXN
e2AAiV/WtqbpjncsvGsYc5+XTZbcrsi24bDqr0hlGUT7RBsuHU7sFh/s1dSqqs2EiBY0W9rbVZzj
Vl7iV8C8WqT6jx6JgF8BbXquqvjEaev9vrR2YjWEtRaKMTIA3l4p6cFUJSPVjoHhOIAmgNFDqZdT
+/K7MyytNawzLt2137zxo22pD8PKZbSOkmEYme23vDffcrH6pAl72/NSdTda7shDbdTzLo+r5hlB
DC9PBdcOkySjkUXDnjqj6iLaM90hd3gmOkl5qHgeTyWOvJ+P8Gk57yIzRgi8DgLe3hQULlUOGGr0
Y0bxgRaisefQ6aQvNHys62Fym11FqIFPBze6jJOpOsjRGP617uVD0C1nQshJBjbj0S9j1pXOnskI
oig0mBpzqBFHOD3rZm9cSbr4Jyqb9wcHLkfZy9Bb8EMdf+dJMuJybAZtMpb6FRTb4sdkLNk53gGc
SG4Snngk1trh7UHFVqmx8dBwWsOmc3TyBaDsKmpCZ05TKgAmWVET6FiUBJupcbQJ3RAvcLg4dx3d
4Q3QMLa+z09k78oM7i+1LQclTXO5v0dHRZi987hMeJ9UeDbBarLc6y1OfjNNX2RajMDIDPPp82u+
f6+5JqcyWguGhvLp6EurAJcLrasmIlqylK52Up9PSHZQjkJSOHGpD35QAbQaZjG1m63Z62f5q2wM
3VmJDQYhPs2MJPEThEWTN7SG9TyOrj0ciO7onmk75BGEQZMGtEVs08UShmztrHbGXR1Hw1OipISO
KBGKLQwiy7CTZi0eLEUANpgS8wq3UnirMv0qPDyT2I30qqUfoCy1+mMhazwBsBq5u5wu4gNh1PH3
UNUilHOUyYdRli4IXunEW82QJmK3Pi1uHELFpWdNXWkHtWiW3UT+bRKkuR4hnm7T8juZSHGyKRS9
/mF2nG8ZgIwG9ZqBeqlXUtwhiVKomj+qSmzubD2Sr7TViWAhMLBFzEHoTHQpUVc1t7KIncKfFwCP
W0dHEOU3eP9OdQ0++il4yqyVIs6PcVyVMNfuwaQ3FERT/lwUlnYxFXw74rCQyaG+KU882h9cjzWD
ni11HgqH3xKEv356R3eTBd0YBxhXkPoxG6GCaA4Yq6+wsgU82OqJbUR88GTruFhoYfHXMbQcrVbY
rExF8D4xzV2Wq4l1fGVT4EaPiAKtgD9s4wreABPQ9KJNiW8XlNR4jOBYuOp8hqbQ2ciU/M1UKdL2
xNr24YdjfxMUv9yX4wQppRkdtwQ17jfAG570GK5W2kvY27VlLSfK7A+WFRTRvNuMXtHwHBsFerA7
0EdtruWm0kuaprkgh1A9oABu+I9VvAureD7xBX+nvBytpitZEZbmOpCwnaOFZajSGFgm3xDUJA4m
kl+s8FBmFpmjtaFJiwN6GCVbm8Dpp5hYttfJDWsVIjwi1SBOEjlf8Eayzc0p/SyvJYfpZ00cY47K
JG2ekM/19yYduMVviY+YtkvROIRPhoYNMkAbNtJMswZqUVq9IttGgDIosndOLGnvh9rU9ZomHFxa
hqXzU75d0iQv7hTS4PMda2gfiesw4cYYYJYIqSPxPgQPjKhL8SPSkv0412kQZ0pPsPVkdRdt47Zn
n6+xHxye+DyOLVxKblU99p60og5dhO0o6MBSkFfqMHrymIqdzB9Y3563P+9qwOI8yEALa/LxfLLF
LurW3Tj6ajQnZ4NQq34zI2K+ne1yFJ5VIrBlsJfG3xcaQKDjrGkEajAU0fd0onHtwf2Mz5M2NGs8
+VZxp3K2sPeNwfGbmrwTjT9Air2lcTQ9JbmitgBPRnAjRhcTDbJioUApMz89ZFG2GL5CSukvCl/x
kmmTTS2umuUdjtv0wp7d+CbLkXkTvgoVeuvAmgIEQ1Lak1hqtBSZjcbQZ7RvveZhky/bmRBYXg0t
NU/NPH+3z9/cNxSXTFnZ4+nnGxi73z4wUQ9mGSi3SdSOK6oAYmD1VVkAxTOmXiSqUFs80ZvT7hzF
JAYJ8fJU7OHQGY8JzILbDJpwdMvRozO2IQPE4QLSQPG9JBCUiN7Mpk8BtbYZNnbXuNW9bQOI27Cj
Ju0fscw/ITov/5/4m9f1C8mw7ctLf/m9/v8AwinWTtj/3cZ/+TIlP6u/Xfy//w9/bPzI/v6z1nAW
Nv3VLY8e/399/AoF+n9gzq5TKWS1mPlYp/9r5Ne1/9Bd5i2iSeisgi8+wX8JnAIjP5NrZg5rQxaV
iv0vRv63RQ/jdE5POgROGq9rL9Q5Wq5aXYqEOOPmMub8bAe05WZxDV82034qbaiBU2ejMA6wa0xl
GzJLXh7/ulc3fx70vxGgR1JLPgHfm30IjMDqCgPv8vb5T8Ykp+dSywtSZxot0GRrufdGpIvhfDZd
Ur3J79XMmxB9MAqrlN6ksc8Lva8K7PZttIyeRaIRqO0Tn2t97/7Pe8nnAnGgAQQ2oZZ/8LlQLpk9
fGJxAQYl7wKnshKc9okD1yhLswiSdLq0FjNjHfJ6VkAMDBy9wIKEZDJJb5o5o1AxjFix92bVDadq
oaPTDMUwRj/0GYLoHgt2pHX0y2V6bkAmM+uLxEqWIVArVZ8Peq04N8qkFvXrlJFHdBCZTroC2jgc
+BNdBOfHDFqtDUgTbu/cTKOejbS+WLa5Kd3kZixlYt6cuJPrxv7XnaR0p0XAeIjArN/+z6NfWFSz
wDWlicOiTjlCPaIocAASJgOApZl6bRNbRflC32C4zTCLzEGKB9M8a4ypT/6pYEXAR+ed+cuqaeXB
49+8fdhAToZTbgmghKFNq7MRpFBeIm7XzTXEN62fE6vpqe0+vwNv68jfV6XhvUo38R+y2h+dfHC2
K1aZzv0Bb4spg2Fhn6eJSm8agdJiNl8Wk1QwTykNoEeVhg6EJIn0ZLDk2yPm+jEonSm2dN54ZqbH
T0xRGkh6y7E5qBPBFvtGlxaY5wJ0O3A5KDgn1JNvTx6/L8fbQ5MJ+TJz8eMTrQ7AM45prB40JPzZ
DI21MprGAz8TT7vPb/DbAy3XYD3kHeB0yQ+7Lo1vf9YmjEhL4/C8z1JlHoL6zy0UsaUfCrtTioe2
LIzlfO4rMjv/8dKGgX5RW9UT6Gv4l7eXVjAd6S6R3XvqzXSCX1WMgZaReHhNMjdfVElnYOJNNBB1
/vmVj39OrBdMFPnmSG2ERYTi0ZVVRsytXtb7FaGs+k2PY3v7ZzmKrZEn6fPLCQ5y/MW/X2T2MCEE
KUnaatz8Awb5q2braIWgb6vlrqvgTW4ipZtfe50ciDWd3DA3vNdV6adEz/itm1qbNJfGocjt0NwQ
jzJf6zaiI5kZ7jlh10SfNQZ8gKRyDmELmXjUSnpv/YRCsCUDDjyl/tS41njWqIp1h3wxQV5Rio0+
9FekSsT3MrTHGrSoGzausiWmL8mMvaosU6+8SNhhftc2w6vLIONHzXhlSzZ2fh7ri3nF4wCbuFZ2
ppr1l3BHkNGhtfFdLRRnOUFtJuIbzTm0meh3zuI6X5TJdK4TJhp+EVXGalOzt2pcM7WbqiZIFHWJ
ybfNM26KVvpsqg/Ysdu7GOYb8aEQuKrBhLZcVtGuDIuHkcy+WzrnE2anqg0kwUq73u2sswik6fd6
6F/tfsG6PxpZ47tjRlbnqCxBYfXZznUnAychUgLaDrS4y9ior3qHOyGUFJZtXYszkMukNppq/YjN
uNhoFuMxr0WJAo9o0HbhbNpbMJLVlwgrzwY7WhmwPYsfQHqZFxFnN28Ais6XhpnddPhBbk2nH5im
9OLWKePsTlaqfJWpid0mNV3Q/rbueNlsjuXt2ltg/JEK6YloBt9tltZKiXEc/ZsJeLTyab82F1o1
m/up7hffjMN+Z2Lj2mHQvoeGo++r2Jo2rBYEkhFGBVCH/1k5MMDbWITuKAeikxZIusXwJXSy+DmV
ZR4GLA/pddbP1r2gKrxWolg+FoZYiLOR7gayrHJoLHowU+LMrj/DSGo9eKcE9WAm24DaITaHXAvD
Clw5pz+zyTxoWGywKWHeJulqSzBgahb3TcRIvLuajMkc9lU4/yT3yvQp3wSJ1HN3rpDlcJCuYX+V
o7Lm6LRFekaYDjOPPrH7M5LTHzXsCb/02RTntdONu1RvMi+2cnnV2Mw76jHdqshGsKE1l/BqcAjW
tVk+zMaC34rjvCeNxcZ0mGg+WqBsm5L8hu+tk7jr5+XSwH+FpBehmkBbVXi1Gd/brbggZSX3Z7v6
ZTUV2UJ1dI5aprgXZvw0k0Pi0T7ut3arM2UFFfwsEodWWqGjsRnqizliHmskw3VYyXGnVcu00fMs
PQNtKDeJhs1WKHDneGSdcYskufNHmS5XYw8oRdPS+kwr6uqm1Ofu3lrC4iphkniThNF8keIe3rTN
NBxI8aaP3tnS1P2FmSjOaMJwW7/WpIw2pl0wk7TnvJZ+GMfTCxNOgjCqAaEJkJr8UsQ9pnAHqkyO
dRYU8TNNA4LIgKSNmH5n105j8tTrMv0lwlS8EuVaa4+0ANu7EqmWRZJX0/dXTore5Mm1STN+bGu2
8wJQfJIme2mpWvbqVFIihsCsb92vTqlf7e/UsDgdMJJLA+jgToNlpwY6WsF8++dgVirWUOakTfbS
OKe5xafq5lTfTIBKSIxS6A4Sb9nJNtnOCtkNnDFjTnXdAHZv65JyGZ9j8AxhKs7gps4lLCx60Thi
oQRGhs0wsR7gFpcqlW83lWQUmuSCM6qusqlqLyaRG/LKZiU2jE1TOTnHZtGyrjwOMW56ErdQS2C+
J/wFz08B995gHbXgSFajcYEV08wuKR8xTxpqww6LM30JXxYySPLLos6M71rLwXFfzx1sTpdHLPKh
+nA8/hPQZRNFS3IGgXTTrnNYO/wO5Dwcw4pQnUAPLZUVt14wfTALn+YlX8ItMVa2vCuKJsr2Q2zV
y01fTo71pbAcJNw0FEeMlTydEl4u+WdI7N06RIbesNOXL+VCGxsJqGFWEHKSNj4n3xIKAL5wQoWt
7aLyC8UbfN1u20IgscpLqx81fVt2jX6nUwylyQUpuDMORCVvmrS4FFg3s+gAigDEid+MgEh9FLds
veS2jCo/7lA25RYxtYs5WK1kx7svMXBsSkdNp0DiTa4tb4kXVHuByACWkhvixHSlxYzo1GP4Pisb
O+2kvTMjwFYV+UcQwQxpZAMM19UkT+aaU12YuciivTvRg3p0J2dsX4py5GdRHLWWXcC5K2W3HPkH
sUFc3Gk2ETCE9EIriXP81hNbiw+/qdQcwO0sw8p4MQqVhLiVn2D2dDipiqJXTh9tfQt9Vl3OWSSN
Dg4zCyaMdI7t0PbrKHmoe62zriSNd+5ULBo9fC7bGWEc4PAiYSqJdHc2vM5qcgRy4zoaKjGIx036
mnBsoa8c5zgJFL8Ijabqg6qbNU6JczkN6RelceMnO0rFRkmYDOSO28jdBDZ4DUkKu5Xxa1z1ujl9
M8HdP4hZuvuaZD7IZMh4nFxYjxzLn5ouSs75euV2JMqeuAV9ZDCaZwfU/2O+bQZ1BrlfVP2NO0zf
G9nTrm+NZBc6qXOp9PDIRmNlGGh1d25NoXKP16DcMf5mb5nQCjO0xHSRTOptzboSuJ1rXye2hEWK
MzcQJCOiBGggNKCxXK1y9rABy1XhZTLd/awpw6Z2IwCX1sTC4hB9GiyYxfM700FH5ygLKGoa1/kU
0K/NYXY7qCMGs6ku0Qbn2bm7GOo5vaLwDIKLONOFjDcMh8ItGVqPiFETGzVJBJWcuGFPLQzzICeE
xutE5aAV4+jxm+QHBh22b/bca0DvOFbKsjZ/aBGEDD1dNSjTsDCZH8pztA7NbbWQDwVrbT5vl6Tb
YIR+MSDY3zU4NTz8UENQLWgcxFTFdxA1oXUTRvkAx1Q4fmk49QVxDqUOfaW2rxH3AEUvdTNiw1uE
7+KvlD50ePmwjHWLF72vACJLqceki9mJVDdtP4pXl7nsRTob+iNhb4bm5SUSgK5WGtVz1TTZDknX
S4/aqm02MbC5R/AGs7m13ahwno3WjdIrOdJMJprASKg6zS7lCNjFcVCaKxe9JpCMw5A2YKnDHkxm
QZoP9X3CZr2PokT7oUdVeMj0UTvXprySvnQjudNrDAeeY2rzWdZHM3KHymX4nsp22E9RPz5VYLtu
erPlQMW3d+5IERbs+ZadfSkLVCvBHEntKaGR/pDY6bSP26666+EJnMdrYR+QR7iC6eDZey2RHpsl
k/BQksQ0tqpV19ZmliP2b4jW4a9+mN1HojnwKFkD+GYPtz//Pxo8DMBacMr4lB0gqPmQ9mf8YQd6
swQeH3Q9zC9i1HrYUO0Q7Qvay8hbdfYt7Dlu7GtJmyD3HOrhArBU+006SXYv0IyEsBCH5UnXCXEp
8SelWxsckX7lYA0Ao6AWmJfytkovzYzXfg8QpXvoKfhvWdDhpArw09e00POzfhiR4k1qPm+7UY7J
Jkob8FZKLnPfmFVr2LoF+NtIt6LuLHXjceT+zkpBmkpGmzbERHSAiqxsRLxM3wtp25upTcS9HGDw
S3I1/Dgzo23XTqgaw6jawr1KvmRl/l1UGfmfSYsjvqLEeuLW4lWaFww/WpUItM+La20VLZ53ESFM
h4a6aadbQ4Ro0EY3hGYtllcu58ObJlHHByuxx5LlOBwfJr3s907aZBfZkBWXJKJdKs3c/xybHj56
zsRCk/9D3Xktx82kW/aJ0AFvbss7kkVSEs0NQoZEwgOJRAKJp59V0pyYbkXP6TmXE9HRf7SRWCwA
ic/svbZQ5EiY4OBDAK9XHpqjvSEvGJsk0Whx6WNDg3V3WeyCW2xwB3oqW1mHLqzlQ9AuFrHebcKW
iyDFnzysMLdtL2zeKnJXvgd+M+39Mf6FmIR1gIvaZdxai+ePlCsTzVWeFED0acdqGVuE7eTZRx8X
4cmaeC4kLJl9MVSke7ASpL9qhjuEzIRlBd2PUZVTvJvjoNxY+KueQ7rgja5rcaAn77aNCT4CNEAb
Z6jPWTTiCwbe+wgJw/4C5T492VSxa4RG072aMn8NOdFdpSGc71wX0WswpMO9VWhOHUsJoilKFxsq
nPzA1t0e5lkAmD4HrB2jSLf8/oLvx6X6gW7Yz9OwBs3BHy3DiiTClGekb5w3QB02u6cMal3jI7PJ
q3yt4+GQYu6nGtNd4u28gIqKHHJ/F5P7ulns8qf0blmClZVstbZqCh1lDg1pwBsTjrSjVplt6yQj
PWt2vOmnmfyvHfnXoLfD7BQULeCEZHkKKy/6pMdqnzV95H1B5zFsDRl0iBahhD2lPgXyJh7G7sEd
7Ca6Q6+KONhys/gs6pk9+AoWRoBONFBwYazWhNe8CawvEN+SeB/rFCt+0UQs+LpYpe/UPs4mVsmS
EaJyW67Y7iuSsAHsfAcTPYZAwnfmlN/iGSYjjGS5wSAYPBEPipgOZMcxb923cdLd0yRm6qg+1dem
66eTWZKMMztyiGQ32MWoE55TG7lO0eLCyX87T/FbvvQhSunBq6yHvHC/FfgyDsCpGQLalQg3TVLd
jfjM8Qyp6NwLnw8BCvQnRxmKZ2HNL+3YYf9jJ1Qdl4bz2iiqoDX6Z2uLLGe+n2VkLjzbyGm1n1zm
XpBinJY/aI2Lx5I2ZD1bvfvY+Ip7nTfUYW7ccMdujKKM+0QwgOjLY93OxRbIAanrSafvWdjY3UHb
xl0DsarffYD+rx0bU5I5Ym/tdMQhVnlvAUDlisDebnbc0VF5iMlH2jGyXgy2ntT5lNMNfUN+z7bz
Wd5XzLG2QyJzyM+l9Fg1gySly+Nk3Ppto7kZRb0eyvZFKFle3bKST6h3y7Xw2IAKy8AEaazyDmTn
crSbaTh0nf4FolZiK+uHsN0PTe6RYFF270tU+Cs7yGlQG97b3H/z2G+phr8H/LX1Oif3elXYzpVE
q/aU3t61du8OZ8/v47tZu/49Y0XvcdBu0QBej9yDFumZ7CQwPvBoozVdDbisuXCIacqtad4GFIDP
ooibh9Fz8u94XXkA88X+FAw0qOxT2tVp7tAtkRD87NuKwJdQu/DoqAkvrMHVTgJ9sdeO04SnLrWj
7bAk0z7zgfvYHfBb9n+7DPIpakHlLD5yV1t9AH8Nbt2k3oA6afdV6y9QUIvwfShtl7WjS48bERW8
od7nC4uHaCcpWbd8AR+Vn7x0WQk2qPaTJ39xuq0z3ZC2aV0dnKl31k5fDvsJdccRf1i/zrIZIbLE
unWxYN061NFB8GK7vXqEs6IZiZDIUbXRmZY2+GpJM38P4UrsmADX/nZGx0MXFXVvxO+Ya9wbtCWW
VQMlT4ZlAaMVIkU2qqzeq6Wahjdzoz9RHSV6h0OZX6wB/vkzqbP5g5elXudc2MuAfhZ1C8qpVTAZ
/3n0cw+3PrGcl8qKJk5Md9TdmiCdaZO3uszPjIzS7JKGcboZSiZHP+wp66KDx2GH+FOEwQu6vOlr
VXpyEkAkRWKxUSycUPWXkRt7VC+QcfTUQ1b0tev1+Vo5oHhrj8CLQcwzpeE83eFFdl4KzSbX7vwX
yZv2zpZl/cGshJKjAwDvX0vl9DOKbDduS8y3ocdnO+nfPYwUTAbum7Jnwim0qvxbNADQdNhWCa8G
lprzuXdz/le367rmri9j2UO8TPlvzEBQhkXdGABqWXV2JFGmSlD798sY5cum6bWvv2SJ8u9wLzbh
XTdJO3wfG8Kn7pYJUds2JQQrQtdtq4Y43hgX8mrpY/6U6SuGiCLvy+RCNmMQPBnXm9lMNXaNwyPn
g9Ej5J0n/H33u33m4E5nOHFJqdQqTYM+/SrLcPB25JXyYdHyxfVHTpLd8hQtdsVQr1twz6/LsDNy
v4y1FKQwZEsBmWvR0dWzlCvXNS4kJuwtqkD+4Tu9oYWys7jnMJxrm3yB2ORjcYhYjNxXyHyW61KQ
Dfq+tLXHSBPIPFfbeAPJ0607RPFJoc6dH1xvoPEvUSK6575zZmyQXiWs2l0Zwu8YtPcZ+vY4Sb36
iiS/s3dthMLpqktq6WMPdrI+x1bG6NtOpsg/jJw07DZ0ms0vQVY08Q0r0gztljVB6u9jR7lqT2nK
sIDQYds5GpAP8ZqtkEpY9AemPhFqwGf1Ea+Vd9iR2+ITDElHE6Sp0I+ILHpnt4w2wOcVM2ZlPhcn
lgtG8myJw0+EjGCD1vM4cD85jritzIhTG3aeJfn3NNGhfgrsCnYJ086FzV6Y+kN+Qa/fF+fa8fjZ
DWqt8JXDuHCv1EKFpEJ2+ke3rZzvpQAq069qujVJD+9Jkv4yWmOeHFTuSXqrZVC3b3vc67fBLtyp
dOUlVvgJddTRXyaAxlw6EmRt/gFG8nazBMYH5KwCp6V4qqOUbqRLsxpdKiXmF2TcGeNhdKcdJK6p
OLmDiPydTAsOKUeqxXscs6Vtd33auc2OMtkUW3/GOLiysnBprkVR8HsKQE0MFhe3EM2pAtr1mhaR
gmEyZBMifU2fSGARt8aBV+CUXBZKXcBL2AyImlsQ3Kx48S/uo/AH1G5TLlmQpjUcpMHEyQ6kQq12
pA7xWzPsSM4ONtd4RTZILVeizLiYIc7DZpsqKoJd7oVTzXKsaNLNRHge+Qx9R23FwTf3p0b7/Ck/
0qA/+D7s4DRM8RKfgnRsxJGKR+tl+2cr6v++rNKbpfMMLC6p172Owv6YysDu1wbT4nLBSRISDF53
Su+Qo8TuNln0ROre0A8V+IbROnNzWcn9iGf8uPAT5ZNPHlD3PRkgL2wMATV7BtkkL9JquubMDm6M
dgV+nuZQuWNtPwlwyM2GgxCUIpJSXdz3C7ZmxgrO0NzNfpOATazhs0JdkNSwZNgkFxqjPl/FdjnX
hFxaHIaBcnOGu/DkX3RSEw+Pi567ljGNStYEvrfDT78o/Zv3Tvc/zBjoK7ysODoY15HDryTx/JKi
tOVyo0iuzQYnkvsSVTXPG3RDmil3ybpfHpf6OzOi8pbfjERvRxxe3G5cEom8jeFgSLe3J4wjOqap
P1TN7dZQRWV+/Hk4lXS4R2Mbi+bBVnBFwLC7w7QAYXYqQ5iMy2CwHttlOLlFHUy7ikIx3CnJJJGl
UNe42xKc8dnRWXNLaYTAthE2Acmn0Lgye/DstCXixWoqm1S1YlTMUkknpK9UuRNDkW0meFgFjt98
W3DjRrtIJTA9stYqztokfXaMbKf7jAZ7Ep9eGzgLk2eXLHa+ODKb970FwfjEUqSuX3058sznbs8W
r5R1yeA0aytWc+vF45e7uq7mEnSRX5V7d6mz/eRKMqCHCm0ZzPis7Kt9oKLWnOjYWQ/jCUK3/1kw
2ylPvAbIEg50XLRmE9jcpjvWv0zWraALm11XJOZbD6Pl4pqSpTiLCMn5mXgOp9dcNtTdhQR+sy6T
KKxPiPztfqf83DKgZbvWTb/lEemYUJDwDzkMyqm0OafrdHqofGZiD8mcC0SlRcId4SqV4/uuNPss
gfkdPEw1lBBy6662SnAheVtVIG3Itt5MdlwcFvCEwQH7miqOtBvJV1BxvgC5yXJvk8W24nktWik2
9TIQqa1z2m41QOQjFG8Ur7KP04lgw6Jy13/eEX9WpXMNzHrb5oXzHORhi3g9KYP2sfVhE0LbTKX6
1hmhwvs/J2bUQ7/5qqXdFrvZsQFNgdt0wSNZvqdv4V8jFw41IotfH3rJ7QS2G3EgIx6jqsulPHZa
+MXajJ4afoXSTdVG88bj9AlR0u8NddjX0pfYM+2mGt46J7LJ7DPx0sD1a7vJVWsiBkIqZS4yTjCT
9YV1aIhrGnCCp9TEFsCJ7jphA0uZfKrZ2pN9OScPZB/wDOdtNsbvVQCX8s6fy/AnY4YeqSOiQGLo
eC3qL1REgX7KqHyXa+pqT3+JAJ3w+BL7ffQLPD2Xqsns5UlCENFfQqRF8F1IBl3yY2pJ4f8syCSw
nV1u85I8e8ti+g/eJ1XJC8XOSZOFjlUt1v3APp88jaKy7UPgD7eBsDW6fgD3dBrSGbOBzvrwZ1rL
rFzFPvE5l1gGNdmpHFNk7Vg2DjQBnpE0I3vjJCwUpnPTE6yqV5jTkDf3tUfwZqh507/LWgeEo2LU
5aFiOZCwIsgTdCgrh7E59TBeq0Y/D7LS3SPNhMkBlKogvkQVJMF1Ubh1fcDkXbyV0jgFt+gYy9sM
e2bLcWiQfzr3zJ/qfkunpzysdoFk2C4L1h7/u0YK7NGj6jJZ6B+GvGx4daHKiIhz4u+GegJF/hfB
tpwAVugIC6wFRWX3LgOXuMfFnnR1lxVWNz/HXZdnmxzgDT85brhodpEE7ZHRRdcdLMvKSCUN5nJ8
XmCFOQe7ous56CWyvrFoGg7TBHBh7auiKS4pOnPTrrNQmxnpDua7KGL3+Z2e1SI4CabCj8hyi/6n
DWSKPnCaRRipFXkgMzUAO0thY3Sq3exHoodJvIKB7dPvgUm5N1LGm8knCxaS1IwSqT6SfEUs+GKV
pLdOglXE2WtKr7wbMgr5bQoEz342zLMQS9++2IM35Ja6YO/vm3v4jEmH0Fa55UvAnp+DvqxuWYzw
esOh2t0oSz7rQ4quX0LkoY5Xbdri9mtMz0oRuiod1eCIjO+1vno9kif2k0ui94aPDAKSXN1ieexS
1tLnNlfh8KNuRrD1WIGmHM0OW6jxLDuoyAeJxs65LVny5bJI5br3HZNyZP7kKhuzgpIfEGu6WK0y
ryCA+5zpSBNMdwThNv6TRj/rH2rpcDb3dOjlHUSdcDlpXTXogTpbxeilCTUd8mM+4BS6FikxGPfx
olKXVQsVS8hQpHNuT73yLHOmZxjHLQHYBsN3QITnljFwPQ7bqmjtwQXaHEhmhRUJhrByFaMXcFDQ
urNqW6OpsLoHD32yk9xZrZcTsovkNZfjduHH5v9JjP+XCvDWvgdwftDdIkQlUuAvLVlATS1DLee9
buvQe1a+SYaXpvC78vssApZ2Cfna9AzAU4LXpCII5Q/m8H8kHoUWy7/+1oP+/Oe09/83fen/T/nu
N3TH/11a+tx9z/81D/72//+jLPX/4TFVYOiLkh9TPgHv/0dYGv+Dt9Bv1yCia4RRaLX/K9rd+0dE
SQ5IE4c9Uh5ioP5LWOpG/4ACYxMdgGQLdSO+7f9BQpTDH/xXuVDIz2GOhjwKlQEzhr+VzZ0hVJXj
4HPkydSPNCWMHoZkImJyRuuCtqNekKuEMIO3juUtlzQPSGOdXP8jTdwqe0txyXr7UNZQAIECmPIl
i/rF2bA+rcWmNAuSA+154/cRszl20N4JCVj0zA0Q2UUSo0EVkOgLZNiVzx1xN6sCsVZ7taKMt/Jc
cx5tR3Lghj27MyIB8eOijXfD3sZJutRhvU6YmgTbgqzoTV4vMcGdTtdfGfwn8Vq4lnE2tIW3Tof9
rsJyTGrohjbL+irIlG3WGQtQucc42nx6zSA8tQo5tu9z9jFvsVuGzlnNJtmngjnhOpwazMYR0QTV
WqcFELJxRNi5zYdbliNGQttlliIuqUTptqXoNk+TTdvM664zb2T52dlmHvRoPS991qIJ4UUansxM
v7dFp5FDTsdrm4VYKfeiyYy3amPJ9whMvBHse+Z+fudPIz+BRaWnLyJpQ+sRX3lHenwaIFKwRWs/
8Tp1gjudZ/BdqJimcqOXxGJtRIzsm7IdF2kEKsN0JQCe/+prkUbPglUfQOAg6JYDoBxQvcU0T29E
/lXVTsTGgUoIPWS5Mi3syx1o+pKlJGqBjGRKB2OprxxxCibNymxsIuJgbY8tfbT0mtyxIue3UIXb
gUTvRXIkFdJ9nBBct2sQiepEa7ZkWx+/xbwzHHSIpzI99/fMLLsOXdXgm02cJYT5UXPY/bGC6dGu
PLteTpHbM0StWZO/jgOUt43WPnN+j9ypF9FEKRFVnJH+NkinBuFPRofHeozK423K6+KTfPEqWxEn
nDm/2kDOVxJmCSYddWvNUDob/zuRUFwk8Btsa9NB1fFaMakx22EYi34jeabE1m6DTHztghJ+fluw
C25ddtlrtjA2KdZl2mHZT9PRfVgkPt1TNjv8ZT5pgIaNs2nQcvS5Jetx1fOL8e3qBd8NBO0BzSAM
VmcH+GK+AhW0nU0fTdp6rnwV+0daBh42ioDl1h3f9smjcSoqRjnP19m1S1C8fx5FpVB/oH8rNH8F
QqVhfmeQR63AnHohhLkVVKqY2rxW1L98lMvUe4pVu4WEhbaiZVRDtkLybRZtOPubPJz5wUsyd28x
HBX3oSprDdL59+260IkFr6MzctHpSzga/tx0jCfrZBczNNYbPHQN2XDl5PF0hFWp1sUQfwdaqiEO
5lbPTa+z4NUF1hQeG7ZA7iozkYcGsBge+U4Aa+fC+G8WACy0FpF6QDJs8a4uhP9jtpjkr5q0/VWU
lX1wPZfIdHw9Wz24AamcgPbJvVQVLZCrD1ndfGbjLDcQasNsF1p1eR9VblSsfXQ/JL+29JcrnSpv
WC12MG2BG9ovM4JAAu7J2yS60bzNuF5viejN10THlAlNlrXvU2Un58rkuYdYuBHQZ1H2rUfUhWyc
2+qbnXYJOStTexeMhoawzrri6k2qG9emiL1D5rDQQGwTia+A1Z/JSSMkqMVnla19Wyv1GLvTOG4S
/oYQs1VUuHw/Q4SOtxlzZw1MjS+6JUx5M1ABLfSgrMTJAuh7LJGReSpbaYmNy1T8Gjp1yz6u4xqA
kP1yMyevWecFJxOxSYplDOSzUxM07wCcuemQJPEdkhBMj9UTxt6WW0zQEDIr9bWMVHFvXPNpIxt4
IRy0DbZLkFqA3DhnWQ/Ubfoyl8UzKuvsqPpRXvjtq42mGnubk4msUk0aeImoct1VY7vHFYW2gFYH
q19eNKfF54EmR1BNK2tG7ELwBiBJ9M08uYga+4mFO8gWO6jE54ga65kTu2aGDQKhWRX0bns7yWAm
dFEtHiaiEUv4tOBDgmyAXFD5IUQkwTvBXRd9XVwWrJxiHYth/EmoMoGqN9CktUHokn5vl8Q7OHXj
vjP3pcnyraj/kedWaG9TIgiee8buezvPwEhUIHUYnhiFoy3xC3fbZmF4v1TIQ2x69j0nyXippzIC
huln5IXF7K2aaHnXrGoIa2dMtetFh68us4v2B6/GQq7KXlElt0gDoGHiGVgE3iiojL57yn0vYPQD
xKFd4fRmxDOD2vxloYf5AKbwmdqLvMtAqWwUpQjKxSR9o0eM3q14nvKNP3QgAyaADoUheF3aKa75
LGJ2k3Nf8KOYaJxxyRbJ2a50/+TT/YOQwI28YUHcfRhbDZ9xMfRXTngmpTHP3j1iLPXTQTb2PAo9
buTkWBX9xhJdoNstHRGMbrX20Ig9dq6JvtfSkKdrhfkTB2a9JYNweSmdKTirWDicNl16F1fl8nNg
6/IyLlm5c4dBPQKBS9adUQnqBtMiye0y/UZaS8P5ESVyuAeTsXwhn9gr1l0ZczCoQXb6gBEjSN5a
KrKM3AqLiNiiZJOzcnIZy5VdaHMnWPi/leXCw46ch5xIL2iwgfkOI/4kG6vPWE2+j1GtG77FMrxp
MeIyrtB+wEeGlMmYW+QQ3xtBxP2aFpWXcTFxE62asPGiHZTaeUYobZUvZag0I7dy0WefiENszHZy
i/QeYrIn0V8iHESNZT+aln24Qlr+URdZe1oEh/sq8Dy0gairEAIIgIJivbgmJ6GHYswnbZFrEH/V
CWEqq7hh/lmsqggYwQp2Rvzq9nxogqcC6P2su2i8U5cAhY01aDFAGOU2bn0erg27PwJXUFpZH240
Cns3AdxNN1lloH0FlttvdEKmzTTfWEqi03nC644sF2TQUaJXNvAam7IkGS9d0I75pkzlgKKyd0Pr
ic2eM2xanUTZNua9Oazq0Kmc9zb3nXdieM18HROSymrj+92efJPQ4h1gazSSk0YtLBfdjVckNXN+
cdLZKXn+jatOWTAmM1eCkItLUiTDa2787pE3cqxPfj4BLU+pOm4ilpw3l5Fd92s0LNv3GPwTd1/O
/tjuotnj9QH22jt4xcRIkZgYQroE3MK1XmJmbNMUkA0/eDZVq58WofNY9X7lrPJE62swRTXsGtjw
e9rn5Fx3Y0JkKQUeySXNZB+MHdsJh0kekueI7n0NSK84eGlWPLkj47eN3/nBJ8XRfVgXDo6Nwe2j
k+MNcwpuZCEQMyGMCGwz+fL1DrthcSbvD6vFgAh9b4/pWK4rgoT8c1vP3P9MhdiYJdaEjkpQZ7xF
XZYy/F+m/r7kHRqgXm0fCQerYW2OdgJ+t2NTgB7Sm9UmtSjF2HX7xgMqeltsVTZeAzSqFOssxMR3
2cASqoqF1zL8pfJOOmP4QeoIuz8LxVgaUG1t5yK07suq7t7pZclqKUTFn0/7MXRWid9NaHyVLshz
MQjNV0PbGdQnS07Kpxiw0hyaph011OIcoXtQT025q+2l7/dulLmo8Ug4vJClFpNMOeIyP9H4qHDd
QYT+luiCSO0MoPTrxOBsg5rIyNUk8vhb79nIP5eBs2etGKUcCy28k9vFcbcmnIfHV4YNH1N4rfsN
GUNzSZqZ7994KiDyfiyiS6gDglsye/S/eqps3whH1/tSJcU7u1+KeYeoj1+uYkEV92x4+I1F6h/B
+hBgxHpvOsLJb8p1MI72ewotdlhNv5sAUTmze8HE9o2FepxuifHul51epjY+qHhizOZbPik7Ok2n
YDU56acXTPnZzu2ZLVwUHx0vVpdkaFi39Ra6OSKDPEL3RvYf7NYSxstiYU77IhyJCtkxo79lbLk8
R4R7k/cOjOyM6jj/5XqEXaz6eY6vU8wdtmoq31nbt8MicKSHxsfXw4GZu3ym/GaJzuO/iol8ZzR4
awhFC6GZLx6tBHPUI2Zhue2iSBxFJ34FoerYqufzkYeO1GxI1npVSrvmIisrPIg8LXdW3IlHUOTF
h/Rr/3PUgfVUJ/kNOiaS58yk2Tbi/bpxI6u2EDIucbFC2BpdWRFOH+l0Ax91tCyvasyabt2KRXib
Jp+qfo/RInpzCFwiuWewDQoALlk8OSH/uUUU8MDKHK2daNUuxstLznDVSrSY2irXXuORA+H6zcko
dL68LNHt01PGVRQhw/EyC2C1PV9tKo99wc6IdXT21bHcEEcWG8mcre5hqWeUbot58NHGvAYdwVgr
FHri7LTD4m0pTuSerUtzJflHyhV3e5ntsT6Mx9lUbA2No7/OlRPto4wCvrc9kjUD/TAod2QVMHgs
CqvoF1g2FgllKmwe0WRhKdygTiKVimckvaX/oZR141PO4PjI2+dDTFn2KwTbdjDC8bYxh2qzSXDR
XewCf8KGdUferlVQQPxVlRJPnJII0WNS4iYI7RwRHXcn7/qkyVYeKJkdS8/wtc3ZmIwgnDZe51Da
4hZc1zR+RFZoea1hY26FN+m7aak+AlKOdtoo64izvTozZUf2kobrnBcaEnrHqj+Im/C2eUT8a4JL
ZKHCa2XA3o+x9v5Gpbr34Uw/Nmla7iNSLk6S+KwK0U9KZTlGIlrRhdg3fl1PQk6VLMRIWTX1dTpU
6MvitjiRAqcf3aH5zlpuPlFeqENpQnmpRtT6MdPVBxcD4zcIIZohdyxxm6CjjV6mYjZ7EaQD5QV7
nbUkTXraYfrmXuL+PKadzD30T1Pywyc3/qkZbMXF91LEYpKFzpn9NSlsU97byVYBq/ysZE/j4lDV
cE4mYMpkl5f7yQrNj2jyq4cB3cV4CkJWjkNk8RAJd+G4t5ZC/rJnISmYS7VQzCrvhRAsmOmSDIV9
GUXzj7RsYgRIVB08vYYtHekENCjcxgs1uUSfx4g7H5/9uLaOFONDsQarkK49EolgAdE2bTsPF9R2
GH3NmtslYK93ziyfwJQ3jtoFPVL43WxZ7/ZsR3tXw5Iji3E+Q3bKjjB7RyKgrG5LjcK7VcLdQCno
4FE1gt7AUY05yMhzvs4qIg6LcyEgTU7xmZG+OC9kXYFOVjOSS0cn5TXDEfYeZASd0J0P7Rczp18k
0/QHsg4ieZxI9WZnW/ro2yWxtMEqSkabyKmwmK5oaMDZGjaCa43B6xtxiHILr2raE0xXLrs5m/DM
UQ6YTT8X1RP14LJzJs9FLOAE8kcZYPEay0wyMev1z3lSpdyM3rIF1l7tdY1yhsrTildxMvmnWffd
dqi1dc8LsP8xOlZ5ZdxLRmeqAQCFy+TeubT+7S3iJz1iq5mOLFWLR/CBO6Rs8bKBClj9WHLVGdSg
ZXJ0RI0iOjYrR6bi4Pg1B8W4gMyDkvU6UayPKPbG+EOy77glv9G0bRQkaGqA0JIK7nS4PEaLHl/7
wJhDO7qDuhpMwbtWqHdex/UzmyCiuWCCXWsjjiO/7X60Rh70OCzHD38KpwDUoFrsUxZhrtr29Wy9
LzLoX+Na3XdsjbasfMP1jJT8Nccy8yRlUa+DpXQZoNn5W1IOrGyykXlhZD3DNpxXBbMHc6BmTgxj
DItqmz65XVlTWF80STVH2slm78k0fLfq3NmUcIHvCq6SajVrZRWmCFfJgW2OzHoUmgbXHEfhW09D
wZuImifgUfCe2PCMJ4Z+4P54Te2kZfl3qa/Mpc0jS2zdRUHETwYP+RyqIEMJEIz5PYt2543sMPtA
2pZMtzjd2nPSogrf6K55jwRrhr4yn049T7seaeM3t/JGCqsUHkiCLRHvurwrsyW8d6Pq62JR/Te6
+RURufElGAaeIBLwmoeKbCwfDNo3LBwivxALp74NfoCTuInVW9zYbP0Dr2yRxVBHzO+o6DOGsBFr
5w2pgwV6IVIGGXdNyEsWDBeoM3aM+pr+Sg4cw9So4s3Dqr8fvkR1SAXoSdoXfFtMgtDD2v0e9SOD
y97LqFIT1drWbS1ifzU9+uVei45kNYHn1EJ/xYQ4F+HV+FP9hTeu1Luwyaml2qnNAtwfGeMBTTNy
i3yVfXdWqk1ZXQqKqpUgzSffBrMzdxcqk6TY9EpyzOCgp+nimsYMn0QNJe6fpvv/Bobw7ybmwMoD
CkrbdQjcYaL+TwbbvsWP4nrJRxxG5hTX6GEPiIdEuUYoTJpZO6bIMFJp7qMSGep//7P/MqkzrSfb
x0WelDgY1eO/I6/iUA+90y7f4xZJSp544z5jqYoTBbls7vTjofWq8clKSx/J84j88r//8X/F2QQh
vy0zg1vr4cdgL35Hs/zT7z7Fo8xEz2or+C0KajIsZocIQZ63Hrs63NOAM7FMJoNtM9LWTGBfqNGg
ZeXNYK1G4BSrYq75b9z0VhL7v21seJBiuc0Dtg/I42TabVo7wkSRgECKn/6nvwKojhviCMQU715c
P/96+UQUoFMOGYYvNgvQbY1smxkozG3DytwP9Jcu9tFvCEi7bBss2/7xR3slIwa020mOjJhoW3qi
1IN8Lo8pbo3qPLZZ6u4D4dYWconhlhiMpg3dMP7B/5h49JdpP2QtxOe+pX4lAf/w/6LRWCJ0mMeT
UOg6wP/3QgpG+VbT3EK0NQPGrSodp6LaK2/CrSbmy80q5/bVY2H85sM+r/cLxhK9cX5fBQuwbvWf
gBL/5kPioQFfBQPQdfic//o9e6jwyAztcdx1stD71LPC9lzrjM9F7fGo4GF/ILBk3cSqny/5912R
tAn3iYtiMdyKIsuZWEVSGCagwfKfslq8v7z5CJ9cvruAx8kNiDew//Lmd0WwVInA1Ov6FfeAV5oK
jUfWd3prIRFNvtc939pmAn9X3mWumzkrzk1R3GcmbMWZvLEsOBAnmLLQItm22rELG7LNFAwofwMp
OD2L21qIkQBo7EkZ9xvb7ZANsqzCjnEYMrBdTwE9b4jC6G4jnT7eW3FbA6LlRvqkdSqePNtj6Jr3
LE/W5OxZ3zsxxdPjNIjwSzJ7WGY9hY7oP3AhbivLf8YI8OVAfqPZCviWEAjEf22bWVyIjqDvfKXG
KtFPfw5VfCzgE5yOGeT9H9VemLOP2UStNOExQ0hf3d/IEXO1wi/jMP2YoS1vqr7hWfpDPUhJlDLn
Ou89QhDUpNDk/PcP+F8IM0jv5MXwAPhEEeHfDv8O017YrdQRe6mV5pOIeyuP6c5GlO3pOqfsa7dN
QJju3SAVPaHERWPOOIUQegV2cxMG0nc+sMAY8n3SsKIlyTDwuwMnY1mckYXG/q4ObbxL8GDdYdOX
I9unmLRXc3bn/8XcmSxHjmRZ9ldKao8QzMOiegHARtJIGo2jbyB0Oh3zPOPr+4CRWUmCXrTKTUuL
5CLTM8JhABSqT5/ee66ZhxR5GUJa16zayHzB7xOj/c+N6IkzCvFcnPzn9QARiS7TUCXWgmEMDXLJ
ngx6aRyxkEV2avbZvAlAZhYOyS7Fg7bXMUc5vpjrlEMqBJdRsNL6zGIof/7M+QU85DmSBG4JYDyi
5z5/5tAz8BEgBER1Htb5WvcllTp4MmmL/H0qxWM21J3lqcFTiK4Dg2hQzTOr5MuvWqAVGaQ/LVRd
mf6y58gJ7dZ1qvTtjyxiHWcD7Xk7AIdeuSKfRd1obZwULsZe9uCZNglA21LCqFeaSq91c2YoLR8v
J+wKgPsZwqtg+1QWyBIN0qzo6c0vNlflgWZRRixiixLTpslhHdgIIwzGaqbs8UpAhEB7FriGUcXe
SjTBG6x6K2skO4dddD3S3HVBFkQneRiakWMxSTtZ7Rhd4EjmsxE9LSPfjYjEyhXFXjqEg2k4dLXp
/GNdjmK3yLK2oB2p1TiXCuStHvs55/s7XoCegGCxncZoJiOLYdJGtvD5dSZCbiSkb/1qlPlo8G/Z
tZEjOXM6VAkZJAmz7NaMsfyQdP4QbrSc1jHbCnZmTakEwxl+ykKfMP8gsnY0Qg1QKBDDZCy4RKmq
htRB4zxXsJzv8BcJpyiyMsP2W9ih7qDo431XdtLskCXnfNVro+ldEhMAq1Rrm7qFQ1/SXZJ8zfqd
BdAT8N2K+pWhxAq+ySJOf1chGu4LrSjTQ9tlJbnDvTmwRZzPaJloimcZE8ud1nLkYI9g6Niwz38q
dBpYB1nsBMPBDhp2ri+YcYJFUWCI5E3p2yI5H5KtIdtWbK3AZufiEKsLlNJgFB1vUsJwk8LzZ0R3
BMvZCfsKIKZir44kTSHDeCKljr8MvxqtaDlVFR/VIoHAiq5KmN08vK+kmLdkZqKPY68T4wxaKVFS
5kjgU0vdZWiBUQsIcnwJk0G6r62Rv0nL2b6B2K+MxO5S65CIhY5lXJYSa6U0KRW4liQ6B348XYCo
UsuJ2ftI+38mJpov9EqDtwrZj9b/512R5L/l7kvz8ul/rDKioMdj+1aNt291mzT/lMvM/+T/9v/8
j7f3v+VuLN7+6z9f8zZr5r/ND/NPuh+Nue9/lgk5eR7/x65OXrJf9UcO3fxv/QNDR5U064XIs2VH
DSJpJl/1b3XzX/8pSLr2F1ExJsIfxDoS39p/q4UE8y8wcxLCcFjAMtsClWmqztsm4N+Tpb/AT0Mz
UKHazcF08r+jF/o8H2rog/gdkgLKSaQ0kN8rqg/lv0GmSatDbL+tMZ7YIS0MRw1yYzNny1YsNYZn
j/1gS9N0+vCo/rDn+rzKvF+YUBNO7RREcGiiFqtMOuoogPxKvWU5yN3cCDh3M6Zg9/1V5r/lAzqJ
eQRVNnxdTIGiiqx+UVdzxDaL/zhQmwTlwDHumycRehEKIKv6X77KuTMar3MT3JlrLuqsvE7eM+3F
Iw4oOwUlQRoaqp1C9G/M4hyNalHUvd8gzGga3Zg0lb/FYB/eX8681DXkVxyJ3xBd5PY0SRNYbiGH
NKcUof25/eJn3ijvDT2wjKSTInsmcC2BxV1b025pDPmIFvlWxqVzWXnljvDOHTvHu4pAgF0ot/uS
88X2SmvgM33/RpcAvvkH4OiSOMvQANrq5mL5yBVmEHoQ8pFLKZetKl+FVl5scMcY257FBEs/inex
y2VXD/BDxmh528zGnxY90mreCbum7pozJep80U/jjPCWmdQEuNCchdmLRdZH5SkVSWjcTCq8obBG
+Qq90LKNwkB7NZTnxtjXp8AFWcwNyjQIl5TIn1f1Cn2wbuJmuck0muujGZ6Id7igUVxiX0Coiz9t
ukuygfYXkA+tjxyj7wHeFGOxkzOO+sU0P/mtcY4t/mU+4XdROIO8gytuGPNU+LGVIspD3KfWZNzk
Il7XRNupmKDTCOMrwklpE+jiJbyeaDsmUnUGMvjHZ0LpClRTYVY0l5voKvGNukXbfWP49WVqRL+t
sVPugd+s+bXDI/3e6wAJ0WbSKnWlKqq/s6RukxsKsjO0ypfW4Mnu96P1T+PCMpAYqEx1KEMX8w+J
pwONXZnXRGLtDYFI5Ux1eosF9TmrTfnMKFw+fELpGA10Qea97/z4Pz/8PiRUtWcWvDWt9sUq5V1V
COtOKO+GQf4RTM39QEVDaot3ZsZ7/+g/Dn+L5e1dc0onyyDDaPHW+zAoCq+ZpFvVOoVGDtHKd+HI
2T4n81edcFk2q65tOMB1Ew8hRYjyvXv+/km/LxhffgM9oFmdq1oMvc83n/sVDOpelm671jYPyMoC
5acqr1v9SqscxsJvg7OIcKvDgM4cwpqDnTehTP13p6f3R/HhZyymp6QKxwQYnXTrE3K7rl6lFq8O
wjcHICnVtgeSpHSSF53AImmvCmfG23KTj1qBN/Hh8osh0OTo2nHNS7dor0Jp63N6BruMjZVx3Qtb
/54DyKByquk+gRHwlCU3dWAHb2dexTzbffcqFsOhBSZnwqqWblvEvFr53EHjwyNid8NrJh4LBkhF
Q79GyPj9hRf5cHxh890rCKyJtwaWaCyW3k6kthzDRL5V0xXuRVUkN92mra8jsZ9ugZ7RKN+yNNhx
f4hQ1FQ9VtyrTN2P/bpPsPfEtqpsO4XIVpftdqgSjYMh5CDL2+9/6bJT9fcvJVRDYeVmGVOXwwTM
DnhORbqNq/VgbSjdr/XBNQfcYi4WZWInBsIs41V26gg9fgVIvdOylbAZqMuSdYFZrr0qJRtnd0Ys
lyuutYc6xznutIbNOb3VYrU6M7QXyOy/ny4dCSYZqkUalYvJDF+HR7JCJ99y5tLH2/Glki85chSy
Z0NdJQANfNvYhlAIMRZHKx0tqX+cYK8Iqy5zh0NwZrZT/zTMPv6exdvGURlkOUapW8zXnCSNvoMx
pDv48WoK1zrYGd+OZkPNDo0hIuS0vI/Q9ZFGZLbX/g/Cq6PkmIoXmrgVOTLVyM18BNcLCUIu91Br
ukq9KDGQhxs9c5On2Dwm3pZen3ibTmc+2/mDWH4wH+9kMXdZRGC0QsOTDacfjbW1gAymYLBe2vFB
UW6+H3qLhgCvUWWChIqrs79gA750nagkX7CXVqXbOZ71qKzTbb7xttbB+gH2/fr7i71z9z/d2eJi
izvrSVvkyJ1x3vZuofAfu+FcQLfs1FgZ+R6QBBjLONio8UXXoRwg7RAi23Qb9lu8m0p0TT5wI63E
wo4vEYARTa4dxcsphuBn16aDrrRNbOkUnmKiDXK7flLXOU1d/UDqgY16H47PXa1sp+4QRKtIddPx
EvQd/3L4quduINzK2ZmgvS9lyN/P19LmOBe2fMs1n2oTEUQ2Srfjhkhr/M4p1stX5anX0W2vvXBT
p5zOuWFwWdJmPhey/R4U8+WJswjz4JllvrTvhB6kBgoJXi8KNoU0C8ci0JAZGEKYx6KzGqOrTNvk
/QrnprYNEmf4xeF2b6I5B1Ry6Mn28mbNoi1HD0IBhg9ggu2lx6xzVb615HJCBpnb6knehshh4lX1
VhYgRZ6s/NYXHClfE2fhmXeTdAHDRQDhjTP43Ey/3Ia8P2QqKnbAWKdoJH1e7esC2NvESdltEmxq
VNCDK7+IzJ4Pug/ey2mlQ+mvIRNnnlNcoSCDWqFMzlCvI90V6w0m2e8HuvFlMpoH+ocftFh4vaYD
aj0M0q05OiEoJFA76iU2jeAajTR+xbK57sLrTt+3OKz1PSGTrWDLJ43jnMmWdDo3tsr8Ocu63Sxj
68I5m91ntn+NNDTInfZn/WC8Fu54Gxy1Fx1J4InR5U27td67I4JbQLO35tp70mVbeUAZ6es26YDW
xkQm9pBeUQNY19jngE6na2DqMmwO/i3ZLfbCr++fxfuB25chyJEyOzSD87i5e/FxE0CPm2AxoZdu
hZN1rb1GvyzF0X6m8kWj7rDD6sK6Zbq+rPbaWzUhT7XLa+49faEQt57w3OUvguSmV82tsioeCDHf
ab+rK4bcLEh8ajFrsOi8hrfZJUEmOI6P9WW9y8/tJpal+/sIs3DO4KUyoTXOxfaHnTVH8rS2LW6C
h4vXCKwgFNT0SkDQXG0KDX7QltdmvDWxDc4NQsm5L1n+Us4zpOZNHkJjmT33+5D78At6AoxSPQjk
2+BXFtn1PbI/rLgIqIgt6dHm2AkefmvNpKlFjvhECNhFfZfd8kKJ9CtcZGuJys7m0Nz3OIURjQib
71+0NL/I5YtGXATpQGLDxS7q8zNCK1kVOrq522qNig4W53DH+q8dCaN26pvm3jqzTp694KKyrJIU
CeU8suipI8LV37ICCbU9Vm412hB4AzujqsvOzDZnL7sYCxlILjOdx4J3D9tNtvur9s28k47RS/di
PSRn6uc/vvd/PdUvhHEU5n9fzX+AACmgv32Rf2kBkisnPBcn+OdB9uFi80T7YZD5U6OjtGXrNk4O
GlI6yf54nec1dSVEvfwpMEDDcjBNPZUnONnXquAUpMeyAnt3rbFFdmJNaD7JZSShtHpQs4PKcOvY
eWnXXnkCq3lmqv1jAfNh1OmL6SWIgDorAM5uiUOf097vs3wLzRvfsjKyrhPtk0XnBt5cp3wz0vVF
7ZsRRqH7AdckDrrjzGBcCRbQ2hM1puCtlHvoDNktMFluXbvxinMf2p+WO/oqHLvPfV+SHT6/JcHv
M7WdUvnW+y2++OPee7akVfaTNE3VFprrMD1TW3/d0c9zz78uqMzL3YdhIfvwgSAnybe6tZJNF9Kl
Zq3T8S7j3iHtdHzuYbPJZLLi4FqK+lrOzzzyee748sQ//ILFwOwqq1YVg1vu0OuRp+kGGYm69hjf
fT+Jfam95/KBqhjxzdzRfK+nPtxp4Ff9MOLrOQFQi6E7J+1+LNcdRzRFICPtf/7+cl/7FIvrLe8r
xkoJ4lo8xRhEzS3a2abbJCUUQ2cSnSR1GyDi5TEx3JjN8313rDNbX0Gc/v53nLvtxUfUmyruyY6f
YUrAQB2PMMl6L/nPIVwqhJnfX+zrLLO46cXnA35xMr2Aq80ayNApB4DDIMVsdLh+ghFg1enX6cHs
SZJa+cNOfAbarfgHREgqgjIPDTMGqfUYuiR/VjoBIrQ0aeM7hbz+/pe+Nwk/DbvFL1U/D3wt9jpy
1/mlSeskWLSKy0BZTR1mkA2RdfXOzy8KfzPipJvQyW0yPghYfbY2vpYqek5qbOR4Rp66SkEzoTr0
5n7Cb4FPsXVHAcFHwjx6CWQcZ+CmFQNHY+FCFSkkjl62Tju6ibDNpdwR2aiWxintfn1/h9L8rL/c
oU6CBefCtAqtRemsCSDTQ5k77LLrH4UF1IGEB31XGa6mPCtoKtnaTzfJgDXi3Dr6pUieH+6HSy/r
BTMk607k0qiG4dOjnE9Rhjcuco6aT0F2ZO/cJb/MnItLLiqGDMH/P95ncpmLO9EZun1HOrP+C5ro
JB4Ui4iuM9P1e6Th8hET4imiLzARIi0rt4D4Uh1MrHSiC9eUO1XclBhaUNQZa42oaezUYPEfOMWN
LfhO+yheG8EGU37Qr2UVnTGr5i5NNgRB0wWKsPgKjkd8GExyzsRv+2frIJo7T30VfozPPmPR568m
rC+x2R+rst3dVspa9TYiVvqDGWIZcWuJgnUuVFH6BealVRAroT6a5aaBcFs5+HBy88yn9L4mfn0K
pDhxViSjK1nMdAngDdkHP3wK0U0BCqgd/7L7DYVkWhvetaU6xDszClSSCX/iCCVkgc+nehz2aKBB
Od8JmFmBj/MADhR4KpZscws2pjW34bN/Fx9Svkt70Fah6SbdJhgv2hoOLuo0hATAge4tYdXiGxH2
iegoUFba9QTPw7TlDa2iiYf5CLK88d885MHs0egKR2fmvS+VHIMPMdp/P4HFJAtuwcJRzniv5SOO
l6rbhMJW372Qf4Fdbvf9hy1/qVEWV1tMsujLcSTrPG+aLLvq1eBVmzgzSupHbOB+gd3VFt4SlFyy
DVJRpmjes8dkX/Va/UACwULj/YzPdYD+MNvQjzZJJuT4AyrG5/l0zvkK4wmqFP4RzNadD4f8zFP+
WqzMN66JqCglmQstOy6EbydSWg3SCY5iBbSd7L3cbn4lP33Zjjyn6d2psnMsTP7Wfzzz0Off/2WQ
f7j2Yr1QBsUiVoJrh7WtPhiP4hteKYag9tjhByFu3W5GG+G4/0y3p5Yc/9Gjp7KNedaISf7muSCM
QAhx8/dlP6a6/WlR//ggFt023xJzePi9dGpSZ0qd/Jhqjli7JNueO2r6uiVaPPPFKpJZsHLSapJO
9ZhtzZhmHl8jPkLHlC4NVnWBjctaEA9je2ZaOXvlxSISYz8gOICbrEqXBldJnFm/IgCzZoci2yrC
m9lF5mI2+f5Vnx1mi6UkjSNVGTUurP9oH6pnxpj+MpnkD9nCg/AWwHUoXVjRVCZnLjx/uN+NsUX1
D6MwIn+bZ60pt4pEMIXrY3e/ooBUrscX9a0dNoXCm57ODCf5z+NpPm4nto1D3cUMbsFgULpelDgP
AXkHt9ARRqgkmzkRc/yhm53dBndV/oSj3Vaj19A/jfdTsa+U51KSwHHe4PafPM5iOQokMimVHV0e
bSWsHAWhZVqsvn9Q537uYq4JvELqGq588mgCqA5Z9Ua986QHjh/b8lyb90+FBWdMc1g3Ugj6kJ8n
tiYRkr5QC+mUNasSN2tPzqqkclaA1OAyKCDhh+si2J9tfSrz+P4yGj5ceDEaSgGPfKvl3CVle2Kz
BnJsVMZuIq9AfImq3XYu5JzpkYOQWF43gqO3bhwTrE0n2BaVVQvLp10F0B3j3ThcyByGNxs1Wiv6
pW4cO/VEHHDU7bp+r7WHadhAAv/+Pf1xWfzXHbwf7HzYcuFCJKcIoA1loAPDzK4YH3RDx+i5GbZT
QL0Tu99f8WtLcp6udDQjJhnIXzPlE2DVOXptLmnsiCKzq+iyBvYhaiRwJTsZg7q/NtpNKTqVuh3r
dD2wB5TIBknXSbVOsgctPSRkFuIyb1wtvB6mgyk7neAqMp68XdkfDHZNRv5Yic9he6i71ZQ8Jequ
ynayuU1MnOHTZZEmdpGUwEbol8v0VKTbwLsM69OZm/3yHdCJVpCizJJvXUEx/XlojqGGBQejw8kq
DjmlnWqCGW5oM5ub9KGydkZzjIprvtaUSIAUdOt6SjiWPWqAmnUb8TvSdWgR1ht8U+W3NK7I9MGl
1VKrUYRRPFwJwqqi0Z6xb7toNkXilOtkJOdhXRu7/km+EG2WXh4IhnozO35/e++nuJ8+gMXtLRYA
QZvGpqu5PXVYEUaksnmAiP5iOsLe2nXxGiddFqyC6kgX2ZB58CvfALdAQ2qtVmtaagX3pjpY4CR5
hWjT6n9H5IXIK7grrbKBYxVJJCVtimLDvaepM2zV7FTBAkgciO+NYcOhEgNXu0oNDI0Oj6YyXWJU
yPPU45e0RbZ9oMVeh26Lt43BlkLUI97NxihKfkLzYyjt4gfb10peE4pu656jmutKeyysc6L/ufz4
8qyIDVRFEf08beTPQ6GSQvgKlU9ppK5Gmew8LGzNTeYXdoMkSCXQwanbG7/cT3PtPez15u3M2zrz
A+a17cO3XnUyjoCS+g90qVneF82VoTuGfNF7Zz7xr/vaeVh8uNVlJVZoCpooim3RWzVsLcfxSdKP
srErC7vN95a3jasLI3Tz3K3z7fd3ubRRcfDz+eKLyktMlXLw5jFZjg7H0ZhQLQbDsBeFTZ8BiN9p
wVob4Mfsw2ojYTjB3w1dJLMHlsVzrTPpyz578WsWE8BUqRmJSIF0SrOLxtianE60K/WU/0K3R8BV
UZ+ryb5UKIsLLj5JFD1qNcncPgLHbPxVdrsUwLyuPIopGW8uMTNt+sRTp3TxiNH5/uF/3fig+5AR
9mu4qFDMfhF+1XIyZACETqlWdBTf4CfVJg1XxG48e1hgXcCbKpvL9odPstVFPG+/ak3p3dpgN5Rh
DNzgUbvqqzRz1HH8bZKSaEuS8FY1+g9qvnFDwvBr4M8cBuPAinUH8KI6U2x9+VK5CVKh8bmQ2Tt7
Aj9/KPNRvaGEUnyCq8H5ll4OKxz+0+b7Z/W1ec5mVNLpnKLf4Hju/f//8D02ABeEyDeCU2nqz0Oe
TmTPYOGQ8oYjptiTVkiVLy1mNeRpnJy2HKor3bl7/VpKv/8KtJyaRgMK9+Hnm8X7nfu+NwYnfeAo
M8ZjZZaAPGGA6Du1cnMT2RROr37FDj3NAble1pF8wgN03/bhdGb0zl/DhzmSmHlE1gSK6KBd5Jk+
8PnHwLgoQbJ6/mngIm4ZJqdgqA1bbPzffVWdTZ5ffCvz5fBh0QXjRE9DLLq4XGxmmjhZOffeKZe6
HEprSWnA/zTyvQe3DoZCuG1kBVxGlr6UMTspRcyFC3hIT3nHKl50hmCrekG4XJK+cgDqty2xzR0h
TemgKk7IxCJpfbwjRiI5U/UuNUDzj59PIeAAI1xSRG2xIxjH3EDIolm3eF4wXJa0D4G3qmvLwzfZ
JAdNMKQdSZygQwS8EaafCmu/4gypKGN8VHr+MOb480KR8K7C9DeKeUEajeBGM5JMg9zaacq597v0
j/Gj32VWMroWkp7xV35+wWRJtITD+OIJcMBVAJ6oL9XI7c2wvgAeeSeEsXCE2uxz6j5A1wqKDOSj
LG4is7/SoqK5IJErgK1jkLmV4iBXJKfwtAMso3R2jwQ3HvfptO1EFaBr3VUgtv0V4bSRk6fR5Hz/
BS9nO+4GMxreLDTFOvbdpVu50dsIArhYn7rIKjfkBqhE7NZY44fMWEFyQ4gVPeGna9dyTW1ExNa4
N9IYFVxOzVZl7bAXhJ5uFCfLWVx7V1FICw4b+jrkkDuHi3FsZJL1IjLs1rg5gQeTSe/KA7vr729l
eRaCVBqxqIXlbdZwzGrmzy9G7Aers9LCuo2KKr8Qwv5eptRMdeNKYyA5uV5AQw/bLa4wDvcGrb9K
AwQtOLziPSlEq7YHz68kM+iqyV3kTpErKyz37z/z3zK2/O8QuNfFW3Zqqre35vBSLJG6/x/6W95t
F/+zwWXXvCTjR2fL+z//t7VFMv9CZTvXle87DHJx/uls0f/ScdfhaMavSXtPnzWq/8TgGn/BVMBh
KEv4GxFH8SX+w9eiaH+ppmLNqwH9UpZy9d+xtcz1xr+mdGIEdAUzP613fp+G9W0xTeVaWk6NZcoz
mK2/iAzxRef4ngMdGS2YHAFB0qRzekSJGXxxWYC7BEhJ6tzwllFtLKZ2WU1jED+NCJasqaf7ojej
bAdVpTBcy4usFpBpHemXpBdD+YpgzeBL7T1JIxlQzchWyASt2oPKY8vJomsqK682JFgOoJKmHZAC
1gSe7S+MlpLnRph1Er5XiLHrKDFG8dlMclHZFhZchT0QYOpKcleYzIzZkBzHsadcYI5jqohAdz/6
fjv+ErpIKZ0J/gaOfgKibc+ou6eOGNxuTTzjxJEMEX/VTTSKxUmPothzO2BF+h7maZPaGuG4yi6B
pviEonXy8ToznfPThr6N2CZRNK9qvsvByaJQku0yhnDoUKEQqGpbY4wvYYghr7oS2BrjIug6veLI
xEgqPNxVpfa7xkuH9La2QrT5uU/4diq17ZHaVrqWfR9tlAjU4TlNxWuhHILaFSa/PxQhiU8BbG2y
ipTeeEqztEaXktdqfuP1nM6tE/hcwqnG066s8CG2yaU4eWxtTT0aIo5ipPi5JwTrcRA53s/kSleB
G6eQUQuzuhYzs/8JmZaWr6bBGnS9cOJG6b1ahQOEU05/inmd9iu11LjpRCEYlvw8llUoNqkMhj4W
+PNKCSxUYCliIog/sUFykt/jIZQVMtZjQ1srWaIUjqf7zcov1GY1tX2ilFgCiXq8AY/fdScgk1yT
wMLyWdTygDPEccwcpSZyxPYHY9pHpHhexXUtqHts6OGdoRJ7uY78GnfxWHvRq0jCpkk6d6mFq5hI
LX0zKE1ROeU0qcguxzSLSUDqZOzjhANOinddRbh3f5mk7EjK3rLKiBpE9Sex2BPEkObrRq3Rd7Vl
GNU3qZgXzySv8F8xPfDuO7Uk9YLMPxm5cGeAob3m0mMZ0Vf0sngFRNCrbuJaUuKbUmkJXvfGdMBT
LA9ZEG2ahjRSV9JSsT4OJWinws7HPENd2suy0t+IZZtF92khB8mlxrBnFOrx/E/j2a1bRYRv/P6H
5iSF3XawZFpNgCH4m71pMIzYrWCl1AoOZt+c6Jj0ntaB+wVo1e44GzbYD/iCTwqen+pz/ogeCI9V
GfDUpqBjNCvhVDxjHNWVlVCCP8M913LXGci3iCOYwjxmRQbdqAX7QbqYRgiN60HVIlqJRBRqEqMZ
Vu3ok3j/d94OOvFGxKQC7PC+m90FrlgMIxzbNk+iB8jG+Ep6XS3SuybM03pVQd5gSNckBK0iCwiG
G+lRjSyrFELISlHEbmwknOaVJTkyXJ1MJnGTGWX21tRC+DsBZnzbyHmhPYOZwCDR5jPJSZL2cSyB
jSHO6UGJ1Bi0F1AEcuxDqJmtJB7KMdkGfmqXaDQGCm4nILLNlTtCiCM4ZSGNIUJ5yCbxgWwjeOQw
ztfulTHutqTpXmoNfD2lTADyda1xY5EQclNqouCQDBSKJI6Fw4UCHOoBEmNLJIwshMZRl7M7ENe/
iVXvGzsPSRQVk0batROpunYWtjz+ULkCe9DQobLU/pRJzIRJKOe/5NRDJwz36AhHdhsPYbU2fA5t
qK3I4A1Ut52kh8LM31Je9MEoG+JZVGkLbqPm9L/wdkbW/syalFgcbcY8QtARiSgWIgvsXW2MnGnz
ZiyaPo1glvtqtNxSGO57VDNFIwbrGsaVQya2cehqr2E8dJu2gvlBVNeKgKPQ1tv8ysgyZlYKp2LA
xhBeWVHwYKbQz9Rpoh6VG45dTPZPUVg8SdDViex6yNTxwmSf6YiSv6ck3ehiUO4bDCeVHqs7cnjo
aHqXE+WlrRKyZSvtdOHjWlynJNnYrWeFa2JuOSxWyCxpEmaxNrplCesBHPPN+moKKpF5NJqQm+Io
fZyM8U5JdJPwi0zcBrWc2h4YMo69lZ2PDY6sFSjzXvejIAbCqTKEYqRaNzZx70RWxD3oXNLA2cYo
m5ZgxskyCdODMCMrvxAd7gQp2WYhtMcCG+WzRygZRS2qI+DLoogSicAeSbgElHCnWNGapX+a7SXg
C4aKozekdKXqjmEEzqefgnYtdop5BLAmaGA2yoPqw+4m0+eq9VCWFx1hKymDybPax64zjiLYLrsl
igxi07Yzs9q2Yv9KDj1m7oFcKzykG78g2kuJYUuNY3KDvgK2US2vdHbh/t4SYvRS2gx4hfge7oTC
+hl1M7FcJRmcfkOni3TlmSDJBZv6o2UOHNUz+ay0PjkCaSRa0G/EEl5d3XTOYI7ZSw9aHd1rYYCm
ARqfrEJQzAnGInB0hZ70m07KtG2f6dH9KHp9yk/1kc+SPE9Ypqr7T9Y455GGE1Z6QWrDwg3kNt5X
3lDcZY0h4R1L/R+WUBS6AzsNlLI0FpdMHeN1VReZmxOb82SYGQamKc5eAq+upHVKqKjbplHcrEZO
P4Bv+65vaPHW12MvpeGuFBHHMLJ5VxctMXFB1Adw4CdVWNW9la88FoxD4MeEEROc5rvi0NXPQ9BI
20oMjB+FLpcrANvhkaw2ROdCDAxNH0b9upWsF1Erk5XpCyrngQQmxRtJ8nP9pxZbjXSJWzQB79j6
EO1SqgXRNsyu2BQ6TrG+aXXHn4TgGr7I8NsqQxniYR7TUB6F8FEzC8TlMqxXp8Sv47utpNUiciRi
D1eqpwCMrHWPEwuZvOTe4TWaj2KUNFdp6Pcw1+RANNeZGItHP22GnqSejJuWe09w/agWrtIp0Km5
isrYtB3B3HVXBdeAJOqNJ/fGT0vs4i15N+LejGPDAZurrKq6adzEDyIEQwPcQnmIhgLMQAJtTNRL
SgxLOxowwzN7bCF/6rUQlwfAOaFDnIxRzqGrxVqr4vJUluO0lfnTwTG9XNqJ4YAeXCKRkjglv3tF
Ikjrq46kp7KQlIQpMUkmzu8HBP5Z0gZbP4/Up7ol0CHGZS2v/U6wYPqSvvxg9BaRgmgxQ5Jetp5a
pTsxFYfIrua9al57mqNB1TtIEZBbX8aNag7GY5iQw1bXBJbZInjRuC2yqxBxttNk+gYxhUS6nzz3
2xVBuiPPUl6xxmZO6XFiMRE4TGKKpBzDhBaKygS6bUo52oUKylWPyp3pkPSagvXwwigFxFutYlHt
JN2uqbAIK2GsHzuK7WNbtT0rVcnhhqb9HkT4K0UyT8IliVstEkFMQlFq5LPQwJcOUdyKe71up6tA
DlHwCVYUiivfS9PX0qzrdBXVHRoTq8uuSM5ct9DiNkZcwX9FB1bzaYOQNW4boaLE8vXI24DtbPBN
RMJPaJ/Bk1jVFTsWq0h2SLFpZBvk5iANSkzwvmniTBUgptogum8o+uCNNRW5j9k0/cboh2o/Buwq
6CVwmNP3qp1yhn1k6mlD8ttCmJniDN01g6rdTlIHrlCY0NgXdVi5jWJEdOfCYe8lsbCOZDykjUJA
jhNHwriNajG6aPyoWadyrzxb7HTytzk+W3RkuLrtRadPzXVM+MhDIUqqugYohoEqUQXatKPhNSez
I+tWqQyJeibpbtlSioQhkpm6ET2Mb4E5gMCok5bJelSnPANCXA93nEh3nHpC7/itE7NZ2lE6yj98
ZJ5gS+D+oJ3DcVCqVdGvWyGRiJfuRWtTkHra2vpgmm5XYuwrcf3+LHq5iNagNbsAZSHhm3oPBXMf
+2ZYQR7UEjKyQHAbF/WkHRP87Jo9xFZebSqAuftAUtI7wmBUJ0jQT7axguUkpSFR52a0SozotSiB
ALtTI3WXWm4JAiHiQXkUhrHfRxqQL6tSkpUcNhkq2rnXl/g9SZpqzSmcQjwKvRfwcLYcjtGMKO18
pJKUO/51wOtHboz8nlwB9um2RgiprahlGm7k1pBdj5G5VQztpe7y8TbUmyRe9z1MZJdaDKpdU3Cc
CeV71zBTX7bB7B3swgdPD8ILZnWAtumEeTcknqBi1txYZimvu1bzDiqz+LXW022SzVCgBvDDe60n
eIWYmGA1p6EeyCyu3TpS1FeznYpHTRfrS+LZuyMBZfEmy02seEm5E0eA3ZqWZvcVmOz1BNd71Yh+
vcFAlQMoJ3ZwzRxUkIndwh0D8oK935T7Q9zILNQjehci68L/y9x57NiNbNv2hy4P6E3nNrZ3aZVG
qU4gnejJIBlkkPz6OyidB5RUOCqc3gMK2VBJyW3IiFhrzTkHJ/2Zu7kPNItTM97Pw+jvvWpRpKd1
k7Qo40TXnz0qym0yNcOGeb4lVylb/n60GVaY1eCoi0kuKcJAh0qp8lW+5pExDk2p653TYitASwl8
MZlSTojACUg5dfrae/I7cKqiovDOENNvek/ZbOJzt5SVSO5EwRvOlRXfitH3dyWBH1ekZwVPtL/n
71lkBO1KmeZ8U5rtDRUk2QUNr3YbFQMCuaGwCHUBzLIeldFHZ5FxVjR8VZtnIFu4PrLQ5duS6bpN
2/letaS7K5AX0b7QpIr6AVnrIPlion5NJVnAiMyJnRWGvOTUF5q00TYYZwyPdNW0KNKPpp4Zefau
3BHCyrRUl0aidlXjO8O69uzlhqTOPOtA04SW1JYXQ1XBkYm5WDU+QGRZ88hjT3fffOLivkx6mk9F
1/n5yuw7kvPT3p225pTZwD+oMIgmb8Mh3gLnyjej7cTPDuzGF6+Iceq3rnNvOWQHeFMsmKMH6amS
psMN2RXlQw/CLAJYMZKsM+d19N1jKXoAI/cJnZldd4g5BCd2R1OTbz7yVh09hOcpJq8Xa5t03ltT
YSAAAcKJXRUUoONCWB9ULs9kZOfHrk2HHRy/BsQdCdXbpjHjtZFmmETjTtU7rpwQzmWh1yZ4bOW2
vbMxvL57ZnMrj51unet+HtWhNUDxrUzuGeS/uiq+RFmcXxXkAj+UkOevXahrqwFeDp9+eA74Wk5Q
ZPNd40yjBQU57zsKoJaDQmvm2UfREWQ7FISUvUNPzF+L0ij5Yqfgjdgc4oo95tYw1uqj2dInRmfb
ZhajnTxFsg/1+k61gn58gbFjPPaD5X2ZAw0yRdqqelYDX/q6Zh3Du2bSdKWcRr3JAuifCYE3C5QC
xI1s+pwYYrshOBLuY57eZTY10Vbktv+tsGKk0zRtaP/bsyT2GWGHKg5gwGdrB5I8eNMy1M0l9/Qc
kIQ1j84x6ZLqtcBy8moa5fw4moS74j4xCJRUmnMpnx7JrFcaX2W8HnJg4ec8x7SNMAokkI+ogsN8
bs4EBnv5dw5nHTdqkNjkJ6VGemV3Zgx93uMRG53SeqE9ZZI/5emYgbAjnpsyeGD/Ntk5yHL90OQ8
J2tJZr7HnTV1rzm5eiedVNTz4keD62dYZmnK6p19YUiO2jCCOzISBuxhpd8+pnmPotJOnGwBO7g1
spZmbiGlyuFkhHOzTSxTP6TKCLZp6bWcHyMree5lWJwyxIwWWcBe/LrQRFnJDBLV8foNBs2GkQz4
ghFEWD0Pvo21NJkt2msGGckTcK5kjLdkWXZqFSmY0dDAQ342LOr0KRLMemtVWuk3HD1LxmFf04pI
CMVj/y8Te1zb4PzkSXQRpKNaJ+07/5pDvzdw1LCIaXtRiYHprgMNSOmQ5TLfUrvxS6THFrUx4sYc
kDQELif7qSu2ble6j6GFQ5Odib/GM4mCd4gYpMI1LIFH/vzz7EfjyVuaJ3ZaOscwJDoiBpe1ijLf
Lo4pJCzEM7lu2a3RS5DRKhkM9tZ8KDoyR1KYU4Osb8o448OwrWzGoJLMPpnnZB1qVCBy0vSdnEAa
qMLKOjdW9QjM4NYHewiGdMm6rX7wLyQyuHGtQ8FPKyvt8kzT2qwfHZuZUEj56xSPLaORlopMhuqg
kp5dyIDDywscdbMwHMlvakAmgoTbloIW6797OTSw+JBsxAnQqMo2xQdAlJe3qZpA1Fui93V2MLWB
j9X3+my8G0VDJpnn8AtsL+Pj+9ncIYCbV2Xg4+52ujP5DoCh8OZ8B64sJ1Ld5NvOiy0oqt4M62Cl
SSqeD33e8pYU+Ap+8j3ReiUUp74xLEyQKzptVnlu2qbsXgrGxizPErLJo0k83ohcyImzfYc5Kb8y
3JabMqFcR4I9jW4GPDLM+vzaYulZcpnz/pmDf6eeKh8OxaPF5FLudB2gNTGHWChsD25A2jXYCn5D
N/NCWw0b8pqRNa+KjNTeP9IHNNDxlAqwejN21XXWdqwoA69hPIcgqyIaWw59O0L+hLvWBuN9jOU1
b3GEVGCvbLtHraVlG+9T5HLsGW55IThdrdp2dJ8I47OpUlGllJ61y1Ewlg+uGLS/+h/TTir6bS5x
xUp4wQKcISpE0s6UN66urPpIWK/38udZ2K9DaNTxS4AtPlMedFSFiON+HYVlOmY0nWJgS5hg3VQj
UgD6KYM/rnAutenOAb2l/mmU+LeL8m8JjVkSwALGMr+nCHGYJnSMw9PKDwz5QvtuMNeCu+Gzpbzb
2OA1Ti44bEA/g0HSd9FXhrGbaLWslM7xKOkyg5gxENGc2TCjq9Esd5PTeN8aDTNn4yWa0riZJZv9
pJyqonABUeP6xrDM8pNdZDXWSdWG1W4inwT/f5gvLuOWv0yB+CgJFUISFJJ6yLD69890NmxpsX1M
K2rglHu7bo9xkjebzvHG21a7+soJdLXO6rh5+C+/TaQExLgSz0aTa5lF/fptNjxqQ1pNM1g6m4Nl
XpClasTJJ+mYFBARI6jsH77L3+RP3EAYluFSYmDjiEpu6G8KpLZKCT8qaSO1ZSGuZ5fYw5VnRKcx
mz25akQUXsq8CW4Mb5CnKmyjFQ38Ll6bfdgZO0PVmmiYxCHl888fxXLdX78EVIiMdrnTUEnZv4sR
q6a184YNfVUIe7wNy3K8zX7khbZmxtngzxf7VUSzfAghSXoB/c2Q6RvP06+fezQJIIIdwk7GygsM
sQAFs47G2D3++Tq/vynLDhi0Qdhc7qyIj/3X60wDfD2eKfzqZke73aRXVGxhhS38p7Jmb/jz5X6/
kbkc+ibCMhmRMgiIfpNXESaRVqxHpDf+2HjSMWX4ME00gfahWEBqRTctTSg2BjrLM2eszZ9fgOX+
7SVwTzHVRa/CTNX/+f//ohtKtU00NoOhFef7pn9OiBM2CNRwMYlBnItvOHO4pCx3sWRckHT5i5iL
muSxuIFI0gct0MTejOmYKKaK1x0Ma0IlqiAkZBQkJ7iQMEuztVCOW6/dUQw02RTrB9BITea9mu35
MMJ1CSiIEyjNgiUaD5UJlPEgY2mgxuwVa//PuYw3KDZaBgnLGdQl8/TGpjcNwY/TLbhgY+y+hfHk
pueKg6x9zSTClxujgIl6aAtlqttCj3yJ0Jas+pHagg2V0Q3jwSYb2XTVsOTck7zPJw/ovEItbKbL
1qsFP+vBgJyXQ2I8N4ET3MXRxJ826FJQgmon6FcuK56116a37MRZwmnAHkpePNqLdK8QA/GrQid+
jeUoxQ4ke3gq245GsKuC/pKFefTddBK2Sj7jlDOAYMxw6qEdiOcqWgLZ2yRJnqAxw3QwJsVmaru8
BK8QjKVs+u/FJW0lG3oRDBxCVGiM8yEB/NB/egCy50MdJQBNx8wR6jjVA9t913sRzQnoatYGL2da
7mon5PcQd5pVEBIaYojciCMVcbYJJ05gFHxQ9GnSvTFmy7mZac58IE3bUEeFX8amD9WmDPR+nEe8
Jo/S01i7xrhLHUUrtSO7zjwoS5vleQx06a9U2tC+hg+G8mn48Rv61OUiPQOaDD+pbuAqxmkaHRju
/fgQAt50wBwc849R82JnzvgZXjcgRrdkO8iXDmAFwxs5CjrNOtqlKAyfkV5x12Qmc47J0M21UKoq
t0LiQZXCCF9FPl51WcVswa+y6RqxHQVk0WWTcfp5Sht1NoDJyQa82QvowKWz+d2qc/tuinMM2/FC
hN6IkpBgrMaovP5htfhN/GBb5N9RYAcRy67n+z8MNH95VCM/z8l/qTAvdyln+pih4h3vkXUqdIVh
rq0muc7Cnq/gz4vE74uvBUqAbRaHJ3Y/D0ndr4uirakPRagZeBdL0j4paNwINdXt7Z+v8/uphQTK
RTPIT0SRQfh7zB2jqCSy6R6uKjfMzo7FMZ+Hdxn7FlX7MsQpPMM/X3FZzv+6hyFmWGKTuHBIHigi
j1/fGZ1cd1AwQ1euYwRPSWSVn5nptM0hgTZfruwqoFQGDGuGZzFb9VfFY/j9zy/hbzsOIWFIGSLT
RUCDUuA3RYvmKRrLnIksqdzRDY51LTfx6HwuCHFn++dr/e0G4lpQEclvWTJtSLv+9e0m8LLc1sXT
M851/kbCfdrAwSv4g2jARhe04fjxU/Lw31/XR+bKYIwMQfvHEecvN+4cTbZRQSBZ/Uhrrn/kHKd1
cEdGC1oTx5s+ynjizvrzVXkgf/t6CUt0kSl5REZyZEQb++v7ZS+q/E6QN01HqLgxza47Ta7ZEhM3
FZXc2m7tf6RBPn6HSGh9eCR1kRqehd0rcOlUbfFdNh8wgnEQoCHxzjmDvWkDmbS4C8rBeZTkNhMu
SdNxBWgoe4JQmL2WqW0qMIthiN2Fphs74DDRX0xTqTfELwyvRRouUpo0Gk+4WjwQJDqaXgnnx+1g
ZEaTkR8VMflp/PpNK2E0+9mylwQPVYW3oxWwi0xpG6df6wgCj1onLtRjZ+UbQensgx9lb89+vZjo
BYW4OZSBgNxaswtEkOvsVSdCzFy6nt2AKVc1GAeEMCymiZtBhG57I8Vt/KOsj1rJn1c/ej6Gw3H/
qqQED2/dYeI3xIVMq2sT0Mt9DgOc6eqslVmeel9k4bYLlUTV08M7ujHsbnEwV0lts59F823cOTNy
jyWbmyKS5bxg7HfVDG1JBMnssr5UOjNuOsb2X8Yf/RnyHGbCteP5I1PV0vjCcn7TeaXijSCfoRU8
sXdHWTjuvbxwG+Lo0dtYFaytAu4napEhZj+eQrPDUcg6dOlAZhJtkrtqI1vZu4daVhONR8MTzymM
7WA3lX10GOfY+drJVD95sKQ5HsCrIoqndrxz1cYuIa1JFqbbKgq7fZstEd4KldyBKTKurbQG1EMj
31X4UsDptecOHukmkto7/1yqPZp2ZM8xOcwvP3s1mZtW3QvsiOWrikK2agkKeD78/PsMaMIYLiCJ
vpdUtaF7Cegkfh292tkEoT/Kg5qAJGzyojNeDMYmDy7yF5o6rinmb8hV8nNlGXVJY9JoaGZz+tx7
U+SBdCPEnNyhUZQ4DvteXGUVfeFdW6qugRnXluVVqrtpWAPecq2Nh/DGWCMH5Gb+KUuZ24mXXFUq
lnu/DGkkFxM7Gl1pmZirlmekZDC2fLkZvLR5Lf22js71NI77Pz/5f3/uPU61+JIRCIIM+71Kq9DJ
RWrMmlUc0fxY0UdECFwrOVdvPy70XylIH+qS/34Xhf418/x//6PI9P9H6ejyaf1n6ejVa/Gq01+0
o8s/+KkdRetJzbSwh8j/ppAy2WB+pqI79r+oMYhE9xZtOZ5TzhD/1o4a0b+wRaAXpqrDx0S0Hcv0
v8WjhhX8iwk2/JxlGfecxdbw/1Lhb39u5ATK/0cbNSemX7dbTk3IOJk2EpLByJEknN/OMqUAEUTN
QfdlDAMO2lHdzBc04eZOEMj/lFSm1ujyIYcnIWOSsQi9I+tPd5vSvNpUIQ26zm6LB1+l4W7MjfbU
WJRAGK+sS0fbY+X5sUZ40I3YxocGhO1Y1Ecp4Uigy1pXujm3vj57fml/2tH0Ug6LIk/cq7mipUjX
pYaGtfE1LkJzlE8uaDpeCXMEu3FPBVeXPYxGrW8o8r3NJKvmaESEqsQFS7eRywXNOJzNNi9xIRrf
DTt67qHUx3O/7YzEOk4WHXS0TqteItAYDV+epNY9qo0Uo3eEkHzows2Ut+KhaV4n6GBIqDwiPLJx
F7s+18feGZf5LnLqa0Ug4m42y4fRL1DLYDyl3oBFc1AZ2R8tvLmFGEr7PdoOuutWTZLcVAbbsehm
pCnuGlnQlWvkj1BBGKev3LKIbqwifU7o2DcO3doi3da5u4l9+U0sLb6SVKtV5tif7OXJixmT4Gkq
bzpMKE/xHVsz8sTCOaZxgPRRRGsW4W2g4/IwlTmoxSrJSRhLzm6dMiVyYOtFobE1+i5ZVw297bY3
3x1FNI3yPiDnnBLTuEOB52WUoeUOYNMVmpNNWWj92nq633uETd+HVnvd5N1JqucqP4kJ4nLWIcs3
HVQStq6PWllfuaMq2qnD2Y7UPeiQi9QCx/Rg2/ui92/navpsA8BoTlcdo2FEPFePb7GeDrmisRWI
/KT7ZCbgt/xI0/49dr2b2edeasOc8Snjmiw1BHxl/R0aGkQxF32yJ3ZOqacVfVo4oqi9DmMBGDrw
sm0L0XKVD7hCVrJqs5vMjCvkOUPBTG++cO519xW54jvtiPvWB5RBHE6BonhJwckPpuyuO01mmVs0
76K33qsaXd00HZ28P2UBVmnOSOmqtWCLCSXLNTXpbZ/nn13qLdKn7whlMNXGSCIRrX66pJpEUArM
me3Xk9G0qrr0MXTVY55117HEEErmQFTCNA+w+mKxbbCfjs42EMmxnptT4ldvXZ/OW6Ij/dfBbd/c
AbFz5OTMVzPrBn3Uporah4g90mE0CcicnL8EZLxQHzFHKFCzPPT+l7Qdq9smJiPTcSDtMtq0mP7a
7zn9sxODqnBTjegAZS39DaONU5N7rygkEGeiTesthL5HuL4MQ2/n+OzF6ZruCWjaEC7HQeQAtSPr
w5+8ky3iPXzPftjN1kh8socAybBDHn7Mw2m78svyWLV7JzDwnmKbasVuGttvlsM9o0OL6FGeBV0M
m9ExL1Xx7HQkywRMqOB+utQtKa+dR36dN6/a3XdFsQ7k8xD6HwkQrJxORmDyl5DkyWYND9QhuqYO
5DettAWUsCV9Fw2lmG0SL/I2iwHA1l6PDGFCpHsf0hWbTkM7F5KPCVPyu0dJjLrQZdVhOFbBcVow
QqOZfDOzytclw8Agr+5Mv3Orm8CSiJprmZYWPGBXpCd07RbHQ4QuMjjA/Z5QREC1yc9zMeX+qtN2
bG9M04XK6Q4JOitfxc4bR9PwBoUvchbLMIY75jVE2GHRkscxq9GJOjPkWMr1MYFlqRgo7pPGdZ6L
vBhJ+kP33u67xvHfYzM2mbNXGYDeLhsGVudsbhQn6jZuorXRZq6/Laqi6dZ+7GQowwYiMrYKBQoG
a/Ybb9PZ/YgTCg438lTlmEtBWdS3M5n6SP3bcJ8UbvyyKPTFVPDAh4Q6WEmMk5J27hUg9WPBU+4x
cv1azF7xyuzkusqKG+pg4wqAoPNQCydmBi8ykjD86YtjSZQhbqBe6jYkhFmIJycqs3Wq+w+C5jgE
yrG8sdTAo0OQZesREhONyzn/hH0rOsGennQHZTVHCaWvXLASUYrRmUIFaDSCke6Atnsb50R/mPWt
XhJeomifO3zvhgVuQJRo/orpEM8nSwM+EvGOYrm8GqIx2+RSPaRpCpJsEC+dk24jIYOLHviDvvvk
BHgIwsWt5SeHMoXu0ParxvZIo0PU3q6DfNdnTKiXjmFhaLXVshcnIyk2otV7px+8b0GI2MFmlkJM
kK92M0/R0Y/7J59A1XYgT9FNT90sNwwz4FcNPJLMtO/9VFyFMt7NQ/GFeg43B9FxD/GUlJdxGp21
bRorPx4RDhvl0S2KM5RrRWk3CuZ2sHxBW5GZ0O77HzSKqfsURfE9zClGHPzYh2RA0GJFeXFwoLhS
ZATbtvDG1SinrRx59maNlhEs+60GG2IN0Ix64+LGai/8bpO35nWYvDjMZXZxnUJ/l7eq8taOgxbB
6Sn5sn0f31QForwhjJ5AI16knO/9goYr54uB+FJCt0x/WCuZ77GfHwKz/W5O6jZwyuKm4sKb0Z33
ndWGW2s0LoPXXwfAg9dtHk3eqvfr9CFyx1ehb0QOktjLjGivS2uXYD2L5gvULoD3A6M622QrDYeP
2lNPbkYmqAxY/NVoJVtsEGqXjA7BV1W1lVPziDP1hIZ+voa1dPBNNEm+M+281L5VXkyuZwQXzBjL
29LL8/3gZg9z8loNalum/eLLPQZEwmwwIKCmZII9Zi8lcXoo3ddGTedXND2UXJWdQxpS24BPQAbp
fUfB1/Z7P2BdZnZ16LClrlPpR2cjT74HAHzRqr0VbX0Ia24kaW31WGxkDX4Niey6xeN47KcegU86
PUm72QEM3cQmuftB+RKL9krWyaERPCBmsCKc6TMj/0iX5bYYOIu5XDWt82fHUwdqxYMS1Q3lGI+h
GYfonsbqyKBq7zQ1iRTjTifRGzrBjZveduKSpEihmMwZxMRBD2TLeOjAps6jyfnmcXDFVpj+Xunn
xukO5uQXT7002QVvohkpXKnqYyOMg80MdDQQBpY/qMDPZvM6lMY7GjW2fnxKg/mJjeiM5HKNJG3l
jUhPRYRM23gsrVJs4yyw91Uelk9SR880a4svPJNMyQN2OUbyV7Vn7uPC/+5nTEkURxoco6y+VPJs
lbiCkvY+Tbpm2nReQra3fDYa4sg8fMiw5CtYZK7gDF1tYsB3JnxjTnxitQhnSf5po29+vLXzc5fe
lShdsoE6vUsRUdbpHN9qWT97YXrdZ0iLPOXuudVgjCUwNVOBNpFI6M6sX0dXnqUKrykBjWOTyha9
X3vIqZFn+EceeW0TK9i2aDvUJt38Vaek2dftN1lENTk8VryN9LDtg33csZEP5rWrDKRwTKgQsDXi
MdOEq6cHWY1f5xK3gdWNpBi6L1HzNhD72NvJAYEeomkRINtNyfJ3TFaGjnBEVyQrhfqH0GoRbBIy
jlKPcXjG/YNi06/964jEmTgCyIghtFkcSu1jXVUF5mXfnd+xL5AwwEM3XJxxyDZ9M867EOncxrIN
ZAoV/ZBGug9tyxZjSe+2Zp7/Mtvd/D1N+Z2IYE1rISpzD23b/jZS+nGeGk7W0SmYm2PhCbSXNjwJ
C1Zug9Vkii9OEewG6e/aigEwyTueS4yiUQbG3Tz5yFKApj8VyfxQIh7k7j03SnfbSizobLLIRWo9
G8I/t4E4OOVwbBVBvyEZ5GUQXRj7X+iHoVjJro0qfO7L8V122XVS3UW99ybSdNlcvjajtUnKEEV5
v81CtictaG94VmUcZt9D9UriixEv6s76TJvqinn2EuKoeR/CJmKXVBPP/GL59k1JGPooqg1OKOoE
Cld0Ok17kCGSzI76bh1nNbS24FaGxj5x3U00qfehrP0D1QOxJKhoGj8+dKDTJfkz60Hy4XUeYp54
yKeDFY6PjgkCsC5Dd2Wq/CFikwVwvG9tcYSY+MhB8NRDD92JziUmu5lOqS44Ezw3YQ/kKPHsm6pz
373UODEoOTCKegOkl2z7QuznCTGld8e28oCVgFybXm9zx170Dy6TCW9Ykf/Zn+TYP+cOIUFpfz1L
jP9ea+F7Tz/j0dz1cfbURz3yUJOMayv96nbjlTuBc46jw8TX4ouDKiZOHN9EsEOCeLHpcs41evl2
MLeqsK11RnG3LYrquan76CmbenVhznlwy4DYoqLf4Se/mVN25DQgJVFm1ISxo5996XyrUHIQEZhe
F8p4beZ021blY9KMC+8hWpNt8kGXcI0nLjh1w01jT8QktgdELObaNJqNlu5tGCTtl8atdlmLlHde
RLIykHdFE+6QnyEbS/X3eG55i8KuWSLQnSmbddWMWLGiftg2I8nygs5YOTkfIkG/XAO5XLdjeTDy
sSK2Jd8wJwNzXeNgCik+nGAoz9bYcUp0X92gYh2JQip8b/qCf+4tbusHynvLLY11gPReRDvV97uy
IMOpy4OdW8f3ukeiL+x7ncXbwcbWrbNt3TsfVdceQj1+8YX8Kjm4Q7PlqESNBMeyCc9RAXJGFY+i
vlRdeUcGRHOPggUa2HBocdxwxFlJwhbnYp/qZ3p3wVXbNN5KzX72Lc+hCruWGBHNJc197JNY2pa3
fRAl73GSmmTGp0XyGeMXusrcbImvqyvryB1l1ASu9HzBHEhWSa2dYzKIaDulof3QWba8Na3ZvOQ5
914jGnddmGn/XCIxWXto+49F4E/kd1M8i3m+QpndbFycdevOq+sd5/mEipobOAXXu/ED/FfzjCLS
k+ZOR+YbGNIpWZlmbB3zEkFo4zXjoQnSAoW2+Gag5Xm0jJagpjC234qxaJ7x1AZ7JAjDLoqDdF8J
LO6uG3ZHN+/rW0pY6w62sT4I4XsHAd+cz75snF2ShM6jk1QEvBnQ0nMMO5N9780i87h+TZlj0Gh6
EGxlJ3r+AO2MChtmFNss88VALqzIvYlNw8/rC1tL3uyDbAZHvLQ5ulz1V4lMrJvKF/oEQYcZq6nz
6YPIk2DdTs14ZAWqj3GXTMehjo0TWHpqDzrGddfGNAxSezeZUb/FLjM+59Fc4li0R3rSwRLVMNRs
ALzMe38c9XfBeQpboxfsK2TmBzPV4w0d3ekj9yKKXrOcttgqC8kcNg6jdZBRBdW8s/qSZ3GytWo5
71UCZz5oYwjH3A+vMeEd+8ib8jcW8tOAkWfbzIN5IIVWjRt2qvGTMAz5VQ2DF60Z+jsP2kfeNfaV
e3GcEbNpLVyBy6pOD2bj2puSUr1bZEGdNzgkyVWS+rcpH0L2Q9q1aSZ2PR/+VVl11dqMgVX0Vm/S
RAoGj0heWoXMyJDnfKEJg9wxR8/u2yp4G+0SoXBJONrEKDPbRyacLGmb4mHQSX2uUbtdynTIN6Vl
nnPiIZrV7JvV1jFcfo02a3WHwtH8FntJ/5Ig3WBNVcuwPW0oSEJdkjyZMhhYjV1tbGxOtwcMhEig
s8k5NO5IEVt6qfdRmcWAKLdxNI42ofIjHtz23OYd5GKjzi4Zx6OvKtfTMesZIxhpGgNhFxEMq9q2
xcnhqqs5VI27K+oWG6JVN84z9RNCEdjcK2EGR5B3WwUmgnHfneVxD1RtdD/29StA+33TipPOUcgl
lk1wTmgFigNHF5bYrhUjt6lDCYuQtiYhuii96SxTxiAoUdn9SS5KCLdIKhATqR4wuI/DA9n8SxiW
gwk0oK6HY6ECj9qjEruIJFjSdUy5d2ngOqj3AnFf6yrZ4wKgMTcNG8kzsM+FirEa5T3FTqwNsccq
jjY7lCAhugQ3YRjo11DVz8MQWbeIJV3OAdW5cLB9G0G1sqH6bvIoyu6AVgaoFYP72i13JTlk09gN
6Ctm1R/qphliZId9cDUGqik3bdH1X+JKfsP6sDypOlHHEsmfS1ThJAPcdi0SMqJdiq3KWVKLcG73
cnTfPIFcgS5ROF7FXhWNq6ko/QsnZALaJ4Nua4lylMSTQTUnS9YNWVRK7P02IlPdkZX8KOyZnucc
+DHfKF6jdV+1d9rkqI3/wS85jPTDSyLLqVrNfTGz+ok+XIHrbASIL9PF+FS1j0bXSIJG+b0nEbfZ
NjUCBA+BOxwyOz6qKAhWTWz2V9hdwi06ZfsBXNpy9JjD4ahdq6CnGIjppGhUsL3msrsaoTvuenRH
F1sKu2UJsaBNaCpEnq3Zoqmi1JGmDApmysCqN7dD3Jv7Nhj6N6vp002nqYYzH9MGY8Vt5KOmT/B4
NvpS97a+R5NDdd+jR30HtoE1u+AcspJT7iFIXKz9GZv4kfKq+fTSLtnN8NWXvEMYpUXqJVdjmYxn
NB20S2w7GZq17Ov45E/1rRd6ksNPGbd3ReRgDaIGi1ZN31RkdS6qfZHFCAdYsbO8HW7sIH7C1PKY
17gvcBHcWYOl1pVh+5tmrskOpqCn3QHZyidXrLYwEATOF2Xv51YQxiyM+lI4dNqKoDjZrLWUNuk3
B9LoQRfti19mt9aoHgZhfWcZWWs+So6l1OHGNR4iycGiplvj6k1jdl9pgfFXJvFVCavY+gWZ6IgF
uZfqcAP4e40zhjKsf8YhMXOXivLSBC927X6hk2TtRdu4q6hwbvUYYDnQ9b70gnWX18Yh1d5T1zBU
i2dX3dFnuk0rxDb0VjPzwZmt4FJ7+RvC2jPiGfq9huc2FwSfmJUMmumdZ6RbgvfIg1IcTgaepNAw
VlZAvy5BiZ/Ywv4mppqIYfpgWG2H4DFt/S3iwjX2uIeJ/vwK69XNCCd55UXle+Ha16ZbyzUnbIL3
QnRfXgYn1TPrd497RbIqb0hmuDHxs22TRmyxPm9wnnwpfAIrZ7OSsP5M9DvuyCjcfq5m571T/qvK
HjsRrE001ek8OKicnuuCCUQ/CnpOCsNcnMslROCVASgfYho8Yg+7msZSr9AJsdcOa7qIkHJMi2YK
kkqJmLWmN+bF9e1Al2/o5AHxNKpvd+exIoDc25bKXGxkT+MUsK8jGFmLJjtFGnlPinSDhqt7j81e
0DZtH3Tf32AxToDf0PCanX1qUi8QimBu4Qd+JvhA6UUG94PZZLggRXCh33Cowzi9yi0OeVAgd45R
iVvHoi6wovbTwQx6mOu6uqVBfD9y6l/5A7Wy0N7/sXcePY5ja7b9K40eNwvn0HPQgydRUkjhM1xm
Toi09N7z17/FqIvXIYZuCJWzB3QNClUoQ5E8POb79l77wTSMw1hQ3Mat72waMXfF+wt6OvrnNu84
FRTPiYlwkDK929jpL8Kf+h0YpMZlZYrELRIvBf27ne17B9TETjOVL1QOLtuMWrW0+2cb1ehkDcOF
6Or7csx/Fm0bQn7t2aLl6W88IJS3xO8hkyDHW8RaWo1fRo+6Vegb4a6yg3hLRQV3PFVz4Zf3Pqr2
A+Xn6VoJvXKb9n691ZO0WFum1YKT065oB381k2Tv+JInRzVs1af5I9V4ZVWn4gBTodmh8wZvONY0
j2hm7I0RJLJeIxNTPSO/zltTIzHXdKfa3gnNE66QJU/OW6N4C1Y8Z4NazvB5NPD9Zp1zFbeTeq3g
eVzFit3fD61U1o2YLUzOuB2nXN9wMhhXA1J67nCyWXNhfpbJvVeE9mbw1UdLBbUho0j92qJtROtP
armW+T7ZTM4Y3ZoRvuhOM8XKprOG5eunXdXGflLi+mGcuvgLC/lwmefB90nxwi/65Ns3Xu1dZC3D
xVdMjifQkMUUzbTv8sCpyCtJrg89Ihdki12QgHS+Cbser0wHP6emqdBP8yuvzXbY9DboXL8NWFx/
UvaAU27QGHO08boxoNsO/S+VeZlw4c8BfZic9tC6G3AnU8VhRvPWiZqLTRC0xrVq8p0WWJdqPf6p
RsE2G7lrtnkri/j1RIufygpRYiKLtS4pVMtY2+Cf4SXBglU4x3naU6goIA+CpqYe3fyO6vLzFDvB
lWNFoDcs2MIViwo7jJXmT9EOiBq60uiQlWJfS4OqNlN0wAk3lFP31cDru+m8ukdwaj9NvfYD7sil
EkUHGVkXEW5xJ2ZfFeOyyuuLAGAqpI/yKsTNctML6a1jB6FyoTJVO4gjXFoaI+xTn4yGEOPlEHGT
1K7y4qpsp71a2wm7VpBs0rnCUpJe6EUSH2JPUfxVoRtrVAaPo5e+KBqCosLhdqdbSBY5U/u8Qwg+
4xN2W1wXrpZWbPV7APpR+DRUJAEVWbDXywlsr3fpZfLaqMxdRBNrRdfvMtT7AwtjTQ1YRmLua24b
QyNAQOcoYtHdiGKNiqNwLhOp+it1Ml7QCjNy+p5UjsGQB9ohjwpUg64FvFUq5ReP7rbbWZ5+HXMn
W4BcyIVSE5qNwb5Ne86jL3X/u6xpdiDLXQVygoaNyfpX45tfK7iClYVeJtWwtMqMgi/Cr6fc0NKD
UfDBqv6N1k2PODi/5aL6IgbaCqlXbNp6XPf+TYn7kZ2DSUBGEugwazDuOpwwHUlymtZCWGZ7xrbB
l5ucyxq1vO9KlEwpzwGT3tbzEZ0b3roUApeynl4UWA3YL1NqiHOyxAJFR2skNvg/epNAj2i6cIB8
r+oiF2tiKhoCONsbnGzSTQxJpyskmkDT9F2Q6vYTQG4W6olwVyW26lvd1H60dDs6wLFzixOzVrw2
VQ/zVSAzty6mr6Sg3EcRxrphg29CQKXUOcAk+SNG5IlMQ8kELs1HGfP7xoglbxKVG8uGdtpzzrgz
OvHbFD+iruq/I44qtwa8GlyeAkkXhmPPubEs+74CRBtb2m2ETJKWSPoMvkBDmzux4+4eFPYaF5NA
uE5EMGKuEekq9myNgmxU2hSpG/NeqP7FBOWWf21HTZWmBpzmAWIhQ53pRX4SZggWio91qqKncsKi
Hfbab3MiEIk7XullDm068D+rVUSsqk1nUSUJNKXZOAzyUPpEsbIF0aGgaGlLWkP62zeTNRVtqCdi
6ndGy7aVpea2ZJK3CDtFTOyWrbrKkfJDkvIu/T691MqU4+cE3NqK04so0/ZOwVodizr5wYKCT9DB
xpop9S4Pqa7XORlR+LKoz9DGE8hvb/m0YrfNp0+chdamSVPOQ+zmNpVOIn2SdCvV6h+pAFPuaosL
D+eGlD/Z+F+kgXKdFZztIyv56df9tZlUL7oDKHvUHOIs7ugIrTtGciyZkPNac0npuMrYFKYvSd/u
pUcjhcwEzu9t+JzKZIvMzXfDRnqf7Lj40WvJJ4BBKxDPYq+bDcXH8NIpEAxI/3Ns0cEvZPE7hffE
EcPfNSwhayng5PTmSNHfwDenduF1GsjvbWzm1+qMlpG1fokNsnUTDS1DF2ycrB+/miKtXsKJDKJe
ofhnURRy2TOiDlO+DDoBtEFJic4gvVNXYD2SH1hb8UFPfyaRdwO0Z+2MiPC64THQgXiK/oHsmk2l
Nr+pddLPFB4fljc+QUILv4K4uBs5rPYVBeoCaATZ1FiwyktYBZdq0d5l0xdfIPiyU7QDYFAS656y
3U4L9F3rhZtZGaMyFj2CdxA4lpxMR2bn2t5qSb9P8AvstBGufBfeNJ29SruOv7Gbm7pgac7zFXKF
W9oD+yKS2yHXfij4dFZ+1VxnnbiqmOOdcoa93HfA6fE33wMMaG+1rHQ77TltQd/Q+HP0h4zg0mYU
hyCYtwJ6761ZszkBCiwBrIi28lkpU/rKsgPK0KP+GXdSG9gp1VdR7m1ZZV27a+s9ALm10l0IO2UT
ydgL7V0zBj/GmvB4ZLYCUHHC4xPMcbAnH2tq+bgKkl0Ly1rH8k0P8ZNaly9Y2tdN7G/QF646IyjB
rsjgt+Yzy/rkngxmvOeMjy/I3MCNwSrc+PvKHK+hDPFlqT1UNv9FKN0hlpRW0nu2m/02oks8RIlC
gsU3gwAuX1ceG/hSOPg2hUdrd+LcoHG2qCRtA/WyrfR9Ae7BnRRMbEXaUGY34EJUKdL8OeaoCy+y
CSXAoK/setpJrz6kuKC8CeJ4kn7DePDSWeMtNbfEHajtm9llh8I6c1i8jDK4V+rMU+j/jMPGEiN1
+qgYf6keRydvJOgyyNYIsJnvi0/CiR8m4+BkhBQk6kOYdTc9TRMm9ooTVVFvBgfVbgQSf9By8EhV
wOlc4RxNyMJhZH3ckChyA59geqrZnjJBwmr1KKfovn4wxgyRI9jgSU4/ajZOYRU/OMn0YNf9Rdja
9MlT5xrxa3lVihbQs1lMt3k3XA7qxFbH+/lGVfcv6drbxI8l6nkWqiGUnuukmqMiil8I1QqstB74
IqQ0uWXcjrFnljsdW8vPzKqSF5AoFFJxollXQ1d07ACDsQGaktDqPSMaR2L3ViSPmm9W3oH0M2yB
WRn047GKOgzZaKeNhL2sGvU3J/F405KaYLJKYMh9KlNF+UnZ3n5M2rx+sBuNzG27rxuQfWb86/Wx
/CPB5b9VUx5pLv9/Q3aqKirWf6+7fMrC5tfP//g/1bfv/0Hru/rW/KrfqjBf//O/VZiG+RdLjIaB
QuWUSNGNF/q3CtOQfwGHVnULS5OFBNLiVf5LhamafwkTBwKSSKK8JFXb/yfCVNFuYshAjE3EArml
YHYXmsuPNJgLbS7XtDRVSnM2naGxWAowTSdNy0SFx8xv6bYY8DNM4Jl5Rvu/MHa8XkWf+Sx46jRb
vo7pN44DW+tDraig9KvCqFAK9NpXpYUbFDQivJIWcq8SIiX4lkB7TvooP+NkmT+Jv+Wo+5///Z/W
fHmduHopLRVDF37C408mmWiuo1fU3Z4wMTQRImdhDxCfVbQk3gyDExPFPA+8vxS2Di6jElmyuJSW
JAFH9kF3k9LZojyg9p4Y6zSiIDnhkVph8CWuQQ2/fHzZE6+R54vCiJfIX2gLK0mFDMgAUMEdBpG3
Sj2HQjsouDNC7oUj6PU54oHgWWJiNkxncXMxuDvyBQ3DFUoQXo1Dkn1VuO5KhqmO+zZuf3x8V4u5
7vXF8b3gNjVMHDIYjI9fnFOUuWx7qthOQwdPGk26VyJDEitGFxFuUqJ47dqMU2vbYr/+3U/p15Bu
2bbIZPF05rfMj3DxZvktBNHQXGL2XQ6iOhwt1nufbPOugy1mWu44hLdearq+13lrbZrGNa2ba4Pf
vAdRsWrD3Pzq4zh3FdGW649/zokhffRr1OMnY6egZB10mK6hqKk7sRIIzxcHeKgc1j++1ImxZWCa
ceZIVAc9xeKtN3rc9P5QzV9P7eyHMn5Iilo9kwN98n54KrpklVXf0bbh6so2wyLCydMzD7Pnez1Y
UXART2dTXs9dajGodK+xBzPSNVfg3VnD6HdWVltcN34db/7gyTnEnbJKmw6usuOXpAlqwFhG5ipN
XW1yS5SXvQb06+OrvL8fG8I3nsA5+g13xfzP30yucdQ19HGJfzc8TeyzFNUrXcF0jy6j/oNL4Qsg
TECzdLz381B5cym8aaOX6Vbhpn3aPKeRj9TDTtVnv0aE9fFdvR91BDQw4liZZn/lcq5p2jwqKzqG
7thbxS7IKxpnSTWceUOz5ez4o+bVsKMj9pulgbXh+IZG0xmElsvCZfWWv8xai67qCYIb2lix61VT
fo9U+rYf39r7F3Z80XmmefMU28EChDMbC01P2s825tW1GQl6gjJxzDNT9vvHOL8qSRICy4P6ui15
ey36b4NO9YoDGtwpBKYO9Uq98c7k37xfGBwN0+Y8+hyWhdfd85s7AhSfpF5nIK6WCjQ0WuEct6jZ
aX3KY5SKcSbE48Rrg+iMc1JlN4xXZTElGQlBAYg8W2rKJfChbEL041lDcTk42XgoI7NF40q95B+/
tzlNi4dIogbk8cXEYeWBj6o3IOWL2A2IWFV6oB8MQTDCcvDxpU48UECBDgPTZuJV7UVwRxCU3eAP
KEMm0Xa3uVG1D8DJbTcvCMzSA+ilZ+7txFLLKmuw02TfovIiFzdX+3E9qCXq7Vig+VPrJgOHZ6Ly
WCW9ZnFqBvFI4bYyvhWWTmRy1bTNvSP78j50qGWfmWjmqy2+S/a981bNtiCLWIuZE05fbKUJojQj
0TzKMk0is41smvi1Ilx+wgaeUkUbTCwmtO2ic1mXJwYY8zKDGUg+D8RYzAukcquS1nRFGFeDbSNT
CjeZz1BJLb+1kRPsy7Y/h4l5Ny2Q+MEWAtaFwSs32dcfTQsc0uTUNDVAGJlFmxqwCXUIW1kjEPn1
8eh6/7K5lG3rJhtjFPicIo8vVTSaD347bV0wO4DgU0v1drbwHOoVyOXdvsSmMKJupxNZo4qhvGrt
7V5vD1DT0B9+/GtO3LcmeM0wRWzufj7qvJ2iILWhFFCV2m3SylhZilV+MhIZPJbIKM4sKu8+K1MQ
B6PhaSOtgA95MfNOmT16CiZVtxA50tswstaF4g9PZGbjpxpb+/PHt/Zu9uV6KquKbpvEbxjW4jMG
wBNZlceMUQWO8yMeILM5TXUukfb1CR19LVyGIDqSxyQyAXX5OqMOG9Bk9NwW9IRLWTso+/OYQKZG
CVWJyRogYwyBfBUhJtmOpR9tsFmHBwBxzV2qxD4qk9bXr9C4hJt//gQMEioYaypHWXvxxIGKdYqZ
aXzI6G0PHfqj7ZQnwZnd4zxeFw+AiXneAnEJE4LK8RCCMKn4iYE+d4zDIlgjb4+vwin2Pbegnr3T
yIi5rplSXTVHjW2EjqOcGcRLLpBmmYCPNFBjHJCYtp3FjIFCOZYIuRHTBLG6kZbpueByiUPOVeOy
TUqcCzWiSyRfXvCZMerc1T2h9DYqJPh9lbwohBGdWZZPPhZDMn2CVQBosPjMfTVXMfq0fFleHhYb
tFScFcZeNNaaxQzjWCi8dd8J+BgZ1JAe17J+ZiJ/N5HyWEBjOJxLAUTpc1Xl7cddYdhU4IowNCNZ
3hY8DTxMY7xvbeH8nhR7YIxO8sxnPkefLMYDsSfCoNKgaXI+ih9f1WzFoIC2713P0l706ibLm2sb
GHRGK8pEhCt1c6+Z/nogzTqatl0W7zXrZ1c7aGlQ3fjNOvWnMwnNJ34TcWPUWOyZpUEd6Pg3QbMY
AkE92DUqrb2K+1qlYC7Lu0lnC6FEU3VrjVbx/ePP7/2Ex5AEqcFeQoIMWW5ZxjLrW9vMBamkVnQ5
/o7rjT4U6Yal7R/iUPgAmMGJFNFYN02dye74/lKgka09xfTPorC6BzrYbkCRZQ9xUiHvhLJwNWm6
eiYo6/0Iny9KlYySB+uHNt//m42n1AMvI2FtdEObpxioWXTA7FtfJGOB52RWd154FPY1isvteNOo
xbT/+AG/X7y4LpxVycKiUaVYbJv8wjQiyJyTK6rWWweclC89K6+/9FWinrnU+8UEXAc7EkBY8xNe
FtGKqJj3Y3AaBrqtP+Fuhc+Qtb98fD/vL6LjMgVRR4AQXLXZ/P32gRYejMERl7M7wrv8peSB9gMm
Vnxmt/l+WHIVDgCoiqm4scE7vko/BoSaBNA7ZFsle7Mm3xdRb8h0XScaHcoRn/A/vy/OJQI7AcsE
5J/FFe1pzFuB7duzJb4PLEXXak/T9U+u8nrS0i387It1CNpp1WpFwjeOZt2VkUHmT4Q7+w+uwtbY
gQ9G/NFr3NebQT/Bj+6HsB7dBBX5NiXq6LKN/OHMcDvxjiQLBzw5fa7HLIFyiMk6Cms2e0R1UPd5
Xpr7VPHKT7oeBK7EsHLm2b3/knRpU4qmuAilQl2mFQ+QXHEXcT2SSJSDFikKBl09Qd6bDsO5lfHU
zdkzeoC3xE7bXgzzOmkoONdK6ypeA/8iIIRO+L+FiO4YPdmZ0X7im+JIxSFinqTmZel47JEyAVR4
tBsXx4TDcQkpeUO79+LjUXHi+c3fkiTmTafNIBZ7zRzGcOArRosOxf+VeqHOPkdDymTluz+5EM0H
jqbUZpeDXGmrCr+rRsoWQs9PZZ/htaPSdeVN7ZnJ6NQtSVXTzHkJN6kOHj84xabFTNJs69IIK+40
FC3kFinFw1AM2pl39FqYP95CzmXt/7mWenytSQ9U30ZSi1PL8q+6qkhIT7fIw6GtJ717rak7sOIA
5WoED9WE9YyzeLMDMc6ej3Z4jnrfw98H7jjH8Tr2KkZ20aKAaoZm+jRkeNkfeyUrflUGmIHVGKej
5aaQn85CBOc3vbwV1WSvxZijpSOWj60KiBVT8s6F5z1rxbT6uh2a5vOYNdUGSaiDU99DApfqE4Eu
4LovRnT2fzAc5weq48WheGYttjvtyHl2VKsOMpksd77KNrcQZjsnRxhnLnXiY563eWx07Hl2NxYj
fwTfTG4e2vgSb891hnTIA1CoFFeVitS0CLTSPDNXnbwiHQXAXRLk6bJsaGSwtboYk69O1YTgC7O9
qBxfh/vRevJai4vg7uNv7sQUorNPob3DHol23XIKQTvJCx97lxS63LWdEWubakbux1c5cVs47Ggg
0VpmD+DM//zNwtIglBo7eK1uOeumoj5pQSrg0pxEWN0q9dSeud6iq05/h3raHMRL9ZUTEeKu4wum
kQp2Ose24o99B1sdDczkq9kWs3v+OJaJ8m2GNSsulVuyNCrH+W637IHOffsnPhi2cNQuWQ2oOhnz
039z376fmwkm8cEVZiM3VRxne4WSur/W9KC9AuIdIE8BFkLkgkpaZg4kMRpQpSlo1WXSFneQYCD6
WqOO7I3Uu6CHYDJ2/iws4VNcZSVtqgn17pkl+sT8OLejBIcKQcavuhz4HF8EmnNEQ6CwxCozlQFp
XS/vMmghPz4eG6dGICOeT9rR2O3ai/nR6X1FCKiyrggqbxPkBTk4gDK2f3AVPmaYsoiu0Dgcv4le
IdJBxcNLIbnwYI5H+QHpRXBu3M3L+2KGZHo0HTaCtNAtZ/ng5kwrtiEYdFPf/NnDkgClPwUOLmfP
dEjQ8Qm8V6nrPqEgzQjFgz9809UCHbRm/ha9lV4Y7Eq2cDT8O0PvsCSOFDkuBim654+fyMmfym6f
fQrURyKrj58ItB8dZBHPnRoHglQ4HVcJxhOYRp636xMVdJAs9O8fX/TkwLLouwpKkTPr6fiipaMa
Xe7kg5s28UvV2upaiBKUPGa3zcdXOjms3lxpcXvktygRCixeeJdVbjZGyXUwJf2ZQsjp+2GuoWsN
LHq5IsJsJQ7PqgYSr20UWthncAs0E1+m6oBI+YNbsm2+S8YvHdPF4CK7sy3hZBAF2scSVAGGu6oW
xZlbOvXg5rIpx+65Wr/cwZbWwIJhYHLX4UVt5Bi0q5jEwjML3akH9/Yqi+8xlqIupVYwEDjLPZDD
0rnNkI/POskE45nndqIqTQVtrtAy6JxZ33Q86nqJbS3y8YBkI0GTvm530UrJ6v7Q+an90s8m7UGz
q89DIZInNTaUK69pw0s9HW3z3AwxrzzLGYLGGePfpq5nmotx2Zls5RW97t1RlQkzPYk5qQhekENW
O/hGvzsNhlEb+oeQBNqVOYT+dkT+/89HEvUbKncoipHBLE4pUesFYpjIM6ucsrgwcEut8rJOz6wi
r6Da5b3S1pJE7sw8b23x3K1CJyEXaqOLv9W6nFI/vif0Q71hrQU+pnpmcwhr39pEY5x9V+wmXXvS
sj+rVPS+jR0VoTMD4dSge/t7FrsCvYitXh/63rUhY67aigdAO6PYENLxJ98q+cqkCbN1ROOweMKE
bXLuMHnNctRAOHn6CNYDjefH73H+SpYPGKXXXJLkxAlP93hgV21vd0Yf9G7Enr1dhVOKSaufW0+o
s+M0czsnKa7EWFOo0rwoj/9gHNHmUSkCs4FkKTm+Pi1bHxQX4uI8cNJD2UXVmoDi6tPHdylPvTf4
jhQlBH+Qz3x8GZg+cdvYFD4qbQy+JSrELdeaWuVx7BzjUuZDnaJ17eqbMM+CH4QGDhizOrQxe3K7
lJderXWAfUZVKLsaQs9DCir8HL//1HLKg51VBRaFcW3xKMq4FAOgtTnHliip1Ce/RPSNdTdBFLgw
c9jvup4ajx8/mXmyWL7/eXOpo5jgyLDsJpIAHapxysQ2kpC4AcRy1+I7Xrem8UU2yvPHFzu1MFg8
floRbK2BGS/eAn6rAfUuVBAEdwettBtiL432D5YfNIu2RmHfQuk2j4U3W+ZOYs5NQ56jNpgbH3L3
Hdr26uHjWzn13Vjg+Omf0XKHSHl8kVAfE/bZ9AjKRkz5KpKpsvH7OKGOXzVfPUV3NpGnkRUqennm
/k69Mgspw0ykplm6rFDSpeuiHKGQqxEoQUWyCg5loUBUSs1YBjD+0vjp45s9+d7oIkHlRMEnjcWs
V+Zq2/GLBrfvHcc1NDiLShdG24+vcuob5Y6Q0xkUviiILh5pUKl2H8rB9bxU3mj14BzoxzR7qCjD
mVnn1NuzET+hbqVYhMr0+FJJRQCJIePRhQ7W38Tksjx5VpNdkIOnbFLe+95Xwv4zVFvtDx4lxVdC
7tHrOYa++AQKYdW0SRV2LUT1PId5oa3TNNPPNHROvTAqG1SmOA9ZHEGP729KIjPsEo3prg6gUDp9
qq16NXf+ZPa2LSTAcER4bc78O958aiQqqZlZcDqdHMx+DnTqnQmc3/14YJyaGOlcsp1ExsNDWzyz
0mdEVvowuIbu9ddt6MGV6FtJDVY4lQk3hBBcTyT9GaHLyRKAw6LEpSGDU81e3B144kZIdph9q4t+
ZWSldYfVv35idjQvPNib+xod6A7YTXfbO0F2l0zl14/v/eTO02GjQnWFeg5lluMfoU+yJtGIryLp
PXWbSKfbdaYovkW1F+7GKdN/CnXSvnBaqIk9qpsQQ3Fj3PkJPp2Pf8qpQfX2lyymPPiM+BaDiW29
WbSXMgvUbYT3/0y//MRVEI6zOFA5oMi/3BAYRaP7oZGzycbu+hoXNoGhTQp55u2euA47V/bQVPbZ
RS+7v0Uq1SKtG+jUQQ3VL8q7XUWf58wzOzF06fSqdMdYXumPLdaiTBB+Y2iBJAFCqZg0zfFHmsbZ
rkKkQycQfMiK3Dx/9/GbchgTi0Wd4apTlFO5JE3d4zETqUGZ+UEi3Z5c+vs2tshZUkkXidVMJUJ0
rA5TNGAr8oI5N7EoxJm7PjGTo5Wh9oiyfdYNLe66CqoghlkpQb604i7lOLSxsmp8sHrl98d3evJK
lMbYONILYsAc36lNqpmPHQ9dUG0DEgPhsJkIy3wQWnNuzTgxYJDL2CxNLIJg8heXCvsIEG9oQxhE
Y7YaLBMsQx547sc3NM9ly1fH+Q2VBZlRqD8Xr86uDK+qAHDAlbOQMzlmHbwIXEvTTrRd7F/7WRZn
Z1bDEyIddktvLjqPpzfTuBnXgdkAD4JRFLcc1oNAha9ItvwUOh6pn6mOAbPt042uWDVuAQLKd2AA
9Gc1VC7BzpPAapcEofv1j4+fxslnTt2Xp4GzCeLC8Q9rtRalF2VXl/N3eTmmY+Jy4G7++ZRja+Sg
zcLJeZpd3H6d9BatDhWP7zBrCuPEJ0ZOqmee8t86m+N3y6YeqQsnHXryHLaO70ZYbe8Qt9CyRyRw
88IaJzztGuAPOX3RxmxNxGgV74zOpguXDWXwCGkXH20tAweZMSlDN76SSaidIF6Vi2qSjfHYhq/R
S0SxXw/t5PecScFTrLrSt8UBD2KAd9gebMLHwBwV8Nkqy3dNeAPFlohz5yuB71CE08rLYYApI9EV
XjCMF/C1RsoGDbbdqzQIRrSNDuv8qsdtGvKvw5zcpR6SLddiEqvW4JBRqIiIAztkQb9GRFNLczVU
du1sJHDuaSUzPbE35HP5V6NRTE+kSoBS8bOJ6w92CfbB7vTe39ikfTaHuB+LZg0DAK1EEcSKx/8l
bxIo2RYVOdHGPfH1uK1Vt3Ti/EtVTa16kRlamG1rSeFuHRQRSN2qQ82zqtW6sHeJHOM5jSafbS5B
r5m7ro+sXWQpTnKwKyznFzGKzhJpIw2xy1qrE99FIISzttML88Eb8M+4+tD0JEfaTtivc2rtMeyt
0IifND8cjKcYY+O9avRjRfV9mGCilxBstkEbUpNiy2kNqzBUwxdijS3cRlpXXuelUnw2jFrDj29V
B+A3k7fqZVjAtO0D7SGjOAK90htL5aB07MUIpWqBp+ueAcPZH4Fg02y3LdAkIIcvE7X1LdyMdf2p
NkISKyR2YvINGtrWM0CcHODUgyYSmVblrHTQzcOOeG/xovpphO3UiLWbENItVtiAdWRPaSnS1laj
1uraHIIEUyOeJXWb4htIXY9s3ktH8xDwxUEyBa7TWljnJXyoEoyXKFrQOpny7BVd97ka4zZeWz19
iUu7zczvpNP730w7628rmRVz3HRKk1uQH8QpSpjbuIv6R1KYHA5YetUfoFBhIUHEA5tH+nnTOOhs
0yFkiMPBEE3tKBcARPzhS2vbjQFsS9WmVd80ncKfkzRyk05oQEh0BUiN0CKSzivldx5S1AFohCFm
S4g1I1ZkyfiJiThxNlM2pS8GqDqFOHjKMWtKjsHXKCrsPclX6S/Ia+FdL4Fr3nq+pb/EEMDgACF8
Ah1NCBeWYF3zQAbaKVLglEzWErIBAb771BprotCNMXzBfYxdnO/By+9wiSqxa7f0mNaTE1Y/DSvA
uRwnWUakqlV0X5sw6IuLEk5LvLEi33gJlKTvdlI1gVfSqNJu42BwyP1lxG4DBDsKGEYQocS2jHyU
XZam7UYnOUZsrMpK/LWqTM5t7CcKUCmPH0JkCBzVhJeWrBRnlD8rjlE3maN1oAsFCeZqbxDEZdix
/hJiF4CabRVTzxCIQiy1KF2qDWIsae8dJW4ElDmbzWLmKKa2ruspvIN13/gEuyF8wSSPl2Fte0MG
SyhKgNrrIXTKsMg0Gl5VW1AVN9WG4JehdDDk+1FS38NAp0U9BGRJw0yKMwDOttFF16aq9MY6nCrH
XNkKgfb8/g7nM7wYQsA5FmWf1V7UzqqF0RntRodk5q0qApiNxER78UXVm20FYzpsWWoyJgV67F6D
cszRsvthsI0HJeiJQS+TqSLprDd7YJdBDLQ1besSDy4iXzj6s8R5Zj0rM3Et7neDWZHvQ7PNnA5p
B2AwctOydxAVtwY0c6AnAxG/NfAlkQ3KvVD6CS5RI7RQSZ7yIbZNTMiDp9K8+68MhJNKMjlYjjrM
bqiuOQ8GU9EjGdcKBbvSqTdmaBIjXBJD78seOJZFkmpVWurTGEi4EqZTV0+WlxWMKBjW2Zn95zvF
qY2ihN4VdgRaAMh0FudPH/VkB/9eBzjhP/C4UiRUAOnjSiRu3kEPU0legZkZ/2RVIvchUqx1juIX
bz2TTdHWT6/7iP81A/+nnJ/tvzcD32HyaP1vyVsD8Ot/8rcBWDH/4viD9pMuAh5G9LDsSf52ACua
/AshF3U01HbYSgT73X85gHX1L7TcJjsY+ASIOGbxy79iWDTxF2Jpyrl4vfTZBWP/EwfwvCH6nw0T
V5D8Ovq5zC4aBZNlRagHPwl3FyU8/jfrBtZgeN/VwKCIiw/hY4ZkIBS6Tux8FofXojWDhzfP6u7v
K7211r/2w45+wCwBwMtuzvZj2hCLcdwTp5QFOJ7X/FIFwF6jrPAD6Fw1G/ZdlZYrSOCyW+lNHd4Y
qQIfaFAqFg27AwqVK8p0CXa+eE5H84sXFjUprIPWPzKHddNOKRKjA5JsbbLBrM99gnO17Pinz0cw
SBJzjxRF5rJoAgQPpwGcctNkjbwYRSjNbR0Wer8aR9X6PJbEOm+dQQGlA1RKDfe5Nsj4chzU2lt/
/BwXomdeJKnGNM5QU9KepSK7ODuV41infqCxYyJ3fdo47MoIvYHrJ7az2PJ7xGq9pSge2QB3EB6B
kenwtlUOSLUdouAwOFD/7satSuTWCOtfRPC4e0IXdjoRh/WlKvr+XNnpuEjIj0axo2GW5ShN6KO1
7LMpsVMnpTqQJg0LK2Wn2kqTOnxi2sCOY50lOfPViI1I6PRuHAg2bGce2/HxZ/4F+EFmrgOiufl3
LIYfEbOxCbGeCFQjmHGn3YSgLR0gTMYa5gWWtdyJgoPw9E65S/XRQebTtfngNyAmTbLWVJxBBHcl
irmBdUgAjBKVYfP8z38mb9hE70mVbBbOHJ9r2AqbqPVhEfMlxQORLDaWsIosoQLaLEEDatmQZq+2
cIciEpmDm2IayK0d/KLwVqqYymFTYzPQXBPB9GxG0PpzHt7XRuHR54DJg5P7XFjiCE9J9Pg3MszV
scrVfO3khl/dJiWm/3UUNMTRogcjPtIoxnybAgwKN9aYcpw17aTb6go+P+hqRdcCyYrsw0RM2/ea
LQD8lSHuL0sj+R6VkZLTaI2rT+QclPaao32Hor9UcL1XSu+JzThrsDatGaUdGTOGZ8D3Zrv2hPOl
ZyE2ZuBuaxEBY7ap7Z+pKSy6qIwjcMZUaB2aIfxcgkGPb96aEpW+tZWsCbYrojUfK1ysVMC0XsEM
h3qTe5AW1j2MlA3KOPES2J12BXgdl0qXmxkALTgM58SAaKoWcxTiCprVhFUDJUC7s2yilNDkW1sn
vkCv8sTay7wviUAayQVx+rzMMLhyMAV3G2btZZI2+yzEeruJiBqCUmXfOZmA0yq7geiHIhnWXads
gQVXz61o+0c4TJ8dToT7xAvZAhlpK4N1Q3DMpq6q4cppsp5sioGtq5rdhlLnCBOqTXaoiErcaQKA
qs1x4zHvsp9Z5mUoLpMniJvmzVhVsLLEOEYbxcuTtSHIrfHKfjMKdjFSbx4KC7JJlYy/u9IEb1Rk
XwfB4cclGLq47JWq9jZpoYv/S9l59UaOpGv6rwz2Pgb0Bthzscn0RimvUt0QUklFbyLIoPv1+2TP
AHu6d8/MHmDQg0J3pTJTJCPie82ztwDlrjn0VScVKN4JNqZtLfuliLhc0q9CiQV+uOT9cqn6waYz
JpCOIpPuJZxL+M9URkUWhU1HyHiPUB3cXWIbzn6BGvxksvXqFtzrCVfEvgQCfsGuQ695ENfFtkpk
u0PJDD6ELGloTyj5j6sMZJKKvZ88y4+dTa4evYaW98ZI9i4oquMkG/AuCdYico+mb0alm4C3LRPL
fZMAUagdE09LLsNVB3uRfr852Zk9SHjgLWotZ/q+/X4cH9vGeglpJrxarS/paFAmbAw5R6pSO5HV
ZyyS/g9VTeIn0wzQH5WRs7c28n4xji57bqp9vEJ/T1rKrwrR36VqPbC7AoDRVN7jA5g2Moirpzbt
f2ZWOG0NXX/bhEi7TSinBH5M0dku8GhveQA9n38aymyXaEIodCPGfPnvDoL2FxAg9z50tPempjj4
bvHWYpz18AN6fSruHFSWHS257Dssp9IHz1/qPWc1pAKjPhkulQStaVGQ5fN72JASs8nMEq9aAxrC
Ou4l2QNn0/FA+Txd/w34yx0FI+puGKhxQv1XePYY93sDZDAbl+VaQHHbWYOXvtpzvGN0Yp/yJB43
YTg6x6RIOb/RPE1T1pDWh35Iyv0ytwNPfSxTL60cfjFBhLJQurX6wLSnPq3RtrhARwcoRGbVT24P
WKy3Stdbwc6YOZJSNfkR1sm80yln5gyuKd1Nbf8mUF4jlkW8fYxlWXcCS9BdMlCPex+ExBki7PTB
SuqyhS9XgBTjTirqbltMDB4OaTdl9KpyztNV9gNvuE0dEOY9MczykwdrsR8dS/5Mx6a8lwPYCyKg
jFRmmEp86ZIRVObBrBLiWULdWtG4CmEgDeCxGYuVK7qRC+vFzYZxlYJmYg80ccvC94gPldTFeS7k
ckkUaql2AchZaXYpXaEZeTghUyTPONmDX0eMRZydHPVnC+byxbS4YldJZ03HMfPUdqCMGPHOgYQW
j/fVOLz3tNZtUYXVIZwDCAGwmd3NQlz3vVmK7CEkDBmFOK8eCKymjwA+xMEaxno9ezOSAHyLPRkv
9TwByiYV7xfOnl3VPX/KXnOjpgbWH2i0BMPqH5LMTp5L358+CTHmP/q55OxP4z/WaYaGd/NgLnuz
6PnHlKoSjt6svgBQU/Pi53n9Tlp5gN4AO5Avad7HalJQD6CDc2qtVflSLNODXebVdRLe/BkuxM7k
3H9WjvsdSjlCULBFerI5zz1ViqosqH/D7ymTNGctdt6chZOEuzin/7gLFm+PQsWvzy4wXq/jCb5d
zDr3UnXLl4JR9wPyVPMITWYEE2cHx0yoCfzn7UuY+B5/Vfm4HPyqAm9kcFxZ+7VZbSayQFHixsBy
HOXMu4SIwQb10N5DNskmSqKzUW462devVhEwEnHTZYUxYDrbTeftTSMtgKu1H2YfDw81DNCji7MD
dwf8BY+MzJ2aPGPTjgrEWK26Vw7L8bkclXW4xZBe4dP39xJUzxXJjbko/zWcBjtbFbDFV2qYQAwB
fQIJg0eLHdj4lhV1f1fAHHB3XkJYfRuXHYWJxELlNZg4ymRqpIqzcpPk28jANK1ag+d+UWV3xEGW
E0354Uawh+L/w+20lN+h5Q0XWs1r6rc9da/zGzV1oKi980hzJnJ+bWvAOcwGYhoIJ+8HHUg0/8Tc
z8wlqSrUcTw2EXW2lG4XMyWYwTA8JMoqLi70tEeTVtcDfXWUyZtV6dHOHA7ZwZ9c45Xxh3OOG+Gd
G8mql8apRYEQZSC7MmO4pFxgXbhqxC+qwL+zsLEOcWYFR/bODJG9gX/4MU+0FchlKhnrLN93Mztq
JdtmU3Q9OE0VWM80yIplVWvnS3Q28Je0oi/Z6akdyDTN/fCPctHql66qTcbmhveM297a9lOrD0vR
WD/9sNp2jKb4WvrF/KZqlct/tup7etzUjk3o9D7pdrmjzU7fZbfOxDLJuoPXji09t21hRPAPppOd
LfO1h7+wp8HdWddoAyueAPYpq4bkZZjat2EJw6PAj9GuRn9uzm18M1OlZeGvgqw4ZSWnroXrZKfy
sT46ABf21TSIImL6oth2WN+t54xPYhjLrXN7tgQD5XuBnIJnpGHSoGoovd04WSYt9k7zxJ1dnhY6
dLtIKXouA3bgzHKp3ZMYv+E2uOK1d2cDO1Phv0925e8pQDezjR3T6DvTy2auIGosG2kOwTM12eqV
anj7hxgnnvK+nY/fJgfTe69eAkrzaD4km9lTjM3d/GENzhNBqC5qWYSozg+f4gLkoB7K5In4iEPX
UVN8J2GbPmRZXGy9Xnj7oIvLYBV3qcILGgxWZJJfOXhe3zLpS796j1LGonAV75BKxSwLWwhLaXHp
b78zy0nEzNyStYoQdbZndu2vipxbxJ4N+dRklPbmwOJ0NCF07XLC7JE9TCZdg0OWPFCi3wAEdYvs
i9CQdbKsrubkXgv3V2tky1NsU1Oz6cFsvo5DKx7Slg0+nXTY1VcwJt0fy5hTlAUY9GmwXQnFJqO8
s6uCr9QiU7vGacITwEmhsEy1Md/TA9xx1K5a+zjbZXAFH8Fn7+uU6lJurHJN1XORbfU0p+cKVMOj
FoWBWGrMX9hYa1B11aysrZvdet2TMaMq02RGvWL7F7yAZwHIkNlhHq+5WPXKdlXeb0OB6fuYjnke
vLoAoLYM2UNWTDzm3O0j/WchD21FMe6Wg20o2bDO/As1NeS+hqyd4bcuvdcCK0sGlvNYWi0eB6+c
77k6iuQcZnNCJ6SklmI9Gngrt2AheeAkVtDsddeHL2aqqy/L7tv9wGHvdyI9Nquohv0fytR9tZDV
DAat5YoO0Vnz3AlvuVTfoxWWgqVL6uumjlIzhIrRB2AD7IEtT+LLd1be9Nz6pCONLA+TKJ8yZ9hp
6Fjz2uh61o2bxL+LRQaysochfc4B7Aq6SrUTQZQYKYgKxua9kok/EYCv4xcPZUpvjWBZ2qi2SvwG
AwX4XPvCY7qbhEP51Y928IL/XtxNo+KFNTnDgddsxEfMsnXD7cQNBbCBnzwXkxN/GNRHAn+wRbVT
cTmh3wQyoNG8AGOmu9J/rwvIHtEk7L7fmSHD53XGtlxRIp36H2FOp0dVPrMj9H56maDJq/J7ejMp
ziruhE4RiGbkMBfKupUGW29UzePEZps9Cbln8O0gaWok/4Dro82s9Fw2A3wBGsnL6LZcl4yrs3Gk
h5oObFPak7ujUds1T/TdUeqMNhPmP2tbp2du5VocDUPofsf2QC+7fHYba8PAotIEBBFGTmO6AASU
FEenEd2yxmvQFQHNYpMVWDxGBderVVO6wN6dtoyIYgQB67JuAQnAByN7ZhuV/0qXWZ+vBa3C2SZo
tTtufRmwOa7HKlVR3FByHE0GJbDEcLO7eYSLSAUsv62yNOA5tNB0Vq4l64vQU/BOdBdnFWwMe1N7
tffYLNMx8VLvXhqxdWytXHxYqXkLwjkLX1he5qAJxtZDz0vHdDckxfR00993S+WZ8NCUE761GrZP
0Hiy2jTTrE5aJ/bHxMP7DtzP8DtkFulwG4lmTy9tzyMvVQ5tFlXFmVMra2x3hUcfDez3Jb9VT+vZ
3fLWbW87OUNbR6ITtVi3qUuz6r+ey/yRQfzPMw8Q2kRCcWljqGF2+deOL1mkA5qG2a18KOciWlJO
P/Bjeh6dCMpAQKdgVS4itFlic2i4YE0NiNGluoEDoA9HfokD6krxtHA2eEcTipPNxQWz6VopC1rW
63dtTSVIioI2ZmNOWp+rY4AZ3XD502cgrN6KIBiUx7GEo7jj0RLOnNRuTfRGuoTQoPoerAP7hQLZ
piJV82+sKH/xNjA2wySNsxnPHqKEh5T059mHrDMESc7QNyRZ8os6kKpGcuqab8q7kgfeyhgZdms+
JKlmw8+CXqwKD2k9Qgk1L6VHKT+caYerNnOmf+NB+ovD7I83R1/rrRmFwCpmwL+8OUMGY99Kdn1d
JfOXJDY5+CljCXOuQFkN5zEJ8l3pTAYokyV3oZOVcuhuNfGczf711fJn48ltvGjgF8RFQ6cnU+//
S7JpAaiAtK04ZAEnlYM6VaGeNolnQ00tcvffXJx/Nu7848dRjsDUEGcb7ra/fHKnDrsxy8i6UN37
0QsA5r3XLSjqXvjxrz/Y//Mn0XtCWIg6BI6lf74AqqQReZPMSFBZCGBjDm++iHSM+nBwDn/8qP+W
zPTcVPzvf97+zq+mnVWWpP0fJaj/50//ZS3tn/4SVan//MHrj/7jT3/Y1H3Wzw/6W82P350u//ED
ku/m9l/+//7Lv33/8SrPc/v9H//jV6NJ2PJqCQb3/ywW3SLU/7W8FPEa6qP82//6rbJfH/XfHr9b
/Vlmv/76Cv9Qmyz/78RVLAI0yBEWWy3mkP8Qm0zn73jyb4kkBsh0Idw82/8Um0zz7zj2ac8h6n+L
KNx0qH+KTdbf6UlCa+LOoQI2IIb23xGbLHIcf5pHUkHC8fCW0iUJT5Gm+9fbUXe5z80IGY9ZTDKs
+hFXhgAlUXcbCDjO3lHGT6+z253Rhvqns3BAlRzLrm0QNm+mP0xXlbTgBwooVFvu5vC1cLJP6K0q
Xi8tYWxvyLyd7/mArOIx43mjDPeb7fZ8dCvTW//xipPMwIPq8nMusCTNHcvtStGh+JZOVZ8dZtbQ
A8TI6TXBK3mWuLEfnVG5Zw97C8MZot9UtmCA4XiQX4G0eVRIpRxY6XuKet194QHgFTse4YfOhX7B
SdO+jF5qR5nJ38WfX9NQV9aXsu7W7Nr7awrd6Zq5+gswo3/nlyT+CKVaB5K49FWU3VeVxOItqyvW
ir7ywT36zZuYNJKdm7D1ScVwqObMv9N92/3ORPYJYTY93P4mYTT/zihs91no8QsY2Xwa2rA8w35i
Mz7yw6dJuL8l24k9mGh/Hyz5p5/wBS6+XVwV+zcsBbePAdnV27cp39Mf7xJ2bHFFefDvMBJ9gbP5
hNZAA1Jrm2t2zd26QZjb16T314no3d8OUb+3UDsKnpk19ldtVsbe7dLi6oaw4y0zpQ7I5xUm3/3N
b3VibKn4ELghOorOpWnuSoyBL/ZNrsyr1ODYM4zbrOJjJ7c33lu83zlmxqV5eF9Hx6uhGXDF3S2e
xScRvH3Xbw02GB0jKXC9hbtiPmzsOTFMm5peoHplSp9YA4ftrwpX537ErwR83KV4Fs4JvzxmNMZK
NX6xu325eRp4+2WqhA1SK3Z/gyr4lKBh7xZ7/KqYeqpOWJHF9uxw+1pru/f3ocNHpizcXANX+FwS
g9VS8EP9NvF+B8Gsfrv4c5lW8gsp5xR4it192VPs3TluMd/NQjk/rcbiWwyGu6J3x/t6NsCedmPJ
hr57NWLj3izjZogGYgUHn0KNhEOCLJ+U7MlxpaPPeUkWJ+Yy2c4fsFWvAm0Gr0ZhUgAYK+Pq9nOw
aTs7OFchncmJF5JxDe2x2TIzFWvBbXsnKwMKYgsjBWnXvlCPXq19S6v3DAEy8pwpIy5b0Env2sM6
9aGbr0TnJ18LPW/72q+neI14Gu999pJfttGw/vdz01orpftmU8XKXdvN0tHM2sJLb4L+Ox/dEpjn
jROTTOxaHQUbFR2qu45c8KTY8tWMSZ5N/WK7O3oKvQdpjDb7y2B8zB0fZEKC32oFRiz9SAZuhGXx
1CmAO7InCjQ+Ar3J77jq9ZtKb2S5yaGcs9CSGgNpJHedZ7YgeeEtmVU2rrwO5gTmD0+STSMwJ2YZ
P4aND5Jk7sN7bWDUkTmbLs+Q1qWYw+UuaSdFzowptVMMfaQyA3o2j42UGcPQRAkL5j41jFEC0YH4
mNkLXW1j7t31nravRh2PT0YTp1vAtEa0uH5yZPaLA4UmLe8y6sL+rPixW7qZ3YOuml/a97pHk0cl
ivQwuUfwgi5EivDOy2zUsyTGRya7ZxPf0bgZi5rZgBHbDAgIGDj8ccv5sF7hRnDXVmY5B5TFmFld
RShTOK+ca5v7VJvmXQ6u/KVgfny0KNn67GBBMP+yjH4lPCMFJCT74lh1ltduQk5SB7M1XzoAJ29h
6btvuqXzd3EZxfdj+uxndbPxBDiO0AYvu5jVvM+WEYYKGMOeyU4XvxLvYJ9R9IxV+6a/x5ZABUMV
2OADKvhJo130EWbi4tSbubh4CgiiUSwUu+K3wqVjaLxo2IokGopY0FCXDGx6kJVfyKXfqscLBtF9
j6mcmmdvyZ50l4V7LdrZiALufbb3Aiwm9MBuZaXKe+vy2jqY5KAippQ4nBAfNp021B3fv15ppysB
6Fb5NZ0xT3JilS/JKG/BUdM9pkg/90kyCUZ8fbDGmczIzOb0li4x9KdOh5uuSCDwTBLcEHrzJrVI
Y2uF6mA0lvJRn5IPvJl8JpWSbEYLZkQvfmByxB05qUZwq0xNcVyCpbosMO1QoCzroPFErFUGgVLV
NTPe0RzCDbiXcOPqdJ84Lbd33KNoOPqicjpHcQMChhTuqZyoOEe6Hw6GN4f7lpN4zy3qNkiIlb1R
elaXQjb8OswsmTgqD7Z5wi+nbh0K0AhNZXFBma58RNJP92xKxqgyiC/PYTwelDGgBg1GtRGMFH6J
GTFJju1zN9TZQTVt9dK14fIKqiHASpEYt1vCvgO9ZPEQdmbrCB5BusANPZIa3ihcZmQYT91FuIfJ
RPoCoLfscVAMG/ie5ZrTDSgoEfsbazHLO/DOmO3Ape8q3siGTgKerUbDDYF3/aAGKMiLtI8e8N0r
roZ+M8kEoOJtpWK9yw+cUfMHkSSPpaZ0jNxleCJsXnzp0WxQgTlNl039HFclz2fTGpkbWNV3Ys71
xavCadXNLVdx7jRbpZfmnvPaU5XM8LhxG/jbqojHb1slkE+CCXxRxAO/24eYdE8BBRAPBtioeMWV
6h89fiBSyiCvMG2Mr5wz3KlzgvTV8qZ3QbMnp8nBLQBu6Hobuln1wLC8QRfkoebRHAxFeCF77GbN
I033DgNSE6Ow1WbxtW/kw0Qd5c5q04vhObTA+k3NXxBc7aq39i6vv0W6Iuk41YCR6+GpHrtqXeRi
3MVpdeUw/lrM/nQvjHhYqx4XZMxULEpD/zZkXTmLXV24V+cokVzEXeAcR191UdW21dVX8p5h9cJZ
0npOc/in1fLJDpZ6LzSobRO6P8PY5DLtmVK0uCm5aTOwQuUcRq1fPtmZb24V+u+mcSfjWDHywfHq
iwjWJirEmPonnjQ0zo4gtRrtZKu6LYbPZZian0U+AseC9aaui2tOB1HFzrWroYb5zhQ+Zm0Y7rpm
ROcK0+W3CtVRjcbwZLodoCW8/HcuVSIbR1rJdkhs8saEV9beeBupyqDZMJBUe6u5odREaW/S0Z63
OfzcbUtA6pedBfWmTP1ZbmZmS6uy7148FrcLcwaJz3A2xcGx9NyuIPQBoJej5UZB5cn1PNfGSzBV
3q/ZnEpYcQXSot+lmy70KNnGXLzTYCe3GeO1rd1MPeNx/M4GWPT1UDD1DF2c4Zpb+mi7PSUNox0N
uvQ2HVnbI3JXtWua6lLeRqBSef0uxIF5B17OWTPG9l7svnrLGdVsFtOSm953xAGMSbtz3claZelM
FSa8ySgvbRUh38TMNcYHpPB8a4fYYFkcAAAgiq+F5BGXNO6yb2oxbxenMqNhxs0fgNw9ZemQnQZp
pyvpjHofmH2wa+c823GcN77mtADk1uHmNjp73vCZbvNdvZxcq1zuGRV/1IWUvxKvqpgXqp9diNjk
OHP+sLBf2dnh5EBEdNgND8Fd66ZXAR4zQv0bV3lXG0+zYV7720S2thBEGz0HOxYGRg+zbw2bgWDC
r3BanPeS1e0XwaDwULcDV1djLOaB0pbA3Brx3PIcL4R96YHZYb1w3cBa24MeT2HQqIOPfHfPHdse
zMVxL0GrbNBCZp/9IPZYnF0jbe4AEvR0IM3u9Dz0Qn5k7cL4iyTNPlx4pOjONCOzwcpbleNyIvqM
G161mbdus46gLVVi8tF1VP1QhUK8m9h6Ib27HoUjdjc0G1YVv4goSpvvh0SKR80tinOqseNPjLhg
rum7f3VjAwcD84b5ILLOeeFM7F6z0Ou3sKTljukFlNk+L6HX4fMO7kes0ntfEDFkNerlw5CGdL/Z
XjwhjtQDahOi6yfDUf+LhQLSMrR1a02zR3rPIA1MNsnLVWoGelfK0X8dp3zcuCni9soYGvOShFTi
13GY32d2jVxuUedCt1dg55e0cC+mUOnaw0NwTCsJFqBzfRsV10rXE0elR2Hi8QdWsvW0E6zStvoo
cijZVdcNp2CqsTOlPSRJLyRsMWQ4ZxL3xwQyguYI86UicxnRE/ZFfiPbJBUp/6SZeUizTp91XDib
CSn9Wi0wk6QffPRtjmhEqmKfqHQ4O4lRnoek/yh0ZfKb1mI73RpnEkwVPO/m9AtlpYiSanj0l3YX
FLg4eK+v80z6wRqLY6K9cTPoKoyCVIptWOkGRL17mfIuuwBgHT8LTxV3ZQrgyQwZ05HGyM6hlWdr
DctrtcxZspkYJe/Z/jz49fxzNpH/7WxILhP363rJNcacEXCDb7oJeMhebAqKrNaZluep6vBdcShd
q8Rpdq1I0QKVLigdG8zX+Dax9vzZi3IBNdi1+vMAjJ1nJ9i7Og32le9sbyLVhqHithTha6wqlID5
qeohJTLPKqI8m5/rpl4bqqMEaRhfJnoLoy7LnfeWCfqpqXL/HjNH/SKAOePTtl8XPbzH1VLfa4z/
nAOhT2LjWy5tm7Oa66+sddFIK/MTiDjJSB0OkHPBSxvK09FY5eU2txf1YoimOud8tkPDfncrl/yJ
EcPBTzWCOfUvP8osjwaksisTBHs9ZeqToqbP+raXyoT9rCZWyTAuqIqp0yNNkTKa3OKnKOo86k33
KSbLN9Vcg0tzbYzpvRmbYetNGCHcBs3WhzAax544gq6Ltwuc1ZJmvvUCThKgPF5wbYo3c2BIzg7w
jA0MjtqAXNqAu92EXWFd7Bw+nFyc5lgk7CZ7o3WPoggYWEDT3AUJYC1cfavcAIec51MM9B4Gb+sl
7WGxygzJV5/x4TW/JhhxDHUpjVzlUKuRmwOqYsJpekZcCk7BMoQ/aTft1gMj7g0q5lEaFqf90P5l
sHIxug5W6HzboGwuhVu511DWwy5nLxwxBvo9974+jLMtyU8RoIEfaG1RWbmOdX3KvfBn4wxPiwKa
TunTBWXzNGTD79HVv+zEw+6FDcHH1WGyp8h6Nzw3dXzKGtZNJjl3aRjvSsZAws5PuSRs5FB0tZm6
oNkyIXwllXISYf6Cr3e8OO0sHts4DyLTan4T9NmiP3y5VDMlYZCCkeQkx1D7DrWHsjaN/3Hu0mHT
m+abNMI3JqNx1FuI3LV7QliJOXeHCbmVDn+LXnUlqcdsFB4ar9wUXBDQxMV7EUx0CIWFs0um8ceI
AEURIRA6joUJChWGUwbqQje72PGvjSBWYuGMWdk5De8lkZx1YI0TSho4trZbfnOBL/yduWUNMHZx
Nb22iVs92JiwdiKsj3hlWwYA5YthJruqFPmmym6JM/kq+vDcgkw9Wob+Zj4HhKyd38va6UDGdfaz
JeK3yhbLQ5sb74R2eFyN3Q8TuHXjmt+VU71JOtzGOfmdO8F5oMI/sYGH2uHvpASa07LvtkrKEYkf
lsjM6eOi+4+0keNpXBauNlontx6pnqT31I9WiH7FoL24EuGw2Ssa8dkncLJxhQ04PkkLNppduS5K
D8w21Zt7VjzYsl0176h0W4dYpwypB6xaYje01XHq7J1qHEzvCac69HQQml/1gjmZt0P2Si6nPJbv
fJlP6Mz7pmru6iCdNikeVm2XLKv6gPTjRXArmQgUqtyT1pLbsm68a61FBF4QOuxoPmEqQfmSwxYP
CiBXwyAomIWwaNrHgr05egCiH3zitvTvMQztGmpbgsE7qAwLLKeKFWUDWK08dSSd81ou7UrMabfC
QvDh5TaLiGGz6xt3DJviFx+1KcIcuo1HMiLD4Ld79vEPYhEX7ocdr/LoLfnVylQHuNC9c+L80E9q
jOagfMuT7nFoWSjj5kQLnYhCqddNvry0C06OOc3EOoELte6c9KFi3VplxfxqTfily/jqaBDwmCV3
JSpZFBbhIU2KGCOF3hNzT8BIo38Znn734g7WKCcOYlNO5DVmum95lO0mK4lXbedz9VJj2e6a1ohX
y1L6Hwr25apAY4t6XwSoNYXVPnbt8MKQ0MShKMxjmpQobeQxdljiJPTwOu9eF1ErG+JxwwAjrAWH
n+Amcfo8FVPRL5cmsIKDbox+O2TaZ+Ag/bXFFHmCgOzz0LTA93pFH36X1hAcYiJc6wqf3Wff1OGq
hzN2dMJuuLBTrb/mwinfljBRwJKX7Nj7TIaZEUyg+tRU1U++StNfcVeZ74zYnH1Za+ueHEn3ouAa
r3K1wN/tIQyPjOmOpV/Mx6RxIFJ0f7yl5pWdya3IneOPSWnpsWOjSsNM/72Yojxx27pb/HV8wXMy
b+PAm+4D7de35wSpRZRqhka9x1EuNbHCGMuAZq+Wa7G08WVG6t9YABnvU8lJGV04/EFoGcSh4Q3h
akjlq4/98bnDffORYPTbTUEDd7hkVbLH3joaahQ4Huh242vV2c4yNbF/G3Dse67Ic3v9hFGeLhKc
UYNFRAL57WjoHh46ZqYzp3UGDh3wackNV4coiwHucLyRyC1rN3PjJ99qQxzM0oywm8l958pyO6S+
uwdN7DwE8/I9J3l84SPF2Ku6YRs3FTsNI+HAayZGhs957LGOyO5UYyHYNb6GtOsr2/yBvXK4cOio
NymL73Z2GBGMqKwos0nxCIV8fsKAmhx8X5ZfWvf+Y+p2P+h/gmfqa3GpOAyua1Igq5iN8bGtrQcP
CkRU67lZo3lzc5McXive0Adh9/mpdTtj2/YVumA141/qDP1+62s6eU0w45yo1N6RSkS0K7Fx9c3u
RIVK+SJlx3nY5Ind1l56TpvSOGvWv3Pn4Ymn9srGrzof8hCccKPd7hDUmLYKpYKI/LS4wlX9OTqY
v2cve1psji1VK699aSTn1ripzEH9TLjVehzC3GLWXIMm1j0ZE0iTC8MvwwXdbBFMdJ0cH3IVZuu2
gLygvJtjgyzo3q+kSTTTNaFFp/Vw4GWbX0sx6FPcNMSdGy02Orn9YlWdqyO+2QFdhe+BK3OTxJ55
GSE6RyG2raSy+43ODclqPsWkTiv3UPukTWHZN5ukI7WuE0KIKMFYzitdr51poJ4tL82PyeSM2INJ
3iS3p4qFBecyTfxUDpVjZAZ0m9V8Gdu4vnkxQksdA5vlJiGTci3n4Vnj3Hnsb/DmJjGmQzODOi1T
Gpz8Mn7oZzfYujOJzopU8VF2fbPOw6bawMbmFNrMbMlvw9WcaVvUphgslzzNHrly+68aQvjK8yQ5
0BzNBMHGX2eWMrd+qZ9iAhFPfYPndkG8icp0rN9wj+gNRlv/qHN+G4ysm3Xhq3atfCxPg21JvCT4
rkyqd+5MyYRJxbl8EIXwLvHkxlvezwWrS8Ec0bMv0JyrsxUUPwn+ptt+dsqDjge5aw2fAQpnrsot
cTShGx65f637wRz1FYcxSJi2l6Dfx2Lfm2m5dRNcCh4087HwgjOMsHqf4XXZZTPeWWXE62Yuodtm
1pKcEKINwMHF8JXknYOXFtPSkd7Zepc6hjqCKJcXpKh8ywZ1y4xrMwyy31qONtlv18vaKmtzbVZ9
sBV4mjc1JurIi2MyTEwhTgwtjY2ZOtk2d4vvIavsU5+n08Ge2nGTGLn5aUx1gBmC4p406SgBcE0V
KY/5bEtEdRuQlDniGYEqPi4BiMFAbqd2qVeEWHmupzq4MIPxXwbbKS9J3FogF7tu06IFRUSXHymO
LiJZqe65GPN+E/ZYpGrvhqfOA3XEAUYGv6x0ecjd8gOxsdzJ0hgvGAXzyDZKsSGmae27wnCfswU8
ZV+W8bbx3HP6v9k7k+XIkSzL/kpLrxveUEAxLXrRBpgZ53n0DYR0OjEoRlXMX1/HMqOqMkIqq6V2
vSjJhWemR5BGo0H1vfvuPa+WlPabN25xpvAjYYlZdqlf86QHluGHnPAVRxouLfeTf89aGp/gc2cy
KuhhLR7ZCceK7tqbd1UQFUAMa3Hya3TNPR5oJlGgsZ/FxNRMmGg7I6w8/LKHsbth5cD82xqZZApr
CiIwMQzFUiaG12u39UezVLRhaCp3W4GrjoyMhfJb8AwIVoX77ea+ie0kr5qqfiE+XKO7yurFp/NJ
Khv9mZcZ3a2Ys84Wd6ouMGgzd4ym6Xnqpy/C39lNbahl0PX9+aWbrOWmK8ottjfzFeV/m+LyRVhj
bCXOGNhF0vqTfDu57O7sNUg57oR+k1UR3bmWrJ04tb0x3YG/rinNXWW/9jPoiwXX2Xs9r3NP7Gz2
vHiEksAHoiS65Iy8tiwPvxeKIvRWFvAmYQ2j1ohuuJiaZnkpMYkmJQXhTzJX1ms3DcNZE2bDxeiH
07u9RPW9GAKPqZWU/o3bhd9z46lpZzGLf69DYa4DjBK3QSfsC6HGrEBN5s3EmM75FiBzaKaQ1zob
2tfJ5t1jOPdNqno61+ua0m4y4JREu5NswACFgY2pzjYv4ouNoT6jmaU8LTUpP/swmu97t5nPm3VF
/rKkfeydlYmyaxswKHZ0p/Sc4nvPC6rJQmMwzAdDjHrFJdgvEeUVQR42DTdkoKsNRSPno8PmWJN4
wVid9qXTWOuV/yNeCScTHl/LxK4N/3bZZGcqH/q73IucWzJg6TmkhvbnyJl8ThRIvvWOVnuePN7Z
DQAArQ8/bzQx597EqN8aDMXYvarTa2srYyVLuDAhnhGErzenpk1eva0mnKerz2mYy4SZULqTQV7H
XTV9eS0flqiuePlqartzxuzdRTtbdlzKMTvLgtq95VCN7hqP12IHaT3FjtbtJyANd/ga/RoA3D3f
hh3qnuYszwo7fBHw75KWoTUeUXcLhuPpXWn4We+wXi9r0tX8fTG5KLtDtW53cg6Zybmf/aYwCEC4
iMbjqmzjxdAo5BlaH2Y+t+/yZFtCsW9Ps3LbrT5J8Ap3SzAUzl9Ywp04aqpmRcuJRPPOmF17D4Xd
Zcu1ZmNCR7kuv9d6GqNToiDvr9QwkJ6H6cU3TcU665to6crfRG3q5eCVpqtuK09bODjbQFyWa4HB
eaOTzB+cKnBuu9QmGwPNQYgEo0I77U1TeYbbZKvolzkXCLeAM1leUlSU9FHPJSR9K8weyoKwHPdm
b/sw0maLG4mM4BeM846JLE/QQgtfb/pmLHMl4AMY/UZaju4X5bt62eh6uE3NZr2ykWcOXhufFeMH
hS/hRFOc1GVF3lDt1rrz+SBGg19yXZXR2+wpR18zpnkesasl22wRQ6gz02w3coKne1zacLwIi3bg
fhtSW7wUS2uJGMSp3Z+zgiVbk7kClOnxa3neWo7dnRg3eA94Fd9sz3gfxESGG2ueLPesLjKnYxyr
erlz0qw6sUHaHB2ib+7DLLNjZk0iZQSbcZDCpPG6ywybTiLoTzPo5ow9k5Omd4iq4cz01uVm+/BJ
KnvTYE3oixhBkjbIsxYcWVWHd4jbnBEeiV96mXlg3kydEV5I8pLV62zSRR3lrOw6jkxekjdk/FGN
R6SPhoFoO/RXTs92TVRrv+qLWBFH1kzuiBgl+VQWbhLiWph3bZ3XBaXZOF3nvIyB+lc2BDRYSTLE
Xu77v9OpMsj3c0sjV6H9EkQNouqT8JNkG67j9F+5F/juraParIl9J+++vS0Tt1aPr3gX8M0eotWn
R2bVwsYkrCn7B2Jki31Z1u6qLpmedj5KT1fcEkI/pTtBhE8XDa+adouoUIyNmcK1TDeE+qjN7+VE
hhKTaDHv3DbIQjY5uVa1NxjvLCA1OrLjKdgC7D3ZXM0klaKaQEGjNqgpTWeR3TALo47vhdRv3Gjm
1YE3FwnPXxylWKEhSNTn7rae3OC2f4siYo5WOzRXoh3Lw4AZJ0YcOG55NzxRJbu8aUP5m/akMbvF
pCymDNY9pZ2fU1tUL9Ro1xu6gXYVsnHhr+dSLEDM2DIWtxtW6LZfmnveTZBzZn2z2jVMgnS9D9rJ
josKCZ0SZIit0f3FPJLytx1eYcc0V5Drz/I1l4fSt36O7eYxWxf3AwLGlx45LFgkuRsiWR/FbDAu
lHQmqNeXCyJIMs1+etX5LrEj+BuFDM9lljqJ8uiQvKZBl2CNlwpW8kOoHsAPlzYId5TGSd5jwkVK
04omOzPwXVV/2Loxel+DposrYUcxtIHhwO/PfWJnHVFrP3zaMtnjVUFRb7MQZZRjjPnUPlimYW9n
TfgKWQsMey/oCEvQJ3E5ZicqgEPMVK0bH1ROxKZABdLt1twUhS5eO0YgyElsFLrq+qZ/8iavvs7X
7LnuKQ6DtXuJUGhnwmLeDBlDKt7fXVeuXn0TpkFYwc/w/A6FCMPoaV7d7ZTBFk/mxdtLaIF3iAYT
UWVGkZQ/xXEYvH2epcvOE9UlFKp7r67Zeubdya07QzE+J3ja7ntZSkz51h3imGY5HPVFXev7NHU5
B1SAVzMCsB0X5KXjSkcPTcU014TzYXC3nPxQcAWkrYitXNyONnpuBBryoOSWxQ0ZOIZe6nMrTXBo
lqV5ZIMPEYxuIXWcrs6RcZ8dowRfjoutjk2JiQ5CIBR0f6B07E3mMyDYqMhpgWxWMuQOv8OsvOsj
JM9cD8fM7sp7QkqXWU/MN3PW80xUewt18LwtylfIuck89NkZMiCKVtpV1UVUhih8YmxfmJXOH07R
IqINnUahLF4toFOXjat+kqjOH5bKeV/aRseDgWVHOJmx2Wybo6+zvRtNh67fTrkwYpNOy+1kpw9a
zMve7tV8ZiSsh650x99RkH4JlaNINfWa9DWDwcrtXhQD5PPZeBCMfPTRcsurq6pR1mng2CWuyc4r
i92EMNVZUu8xYWRR6vbFyVQgBOOu8NnqfVV72j5UyC941g3Zr8Lf+/nylnJRjUveXkmrQunIPuij
3lKDc38kQxR7cn72PNEjluPI3lY4SQYSxq0sGDgPcv0IF5pmt4F17Jbyt+vUTsbZ1dyGYmNwHebt
gV+rv08NxpJpWWDhhOVHQFz3NI5l5uWMOHS8deA9jeY4COUjY6OvytIUFdB0EBnLIQGEds1+tPC8
W4NnSwYLFz42Qjw4jCJsN3xvlRMcpcsUY/XOUD+suF3kT3DN+bHQFu3Dt2qcK91Ev8IRq4rvEJs2
nNK7Omv0UzkyVBKiOIuEtRc6O5BORfW2Ltbav3MifuvGCavztXWdmzVP72tn+izLx9Yvb5VFcdTD
sUFmu2QF04102ayyltadk3XWWT2sGGjc+jNgU+naZdfGtOlbN7Wvaqj3a0GmuweBvyMilxidpr+m
cjwAZl2ftOcwj1wfdBgia4XBhdD6Jne2dt+MVWwF6ieNcBJ2+bc9lGIXBcg2Mor2M5GWXaisQ5HO
F2vFrt+ocaMjAXsqdL+9LRevPOBOWS9YH9EiZ2bp3pTh2yK7t1Ljai+A90qS1JK8iFyuFm3zGqeI
NAkuGRMAAdsNjnfNHsq7elzmW8cvbn2vegawdZ6Xskisrj7fEKRoQyZ6rekzKjv03poNFRitbzwy
FehA+rkd8otBK3ge3YdL8ad6i9yFaX4ZT5C0qGBkZcvEvKfJb1NSApVTvpD1ObpZh4twuI/s9tKI
5jYo5rON0CdqyZlbDDdl2/mXxjZgyrGYUPlMDXulRJVkTXEha4x6bcP4H7NsEmgkjKZtn/OQRH8j
03tdATFsV+uwGXkxjOp3OTk3qgVhNpGIU2FTJqXlTzu74VNfsbegCm18MeXyKRZF1YCcvU9Z9vTT
VTiHyEgWcYqngUBTWLHstw1orx3/NK9zDtpaZuS8YH6IiIycT7NAGxcDdkfR15iGpsBrkt6RV/44
iBsjubfY4bKlp1DrOK8xdD8vLxICqEN9CPCQbgx0etG2l07NgxblEi+MDfNjHxbNucjTW43J5nau
FB0PBpFI8cKqmblWxxWzTd5D5amXkHIfZnRTn4V0IFYjucpp53xOT7n1V7qXwO64wbhVKpZR5iWm
xoaYX5iP58wvp1upXQkLIbDuxrHauaYhi8NWoTgYvf6qqcPwqip7E+eKrTgyPW6MwukllE5sNZJM
T6fwYjSNOs5muRxcfVMI74Wr7dJuPBJDmlqpqGwSNS2wFdUOfAhmWd8P7uze9VPtxbz9Uxyq9KrM
xL4fizOaE0aTKEMqhZLY63m3dJ+I08waSrgjdhvGcgutpPD0+RDMV9agUYGya3tzzyEKvnAT4VeD
pl2TkYeXkiwjoVi/pc7erWkafsmw9xqI6IPDMguq69+zdIvrMmrKK6aT0XXGOPQiL3q33LG4rUvY
Ni6/fJc6rujrbxVxXeI8qROARVTugQlhgq3IUatiqeCaggMYuvBmZmR2VbOiJ/5fZvUzz3HLO6Ke
k+hiu1QDf0CDOf1hRqvnj/96cuGfxhL+FGW47X43j4P+/Xu4/uj+GnP4/zDAQMbgn+cX/m+V/dYF
gZK/ZyHOv/7P/+Sf/3taQYgfgJ/BojosYGAZtUPw4O9pBSv8AaWc3RdsoiSUQACXv/ojruAGP2xi
BKf/uKBmHBtmzx9xBRH+AIgl2GnNVilWCMHJ+VswhNzGHywqIh+81//+v/+RTQW55i9phRMrPRKE
FYgsyBCnzZ+DLQRP8Buo4iQU9Jl60jZTluvJZko/CYgIzFULbpBUsE7VdtlFWh5ZkgNKnf3aXmAx
WYpma3BvnGi13+t1ztwBKIzf4Y1nb5yb1W9tNixRsAeJs9o9dwb/n/4o8dTitAgy+8SaH9didn56
S9RPDfE7xjLIt5azzATwcy+Xz0EBXZVtkMW4PHJYeJRh9ciqlmWbvWkfbhGJyS5s+sshd+hCOcgn
xhqYjh5XZZSbuFGe3aAadgWbcVWNZR4S0RbTkOZfmRtWTEfK0s7PZZmzVU0AIvI5wBxMspspPSsR
y2YVZ+BR03LXR2IartfGsjjapGy8vnyXpMUXCsZcgynAIe6XL5zEvW321RQwDsVWu+CUUlQf1/1Y
z09V1EXmDGKBiu76Yo7YYjc0y6koC337MA/IfWd12NmxKqZBHZxm4bVUufBG8pBMJkm81Yy9KY/w
FMt87c6YlTHDCxlcgDqlZhdHsUogQF3g4jOQrvEJ2C2EqOtDiJV6nA7cq6cBtoGuMYz72nPYcXhB
RmJK6UEGyDIXlUe6OkRpZ57nCP3JNpEcjFQdmHrfF3U+2vSoTnEaAbuVnzGhWNkfqM1F5siS9YL0
s83yuCK2Z3e15u8OaWYh6gYAnsgteJto+HAh59c3dlS02Y662ZlZQhiRI5ajUtiYXODP1EigQGli
p3qi32Vy3exmKwxpOwQBg9jBfq4ODJYDqGBg1GFPGiiPCcvd+5l9ub5B5A2NdbTHRaojXs16OZsH
0jv3oo62dV9VlZiSNJv6nnEdEcB47mtPxJGzNs++v/r3Gbva3zsVDWGc+6Hz7G82XUepgu5us5DQ
KRLb4Qrupb5eczYG7oIidQNm8XjrwIN0/phsji8jLJqqeRnCKZfndt5l30Hul81xRSkktJdm0r5K
S4d8L4shlpZdZKYCFxauvLfAu9ibYFquZ99qsf/OJYsOYktziVx4XZW/LcClnT1DWg2T0/XDMday
LQQtLYrJwQa2+kttXibije2JGKry2roTHdc8rU42ItuTZDGHpQRzhTun838KrFRmB5MHUSHyZ/xL
mYVqQc2e9hOGUo/fGUXFaO/COvfzmHCk5HXlAZ6nTQr/w/A93ybCI98qLAcfxwags8QOqG12eU00
h0DAgMFDm9CiMM8a5JK2HsdEoVy5V+2y5O8VyEkqlR4NKbaXAquWS7/9wdbtoE8UZL3+YGlOTJzH
rT4CzUnbPXsuKxLsCrgQs/GGftKqtsvGN/1HGeJMrXYNnTofKc37m824fjY5XbDmuLf3qpEi63fr
Jv3+4DtLOR63MWIkZ0fdEH4QSanBNJitxtHb2q3gD8mzRrpAYy9+Gqe2tG/TbjYVU1rPgy+ggGTW
5PWnoSagEVZj+jFTBS1UaelgYaUCw5LnX0vPKcGDtfUEX0zXMHqPfCvavNswJ3EiE6/S7HTJxsxR
r6ZiXnkWWQ6KHHhUox8Xa9V06Fgji0vk2lb9zBXNKT3/wizrkZYxqBI9MS/kyJVTX2fnPJ+c3pwX
4UYaZokcvLCLIbs5XyBRqqql+jUFJofAnJBmjL2sgH11ftq9pKdxzDFkOBZRfSGzJpODL2jF6opu
8VbPnos0mFbAVsWAEAFDNQ1ldw59YgheAyBZztnp6K2JMoVWUdKyTkGYfdUWjxYJkm1lgScKr+Xv
rNxZ3EOumw5GSSgV0aiupClw5xpINVESxO6hafAVloXzPs2ORTc3edvCcTrKe5niE78DXyg+cqC4
IVppp4r9OC2T2LtKOPkb41MbENac0pHMzlxtDPXtMcff5M3VTdhZ63wcfXeUT1E46hB5hBHlbmaE
8ug7o3iqbAGMpAxXE8YLnTJEScWAj1a1Jw2DfQQrSY5V5aqCWwODtbTqLJGiA7TTd858ahW8DvZ5
3nYWvXev7jtJjODo6m1+nsjeaxiLsi/OVVnl0W5Dk9W7MeyLdM/wZjGJdNSEY1XrIKgT4aW9ew4U
JJJ8kLTdEUJMO/GeIp2HZ+VkYQcCDB/0cVVUvT4atqjiAcSNy+BjbFIIN76k+Z27Om0PrOWLnF2O
h4B3hRH8Q47nz0s8WeiDLeclO7KkD0Bf3+gsO2ty2ffngWoFzBHSmjg3LNe/FkYSSBFThwvcdavt
uw7H3t8Rkxc/+Rwz8AhN4WQJwYQ8u8WeO2O0Ceq0vMAB0V0De16fLdLg6lDxPirIRGz226NindDk
gA+EYQ2s5L227aKKLghghYes71tAV0VJEt1rqryLl8ylQHpslOPh3GUpsr5t/EEyUKTj49diT9Nj
6ZfstZ17Kb6xE1a41cAiu4ktfbPSVneLxLiSBXdVOaFOdXXkqQMwsOlprU1Ge90UzSP7p/yfOWIe
UFEPASUeypVsWI7HGnL10ol0n8G8dU7VjZ+fnKT2Q9doRTfrkBndu6FePjcHwsIBpcm9F0s3uhcQ
4NARBFWVv58cE5hL6qpF30b1xkWeONsk5EUPmaz4qDCUGLUfQpDeWAlKv8YzWtL2H5Vo01+nwUeL
/9tkTwMECXHJ9iwYwMPU9eOvFlj5t0wFv9Ipd/wqripl5Uk1+vgLR9nDWrEpZKK49HrvrNCD1x1N
rQe81SXUpzjPalHds2hMWWcKwHNwCCf8mJhdfaQFzCH1dDDVvARYp5v+4A1Wb5KUnEPCM4zJwJ1R
x3djscJ+wJvaMc2q5xGzeehnH6Imp5JAwNAa73ALwgqJV713Dno1CfsOf5lTr4N+tHLL6KNwW/0d
VaRZ9pI1POjP87jaYOEJQh262mHOnwNMwopRtP4pm2Oq8qKAzBR94IiKUDHcVbR3W+ki1oKR194b
ap6p7pzQLsdHr6R6xrs/1ySVVguhsKMUyI95qLt2GY9+y49heHYtdywAvMLhKAtPxdOWueYqZY3x
NwN+NnRlpR3kRwfXMbRuuCe4F/t2wEVMe7nrq6xqsTMGQboTjNw0sjbZSKYnXIkXuatxp4VdWVRn
2vjymhs2Zz0zhjA6883PX7dKqXuqqxQzIW5EgWknDe1zl0+WjyhKUD+efEe+hyoMsXiD6EhBZLGl
ZbdEVM+0il340aU5Sj8eKAmFI0OjobiqLbaCet58HUyTvh0bQyIuTcX0QdWyLocizysv3lbZ/wyI
uD8FjARZIjv22b1C2mBXpZ82JMRETSAWIMr2zonIDGaKcoJRbLNMD+lkcRPXLu/rAXdK8FYwMho5
mCQiLtl/Ui0jWdlvd5ETIMKpZlzUllK/LMspH7cU7ZIDUKpPPotMF995RKWA/oHaio+Wvc5ngrRs
RgzYsT8FebkOuyqM/FhnzfrIuFs1HNaj+xVUTkADlM02GoXf6SKu2gzTlh0U3O+ZZoEpBj5/O8Ok
nunYb+RUHZXNKhjuEKXf1tZB3red1jc4NZumise8B1kAG+53maYV6kYRjHr/N5jIUVoAbshQ+ZOP
/m0BU/rvPn1YT333aUvoP2/Ujx+ff+YSnP7xP/p0+cPDbQDV2vNYLEdH/q99evgjsB2HhVEOG+6A
oURAJv5o050frHWyGSGwoVjiH4E38EeXbrk/gFez0Cpgbw7dPZj6/0qb/pcm3eV2CXzSfuBnA8fj
q/25SUf8x3zG0LXDEf6IYym8nmgv/x8ckT8jLkIblcLmDRAeeoQIwG7/+ZsMXcAuYBqvUNAmB32T
kqHYnH2HQLD/h3f9PyBi//nH+eM7uazi4qeSKCB/WWESFjkZTM9FqezTxCkxtZMTWJL//Jv8Bz8O
8gq/LtCrPnrJXxbBZV6oe42dB4hcf5ZFbXZrVk3oy8HX9vfn6T9RUdBj/oGTzU8EksIXDigSENVh
8Nf9Wim0qBHjJbFibElMLcDRXEd9Xah9v1Qhap5XEkHPNuPvq2xyx0uAzaDzqPVdLlVMTg3n/jI4
qKwZu3Fw1rC3wSVpq+FNDu32GI3MMPbpyu0Zl23jODdZbtStAr2pj9jDs1+9SIn7ed6Ild5i3ekr
2a8Vsta8NOLGYk1Atiez5X8XDQwYBjQ59zAqqPddbAXjQb4Eoc617vnGorCw1rASFmCbe3IfWPPJ
MqS6Kgov2DPsd/HouHqGudD4z+NAXn3v2uyAouCuUWq1HoJfAekmWMHOabq4qAj7mWKi+r4Ye3rL
jaQ6Bj6mMUZWU8nNgsto2A2BW19MudfPB/hk5ncDESjd46JaP6FeLq/LXNffdVV4132rKKQtNx8f
mAAhaitaWPxGZOyxcJvCewvrViJ3EhP8NGMfPKeSjYbp4GlQeZQ3pDFGkQF0g2A0voVlSRGLXaEe
3upwHm9Pa86nuGHryU+JI+iBVSvMthxcN1enaIKKZ0nNxCgiGt40T+RnY4rik6dm/CD1hhGq3FpM
7mnrUH3brmM+cLVu3O4nqoVtZQUZ/YxaD+zbqma+cD+/QykR3rGm2TcxEf3wPXMblDXXRPdaZxNB
G7hovIh+Uq8AstZ+xwDhdiMC1MbkCNRjQ1SjjxtVyxd4xhabMNj/8VlE0fC64Ft56dmAw/TZX4tf
xHXMI+xErMn4o+ZrreZl3S1Yt+2d2rLlKoxgUSY0t4Cu8o5rCjZ6+YuV71V50ls8Ik+sxLh3cLKM
ySgbAhLaCyciCU0pLvDHNS6T3sLCTFHh1lJF04l4iYa0RbvDnT/AbQMiu2k3TUYNS34ncFBMO1gc
9XaPsJfdNbWYfqo5yNkXsmTBAx6P7G30C+w2/ZBzn+qe4WG8Av0AATXahIH7wWm3/dQr4gcTKFiW
ApWi+2V6A+0ZBt74RtPVIqIFs/uLwUCDnOWzcmZHCq+HzhCcCAt2CbiT4OOEpED+CuFt2eqHxg3z
K7JsOdYkkrjtzg1BRtL0qfUnlhI57ape8PAvrqfo/9KKp6ziO1Z7keruCyeM7XH3e1jViEoAk8vN
2D5rGP7PihM/SthVk3+NQD4joiY5tjm3x+WIX5vpShWgPPJiFKEoErf39ph6ziU4DkIRgxKq21eL
zeff7nzmjN2Gi4otGLX3boxV/AqNX9+t+HpaLEUdn5vIZBaRB6pO/A6Ri2uQGCLOqa1dpjeIhYAO
Z56/XwsfoAe3dN7aKOW3dYLg3RixrL9DMoDhbuxTNcdp3rTQCFUa7lXWMkdDtzx50NpytJIeSuSL
5sj8qVMrhGk8uiD2OXB0fY6O0HwUNZ6hnfHdlE9UturykLWGoSNMEiZKeX4i4aSUj5LskIu1F84C
P6a05lv+vfrZtU5TfmGXiKecaczrMlYEfG+k8t9A3DNNiai5epJpKQCTBmnZ7Itqre4dKAHV3pHt
/JDxA6jDpOwtDjt/SnxdOSqReNuDAxX1nILGY3p3cPHlw/lbKZSPE7gYWOGlQzbVLyb/0vXF/C5o
40nx1gWvyQtD5K2uG1A06cXVnZcKCxav3SoAah3ER1ktGeFNT9cXOGUYERYt/o+kKBgZLsS0cBy5
nM9BCj/d7c/XMdTufgI8OO/MvKC9irX37jQ7aIhrb7CVJJ9W2KTOiFEdeQiBuFSji8Umm0fiq2OE
mMYyivViQVv6XYjVk/vMK6c7CblhStiJ0zkwkoflcfQlPQfNcr/u6zKEWgT8hOi+i2uoYPyL5y5W
tKK/UJuQh3Kb+XXiVh2Hr7EGcQYc1onotpqiR4HW8hXDNKKbCQJAKYVl/x7TFuFqFRJDyAS0xg3X
3Ccn6cBOkNvg4s91+nMlG2xCvcD8P2kCX6Obyst19KonW1XRp9V7+ictEdklyUo0w5hzyK69OjQ3
g2t37pHpG1a+NmSshp0rL4qk1lXxbEHI+STkvjxIyLE1uXbfUscWBu9d3aQFiNrV0b86NYvXLD9h
ZlnWlZYxxnE8an050aWOftB/2pxt+wq4C+5fJ20/GwxX9y0aXSJrLe64FoIbQxM3o7w7tPJB8Gvm
6687QWQOpQmknz5T4Rzesjzg9DmnkUDaLz12NM1BY57IzuQPUe0t64EuL/hSMmUwLLoKx19Am8i1
G3B+oT92+sIqMOFh0Q7o3PGVcPtoZwgRHyA1nQ98+D573o0BIVcQ+ZwwpDGqOCFfa1qjBJSad7sg
yLf7HHYQpHbBE0lGuX/MpiD4KAhjBHG6TfN1J0l77CxW+3l7dyjrc+5ec8Tm5NDiYF1+5bMpPtqo
l6AKiSYAMhxXxfBcTHyc7KauaLO6cnjfVpUpgvsFJ0ChJ+xJDTmZ20AOsiaGDs6CucOKn6hD1njH
0M5jGmxtdb/Sun3nttvdjFwUfI54+rI4YqHLT2c4PR+ldEc/QcPQBIh8t3llL0bx0y9NzsE+edaZ
JBF4KNw6NYml3VnSK4ZIDXY0cTvM7EMBX2Ik2aImQLgCyjSgRmg4vxirRlJmZYnewz/oIMcNW6av
Vu1O7Q5KUtFyErFRl/d0ANmo9tOwRQBi6B1BRJ88hPeil9WEL6HvlXveZ568dwIsHjvbMfzuGFbh
t/e8rEKRSL3+E976riLNJnY06IJbeqsmUhET5vB4tkk3XDaTOxOeyzm3+OC0wt0PczHdATV32iNb
Ulzrcln/NlWbAwuOCbk/XAVBoJ+6grpzV/KvhGTyu+FumHEA78M61Gfkeha1h6hgDH0+2QO4Rac0
jRRq+Wys2fGTldnlRWn1PeiaHMg0LjMQo7duyRPHRWI5945xhuxAMBHdwiwEzu8GGDkTY6dToA/O
enilGRBNJFH9EitsBmzjJmcTA1GvxZzcCovwq5u695cPRIKesRH3IqFHMpB5AqgWj7Yj0TbCfGCE
Igd3QK2UNX4X5wQp37GCkPFMEwG8j7NtmC4AxZivcZtwHHo+dqydImhex3A6uXAyo9nOholy6oBq
+j6g1YEz2G5X+xz6JOtX6zkgymvlCLb3RCcN+KbJLSPixqkbHZRnT2fVVOchwoMFNp9lcb6EByN8
95NRoDkhWDSJeJRxB+OJ9kzp3hZD5RxGxPwNxNmkeDBynxsINmZzQZ5iAZZB8hgHR5GmheDIgZ4M
VjdD1k1MFjUsRHCzrU5aagr/Q+SU/ygxNCHcy9gL/U/DGHCpdqx/4DqAThnJ6z6U+EVFWnVvIj3Z
IFbblDZskHbpPgoIuf2dkoZlxZ0jc66pLuMOpq7z1e//ViP+rkb4p53PLt3tP5ckbs2g2+l/PDLA
aQfYh//73//ruak+mq9/dBX829f7V83C/4FRUbBaiNk9V+W/aRZg3H54oeexuzcQEBFPgsEfmoV0
f4TwOXHTC7QtxzktJPpDtOCvkDpsdC/ps5PCk8F/RbOAjPqnpph9bZ6Ukq/nSM9l28Ffd936kIco
6YvtGavJ64lapPPmHv/Yr+o0uy4995Jk2oGvc+ko0ESman9Loodp2L6MLsSK2iri0jhXk3XNjPmB
u+eQDV08N/PRq4oXhX047rulPPhpecbevmXP4R3FhuTiGK2PJNbuo7l56dlbGvTrT+hNl02YPq0F
p0LtwwKPtpMfzjPUiO1vTtkTAoBLwBuiJwaVjzUh58K3zqYsJJDRMysfWv9bcF2Pg3u1OMF5KIKn
NrCesKzepvW4a8LijHH6GRMtCFn1e10DxGujJl7cNsXHmBZxrdrf2mHTTzf6bBCd5QjPWJd/kyl2
J8Dwv7B3JsuRI2l3fRethTbMcCwkMwViDg7BedjAyCSJeXBMDvjT60RV66+uMnVLvZCZZKZlZWUm
mQTCh+/ee66aygFnwvLe1Bim07l4M5wSAT6vWiyr2WdizQ8u4s0KWNEUebiZFVUf5MybZ6EotmxH
nJf8Kg45/LT2cA8beJ9b/VZVwTOH9wQCkXQ3iGpbWs/2YctfxaJHtbtLCBEJlKmxfaRh9Yd+xfvS
4qdiTMySCXKEOKTg2FQ243jRwDIIPQkxYoC6UPQykoNBrXhesZtRmykR5udFPvNnOaCLYL/4AX9t
42xLKi/4IfPLwoXu2EzVJs5m4B058julSd+/SZQhlTIoEORdApftc4Zrtyo7noTu5XOe6BcKfFiz
EMNL84SJuFnVWt4byvwFOR2EJXrZyuJCTZNUd2+N/iMXzhvDe3TV8t234pwl2VttFRZdkvU3WlFJ
spIqcuBVsai+UZCSNR4d4uiMeFclcg+GvJYDfZ+H+zlfXsLcuVry+d0bkzPD25vy4obxHONnTPsd
OeEHpPBm1S94ucjyZBsPjJhrMFVrZSloYjU2HlkAaRl7azJfplI+F5Z38ILmuTSHO4qwCCnX9xaH
V1zU1XOslwc7JExBHdxDRo8CiBWaYNg5onLBQq2dLoz8dJrQYb3XSVDXgeCxNwu+TuoCO6G4Iu6p
uJR5943oeQw7+2Skxd0UxhuxuOwg6Z4Gt+Mou+9JFJxLrY3Iq2sLoDI9C+KOGXsNer3bBDQPGWKi
GRXL9ITb0pfWVTqoKRrHmL0/JBuV5W9GTtYUpNLsLT+21e8m29jTuAY8x8afkb/FrfmuxnYjlH01
qvIOCbWMsAQ4JLjDR6ncX6Bafg2hdyA5/Nu3pjzxWJt4CVL3GFD11Br8cFxlXblh+rkQKAQLe1om
piqaKpvSLPah09738LhNaey9nAI7bjScXNNP9uZ7057fGyV+phrDI7wzxsAkg/R73vgHkODvqq6+
59Y+KSw+/4uJ4V/KtP6+NhKYFi40ljCwGET/Y1k2ih9NEWrWT4yYzHUsMdYiX4F4IovWJr8Y2l0x
Z9vquL5Khv41rwA0Kn/7D1vN/2QO+1v12x9s79+/C49pBXz2wLMY+v75u6hCCZOg60y+i6rdOABY
LzD0vZyMTWKXV2HZPORt9V5ZyQmP4bHpHAY+2Q8UwN8nwn9HD//JmPYfBOPffWr/8Z//9X/POfhP
f9f/ha7Bf7nz/7eaWdmfTIP89t83dtvF/se1RDBPxh7o/tGniZ3wogH4DJhAjqIt8Gf+vrEb7t8w
aAcwZsAZu/CPPZ7m/5AjcA1icTeZ75uYB/lfzr+ztft/na1TdB6GJjdOilkdNIO/vL1Nag6O6wZb
jvODuaNXntgh2fqRvtudcErzjF/Le1ggFHnUVOnhMBuhR+GvDJevxPCDMYJ8VH3IxcEjNfIBfe10
ykTHmwx6iTHegaRI1UuXBziJe7oLbxhtpOJUjgPXdQpkiHNYVWcAbqSedxUaObOJsaqhCkkj8EJ2
y4VPEz304UPuzXTxBii2c8R6voApY99ydrESSfhiZgYQLuKX7mPjFWa3dYs0/kkKMwHll1SEs6nA
UGA1e04clLXJBh044ysEWZs/Yr5WQRQantesG0xk0CuZk+VrEuHUz+GhFG7kMUFnu2ylOdECbA3P
JNuS+djCIq02fR9kFwROA2VxFcxKJdcGWJVdYNYTDeVqEa2u8LqBqqLszcnrn3+9AvxViQHp78G0
B6IdIlIBRfjzAkC0VNuL7x8y7rm3hRmoF8bs4d99wf9cH+Fv+WOZ4W8X6GBkM6gSxedq/lXvCct6
GCfbulVT4ThrZvSy2nfN2KccreCSnv/1v4nr05+/Hi0QvJu8lXxBlrbwt0qDXx/3GdrJf/lP1n+u
MURwTxo/cb4SqZBOUb7WYVB9MAnvmz1yR5MeQ0QUyVbmM7SwfY5EmF11pyBiZO2pSWYHbA397tA8
Ln1gKQ9N9t8YJYXVvCb0pde7lrPReS5GBgYUHAgTM9QSixOOgeFCzkUCX1HOyLsHyRckiyOdEndU
N89Hh2Z4ZPiqTPMVjpf2OrRgs5wdkosvNBlmaHATXvW1dqnr02THqMgzSCevmXZ4sAGx/YnHWDlt
wInIdaqNDtj+tyaovLU7QrjDvD507b5ksrEcAxpW2kviAtSjlzfjl1mhpC+8W0XkdQKkTb24U7rv
cb3uR91hJpWZZwjIhaX3PQBaOioPkWGtAB7oVV5gEYUJKvtZk/+1OYFDLiELueQ1BYOWd9sFC1i/
Tttzz3aiq0/AQtolToQzkRmAb0xrl/hzsAvNyjvPkFnDI3MoJqkOET5a2tOi+BySKam3KOCZiLQd
sEmyg8UyYvJOYS5xXZt7boIrfiyqxYp8o8sYEadGDESNjKt9rzWiYETMLbh4+ZvxpncAtV35A83Z
kTmp+Nh7ccKsvaSy5ERQQdiRhhD1kjohWKqlC+jVaATf59FtoRRHHp/+K62wExzyzhgfO+yxycpI
Qtfe4rFwXjSuHNqJutFYIpuh6bBJqz5oosKtuEDD0S6QI3CkDseBgwuFdl44P7QEDwE/JS0gRnMc
CC0sTi3m3Wy5AD3x88d9BE1XYUSi/Ds4OnURXJE4qOp16jizcUiHIk/XiW6zFsCmj80pgPXBzUlJ
s96MVk6Miq4h6xkAmvxWwGy+U1eQ9p2McUj5NGpfHrncVweuJSMqnyCRumbp0/vB9AKEoIwCPE1J
W9QDT6LCs4bHknU5RV9ODnJXwkmN+kV7L47Q8xPG3PZYmQoU1zyo75lx9AthzMBeB26XtxGyOfCE
BIAxDS+6Ggmvc4/EKW1P3dlHTRERBjzqyFS95DYSFl5Z2gQ9cTvAg/zl8zN+KQ0j8U4CEmkW2Z1V
CFCQxM52DOJSY+XJcSDikSU8jdKG97k2s4ZgZWfXCoIlRVTb1sGwCsFuycYoS+p6HVP22VG1s2TF
dlCBONAlJX9KFhguhU2trLVEOnwiAjJDzUZ0fbTSYv72RgTYlXL8/uBRM5bsQi8glbawH37zFItg
HVN4xAUTCxUn3WWCbyQXP75rytTJ97lu6XnDwGX0EQCRWa8SP6PAZ7Ib8SmoVr42lmW2TiOgjB+E
Jf9WmUn7nUK16DaGdMj+mB1TKT5blzbRUpW1pjfWKZ5SPXbXQavnn7Fi0cNOX5Epq5hgr3g9MrFO
YDvwWC1lP4Ru394v7cJv40NEQdBFQGD8lrXBbWIW2PLKRHXBthwCA7YzEbVfNezkFyctlotmpoln
d7QAhmstHEy63hTz/mlRZfvewZW2xSUb3seiZtZfB5nJD2y6wGmYqppyXcemfILGbSIzM9/+9rVH
xt23HdtfNWFpLhHDUnEF+Z5A+696rtFFLgNHxuW8rvwe1VfiCqdac2f2c4tmJGcIs2FZIUqskoR0
zY6wYWHrU2zri38b+DrGfqqEpqMcLS5pJS5aY40/xLNXLA/UgrlVGJwKeAZMsN2uvbOXlr5BAAjI
JKK2s1tNaLol32MkUCYz+DotfpB3INaV2BtLWX9nPmbDLfDO5amTRuxzBTbqC2Soy/ZDzZ1z5QDX
q8kD57bodjWFEDfhMo3BGltchh8T8gVtAEVC7xwOV7/F6cVZYB2nJM3XKs4IAYypMJ9VP1jfXSzF
l1dBtV4NS5LeOuDDX2fkKV5yGKs/ebI43P8Iw49HVWBaxNErXYre0DD5CInRG6OqSccfnAWYNile
GputqFycuO6CCXtFMeQsN6Ure5KDl9j/aoK9zQQcoYr0MGRbezXFPkjGKQxZ/bNF14/42+nuy0P3
LdTDcIsZLXhpuG78quM4RoXE5Mypx9ECYLSNC5SLsqXo/OzMyVu3iSkXdAJV9xFesPwFfLEBOy1M
vGztTtSZRli/YppDYb4wqHFd5zP1K+B6nr0ojnALRW/SMAcmMymVYIQFOWO5xA/Nk1c13nNiDtnD
wPtORdTiFXddYbPut6UZ385DWKp1OIxEkqmBNIBCYFl7a5MJPP9oaBLhmIV1is4DVs+b+XStsKK6
CanOujirvB/ZdJawoY4IJMjZ0pwlMXNb5a8KOCuNahyTfuQ01q/FlMRf3AHRsPw8Ea90m/HwrZrs
/cXxj0PBDhr/q0w9JixgEhe6NcOhtjclHaiPuiv9jwFH+FsF4wGKcz8gFphMY4atZxJpWdmJxoCK
dxEoa8ZgMF1P5B9e0bn8V7pctLdFFyAZqldlgVflVCjVgpTFZk9CwMNt+VNZy8VG7/b2zcyn7L1h
lvwLnvlw8QMb8bQKqN1L1iRlZUH1GPWiV60Iyo49XaXduRdhTgRAD+RSsiLfV5YmzOAqOeIThrFW
RLMEsrAN4rEoyRuKSUd9XATAyWLsFxEKSIlgj1BhXSEB6WAXDKUxnELdt+3LkiAJRrNB09n9nDLl
x/CiqKA1cOLcKKOHnEb/8cAbWbv2DEkeUkAMaZl03WBNUet3nvVZX8Dc6P52spDRCzlecjDzqbbz
xl0hcxvFfLRhRLV8G4RkXgryr+VRem0F5HbuBaW5qzpR9I6N9cR1YVUVRBA/MyRHd78kpTNHTRPH
3lXZWr6tOPMhTZB2oaChOlONqtolMjhGIMOXxDXxHGLZpLC94tQKdtsvM9s4L3okRQ1N04gT2sx6
nX7ZOE+MbVW7eQDXBi/xFyhm/j10M2eZuymhZ4iDKSYTjiXVI4U5Qs2pQ9o6AC1n2za2kZvhL/Cv
8MC0cZUhbrQEuz4YZfYEJSn1yjXQ7nx81ovUzRNRgMomIE4PwuOYV55D3BWQmL/lKGLjyA37XI6U
ZHfCpsLM8S+ujsDr/PtMc/lIoiyl4iwluBKwi4LDZaubAaqlOJZiv+mfMGiNtAr2qW+yPiaGDjZo
eG5/baRNWl/VMIPVdR/IYGB+aoATABkyc/E9xG4nzdtRUh8CMM5z1F3bTrH9YDPp86+Z5VFMvjjL
9Bzi6+DjV8QkB4ql4ngjlEb8AUfvvKh0Xn56q+uBYxfddAnxSLvc14mjXiG5jPHGAxF0khhoxKqH
U8/xxOnYDWvCRY8URI301uem9jdZfBGgfG+wkyt6JsH2Yq/RwAlIQuwqy3acqGXu9Zpqmx6Krh9d
ay9Tt9TUhWuvPYReGtpHS8nUjCQWZRItDj983q/Yv/Bcgp5Lq7vgQNLV3Iy3ciiddDMQyihoiedI
vs4qw22PuVMl2YaituSnwcqIMiZq+FzNZSZqelWm90vvVfbGhWWtkePL4TwT7lV2c8qZo0EmhhPE
P8SYmAvXNDxzwQZu76yxBpT3ijzaL5saui/NvTd5NUyZvZYttiB8IDGNgvBrANY6PU28yIzqyzYn
O6cK0mXB9uyUyTOv+LjwT29IoNE9wseUV/u745VIVxYOtL3oNACHohOM6VtzKbl5C6+bD6AQx6eZ
JP2zxy5IVERT0rYqqUYC/5v16k409OKs3Nk37V3aO6WIDG67mLXJWtxaeUAQxAyT5NHs/OoNtE+H
15YdAupSDutsK1Mj5SOUJvpTB7mAxkGsQ9K1EzNHIB8JEsL2cvFLxhTAxX5G10veavIvkKbBvpah
Y7Ip5RWm7cKxoM3/dsn9PzAw+38tamv9y6kZJqdefdR/mptd/sTfB2fh3xyMcUClKITjqH3Jzf6e
trVCcris3FhoA8t2mQ/8MTizgr8FzCfgRSKhAXUUf0hiho3EZgYmhgXbDTw0tfDfGZxZTMH+NJvw
fKZPjHtd28OSAAfM+evERQwJiknVrrxOz/RCOF1ffDKHx4nllpYyI9cH1AICB0/YrbGYjR+ukKjE
eFZ4/GGDSmOx1o2FWWcNeTY0r/mkEyELE5XE24mxCBmwyi7HK04FRXg0hx65WsxTPzwFMwg02D5d
8pKN1tzvfWITGFVVUn6YSiPY1FNqAWwxJvHhOKhXqzQcz/Es3I8gZ4EpKMp+pQiDgy1dXyu6IYs3
VAGuIV5cfVIgz7EfI8Wa7T+/4WacvcYzywf1nCbhtdB5MWqvfM/6st646GRnzDh1BOF42LjmzOHL
XZAtnC5Pz1yVEMsWHmkGvdMwIp4a/lKT0cJqHA330Z5bedtV3PfXpWySu3FOBGWDGXWkvp5vgpqA
P/YB9Id8RHS30sm54XDZE/uXs/9lyv4ttBPgqmY9rGKFXadPsE6sAkXmqXF1vVninHuCO8p5xw0H
Nyh6unWErocBDUqGuO2DOPu0apNRTlA+em2dHi7tvI9h0qIiGlIke8dXYoPBRTxlk8mf66oefLOI
fzrRvlVdAdeKmQ6Bhnw89hb1EIqupJWTInoYnBZ3DIeKJ9+hbhcOZtq4XCUd8FLbhvDxOvVrb9sQ
qDgRbCYs5lTGWjt9/1QM0rpNY+ua4uYnXEFwzxfRhWsbRy87eRefOFdyYG/iqfrq8JHggSn1Hljy
jKeWZOG1r2heW9l+10RBHmAc4HtjU7T89rbvp/nYBzytubyMdZo2TIFqdgaGQ9t4CP0pxYB7SX65
+YV25ze7ME01CyqqIekb7xiXoI0xbizbS6yGJTvk6/U3fsL9d3QIYs0FKXNYgYfeWQICws51DSt4
7UNBuAqlfwNryjmZJB0pX10oFeo7e4eDIrkG1to+1nlQ3cTNkH9pV/vDaunH6lAO2bSbnYUQo5vK
Z78uzXtdyzaSUM1/9TRnXph8+a6uG48gEpAW6Vu8gIbNaGjO6FQQ/aHn3BalhpZH2kWybVdVV7qo
Wg4IllwxUwEGnCg2LgK85OEKu+UhVGxyJATwQHkLZNNuqflMpf2j6wnrXmKi2eV5IompLU92Bind
ZeHgJtCky7oU9XEkhnzSDA/WtW29K8cFXV05yX2ch4rckEvCBpRJAcqtnW9FPacbh8HC2jQmLypD
c6e1Wd0Ohldvufo717jAwts+ARJXE/ePuKL2J52ZXHNIsrlfTUL1BxMSdeiJkZ0kkZutFQA47yya
ZGQh6PlY6kvEiFpXx39ObOHPp4TqiSRSYQ6xdObRHxMTGxSJ3aU9LIn7yPG6Y4FKGSFwSphfB40Y
rjOchYvkkadZXL6L2S6jOOePDV3d8e4Akmk0eIDVbIF/MS8ZWCye3KbUuu7sBOx2fQH2dV1+iDvq
X3yodC/KJycnleWeipledIvs/7EhbWcGEPmm4jOz2uAsFw5SleFlUd8uoJL6uumf54o26V0XsjgC
8CqqvaHqBOl7KAw1fvYAl6bLB8yDfUs7VoNZKiPqiPnGw+w4mfVH4S5JVA6MHGXuwqKdptJc56VJ
UQtUD+ueBG3Qgu6DBlpsiimwrkhis95g76bpNwG3md7NfYKFybo4zR2qlNZcJrDoj9fzZTrbmO2e
8/qBu8GtoaGmxLxwe64sJP05kBXZAuWeiQbZbZ+vcWVmEw2MwSfIvGPuptuWnol8MO2Ie//eLNOb
xK5ijAblw+BQUTLH9KaWcm0ihPN/d71lbisV89/NviTsKoLll5s9mGREDeG9ScrRKabaWt20ayb7
WtjdtoZaiul048DUAwZ7AoZN0Lg8TSBq47mBzco3relFTjGz5mBW6M8Rnb0KujxqKeYCZLclfXrL
QR3o7YjNmlLoBaOkQZW4NTCeYtQMyKTvjyguqPsO50Us7TiUZ5YDe1+w9XBCvlIElw13OQ+kZGdG
qo8saaG1MqwJE7ifkuBUdkaoGRIng5DRX+6cSjkroHXOxq7SO0nSHZWovpUOGfQkfyiqYtuV3a4z
8g7klmnvPbN0b8rSS78Mm6zsMSuUdWd1bK+pAToHn4n/JO2kCze4s58IjKRM47Gp54FjoSz4Cx4P
ls9tp7Jq64VgcYeiZYyWBN4G/8mPDRRhR9AczmltXdVu8qvFjLbyG4KxU8qVd+I+eAhn9Ul9zHAd
pyZOtbFzDoWE4eODGVvLgKahmjqjWVwcKDRZbBCDuO/n7pGFMF35Cjdd1vaKIWK7tijPSdrwtgm6
BRA36ecLtwr1JGk3TRzIDXoZn91h+op1gytgPgSiGD917fCJCG8rR9v7WIXdlhKUB8+MuYNXfcRx
hVg2bnwiknLllX6B/9SJWDWBqcutyo0bazb1NWXeC6gydQfc6hh6wJfmmuUDh/QLfcIJ8EiI0Atk
ibi/MxPnSiqbZXEqARDh7BedWb0ofNBrzg1qP8iivpb0T34o7D1H0rD1Dlhej1IYztnWuQwU1DBa
b/SYsZWzbPdOloybAMDCqpqYtXLbs68oSao2nsyKV0gXxpsK9DV7RwmilUsUFR2h+0288+jXpn0Y
5FhvWPXUBbcMFMF33+PJFgCZR2vjKRPewRiU9U6l4g0PjgedK35QeACxHLHeobO6aA4TQk3T9Qle
nKY6Ey3HdzcOW9DZmK5b/RKHlYrQtKB96VWLj/V90D2rnkMavHOuJqXzY9l3h0lRapRlUO/lyMix
36YzZpq8d+4AyNo3FdaVakQvqWzL2Bk5aPzQNn76VrnXOEPvwXHfj16ICbm1eH/b01D6W7D60G7D
4icnCxdhR/XXwB+55GUUu09hsy+mCTAlB9NVOC2gHroBa6w0F3pFZLMCzsy4ZQG6OVjOm7CqHw/Q
xVbiLt8vbXvygzaMVCVffCKyUQLAFhE3uISjqm5LGNXJ1pPL/XIr0q69buO5PIJmxQat1aNtc2gi
w/0RCwvYm+z1oeCKBoFGgm617tNe3Ob4zbi7Smu56tKgP2NF77YF3QAbzsCIhLHh7wpRNF8J/kwi
UCaDW8scQno+wXJ8eD1G0UmUTFGzpMItRTXXBU8x3DUXL22Y0b6Fy9t8ttFPMc4TGc81ds7FmPjv
UUmNz6cIK4K8iVvs494z1sPYBO0m45maZEcmgsklQ6dIVlUKNCqVeHzyunHumA2X766R8AVtLW7j
vOiuB49plFRzTEHKrM9DW2oorbW8MEZLv77umX6+m7MCHcop9wB4Eb5ZOU8HJgq8aDbebs4C4spA
LkcYQUC8DozCIX3Uyi1H7eCIVxfbyTBBabY0jROTa2FZTtzXfiEpk5elvwK3Cjs8o3MeQMVZp2h3
zEI/ZzVa+wJ+SX1OhsFs1/ALxPRszcLId7BoAxZtw1dH3XX9vDOnvLnplnE5jZZlMNAnX2JOCTY+
6n92+dxo62v2dL83QsZH19ZgMRmtGnEfu1mlAPmVS4XqOXcA2ihzW4EzsT6mUKbPpYNlMAIb4F21
QWooxvoTBQxVkCTdl2MUvr9ShcHDX2BAlBtU0BwT0Fhl/nXTNHV9Yq3uDADSCSUgRobwgD6C9LbC
RYTtSk8DE2TgaVRI7jqwvebWZqruMX7wZfhSzwzX70uQQCpK52427uc+R5R1LRLroFJRESga6Xy6
Veekh6uhx6y1XwvwAO6+9QV8ws6jf2M9pnX/Ps8t1regglmN85vcOTVpWtvnibAEiyukmxoj4cKN
bCW1D0Nf+xa5wzlNmCDFhed9umZcPUrb6KYDRJtpegCExoyUqyXbNCmCQl3VC+FsMIH0XUxss930
UY900KXsjG52lxKVa49OCjvgQGwLg/iUlbAalymbj9QuteMJCme2cTqMyJfYEqLhIi+dEkOy7mrA
fU7eZN90CyQHZ7CKz5J57ZoJ2HQXG4N3EEvtn9NKMCWjrXTL8wFeGUDUiLFuz0T7oN+I2UjPsz2V
jxkFEyXVVryWB0E90bpItb/Kjd6kL8B4otPo9kIasAvqqmKnD/YSMc7J++aWbYOgIoUSVDZ0rznx
zI0/SvpsLrVhRThuA5z592OWDQRBmvCmUBMUq0Z8xH0v9q4/Pdezg1GRDBPBt8Y627FMH2LTfygr
vs+urZ40zFj6fYeoiOUxrBJgCaM642xZ47iwgCUZJ6vASZ9TkdXb0F7dFo9kXz4rv223S4btXoc0
f1AZfIdj8q2DOMO9gGYZ/MAro212djF8D42/mZvlWamQfur8JR4XqIxyJEhJAvGZR/02SBpOGgQT
g5K8EoLYUBy8evhFT/W+8pcrwnbefsr7Nz/nAeDBrAa9dtMAIgBpuqSVh1xS1gkW69muzXtJjUc6
QWYNL2bYqj7Gofo2w9ZftSRsb2yjf2CGyfzarM6Jq+4LLa8tac9RPxldhNh5PVOEEwf2eZhBGNJC
8xPCnfVkcSwoertyHNAFzcTxvZnx2dgXBul0R+LjdQnFO/dxtXeK+OBLZ4kCWh1rPoa+2e4um2Cd
7Sv5k+Mq9f34XAq2MsfZ4NjYsvhOBCX893LQp3QsYVUCh0K9crfEenaaC0ZSis9h4efhLQdhO2+E
JS5Fa9nbkvZzRMv6YdHxWynyXy6+kZNl1u9MPA6MWmE3VMOaEJveIEQ9Y1M1N0Atd6MZfBgxnRUM
nAm5+pmCqKku6n6DIqH4gQ03QetODBNt/TG4vI5ZnfN9T+h99egexhnxTgIiG31syk3Pt2xf9Jy+
frNMp1ktXFUJhJRfXWZsmyE1QWUZIrKt/DTTkyICg4GkRQcO2jF+Z2tCF3LuVZA/1YV31+fTTnpe
d5ehNcOp4ad8sUmH2cHmdCs0SgG/XrRugK2lfGiNfj9AaWkpiUSwfDA5uptzcpMX8/MsVfxUjtWm
zOJ1YOsbJyyeHHNaQ0s6ppNJdZyxy3S3D4CjdZ0EQoSIOAflBmW83pm2Ok1DvKe1/SjGgdt88UQW
N/IFyUk3OdRh/WCLtmdIUx4vqRprcinvM63j0Fo7kzms0xtPcTPWEQa079nt3Q2GE2dnusMxXmqc
jOE95Xg9tGg+4OzzEi63u5EW1eh88LHPdmehDXE7+ZTDSOvAkOYV4PFXzMFQs0WvBWicm8xxxytT
QcVjF3/r0sU5ha1d701w3F3KipFP1Hbk6aLW2EPCMzJUS4NZzeTYJPbNPQoqheVEJKpdknEz/KJ4
oJGWUl8GBO0pAym962DorxADb1GvH8gt4sA1YJj31yKLH73C22oVhvdjkjKpMOhXgK0WzRbtRE64
qyYaWpnrHHXrHq0gQb0rNm4xGHtGOiaNAvYGp/7DoHlvSUaztyVraciTJgmyxQlR7Rh03MXOeGSc
xb2bmeQe7B03Q4NB9kQirKp3QGi3NqFsrPDep3bT194IjwH5UyZMfFAylEJatW+cnPSZGRJuYrkq
+gFfQ4BlF3mjCjnUUE4gwk0iyj21SMa10d10jbyqFK0filhOcRExXUusizCMIK5+ESMkgCLoV5qx
TqfDOo/RcrqkXYcyeekbhze23/Vs2Q13xsBzz6zXK+SitfLydUDx0KYKHOMa7s89rXoUlvmbZbiH
F3PopHgybb2eiPja/MDdsDvQBUJZFWd0iyOpXWwxLI5ElUhoBo1DO1TsudzNNblOwRulCvkBVnqT
LMljp7iKQy33txYk/JVnIGD2Jm14jf1dV8ZeW/oHB0CE5yjDPk2OyTbjyxe4mMjm6TELpuuEbDp9
XpygS/8+Jfq6ErnY9DXyImq2hIskvyZZo+MrunrT61LF28Ga136pXyhnebNChNsYZb1rfUYxdYNi
rc4icTa1N5yWWl4rzhwBidC2cZ9nTXaqsLIXuvhuJ5Dd7khhlHRvMnpaLllKOitjhhhdAXQviJON
v3hvxHFvC6+7qRd7Xll2iN5hklroBuvAQeIZntgWMBqWzOaNCdph9qtdPGZkgilLO8SxuoIzh7Dl
M9wF5ocCPNpPCclwupcQ0vlrVn4xX+eagjJsAQ/CrKDTuOB7Z3PbK3KCVgb6v3C840BOcWvZyaVc
uPoo4RWvvKlfjfM4CnC2OcNUy31zZw6U0NfVtiQZtoI3BXp7artjW7n8WNKaFHmRfY48AuqWVLBT
fr/nPPhW9NRnkJ/c4JyIYe+BeJ/68A7a+VMdj6F6hcvgcpTN3AWLAzYwLDi4qaqsiX1IaoHkYe5F
RZmV+VD1hBmQPbGULXTlBVmHCjheFPAtXhm7XdstsvFWGVZ836dicbYZKm1zcnMU0l2JQvmkKyyN
PA/QmxtX+dYjYBzaPyaZypQrXNO+dZzVyy1Nd3D7sCzEX00Qq2lbFAOgh3oI7hsSnPfSFDQkQcOZ
+ZxzegpWPelHppelOzLTbA3db/yka9+Uk1hF1MJubLhJiZqdrlLFjc6VcS9xBb56GidABP+G6Ia9
pMtrGPcT9+yeHvhtkTCLxxPIOnGB7GdP9nyRL/sYswtoJRX4VFDVOt4XUvIYwzmveSNa1+vkrk51
0B/omfKtFY/dmTdj0Y+M8Gth7Oalqd4v4JA7ih/0LVjlhPYxanis6P/LbL9n02wiYf88lrb6hlP2
j9Gzy2//XWMjP+Z6WCfD0CEGS7gMBet3jc1ERgODgr4VIr4xwA7/iJ1ZsHJCqtkuGhsyXOD/YU73
/2Y72IJDUmfCxA4QiH9HYnMsvsg/uI0B1xCGI8fmeVjnTZzqf1HYbIjIEzdNhhepN2e7CY8r5a6W
I616qxfbp/+C+zjRIs1atbKUK8RmIvb4rQzNvlfAlP7lVhbj9ZSlhktDi1c58uaYW1svOORgxs1r
GvNqyWYjtbS9TSdEYeHrsGZammphPQ6z59/A5jIQzVQC+ONCBkNLmDsOemocGVAVyOk06Cn8NJGp
+Cv3Oo2XJgI5eHHpeaVqTs2l1AcNqkvGQwAhLz3n0mDr+O/snceO5FiWbf+l50xQi0FPjNKUm7kW
E8JFOLXW/PpezMzqrojuyuoC3qSBByQSGenh7mY08t5zz9l77bpPM557HaG6bQixyS5jiPGzTPzk
YHcWXuxDN010HmpWArYoZCFIVevRm3GK587MY4SIdlaXI2fPEWiWrKf0yxkwfjdGkt4NTCt0lx+h
dvbQyMhCI4mQJa9R1OZBLQlR3jVYgR/JH01o1CCLgL2RayqxB3jJMCqptWAvUb/Axqw7AX0JqVN4
yFvavUzR4BjMoghOFGFwzoapdtI3ZVE70HUFc+5oawqTNxYKtXLBkRLIpw7DbF6KcsQNDt/QpDcF
U2fwMLY2H0DKAQCXWScv7FMLEDWhHuqnvoHG7c+DBLQrV4kTc7V1JNJURZxrR0gsNLrEo0Dc2ISm
j6y7JVxcue062YeuwoCHQC3JYFkKjTd0LdM5SeXhB81+OT9qbdr0FxpbKX1Xuc1x4ILJXfYgjI0+
GMaCtp2yTpuxPgT5T0cIAySjyNhYHCStiu6XkMa+lxAygD9zRV/oyfQa5XhcvFUaiSzo46geTarH
xkBVO3dQRTraxwRxwCUnpyMxIANnSQeZoBhZ8Xe9OhZXbQY26saEu+AiljvUWRmKW6SC46TtjK5X
3gjSMd5TWYM1M69Kc1UlDGg7udc12jqWSTeLRjj7cEM3DN44cIsTZq86d8RuRI6GxzwnY8lUV5b5
JoNW3wm/TywGQwkvUUFlZivkcyxzbyLjbMxPEfrpo5ZOw/0wKpXlITyPEGkUGSVIDr3niwwG9Tmd
6G3bcstQdQN+xB+iNAg3CLOgx8C+h5+ojCPMXWuUyhfAVMoL0izaW3kjmOJZqGcl6KUk/GaYHR8B
ZkVfZbPIdz3I63cc2shR6OqHH71QKt8JIpVXeRibQ5e06iMR0+WrqCxdEyjpGEk8NUjLvUpr5NRt
4SofRL0TmO/QPkd8rsIpIThvNIhQUXkeJyYhVfKKTI9MAPp/tMGSVmZkZyIHBfw/juiChKkgvt0Q
U+BJYQfGc2cK5soIT2+G0SZYokaNSQqCb0Q5KndFI+I3JWnlmrSlMjoTw6fYQT4Wf1QQaF8Uso4f
qQCje7AeSeE0cYvcMTSX4QcmQD7qXmq6m6iY5CufLjiWTur3RVy3H22qAWuVZ7X9ENKGN9UmJPZy
aygEn7aTICCa7wztB4rRHo15W/GAxzVzvV02JtJbr1T9sadSztBEqlRxsRmFBi84MnC/S1qGXZFy
+SERe8ZLugB451TObYxgimO45UjQKFviXUxEpfCv++Vi9rNSrB5CgTZHrw6DG/IkvpjkWmqqQnu6
yi6keCTDzsjpPXoT894PUcVAtRO0ulORsNMR9dYoKs4W0gD9xBiNglWtW+bpeimld0ljVZgfFglK
oF7FwrBXmpXVsahqWAnp0sgNWSZAWmZX7cqxcWivml6LWClzw0jSHwuprtCvjamkN48kKBaioxtm
vBeAtcznpoNZ6NcJNCKf+7+VnmtBlpZPmhbyq9K0Yu3KOatbYKlqdbWIJAQ6YOINsKteYO6W4UG4
xDUySiJ4RtKaQhKyF1rMcqPA5xn7dyK25NJdtQZbSjiF5Kewf8ciJ+isfkwQw7xFYRo+yTmtD251
HpZQpsU+GUt8w5ab0K1kgiKd5HjU/sDG/X8l0r+BZPirGun8nvc/65C2v/83a/5v1Dhb8bGVIpsF
/29FkqT+BgUKX5JsSvC8lA1B+KeDT9Gx/W3CJWz5BCL/ThrsKkwY//5vivYbrH9Zg86nYRjdDP2/
UP7/ivrPr/qlRsKVbyoK8D0c1hqqqF8MfOIUFUJE73unMXHHIeHKAKkGLSTJc7gta5xqy3uvKFcp
f18R4wyPZK/3MqLYJYY9lfoKRo4ZFBp4k667n1hcqy5oxSdFlenQieTTSm7UVHaLSilcA1O6XQnx
0rWXtT7rSWpvvxqphjz7NILt8SjUnxWB5STrLEH0qM+3Ih649mHbf0YkF3O57yNwZzWFysDkjbhV
fFxN7us8z8hh6bIfaNkHBjN3PdmbBFOhEdiJ1FFJ+wO4kdMighG7a02OfK/+4CnU8X9Qj9yPOG6z
+htj1S60XpatD1s0H1K4ELq+7LHe4xLBGx8FraacCZzzkm2oXLyY2YehYWSuIk5yrEQDObcJyJnQ
ribLbRcFCemnXNenSmNojgRxfAcC8KSZkTuHE2sR4nllogsbPllj6Ul15CHAJ3gqRuoZedIs7QXY
RZimvEkavYrjOypmett1MFXUEPM3MDx/RLhh3C7Jm9qgiKRSrF6H6Eio045wBnTgRIC2NwXRJgqI
Pogg5GR9En9ACDMq+SAXf0jrp7k+CNa7pA92T10mFUwMlw9txQoRJVcrjB8GkyLWCDRiqlAs+WK3
2LPxIibbdAtJD7GzAqSfQWMMjbUql/ywit04tTvGc6Q4Ql2BuR8NF7Kmd8zJbLmbPTSRIFAVf2FE
V+uD29ajCxn5RkH428mOJFcuM1OgzlgMiD6TTPISm/cSnQm2ckhuqi0epzE+JJjt07Wzu811uSTH
GoHDWt0r2PnSr1I1UWOQHGZMjooJ1SQRpmUqljhylTOoxXaQsheVzIFoIDCe2RFS5Ja0znQ6Hox1
bSXq9vqWfyc6M5Y/dTKYCo9HI2IAyBC+LhOfiVyN3UgxgAgj7ZbzQ6Q/jeNrTWh9kZ/zLuSN8hp4
ErbfGGlvEii1CqtqUb5mWNe6eevM7tPkEwOoy1kb2tfsUHrszFqxo4beFJLllUyMJZTxvwle1yie
inaXqE74hcjHIspBOkBJPzul8kmcR1AWxFYzQnfykry+ePEajvr6NDvQDO3cuOotb1w8jdJ9DUOw
CJ2/Wwn/B2e5sTnH/8vyyQK2LTDYMGVMwhBSjc1B/HcWTAW9JWhu9mw5/yaY0+iKRw5WFO0F0kGi
EK405/HtElzZmie1SfeLUbjSGLv1OtOVn/yKVOCZ6DcUjd4Y6UidMBXHHlkmfJtBDutHOd+t+W6L
MP4Ry6md8D1SY5MWzhyMYrVCXICLJiPfdjxW8d3aeKA67EKm12NKO9IjsZ680W2UFdQtIsrwig4+
Hz36NfAJENhgEZ509QtmMy1L4ah3x6ao8Kjs0/idNmCH+WnMfIE0D14EEnDbZHqp65cuviPTixOj
/9cX9Ve7/n+7qOhU//6iDsYCPUTloq75o9hnV7VKnRhO88p+X5RvC4TFUnxBAL2avrS0LtO3f/K5
/m6d/fVzpUOtm5qhopgVf6GqlqMAxa/LBlqGhqtg1FoAwc1O1F1zaEz6x0pcGvTK2HC11iVSUpPv
VH1fCi+NsZ9DN6suLBWi/CQmJFa5wrKftWNk+njHMkhkGFBr+M7CcPnrK7ddmF9eNeJ2RL/G9sqx
Iv984STumESyUH20Fk0+gtQZq6zGiTjzf3J9fu09cNtvvnjd4LQqM8n99ROKhnwQyabBbw4uxDFx
xUe4dvzEDKLmn/0u47+9LQY9lqhTRwDF0lAo//y2JlMkJSeEFtgIJ7PU75Dq75G+A6GughGQYamu
cN0Q0qfKywS7BAu4D2Mkq1wNzF42baqbXV8ysOPQ/GjiUpCy3IvA4yx58SxG5C2zz8d0aHdiQUcc
GgQ2pkl5wu7BGtx/gbJ2Wf9tK2/2CFxtcVvNB2Ru0c3UfeJg9Xttua6SQ8Djedbbw3xRxdvGHFzs
IrtouWVwgjpYwxr1vaDPaMHKU9ISG53R9EZwsSD5XS2CSes3VGT7SiRsjtA3VWIpIRrRaHMUcE+5
brLGNnucBw7g9yDK3ZSIAeEaZR3QIZ/zDPphjt/hzLHtBhK7XG2aO9lJJLqLbIhmQypj+CDmezBw
SAgCo7ytlIVVvfYm5l6IIJnhsWK8jlHrTfWzoD1t27DRZr62PMe4SRSkG2GxBugcGUrf1+iZEno3
i3iekNLOy5cknjIToSIH7Fh4WNLEbvKvxSwO0M4Zvx6WAZ+D9W1KXwaXQBExeHKWKt8ZFdixcTGk
u7S4jDQXxH3W342b6Xlc+eifo2xEpvf7DlBUzzhonMbUEOsmziDQGJJPuFdx6trCgh6vEna5ifwp
XvxVWZzNL4wtjzmRuGNcl0VkUwMegHe2Q6Jhq92pgV7W0nXuydNgrLZnfvRg5r0fR5ttL9Hw4hHe
ZqjBTK4frAbwxAEqUVvZcMBsbeswcEt9yg3PfY6WlcxnpmBWEsStv9ly0lDy0RamcUPA+AiEpHHo
RjF7pjlOOnF0yiPLAevrbjNyfl0Z667VqvsUMZ/VPmXGepj0AwDCUvE7GJGwPDE6PkmMKsahCQz9
2g8qSzkKALZUZUp3BWyGmkJGKNtAFEoCDnREaTcaE78hvGX2HuYaz0zvc+t5YuYV8gtJlaSl8m0E
aQOb9yPNxEJ2JALCwQN7gO68J2wSHiCuIuC/MT6TNiwZ49ytsnafK4+jNp4ZIO5UQz9ItR9GjyY+
r8ZUdqRGYHhyyf5zMhkYY3iX8U5M4YqA25aGWyIZJnobWjthO8HQIh6Q/jmo4yH9eZPZHTorpIZJ
Hbn4HiadekTHRCTflWrr5vW0lziGy/V3JQZ6f1e3aKYhRvFshZi3pi2vEFWvFb1sJu+FNPbcEnZV
Je9j60r5N5k/Vr0gNZW6zrJhL7qyBFDrMmgSTboAGeERrICzFhYbtfCgJc/D/AAyZC+QO2FN8X2W
k3LB8IWEGLuVL6EouEbdBkP3KVR8XurLNKgAqYg2n6ZDHEb3W0mJf9IdrNItaF+p8ejF9WfZPdcZ
AlhqzSW7qIRk9cMrwR+PKoPUlTaE3kQu9Z2CTig8d9tw8Wk02ClbRg/RtwwMdNEW8JQGUz3bNKsd
RfdCQbr0jEY1zhaFbk+zwa16zTOeF1ytyoISDuTR8GzI54hlthufQ0nfkXxi0yEn2nR1VZ1cXnN2
Fhi54qET3FrjmScbPK72JThjlC2eQg+GZPjBUVVXjp8aIT6Q071bquzJmkZ3CnMiNjV3O0oMUn4h
Fc1FB+Yp5eqjBSO7pHcVZOPjoDrFJihAgTgzJhbD7gJxGOLnHKRkVeT6XgFuzbCNIoTHuH2L2i1A
vdnzae3m6WlIH6USh29KDc2YjOEjcPt9uFA7pU/0jwlEZ4B9n89fGseephqCeaMCLXeotfx+WQ9x
sUW2oMCN21uhu2uydY/iHk83WlJ6LXoSJOvkYHHcRQO+1XLZrcxtTAJRAARAI8v7/EGcjnHLXZrv
R/OIOJRO9O8vpa96RxKu2ZQ7uO7sKFoQy/NKq5ayCr6r9jlNmm1KPLZi6yjcrb1oLzOdFX5dowke
NxIZQS2NamIW2YdQDDJKRGQAqlo2nrXlvlBLx+xohWTVITW/JAysLHlDKB2pZ/0IRWwMXaOxjQ9z
PYxWMKnQELSzChYq7B8zMYBStRtbPxuDUXydCKXN+lOTtJsqYq+pF4GGqmxn0y0588kYRKJfhwe1
PylkoAF5CQOS5nkHJwO1rdwTXS5aQdeITif86GZCdvE6Eu6J5bLLyKKWj6CYmP37U/O2lk8QF9Do
A8Js0zcB8/SoNW86cNwQ3UP61FQd6cory4vMeOOhNaJTsnCQ4Ka1yGYVASmUpLQPM2Nbct8RVxN7
YdMIvhE4f/cTGdbwwdqxeoNgl42yI8y4SqbUzVdP5QybIWSdH6RqX+k38ClH402S80f0zjY5OYWy
2e+8esNLxwotXe7T1YtjRP7gTNdYdta3eWztbPXCkuZnSOjKXoFAIUAeQ9U2tA5wdgdrCPYCFnB4
6Etd7qzblQ8sXRNblwwH+tgOxAijYghwHF3RHOHFZ5yxs2SeUcj+TYiQBalwLB3I2HKIpSngCI/S
I1SPW5lQ6xlYeKRnPtZOD0000YXCM0OL3UQu/cLxKq7v5+40DA0BddC8Q5IA8/uOXblHr2NOTFiN
Fw73N4pJn6R5DOcfgrDcdEqxF9TJJkMCq0n2DdgLDHnNgQ3piktXgg8GhB/zfZJ3Ce9EBA2TVyzP
FiqKcGYhzgbsUxznHyalt4tCo70wuB2xZhW3NUBq0hE0e3v/MJKJYyBWlXmWLmKQaCJ/KNOHpCKu
rNo2OXAcjHcsyA7FGLqAQ10dAUYpOwjHUFQzKIBqt4buRotIkenPXF2Fd6jhpWnW8izLiOHiGOvw
CrgUXjnU+Q2JWFmFU4pBXKSHDVGS1Qt6u8Rdciq56jiWbL4VuCWV4mQC/qbZhTjfCDzL8daKDr8b
wNwdVtq4DB3NuM7WAef1ziTcOSFiBUF4oa5+pAqOQcuHeCYffjJpM2S6F+tJ4cSPUIvJi2aPuHIR
j/utgpKyy71CNG/IsD01SndJk/lRqUXGSYG0FN7SIUHKuXvE+qxGAJpClUM74NzhaQ4Le8CJpYfc
qQSuCoqjp/MNrmtikYtz3V+KjPKjaN15O7XO5bucNjdM4fZym4XoBvtNhElw5VfHkjnq+YHIqn2k
R56povOCKDA31xUtZFekXqqve4J0DrHFgT5yDb34Al3rjSz7TL1purx18+zJMw12Pscq15zQYHco
8NzLVJ9cI1Nj1ofRG5WNeCRowZmFmSS+xFP118K8H4gAHyO2v/KFu1kNbWkRfXXDLsN3ydBpMx13
8vCtQw3GTC1QF47K1epM1RPKX6/E2JdXj2v5yKFArjtPBAqAjI81zGvr9yg3/HI8wyh5idrsgFP5
2KQvkAoK3GvCNPrTcobMjN+nyy/C1N5MSrdf+8ZP5MmnCaep+WGkdCK49u73U92/1HmmBcg/vybI
/pQ1+w+JcT/9Lf9HdfNe/Oh+/VHbq/lPRh1N1j9fnfPev//0B7fsk365HX60y92PjsjMv/Vnt7/5
v/3inwmyD0v949//7RPJGgSGux+ET/08ixc56P3j2f0d/tivnxrT8vYNf07vxd9wx4p4XRnPg4BV
aFn/Mb2Xzd+Ie8A8q0vb1Pz3uf7f0HLSb8xT1N9n/nwHOB4ct392pgX5N/62wbBdZvYvSuDE/pXW
NBE5P53VNTJbOMuapNuKkixytP3lUEska7j0lnHfZzH7fmLhXhWjEClZPbVPstyrbmcBhI51s7ot
iS0840KfP3BxsjikoeIYcYGec1C6m7Yf51ckJ9P9Qm/gQauU2hsY6e8h/6dP6yI9CFK0PkoT4pE5
7rBx58N6VKEeufEibD7MkSmg3vDnktRktiwVmvjY5yclic0DxI2RQ1NOeKOXCu0gOrWshW4T9+ML
B70FmxHxBYaTlIb2piENGJxIXeG35zjiL3JbmccUgL0OqbkrDjqUOdpVjd4bO1xOq+kVOoGNtphb
YKMwfgoOgQdJQLONjo+lKZzQtF6tbwGK6PG+F4fhqcOySAGjLuotKh3D56V05yKkjGmqULqq9WJQ
tEqTUy0wBvQ5EbRdVvZSi84U52eZRg6aygOKAfwySnKDKFU8pqrkFGI9XyfjxVIGVMzs9ikLkN40
343ypqGsvwW6cRg784Pp+0kpOzcsjmuVHKYR03Eh2lpGthXV9U4U23uMm19CaGFVa6eXukJGO9Sj
fGlp1qoG+vUWtTapQPqHLM7mqeubA5cK+596P1tN7arj4MXNtODPjaMPbB1sMrX5qcm0cmPNmN/F
ov/CK4VsqbCk11nrXhn/7SdZOMCBYJePwo1csKS+1szVV4luWy/bb3WVHgkRvQ81MVgIhsza1usA
kNglHkOvkZkzDkhAOZAk/OiVqFEvrc06WBDRu62g3ul18dAWUnNK5eldU5Yl2iUhKM2Fa0qg6dRm
K4YuemtHZUgxz1bJQ5dOC9AzWaO/KU2i7OJDFr8r6lx0+jtVN7ZDezzHjBZyBn8M231MVazLw75R
+vRpUtHMzqiosrgFffAycpIdvmD33OMjI8r+tdF6pBs94/VdV9CurBazk92mjompFNQ2hibUGsQ9
am2Io1HYrGlJuAyHEhQ5PQulKcaT1KTduyAa5ZXxP0dLZYj2WixLGfpCibq2n+EugFR2aMUXT+S1
NTRc6aEQpQPYcLihGuBPhnU10sZC3tlRV3fPVEtuqxR3AOocokbvU7oiDUAoSF/17RDliafN9KM0
Ns7joMwKAo7kVVxST5c1CERVTBqbbh26nPcz1MOp7OI4QP97UuDB7cx+XSgpzFOmywyeR+pbtUS6
3mndDWwW8bAqMMMgW1UO4BIcGyModNKD+Ze6YhPJasMv5O14haaETjAjbHGGRFnkBL+vNN1LMJSd
UDCzEDYPAwnWUMKi+yJOzD3KB/lBKLTolsFbaNcZl5IwXo5ixsTYH6rQV55Ezzg59kL+3S8Z+aGM
lF0Q98JTqavdXmqsIK6b5xqpipcXgOtnhRNkYTgDob7+RLodce6T5nYpcSOj3k5O2JnrrhMQA669
SIIUwABanIqKwDY0PQmAmY/R1GCwFRneEMPqbetVfl1m6y7KyiAUOOhqdUqBNn9ERXZbxWjV9Y1B
lKJprvr7blwsm/4zmmPRZFcnm9MfVJqbXfoZcumcjlhopw61z3jM9hhRSCCJn6K6+1SXIfsghTdI
STZFYUAhiistLGgXcXi3uf6XRB1uSknjoNlxuhQQMssqp09TfBFbHkcRd1lCz7mS+QyQTlN8bbhn
mn8oOrQbDOr1lbdD1VWtyQ1YmsFNpTQMBHWYSP9QDgiROFOHU2BEkhGQ9fkk6qtT9bL8alGm8Ikb
cfhAJzQ6dIWEOzghvWTWE7oEPa2aPMyf00b1yW8kS1x/NUwTKKeErCyo5QQMNYutShPQsq6KUiuP
9TSwqpvRh5TIPLuoH5cCRxyyLuq71SCOO8EBWOSj+jkhNmDpMRH295qwr3FS75Q5FijzRnF4z7O+
OKrS0H9UM9Ob3Yzs7bOUhVKFEKFiMpMSpCIUrYDUirUx/ERKxpsKLbl5Jr5cehwyYl5nNRUEvxC1
m9xKh5tiLMndwtamXOdW6qlAW8lh5ba8iAjh/dRq6dGQwsHcYf5k0aCwu2nLKfamkl6QwBGdBxOf
DcIsThCjRbOMnM9g5WjpM2MznmuKUbUobohlCNoh8usiqGa8mpKMyE0hvWJAGJ/ByIzG/bh5OnL9
W7Cq5qigCnOiOefM083m4CVEiAQm51A4NFnoGbwXfBDrsS0a6doRYRQxTJIS3sM46089/FReUFLf
rZ0mQrt+H9c0IUSyNh6FYWGeZBSd04t9D3WNNnmqArIOzQYfu5hV78x614fINBIGtGNxVposfRKS
Kd6DkxR8FYfoYcKXf8hkS7gR8na5FWgWvyaLHgnk464Lu+dihvtMpaGsTr1+17dCeSpgqz71UlV+
AFEA3T0TeCXqZPYibAehXpjhFSFj7mAjDfedtKyf/3qV/L8rgf+vkWK2SL9/XAb7yUe7KTTav5ex
bt/yRyEsaL8pylYEI0gl1VEytoyEPyrh7Uu6DilF1yixZPAvFMn/pdFAgmGCPUY/IYrExvxnJYx8
g8rZhCAjASOBPfsvRT5KfNcvlfCm8+An8gp1TZXhFP083glXbB7oJr+ZUcT7dV8/FHfSC+QriwSX
eVc7uvuVHYpDbK8nKaBrUfmTnwXG0TouP7TT+NXv62t3Uz7ke+GSf6VftGyD/GFFYPA5PfVkE793
rmiXeyynrhXIdr2PAtW1jut+/IonRlj0wqID3tjb5qC/x1f1Owmqs3aS3+nXknKwzVGe2of+hB/f
61zr0ju5h2TMzvfZk3xbnyY3vE33ilfdMQ1z8+viNkx8dhURYQ+FmwRsH5ZXXqrb6XGabb7S3a4n
059Pw1O/b+5w8H3KB9rD3uT3J+y5N5rX+KHTB5krHgwvtvXv9FodeJU3ytEIwqfiToCW82l+k6+A
PzCGBhewFIMPaFh+aZEdmgNyETiA7cXytEB8jOYLen3r+jGck0PBj41u4utysC7LE5fwxHv4lt3S
C/f4fg+6LbpkSFyMHVGcXn4fPsj7yucF2p39QIyUW7j1STwoJyB7NuXGDZTeQ+llLkZCh6rBn36U
oYfKNX7RguqA4t3D9x8M5/CWaJudcAzfjCDz1fsVie4tKeLEKITehmSx695GXZKJnDSDIT4DaYg+
mKYopT0dtf1g63bpzUdo2vV8AopLy/61v19KR9kkcDt0N6ciSG7rY+NTHqX7JtAc3U55Xwg6uSzp
HkOpxzLtR0f5UD50b8JNcTav/IZny5PCnejGe4KKTS575ie+7hh3StDQYvjC3Cg8Z8fxMvnm93Ju
CfB9pqjYzc/Ksb9vL4xEpNiH4aWKgcULpakUiDeJJ7kcmPzBlrzh3Twsh760GQO6xVG6CPfcn2iQ
4vKSFAEIkl115vsdSJW7yNOPpHKLBEHtEj936lemc7vmdryimEUPodxw0YjTxH4R0P1sCXV8mEMv
Lj2h8MCS1qfRAxpc7IoPzUFm4QOXTe3ofC3sHUF7d6kHCdEzgvzL6x+iaKdjfGQMep6gGh3emJwi
3HSRdNidK7uCPRq8iuatOK/H0usvVcRYcUcjlueN2whz1p5TjypdGE9w1DphdYlIUfIk/WUw0M/2
3wKMvMX6zkOglMhPqPSCWTn3u+snSER7nt38qO4Mm92MnctmkHS73GuPmFgw5tTFkf+HsomkKAQt
3Sdjh938mLumZAPYdtfZXqCBcC/mJwA3Jfsu3tCS9M9xN1kEJMAFCsRPLHM2eHFXdEMfBffy3hzW
51JEDHyI3MbBnpoews/qYYB2zUbn6iNv49DsS1RB7/khuWgPzXci64z97sMbAKZu7y2H8kTB5Cni
D+2xceXO6S7DPY5Nw5YUr7uMZ0ihKBfO2pPqSTaOKAfICGr20kOpWRqQMjjSqDWCIUTaGdwMqEj7
iICInjd81tcHlaP16CsP21C52emYuJiW7cbqlggMo6d/m8Ms2aXn6qp+mVRh7ux1nS0TTQkNYW+g
zHlP7oW97luyR8QJHrpvjtg21LbnqrLhO5Bqcsu0yi32qIy1zu2Vd66v+LJlravPukNtX/yo22fB
zVQn82vOQgwXVxzCrmyeFYREHxO5ZnpgWDaugV17BGDTvc72vCtcPDj2BuFlAHuktrdWF+cLd0TP
5WMMLD0vBcOH6o22NPOMjAlr+BkSWq54yv2wBgUuaBy440F2s6fNxfCqMsQ4l49NsS+eAS6vGkP4
nRkwnEc8NPniuTV1+83QfSPZdU8ZShoKpsyzxGdwE1UwxTsayiIdS6QzpbO+MEXWVr/ibLknDZ1r
vdxvnchgup/ujSfuKaQm9nzT34G17+A36rv20N9mzr2xlzSbwdsGz/aW6Ss2T5F1i5Zgeu6eRc5E
u9HjqDsIXrrrfYxQgTI45aNwNe+64IvZNWZV0UGwXJ8FsGNnURjs4aW5DBlpKp4WTmcpuis95TKA
wWRa8GagTiwmxHyGj4sB+7Bgz5+pvfj4Y4udsQcra/dOcje5jJRCjMPn1MFoGD/wc15yO76NGTpU
sDtBDSEfOLQcKM8yTKoPivxd4qTuSGcm3rNu7OAelfqzkiQ7xW/00ZWwjW9T8B1tqEJ1WN/Qh5Nx
KKBJ2BWvFmcoBmHFOXkRyxfp0vZvUrQ3enuITt33ht1p6k+tfbQuWnYcDoV1UkXfadxhx0M1OJiD
H0fXnT4hLGyUEp7ETZakPkfr13gG1rira9nZsJpufR7RuvkZw2wOsiysjJCAonk9kx8SxWA1JOKV
HYtm+yfcpNUsn9RE9fSseAYkNp2J7czucRIgPrZGt0TVtEsPw35yIGR9mHfmDahNAu3ODXnw5U7+
4F/9OT8sp/DCScZpPqadtudX8aEiKHDzk4nPq2Wpp8/E7qK+wQj7qJvddBw+lOsUqEdNBQPNIWuX
XasTuojmZdKYk+rO4Mge73XCoeoZs89/xOpODEBIhTE3WuWVccC9Skj1JgmfAs10jcxv8JQmh3B1
hirotWdOmdHXABrKmVesGW5ZHEKGajMaMP8QH7jJuJvHs8p4Nd0NQeK8mwH6SanydNNDTxD2V7E6
5Ej7e+dLbG1R/UPM9f+6ef1/qC2Nyvmv6vFT8rH81JX+/e//UYzL2m+SqksonlX193qXqvqPWhyg
oyWJpJqIss6XZI3f8bdSXPlN0rGMWYimRUWSKZ//7EkDe9x61SYJaNofX/1XWtK/qqwU5NNIpSn3
cajp/NfPZXi3KDg325WW3cjDbfXYxxi1CMnVkKL23mj1+fp31+V/EE/+XPcbVPp0vmmo46RDQ6kq
v2gnQc1oGSpEEhPmHOWyxFisk4UPTu2h99e/SdZ+eXOYX5kFaIrI8YeYGcX4VQiumnlq9mBM1noB
FINihCBg8b62FEEhPVxpRnKWY+bjEoJuaxZToNdmgbA4l7yi1deRtS8hgiCRbIK+I0K+esUE6Th1
X/Sb4B4XwhoFelmJxom+d31jCIhYQ2GKEAuRuMLwCv8pkWCz0jvCQJ/zBKIJOVmcW8TnxlB3GaIK
hVQRRtyWs6dVkxH5OiwBPhE6xFUTYOfVIuhjADQchlIhxxAVIwztOgjmN6ExFN210vVERkHNLn1O
62j+HOqkO7bJiheqADKjns01Mq6wxcMzbfLkM58BE6IRlthaNBlS3MxYzlpVNsQ06qgxVyvLq0ue
iuG5QoCJIDQxMpbWuO+5lvDoEIxvXaKlMk9og1qYSXB8aFegp+N0tc6UhMF2e39G0Sjlr3BWehRw
k1CkDWmdAyy2mRBXKAwWOe7S0Ywb6N8AdqpNqKdmuF05BEAWZKAPB11dFZc+UqnOhI8VWYrBNjGz
hK1uwHr38h/sncdy5UiapV+lXgBpgENvryQvtRYbWFBBwwF3h3z6/pBZ1VnZZjVjuZy2yUUuGEEG
yXvh/otzvtNl5EFc+SnQ5ccI5RpNAaRDH8tPQTCN/RwCJEDX3SKGRSER5mRZxiRz+SOuZvycEtF7
MCGYAqdIkHJGCSe7MXb3JZiYxTsVNYjC8MaYLqj1XW7VXUhp7vs2l7SN6DeyIcF5M12MZEa/3IZw
FpoSwXLhhvUNPu/eviedrKtf0iJGz72f24zcgXaxRv2raizJ6Dg2JKPf8QOI2Nm1he5hdZe1pxV2
qTaTWPA6O4O+Cq/In7v70O11fVvnlneDsc7SB81orEZHsKiXLp15E3WDZk3cKiGtHa9jQLeU90yz
ilxlpEDnlYu0yBDMezaUiliKycH/fhjDWn0uRauXPYN9MBqL3brpc69qqSi6lLAHZqSD6dMbeFA5
piGRkBNu8bsm1qgp0Bx1YdSXXFQxbMigGWnpoTtF8TGJ/fzMHTWYfxvjGyafOnJvwnKgwDKE/5S7
BhuU+8XGa2xP5B748ppw1Mi9rAYAXxf5PGQucFJ7RiFte4DfHwrXaH2WdN36V6sJpYbgqRDXBB7b
iICmbAz8vRf56+UYlGhcirklx5ZEg6D9tmUFq8qXRKhe6CBMR8SEjvrQPQnM6NxAwOWmRZDWWvmQ
tJvKF9DRTwqyK6w5rUq9LvGTeOmHQzIZK6hRNOCL3ZpyqIcjgNuQkRmXOnQpbaNwMn3bkDGdzQi9
Zo1rcQb8ReRB7rNMyUTG5L9vLco62+80ujxQ+dsRP1uDwYS5zCE1DSV2m4+xvXctU8a3ZdzGmr1A
PT6WTroSQnmQSbbB0uo8pBOqR723qsorngG0T8RQmwnO89b1GjLf3qbGgrO6bWNnMFdB1NAS2BNI
DKDZBfyu3mPEyhqC3JytCyKnvWwKkPvnlohwr6oxyb4a18MBny0wttnhlAg6kcWn1zNBz+5ukjbz
QKcasoMftFRcXdR0F+UyMd0Zl9EnqarufbAvXAioIpy8nx54V47U4hmZfk8YIyZmwo6p0hx2Ltux
oXkTYdTW5VG1MdwAODbCc+6TzFkV6laEb/49a4aZubdjNWnM+3IseJp1uqvbHK4mraotwApJs0T9
+JV2hPN0SB29JJH6Y+j8hG3nFpA6ipevSbDx6Z5+v5L+Vl30v3NcyTxx9ar/54nltVQm+8fVr8/v
L7I9/1or/fG5/6yWXMLc1ns7jsIwFtjq/1UtCfs3z3cRhOMeE/FfDPgeBnwueTb1/qrbFyt4+p/l
kocmgA+GEagaRo6h/3eqJUIE/zK2DBG+x7EXkSbogdkOyP76a71kz0EnMkOWoxXKITqz58y5LGbx
nbfXuGpfCwCBWcFds/jRu6PbV0IkIJKNwa8FORXcB/Xlp/CxcYLfUrIwFdGBL89c5LUze8pNH7+R
DCAOdekcowTo5qx3rt/dEmf72vqtdyNHk/34DS2eUkTIsxplA3mwJ30tqx8XswfQDAb/lR0T/2FC
gGDZyS7P9VzWD2gOkC3XBZcAqQAW45zYm8t7wl/3GbYkTJu0xMVNSlcQA3WHVScFfmZruYJ3EYPi
bmgVPbRumd1gyG6eKqmeu3q5MmV55YxZelxYBOUNzW+AGisPZxgpjbufQ11yHsjghvwHcRWm89Fu
yvOaPAtkBue9qp5MCuNHe1jOcu+TUx21OXsbxk1pccNl/B3HmKprvWyHBGuPY9pLmJSXdSi/stz5
6iJaMb8ivgtSZjjY+zrKnccOQfehT5G8j433AD+KuOzeQnukKMkmAvg6cMDp8tiV7Tfgt+HSqppH
LN9vSx2e/HpKD24hvjh0t4XjZrtptu4Irb2Q5HBsJpViYW2rglVfFV+nLM857BsCvdscDNp3wmhO
r7pkRfR3qL9rx7LBMNKELbq7WvhkB57aI/U42nqMxhBr1nge1e38STRf3MJskEiSuM9E9Zip+wpp
1iapWAyavJvYs0QhmmX9GAr3l6mYB3nFYZJrX6v4VmvUn5BQc0pciVHLj3AaWLm61koYAugXDzeZ
GY55jRQAzS8x220abAXy74zIFdxtJcI3E24jCEroP+t4S2aPc5xGYoUn8O+bgMt9L2wLRnEjG6yI
vYsGN8NwxDvahVy6acfw1rewA6YoYS3c4HtDW5ryA+8dsQh8STazVEpYaIeY2GRbf+Soikdn0Wcl
GuokpyuflxvChklDFMNx5nhGeZucjQWLuWAKt0Ue6K1a08d6RCOc7B8ybCK8cCzo1dJwsNcq4cci
uedNRPoNSiJCrjBOC+qEVPXHhDG0DO8KDWCtopxNoPq5ur+YE/fI23yn7E6g2ige6Z9mno+q+yhG
7JChXMgQ8y3vDT8GMAvp7afOesCIMgCns2CbEYll0OcJXgHLAltAKZ0lb5IYnCRuT1FzKJaXniFG
jBoxRiPiFL1AKRtm13623OnKm8+gfSY3hTrzKN1ABGBHbPK9HasazLr8thRwbMyDMyF/0K7c+D0N
cajw5DqIKJiHvPnwC7dWygCHF0WhEySWnV5pVxrRgeSb5rMgpBTxIdzcurUfHuXUclFqfKcuxrkV
ItXHSAZQHjTETOxtFSIjca8A8aTXZbH88ueEfOPWR6Urr4EeAFyt+NKQdXbemB4mBqzJcJmnwj0j
q6fZF3Xt3PcLTgmgFy0Fulde6nJkdOjziMUEAJbwk6Q3eJth7D87Zj29Z5WUsP4xiLHbwggHyF4j
Cm9E+zkL1tVRD30Lo+eg8lOfQQPk2zgrZ0acYvoVG8a55PtuUzHYN5Erdp7DFiIbtwYhEYnPG1+u
sLoURr5rOUcrnt6dzmGyKhYs9m5kzroWk60QQQ8S1C0xjIwvRApe0m3Um36Vz88LLNGke2WrjaHC
QhBczPcDrgmyfiw6wwKEJIvki0aKIzRxtL+Vhl1eYmliwKX9btxZcbi8k2R8Mm74Ptf1xWSn+bWq
m2If+vW4R5gH7jbc+Wa6TCtr2M7e9BmDHis9eUhxDAKrIEImqwkhALaipH+WGn2b96yLXaptPEvD
o40EFlIgbtT3tEUIgwDDv1rnpQgfpyx0cSEvZx26p8zWv6IuOppueAROjip3egFOOYB4m94w8VwV
eQeHGNFsjpdlyaz4Kg3H/rryGutkRYbQ5oJNPo31znQjwdBN03zKwbFw9uOUUDWgFFZ/sB6Xu5AY
yV3orING58cZXHORdKh5ZSg+EY26myB9HtO5uHLtcnrPuxJ3ZRG8NAGCfzklt8HwaPmpd+oF0SVJ
NzMga1d7YNWZWwTNDwQTBixFYnKr4rQ5nwB5QaYg7Jzshn2DDAYnQXcDuYCv9lEhJtphAHsLY4aQ
YfjWYBRHytAHh4heyNhDjLU33Fl2fg1o/dax9EVOYDoUScbqwQAfJ/ZOwCZwhnQxVuZiIHW6HT7b
fPbhULPWtOzsKQ2Nw2w1+Jy1UYfYn70H2566u9TjRu0R9rZUvFGKB6rzQOi11hNsf/wijWPtZdsS
OOuzwlfrO420q/bZcTxzRaBUf+ujLIE7X3fXQVKq+ykDPp3WuX8uB20jYYuyn0Sg7jPB3Nx2VdJk
F5mV6mMcm/A1cyY0R0G/eJeO1suhzubsBcFfCPKlXcAALe5HrJPksuIaoaQoLTIRJ96tOIkdhXEg
DJv+JY1S+Ut1lnfqXHK3O1zXJ02E0Z6s2PI+GqRBtmWbaQuyoz7ToqhgaCbiJrKs/EQM3o70RZyl
lfLPenqvQ5zbqqVjkvqHSKd4a/eEcHpRUv6CR7uaiLV/Qomhb0xN3DeGr19WnJivMgawNxV19xj3
use8wmuOFP1UkEXFAL4YYWyzJx7tOvnsJ5LO0BPBWe1m1hOF6Wz0PzQlV/aYtRduqfTe84lfspcK
ZwtPNee6UuaWfKHuytbBtG2q6uD3v/wVEZjGXE5Nbap9J7Mb7LgYw4vIL/doHzvyTZRSd+MUWyfd
YtCADOcfHcKB8S0F3ngNIYUAb3JItvGCIAOYcsoII48VxHkY8xt6Rbnvq5xws4ndbgabz8SgM6vZ
jB8jqXjopgUsg5SsYeow7GA7cMnBfUB4z0mESXdP8p04mLH038pOgG/hVNTVJrfQp2cyvwgzur1G
MlYqLxLI2qg5Au6wGLEJIPNjb+rPagYFPQfkpQYX4ay2Mabw88aghcwrROb8iuFDvxd1dWHNmFSC
akRWPhY3PWEPrK5Sj5KM1L/W//0XSzpJbR8TUYmdUfalzMKJQ0WciG+ke1NEgmkQh5ORd6GU/QUg
6L1X6fseL4E7+M4+Aju3qbgllqwfj3iiv4KJjIAeAOfTnAzPmqh5zHrEPpolq/d9nZ25TZMepIzJ
wYWZ1bVC3iDPuZJkG0aB99SVZc9KK+4eENyQZRDcxdkFRH29XxLsdD6TfVCM9rVHjhf+9PZQR9Nt
17FeUleOLKlDyRXoch7k3KrkVruWfPLh7KUSeKSYz3vm+i2cybZq8yPphfdjioBxJB/kkI72qc6T
52UhiCFsDXDMOahP4cSWf2CgcjelPW5KwSKTXXnkZ89uoLpLplvups2cill/A6POr1+5pC9g8Uw7
skLPRPTTBX58ExLccT5J7Hgjf/eX1bC8nhpuiXzUO0XarQrMZ9o5y6mPH4HOXcoRWb4bIH6YEBQZ
VIQuTq6sn2BFgkvG/8QWUb/ADsCGRi1Y6Xi3ysTEtBDdSUtTy+4micZTaIip9bsk/45h1lMDFVcd
aAyUjM9Ohr3Xjcqrxs+XfT8yaSnSK18/uRobG+msV3jBL2dvObkLZiBouXjaq/Ih9i2SWMxp7ugy
QgIBwHadKgci+dY2oHC+q35kzTJN76Xq8qNnLxcOUaJUY+12jHgb9QYPnlIZlKka0MTkNycPAlPD
3WWlwabjId63hBJAU5y4GPgS1sT2SUHha5rgmtAFTuDlRkM3JHSUbzM2h9T3cvLzCvcSNjRDyr8/
PPh/TcXk0T//55nA/Xfbf1T55z/kzz9M9v0PwBCp/HdF0/rpf4wFyHinyg4cm//4v+ujF/pjiUJq
vOOFoQOxzxWI9T22AP9aovwW2ozGYmA0ngOswflzLIAMCjG5IEc7+h3X8Peir8JwRQP8acKPbEbZ
oR2KiF1BjFXgf641AH06QaFaFs/M0l3K7pRKmQT4y6kju+1yUBZk+miBc7YfiR6cTpOY1Gu2Blpv
1zl4R41vEai+EF1dkIC6Bq2ni4+Kgaz0QO76YkaiWsayfmB57iPgnAvi2hlr54CRkNdvq98D3aUY
qQTdNeedRQvt5+z03qMObUk6JKlyVyCusJIttgtSv/89Kz78PTeeTBo0UUW4pCM0kHR67vIwRr0+
oNp7iULVzSdnNhbxvQwOAk44QO7CkTBLBh8x6bYtMNttxKKSd8+wediNwKjTTdHW3OHLoiTJK5hA
aZ39mjM743m/ii0iKcGo9S0IEMSBFsecVX7UoQjfqangJE+uT+9aqCh+prDMXzvFEXdIp9hcl1HT
Eo4RV86PNCZxsNcpiVvfk8H5OI2A4+GLVgDCnUjuXY75aOu2qcj3i2fJGbgUuV2bXObJtPWXqH2k
blWKHylHpx24cNc2nimXhzHPA4QbjZ8cmFpKuR8VP8zO4TQJ9u6U99HRbnt15Lo17zofkO/EQQOD
JAnUddMHIt8R2UBPRoBJzBhZEzS+xeYAKSIPOIZVrNS9DNJ83ujcBFCFqhFZfbiE7iVstKWnr4Du
h3k2pzZ2sqiftm4TK+eg7JAYFUGUE1GwUVAU95MaEGYuNYX3GcSCQZ/DYg3bc/gxDGdrT5TZPu2X
eAYNMEtnX8ekP2xEC9sZmYMGqBMoi2ZxGMTUHv0A8OveT81CjIaf2+ayrOLeXOZBgdooC9b7xQmU
jXZIuE13wtgJCaMKreIjItxaw7QB9IdNP25pomCLOSuWmrSftHA7LFOTl9LKdS6+64qNCe5AtpT9
5Vxk2Pl07rIVIbN1bpH0q0mdWfUo50OIttbZDC20Nhb9pkutRykZ8x9Spy0rkrItXZxUOVovlMJm
OmQ5wGQs/pzgl3mLUpISiJjfJ78SBIuTJD+PbzVJhpAgqsHkj5WVjcVV2ST6NI3hUF/kuRHDNcvK
eEThgPnwvBsnHR3apSGPeOhLN3k1Ii69H75vizgw8tBAQvAG8g+alOMc1x/s2jt/XJeNqT0LJDrd
PCHEnUdkEFgeTc4AgMH2RhFSvOxA13fVta/qMLqpyAYjRKqZLJcLMJXxzsLD4RyzePZ/Qr8xsH9K
whv2NtAL/DRloV38j3UlDx3BAjg9/JGah/2jXRxjt8rkNiJUU12l2HuAAwBDrK/FBA33AArOiC9Z
NBMzQjvpzW2M/nq11YI2OlACFykZnHPI3WhXRA5ncLfNubRMgECDTLF0L1wJnIfUwK6+EtWoi7PR
VhpyvsPJcwY5sMrOtR6r9qwyDTZKwfsoObGOGqJjs7QjChA6Ytqm3lEJmU9OTW61m2UkArJtRTHF
5e89eAV8UfYg3uTv9DRHz15c8u3w6vNJpGpEp2RaKXdZJIs32Jnqp5sT/2cusdPuGj3LFxucProO
7fIBKxsUQy07sbFEOrXytpGXtGsFZ/OnQ0BHwnvIlLwSXhfvuySi2qcUMDfCN2hEY3as19mw2F+t
57OurWemV5zfBZNZlrn5tyO68JqRBNyRSvTyJQuk+jHwtpMz7XnqZ54s/6cQDqE7JcBNND+O9nhY
s0q+RI6OgCJJLb8SSTL9tvKhKHMYMe8lO6ZV2PgXP2cxt8xv8Whjyc9kQKg4z++EQ2tacxRzn40t
DKY+is4FDlZv5Vqo/ByqK4jRpUmm59Em+ufSqfPysTUyK48jQAbrnKnKJLdcGFZLL+q5r8DWShcC
iZAAHIkLcayV89TLy34uiV9lQdUvW3JG0O1ldj0AFozc73ykWt0Fcc9ghAQRLMEMOMZtmvT2Y5b5
/nmQCJJWUoltivwQnVwNwnO/VA9tmtDWYC42yjGrJCcpKFITr2cvJd3KXLLLYUvqxHPd4H6J5HU/
9sLB8DO7jzKtIJEPriCnpxEek2WvqdVl3SY5yHC3nu+UwBR4NHnck7raJVhm8La44c6ZXLe56BKS
o3F7Y63r+OeZxtaNnx2WfsYvn0449Jsg1jlap5KK1Lbq5bF1cn0XVVPwUljAbDdurEIinXKsQok7
ZK9l47gcZmpK3wVnOa/3pKjZ27EL0G3F3UIH7gIRIMO3vAzsLioOliqIuXCj9GqMR7oVt0rK627u
mpfW1OMLOSCCXFoK8E3iifq2DzoN40nGDtdN1ych6N90YFKbq/rJMV3hAgwvMTOraPWzlImVnaui
kB0OgNmyCSD3hsKuIAp0gHyHVmAsIZYdHEYZFHj7OhhEXyJB73CYxmC4G8JGP7asKMmOhqODnjRr
ia4vojG6oQgw6szWGRFnadNxvbU4uMEk2A7MU0f04XWPMoGckilX90Yk8qPsIxeFdYA1ZpO7WBTA
oXYMa9taIt7yinCaIH/mzos3NuqzataX0lNefssU3SqPqZFkGw8whVmPe/aHSOf8qcpjckWbKGfY
3+KeGPZMnoR7RJgjWZm4/GZ1l+HtESWe4gTLIpAAO/5Y2AI/YqHyL8iWdp8lfKUSR08lv/xQ1Cz8
qxzLcyuxkXGBTnkHvKta8TPK9146zmGmZE26vsiB45xJZStr20dCAyddLw5WCoP+zMNQZ4wqZZwz
E2njCWQbPegZdtVu3pvAq4DyMzB5sGC6rvnZNVQAyyuG204M8DZ4P6Xfvt+n86liO/5GTHdfwxey
BWlUVFIUgvMcMXYwgSbYy17DIAeCxDYZnr5bM042b33SjIl4suh7D4s7ReTdD15BO5tWeMgJsF7k
ZuEyOhF0wQZlGnFv7hwbaILTtYl3luC6uZWtEeDnOx7Zrb1epxtyiHFvLQgA3nKC0S76QrgjhCoC
57dqmYuIFXLntesarQCYVw9TsnGTtAsPvgLCy9Krra6sFN7NwfHkeO/FDZkaMwKYWxYuGT0pfiag
ADLQiHipVPBtOjkpzVbq/ig7w5IPmXiqeWMWfDtTahFc41njTUNZgAGnNPNVTPyAh0rYZRwsEhen
H7lUbr3thqWpDrrNyZHKCD+xED6AKsqrHgGq17tjtxsqoE8gbaPwnbQu77mQRW/tSFYHRlvwG+13
a9L0Ps4aiWwnrUrUBUbHEUfZNH8Xph/JKet7aNtBPt9Lv9KfbhUziJ7xEr2GNOnYYmO3Jtg7Rnmz
Fs3UqXkgGE5OCDOYD+igvlXayj8jr/bfnKhguoxNLUKuywFLnZ3aRYvbx2f8xdvfExeSWvMurWsU
3GSRse/v3cj2tpXbBXepzsI3QXISRZcdZF92hrl51xUDFmI7w0BPgKy3Q/ZToKXNNEJXO1HtV5mH
fbWniOISigcJxXmqUrg/xdyj1UCjMzMKIhpuQzS3h6vNyQNyxgnbuE97rrVNatvM+2lPyuspXolr
qFwI4IIjzjYvmmsK+iRNvc92QqgBXlAOr6aDuotJ12k/R6MS9L9dSQSfMkIue4zK4zpy70em6x3I
2pWigmA+UTMnGrZs60V6JgnuMUtmHyquh/d5GdPbCKficucHuh42zTKOwSYjdAUVhB33lOvEbt3N
sYGvQKZv63C7KcILfdtLLgnNatyN6AMAOX40lMcEIDDASLI2cYL4Ir1zAxtKy5hKtoXOOBafeTvZ
UP1YBayRfUG6q5Z0ujRWz7nCRmSaN8nsjlcGR3t1CNxSPzC6zD9zhsARCqVqfA5a1b9MTtF9iGGy
mBNxOz/LHkoyQ1JTPmgAgwujOa4K0F1D+VIsDQ2RVfDW2fYUqndeE4vrmZ36W13i19q64Fz9ozDR
8Ba6M5AStGdVuluXF+BYOgoX1qkYGsPWzT5iSc/ARrGHapbOxDEBbPHMr1rnOWnPbvGhdWxeUwIf
coZzDj7jPvSLSzJZ6Aj5cHNfR2X7TntTDQCGxv7GV55+jYuCbBygbjwar/2Qp4ZrgPZtk/g17B/L
q8unkpTnJ7uR1ocdD26LQzPH/yGi1KIBFrztUcAsBTGNWX+vZMl0q6HcuZrHuv5ZGAe9EJaxfITo
wBKIJ6Sx9xlLGIR3A4O2pmHr3VVDYQC0JVh2GM2FxXbU9vBaQVl+t21m4tuQyg/BsJP10SFyahRR
CtM9VfPEdbtfyiZ4MsJV6zwXodEWxEgMiadmkL+bAbv/ED+cpUjiLeeLPgx03eKmXnEHVwtlk5CD
vx5gxHthu6MeJLGNDzQjbNVRicq5nrJmxo8TG/ni+T3VeuskAFC17aafuhwcdWQ2Wd5QFAtx3ZuE
3zH5JLa7T0ojlwdvpJsCimUITawCVs54tGfW/4Jju4GXvfDgZkGbkIckQ6e/4FIN9km34OJkehwC
/u4oFPe1IOj2Kl4a7eLdNl5076zlKn9pyuy3CYo7tZSle3JJt6mpqgUxUySTvbssqXjJCS+4Tdto
xp8MvdbUl39/Vva/VGjjMfn6zyM1hMjf6n/Ia9bP+GOKZoWY/0J4FqENhgIMxr/5ApmjeUS2k1Lh
McRyUCv/9xwt+s1f9Th8FlJkzoQVMfkvec1vLkJHRL1EyzP7duK/FSHveqsk9885mh8GyKH5eiRs
eA7f6u9//m9oVTaLXo96Yau0G8pDaFFkb8sqIi0v6XKeTiPWGEQxNniTSBkFwdIRSH0bE+gJHSbr
DPs6d1TwJRJorAlLWghHTYoeflwSbL3l0mYT05XSvmzSjJs1kGGPyqLGZzLjs08P4PgXa0vaqTpi
xM6ztRAIknXJQPc9RIPC/ZxG1veUIJmlzEprAKxKElJaLePJHhmPc+YSX8AHHBbdoR5aBZnVii9Y
0bgvlWusl5rsOufMa9PiMUqq+hsNcXgeWQ1Qt9pCv0JmOk17Nc3UOaAjAmS3+W5uk+JB2W3zOOat
tjboAsc3A4TuRD4hHhySEVeaURIO7ymm83TLlr9E5pAHHu6nuVG0zVrGPyTUDE9TSMzwBTpXFjKj
mhe82yCeQT4LnA0KTSJh1baOHkLNpnedQCCitGpX3dPqub8aHTNWivFtnPx5lr/KSRA1UZeVddmM
c9tzgsTiZar6vDnmuook3CQnUhs3TD0GkSglgEErjBGmF/1bIdLxouxUE6DtyaJlR/xAe7tA9WxY
+C8AvZYQLnfRhmO0bfUKfPTH+2Qx0UW6hOatoxBG1DBELO91lOcCf7qJmIrlFKCAtX1x5Zepc81i
llW3P8fMFMHoqpvAXcjJQCVo2PQ55Wso8N2zR0c4dRr44R6MV3Mdd4Z8gk0/r8ERTlZxIwmv1dNu
IE3lpuJLBJQW2vsOpvhXM7ss/dOywPIXBj6gYmrC4GZs4zrfkQKgH6Fz4XCx5+kOF7rXH2vpx8yZ
0ta0RzHWePmjFKZ1S3+98WqEuvcJedzf6+jiK7PMmJwPsAvAr5GmsWOdW9xYgSTgV80CHqBG2wFB
rKzcs6SpqNZCnQRX7tL2eGFbS2FOqtLA3TB8ml/Yr8CviNhRNyA16+Zljmjut6KzhDkIRMpP2oCd
Y7gmwsfaTJE8gABE7d1OFqqEhSxLGoWytTC3KfjWQkKJluSXSvoZR95QtSLNof3D44OyJXonft3G
UtmEJbs13w9wyrH4B1edh+gz+xK921ptdNGOlO8qwwc5NqdmHBHZRgVfeB92MXkzGbnGE2rTtbTI
xUAnNhcLBCy7D3MsvaWmF2UBlTxOrl3/OBDisJZR13TQdnrr1Zi4trbjtGZ2d9qEmM2QX8kDAb7x
q6QT9DbZzOx2Yzujw/uw0/dSzc6VauLwjS36QB5LHIO4wipg9YckaacflXa2BlNQLXDnBXhW3dms
+hIH6bbxUh+Xa9PgKZWWdIKdISsNbqSxrF9Fho216YTBzFayy0A6WAVXaDAmCCaJ68dn4DzZPM5Z
hZWrAx3BwhgRtfIC2R6scZGP8cxCYj97zHBPrnKKn0ArxEPYuT0sWwm2MOrMyr6PRZr9ihLB6bMh
24r6m1TZBVMeekckWwN5K/eDKfv8YGTU9rcmEx7jBs7pO1JzAUPGKMWZVXCukCoEYOBgFjDNm5L1
AKVrVrGf7yKtXus6VadAjzPPDu3lzdx3uGJVo9Q+sjJm/ksc5R8MH83bQPgGzyu1K7VvKkdGDRM2
1D4Y7c9oQOsNWmeO2VwLUSpoHfbyXFWD/UpKGYfrQE6ZfGCs3OWYKpuyLW7G0bjzTU307XyoRhKt
d6kI6x4jbOgsB10tNWJ3U8U3KrHCAra5TFu9b9Koye9Y1qZsHWedZ3A3Q7J2Kj0Ua3JmggFy0ms4
s24A8qY8ZO+awNF+Z5nCl6fQstvnds4a/NqdTxYRFhPNb0Z2Ed0+wjBys+dFOfVWINCyEFqFCSJA
PYX2Odpz8I5S4eHW4UyIactE803FmQ20ac7tiyafSF8kjYhVSpREAr7uENRnBefW1TzrdLltlmhU
x1jSf6RTSrBO0TbceTY8mPRAHTzdB9PE0LCxGQ2ux/mYRBeOQz95E7I8sc/tcMrRY/a6aW981jUj
CeaNZ+/6qNS3Fi8kgOWBI21uiyLZZTky+aPlyOHs/9dtf0SSeZRT/7ls233X8lP9MuxC/+9LUb7S
H+Wc6/zm2n6ASlk4IgKW/edSVPxGKYazjEFs8Duw4b+LOfgPIXs9+A9UW07oRH8Wc5bjIrGO4W4H
ERrn37es/yK9/dPa9X9K4iAL8a+8s8gRAXEg4CLW/wSLCb71f4e6E6oHU32K6QpmlDa7OEWHvNF9
PkN+kLZmg6JpgLjl3RoR18yQE36IQsHfEq6D8zeA/s+sLaYj823ScZlAwAMb2N1De47rCrhmvSz5
MaauvPXoVX8FfU9sUGlRRbklDRUEWqbSrBCrbMUW2467oW+0z32/LMJtHjEy3RQOY3O0BaDjdkBX
8ksvRQi0GeIem0oP8ejF8hrlsp+pqifNxCzdS5cV3pZ4Dk/xdOOb4PJYFD5QqGCGTSvtEfyWJfiE
FDq98UunVpGYUFA/MhL6SlRYmsMgZXbV2wUFlimDFZ+0hGR9uMWCgnUOuOjUamcivJsOFDlMlzzl
bt58Ek+39GeDH620spxx78bWDI61HBMkDojWInpWq3nvPQTZJDU64mgbsQqOQI8eFJteGkDfjA9W
ubquuA7x6pAj0b0g3FItGAZ8UxxONqAZx7jNuvhxRm6RjmLvSEXGqklgJoHNzlz6dWwEhbRHKDoU
zyWv3iMPmeZuEIp/JwQE9DPb5YIaCtbMpi299H6qrMUjczduf0LEwYxTy3yYztGaWQ2IY9I3DvHc
peg97D6CiE6y0ATwUfnikGur4jciiv7BnhobhHpg2QyhS/+dfFG6cGB20bM/ZHo4ClkwFiHZ+rP0
IrzKHHL2BQzR4ttV6fA8uNxjvDMIS6aWDgRqYM/7CuHrwk3PUxvPND4TplH+4Jhd37pzsSdjja2L
6HvEM87ACXqXmaSjZPYaz0rO6zFiRbMtcwDyVyUbsv9i70yWIleyNPwqbbVXmQaXy7XoTcwEEAkB
SQIbWZJJap5nPX1/irzXGiJvg9W+F5VWdicpJJf7Of/5h7mE80HSoMLocxKf0jcyRVOFW5qtPTOh
HA+kZjmTtzUKojp3sioghydewxTT8l3o9FSKenMNwIFhU91OPgkQCdD+gqKZLMrO6cMqWQA61erW
I5MT5ioZtXCpynRoMrwMytT2cAs0S2/d6YI/lQtX8iEDDLQ22KDG/QVD6ljoi8Jjqvg8moLf6YrK
CNd5zGK8nCJIZld6EHpYIlcu6H9Bhdhyx2Ubr12s851lWcZmvi+URkgKhxMyySbWmDFIL4kJMMtG
23y0MiH8uwmg1V56ssW5r65IZFu1JEnrX2d/N/j9mRl4z4lJ7NdDW0qzP+gBQqnLNtYi+zHLsUy8
zJDzTeaiaMsCoB4X/+iYQMEJNgPByeKop6Cky6AvvHKrD7C4DkXROh2Ow5mJ7DBuHWQMnqtp7ASt
6q01rom9fidK4ChmklE0YRboVTiu9iGXMWg9CG1rLPspodryIZGVBgZHdYiGXqRFsIJLkcknbN0C
CBRRT9C5ZmIvr7kVvoP+PFCfqnRUVyMVEQyLhqFq2idElhlZ3byKLk4R2DsxGjE/ZXq6jKt80L64
mk6Sh8c202wqL7Da72MgJmTsROMt2XejcMVQugivjTIVHr4VFNlHPSPqfpnkStw6fa7iTeB63a0c
TBPfDDdgU6IFxcgB0WB/FXqy73/5JipIEx8pdPkUcJgCWLxSBIk9iKtna+YdpJ0ovbPJTzyGcUXg
eQz2vuuxSsuqZdUh8AwWjT15G/g29i2UlPrHFKr2UcR4m4dOpJNSbg/9S+yTaYkvQl/BjmsiwsWe
mCjN+ckDVrJEK0mcNEjmrHrKv5A7ATdC3V71YVLfutlc/bTZEOuLBG9Rb9mMIQ9LA/FleugZTco3
WI5fWAO12IbYtxE4Vor0OjCZya/QpU7OkpGMk+FkgLi1UfjvxTDnSnfEQh1jzW3EjBSU3fcGxAMq
SRkC5LhgbbtOT/bUligYeJ7CO+ArGX8Fnc3w0IWPpy1cT5dYq0sHjBshIukHrmZB+gvCEMC6s54S
ZzT5e9IongQsZnvdjxkeFrlM6vII6F1c2ZMk8N0wUiilCdPemQs0BS5y3zh7wDSvHddEyMzQshn2
jHoi547Ze1WvAFyN8ZqMpfgQFqn3KwcSdRaZQtqSwwTvt6XBwttJCz0EjXEAddw22vQeszzmFOHQ
AgdWnDk0UY6BrkIYXcF40+ryrVW2brNwyLTG4CWp8RsOoiYcN8L2QSq8zGUpIckyYQN4RdKtY89K
EoR9arwlDnh8Kms26nUQR/hYglcyAQqFpvt7ZXmwJ6u0pm33LVwsl0HQOl8HK2iLpTk6HdR1zWrw
QBqQD+QaSMNyGtjPmKS2fYpCZWz4k+QiJrp6gwlN5GakaUPTRIAJCUnuwNGLchUWepfRlfX44ouu
RurCzNXZDrauHDqCQt2bOWPQRduP7jEROsZRSRRGLwknM+5DU8R2lnpTflObhuctmTpgUlNMFj7N
fVJ/YU3opGfaNe5LNNEwiXkaL1Q0s2W70wxPSdanLwZKt4AT2ex5xNBa5mVsafdBTcL4FJfuTwZe
0F0pAWIJCcbnJuxyzBsw3lSfScTqIpIV9xMnorSv9GoOHm+NNib/UpcgE67qJ9b9kA7ES+EYvk4Z
zdt3im+mx/DEwP1c8wscMeuhrNMr5jF+ChXf0F5jv5b09JjQCQSmWnEx+ao3F7kwEASp3nAfOzfK
v7RDjEszrQBsNVKLqy8mIy21jDiuw7U5RO2NB7u42Q6FlYd0VxRXzCR8LMLNkLD3ZeyzN1VN7pVr
6NyIhWKNILJV2xGJTPSFxT/uhZNiGJDP9qFhWVCnxMMQeBuf/MCrHjuEYkcyDwVaz8Rs2k7+5GUH
EPPxqcNqE8Ft102/rMqBmCDqUA1rYH0vvaoHZBfz2iPtCFvtn+DOGDqBG96TaI7NOv577kvBmFGg
80jG11R3vJberyifvEFz000/adA5vRZXoWZk2rzgL4a7bqin71bVKuz3E00Q/+BZGmtU6fA86pFe
sDWQNi9GNAMHLAGLdhkObCbLPoH0w/y1ivADLBv8SsPS2+t2V1pQA7oG198p/EmCXcEYK6zTu7pK
yme3I/DLbwY3Xumdw4xq6Kzwuex9KBJYbWZfW2YCr3kxFjcolEhCU5PuYpTvxvsS8OQ75Sum4Mro
qx+cytVtXsgBmlduODDPqyJ6CO3Q+GUCA965eTnt0OmTChwCAz13cBuOoPikOkLgESMzUhidoibS
gAftuy/MS/xvo5PY353WZ5A90EO+4FdZJcsW28WrxpLUV17gBdhhuhUDJ1bK9QDJB0eqIIIBEVk9
gQFZk0wEPOiwGWdWjbrqSYSaFqMfDeXKRduWMlp2iheceXuS3+LCsRDMtcW9rw09nkED/k2ZP6ib
CrYHGTBmhWucmCYXp7DEDpdOPY0XBls+iJyKIU8Uvg5hfsDrkH3ZIZ9CmyyHgsmqu3wdoa+q1gz2
tW9m3DHWKBEnx2uEeSQ51aoir75C8f9aAJc+Cy2qMeXqoSms+wAWz0KYgLzekPY/JISc+4gdA4ZZ
Q8gdps+T83Uk1JMJ5RS1+cZt5LSbJjyJiSifgzjJZdO8pdcMEvqdDRaKJX0QEpzp6VUOwXyCQ232
I7looVHF2TrT4sbdNVGFYdoEySNYTA719LKKYslen4sCmeIoICpTH2v3ZBSANRmaKPb8Kx5Ez0iD
80GdpcFZyMacoCRFIh8TolFcD0hF0l3lTniblVqClZKQnfwmDVEbC8vuCuyBSLGFa9OkhUnyZ8bh
3qVR/joMnXRx/aXeXZmqAveNRpeTRZNW9L1hlaBmtwYOn6Lp9OcBQ31arqCoMc3R0hrfT89pgHt1
LroO4bg/8p4R3sSh/VQpDaV22zJjI9I1efQaszUXzuQ26AyFCh6C1C8V6KEWTJf0ljniKJdEk2UW
e/3rNDtKcEvggqDJZYOxPX3Gzsvd1l6jReiJ9oC+wJjB102ikWj1yDkYBA0kFrBApSTdY1AG3UEG
G0FSIVkUHhg0m28K/wbkySx2Sk9BY3O7Qeco48zB8rhlr9nUdoJRqhn6jAnswNcwr7cNPP/R0yB4
NVD/bKJIzBGGskHOB7fDhTgstNKEPza11UGzm7okU6xOr50h6sxN5CsjX5aDhjo0tdnKANVHIqOx
TTDCTZsJ6k0HE456HUsv8xcFnAN5l1gMW1fWHJS5cHrkJrvcyjmmCLFvUMzmsou26RSTxINyd6bC
kSFDUKVKFCzGjEitddQxpSbBCiolBDTPJeiBk4VMV2vIsi3FTH0PKSiP957UyQqzkiJmy4iNQq6S
omCX7XzbPrhTaiHf93vtOCAZbrZ1Bb0Bc4Q2dq/bMR+HpeErflrcu+7PqNKKblk6cz+MmL/wCOYg
oQBvbFmP+9gzynCXiKb7WiZxq20LWSDWxePVNPdmoLv+V90tG31dhHGPO8WYJBSwgR3hC5fA3gJ7
1MGSp3pkMuEMlYCB5HMMQSUI3Xxb4rwSbCrZhfB8SEei7GREQ+t34ijWCZTgFS1h6a06gmTEsmq7
zlh25N+qbWowcd4HFiFOWLckpP0kpRMFF6YT+M7O52BGddMnVbSbFPqYazP1wnDH+R/6fN8zx9KF
T47p5Yl7WZ94mA0IM635iZ+pTlxNsMW6uaHM7mFkIZo0f3qWUxSbQupZeoBIgXGZTqB1yRAZA9FZ
hDwxVzlxRIsTX5QbjPMNqCFpmZM9c0qBxpsKonntFSt/pp1Gej+RajUf76sm11xrD2GX2qeZcpvw
JHr15EAkXUOSw1TCam3GEbrhrHXDI/7EfNWmmQUrTozYzmT139aQvRHNJbFnbwoFUossUvewn9SZ
srUrF3I1GJLJyIgoprbuLwDvHXDlYtS7Q9LkLc6K7BHJrZszN7n3nDIpkHl6Xf/U2T7rkXH9NDnH
bqLZvIIICyl47GOyOsnV1L5hC1JF+/6Urt6bWLtsLDf0vPv2N8+YNHNmOlNbQgZFa95VtOkgJ2sW
FCRlouMhLONAPrVX6PZmIvNvUvOJ4EwPX+BTk8om2JmRKAzSkhsI0S5zo3JVB6FRr6XM3OglLnLt
UTlpimdnXs8sK1ORVjbyiNONCrOmucI9fmw4UcNRI7PIt8b1RHQ7MbFWSpeJEBSbeOtE5zYNhM7M
RvvMWIvIUCO8MxjPa1hIeIvJcpDFRRinbX3BAd+y0uyqksfSEkF0bJ0MSrkFbzTdOrFVEi7dY8+x
7H5T0E909PxETbfcwbrCeaMdV9D9IK8XJyJ7B/vhGM3s9j7zbehTdcEUZDwR4KsTGT4/EeMlXgUH
NbPl9QFeEsYySfussOzfTkMNKdg8keyHE+EeEXKRr/OZh49UjS0NUf+IwYiOubs3RcTyjGZS8mZm
Lr/Uc3cAAjCg+AM/ZuMaj2hKzSpGIc6Mc5YEkDGa3AAPwIshtEZeAL3BNoKoK8kOqqP0SQ1D7hFt
jtYgnPJ03Gg0uo9hhRaBUFtGiNNJouBBing2QhG/jCcJQxkphsHeSdqAy1K3x0uXeKMYuXzLbjkL
IeKTKGIIZoGEqKC4E2/mus+JNouiJkNSrRgnaYUWQW9bVPDBfvLxI75wmbSM++4kyqhOAg20rcMD
4jr8nApZwV+mgh8oRWNE1Pksporb6JqPaZ7+jt3Q9IcEJ/k22YZ5VVNI5TqdM9znLEDVITXmjcS5
F5K+beu1Brz7hlXSH0C3Iv8eEhqlxU1lyNw61JrhopVatSla2k3spkWz0WVrg9Wiy62LOz1mVrew
AZTk2vaiuP/Rqsk0INdAlUYmHlRoVre4rpS0kRlz84wQptQu18oaZLsqZYyLOmyyLCw2+VjpDExq
0ZaIj+vALIiKFZIJ6jLogi7cQFbWWk4AN5FEUVlesurKXBZEBhEkSAIgDRyU3BZUfCtwY1fVNmqc
yfjeJaPbHRNfR/8nAs8WvGzpO8csZkL7WnfCo0Ktkpau8rJHTJBvAQZ0Wpi09EkZW9IgB2wXcdGr
9gdZb11/rRcVnV1lOTqyYCc3YFeD0xEEQK5kzxgL4l2ZjuWLF1Wj99yYMm7vYw/RKJpBcs/gZ7a5
BBhDI0/kIPK2DLrEIwV1UN/b/qSi5WSaKvhphlpPJiAE/0HeOYVL8e3C7oQDIBqXITheGh12HiyN
/MiB5NnlgoCtomAMXTZrgVB6H1n++LVC/httO2XlDc6rEHP1agZ4IwcytdDEtKP1L5H8mBp5C7y4
9MKDLFDuW41471UTDCQ19kOQvOqjV74WeWg8QJAC6Qn7EuG/VQrKwxBKMdI7msUCpm6M+MI1skm7
mOUL2arSGucKyWNl7BN4sPmiLxQy2J6UTXsxWITQbZWF5Gjh+wV1skEfzi6G4dldrSnom5B4+2aW
CCYEL/G8qWHLmCl0SQhRuiI0Jma8OBo1PtAuaBLwkF4+ukYR/NSiBAsD6H/aHT5bbs4woEjN9QjC
BIMOXyJxkQ15cNOZ/JeWZNc318BEPrnEZY95QJ83IcFXOD/dZGYOHQX4nwSByrc8HF+DPvmZq2x4
qCe3JzctUYVadKReEAPb1wWhZI4X/jJAQfkJ+FOQdIsbAiAAgUnkd2qOj89KrrofpcUMeQFaxjhd
eQ1+ddHYV49QD5FOqaQzj1HfDN3KQPv4gzbN34ROEh/jDA8s9I6BhlZGll+RRESEQ002Lp5Ng8oZ
IH2erRhdH6mVXigcwGpMqyClK7pxghlKSLzF5DznQw9TwPHN6rVzWtmsMFaLb0dHb4hmmhyWWadP
BUGAHcSMzFGYnAGxHwUNSr6iyQteG0rEI3AIT6drqv6ucccWMFCryFfvtNq+0aBAkG43QayBqciX
vKR6wOK+qBQJFDILZ0K+lvffUghE9BgFvgcucXroZoaJAlMrvFMeY0TX2KONxlpEhHq8DmOkcRjb
Veq7Frp4ced6kf5CINC8dhZOfR4g0Wos2SiuENdwfMOW9+jRAaKx8YUaoS1S+IpPgmp4XJW468M5
1cb+Hv65G1y4iYZkzkvxZFmZ5ImQK6o5BMK6sDJAOUX0Sh9FtCdNhLrCu67Hr9PTUfJ38DuXVVZo
w4UZClUiOk5CvH3w3FrCHmFcYxc2+IqA7UIORG+QjRUhHWZPIYwsIglMlmKtgZIY64rdL9gTR5BT
IjPQXeSxOxtM6DFChJK9UV/gvGHg+czsHDU5ai7CE1WNWwHbklgUGkKFBbMwpEQgNIyDpKpoOYtK
A/ig6ZV3Xm/pD6rB8WyTTlZwa1V6ySqKJhj6UJfDnzGbO3BIr5oCHKejHQfGEPq+KoryB64KAwGN
MP6Z2Rv1AdcyyKqOzLVb2K9YzkZOPsLwrRumXm1ieveVIKUBwNYyiFuFZgGdx2UIcqAkVLfFkBMY
OSAImqH52i0XPrivs5tkKhlaJ2Xw6JaQvsmEs+QOakhfbBTUt3qpm2UJlCNJ+yA7JmrTC3o/847O
zcE9nRJ5XYvIJiTWK1AwVwNzuYXZRca0jGQ24YVWWlX0VE958ysqu3SesSfdT0x10vgom7pxV6Y+
A8DAMAyCyOJsj00xuSRsOxn23a6NZXYpmuhRpol+29N/NVtRiCq8qrm/K1Qf+FT0rTc9CMZOJNwG
WOXMhhrFL1HkqNn13kQoWWt6hZucYwTHLq3z7xBASCUZ9bJ+KN3cJxWxSPIf/z+c/z2cN5H/fjCd
v/ue5u8cy07//F+USkbo/xZU0/Rf0rEdZt5/K5M1wyE/TCeCwcEO9uQ99rcy+TRpF3AmEQsbSjJ0
YTL+F6VSM8S/9TkpzBXQLu2ZHf6feJaJ95Zl3BEcAMvQbcflJkxk0u9n8H7Zauxfk3FvZiEsFlg4
8Focbyp+QhoM1gFoLfCw4Q/LCMYdAkEDaBW+nhk7F1mnw44O8yLjU3LcGtlsz/ZaJ1LeCBhdTFR0
i8goPx5N3DPMkRTtSXuu8ByhpDP7/IXhWAzAlls1gQmTpR1RZE8BeqWgQ3WREIK9bnU7+JnKAjC1
R2iLggJHWiLCKIhuMNZKN2XTk3naw3Vvad3LUsN4CUODcPCbajEnlV3ESYcwEVwiX9BhTp941s4s
hbekVEVCBbN/ZOaGsIhvm8Xfb0ipVHKYE5SJcZ/ooYdNZAufMxXd6s2a+os+8V9Zm97k9Gr1f//r
vVvt/J6EaRisltn01zAt1tHbqyQVxpJlERr3aSYgJAWEcIFFthvNxCWK4Y32iT/uPywMfgrYiyUs
oUzCQN5fsDXTbLKgetIuFeMlWpvuabBA1ja955aS+SpGuAvTiNwtA4eAxWA4PeyNmWvZsZGvrQJJ
3iJi8v0jxdfl1aPrYh4EeYkkNgdMd+ET3HknQsWCo2Afv7bOaHuUFdaYr8MCADCjisHeJnXlrLKw
qRUmhOAggC3erND8nIyAi1REX2qDTX4lLIx8UZ54Bw3jTfzlRVFcmnT7RwnN4jkgzpFQsbq1vtuh
JPaM43Y2uyocZoNQxdLFf/jGJBkqpo07DIrE+Sm+f4DogI2mHeRw3/jZL6ZEl77Gs5lMd4eJS/j7
df2/d+S/SF1889znSMm/oiLnzMr//tdlWIUvUKPeGkOc/pW/N2Bbh+yEJQMfDXMgcNu/N2BDuv+2
UZYzgeRPx529JP+yhhD/xoDasHWdrw7a+3sWFBu6kPNfdtiMbMOW/8n+O+//b3cP/CogFc3U+dmn
lePg7DOzZ24FQ73uZhS9ufZzmOZxN/7EXLr/CW2CSIGysVe5zLD00kW9wuo5XfatFJdm2RrrN4/u
HzYZk4dxdjeQLwTlgC7wJOf/vl+zBv7TaeBN8Q06bPoPdOUGFcwDnEsTdxRC41ODfqxFfL0p3AkP
lAAJe2iwpKfs2YpQRjW1whOf4vEehjokeYLPLiTF4XUzeMNV1rmPTE2qTzZH40wYwFOUlmvZUs1H
rO5yJr7bHYfIayBxaNGNXtQXSaZvM1hKywSS0kp3BZluEBEu1KSaPXp99yZThr/xzDjZ9jjyXLa1
X/0AJKkfisQ72MM+NYzXT57sfAdvTon5DhFAczywJRiuqc7cxjvaLiLfuMPUgGsLM6T7FXqM8YOK
cT/aCvtSVxC7Jh1hq9ESeVmCpWwksARSDXIe6xo3slT0t/At6oOTTfk2dkMwA/zEF5WOyHnAXmKX
K1//UuLAjJe4TuhDr+TKHlzv8uOfY58vW5QeaD0gzsEttHFdnal9bw69sI2cKtaK6ktsSbb9Tq/o
E8bWFhTSqbciUXzol5QAx9rWSBnvGv2lBKj+EtYGTtghBzsKAj/ZOgn4pw8ufbCbGFUEuroKR7FC
+5FGGmHTqXRZ7gkeE3jw3ExO0L7CdzPxUW0z576w7yw0iWNeq6sSku92mgQyuRKkoFlST7DdU7Ng
KW7pJUR2K/k2RpaHCDb0N3gKW99maPA+KWtcFHNLi9xFXQTZs5cTpmCYzSvvC7ZX0ugEzbWBcg+A
HmTiuE1YPAoy19YIqL12nzBp+2S9zB/am+XiSOkoS0oTKY5usbTPtgU9xubZr8P8jgMP9zhgv02j
CnH4+DWe7z5/XGauDt+8RmGljU2iZH6HgqTYaljcb5mzwsisc99bCENdF0bwzApkWIX/3QO9aXZP
FOp9OmqPH9+LdfYNO+h58GjEPlc60tQdMsTe3wtOVZEFmwuLkslYt5YcDjlYxIq0W3XVQn1ZsolX
W7AkbWl3vfFrZO57hUA8uURLCC0LdeseGwa5tJ35mUV9twpHp8GovsnqpVZa2Da7cmsKBsLMxnd5
JetLAzPdnRTkSPuWInUbS40dLP34W6B3w7UPJ/ILXgjDwgmifGcXtX7jJr1x5H8UqKQaPhBhrH7z
nIlT9l/zf9iGjbNt2OEgsBXkXSQKpmPYxlwMvnktA4x9D+TMOxYWdItxuo54DjV1EoP7ZUhGh2TO
5TfRJuzht6dy+fGrOBFv360+zA1mv6Q590FJRz/brLAmbWQjYoGKRpR7Gyo8T7ffy0SSseuNCdYd
XngXalm3xvIUL5x4EEz2mojGGCFAb8TJVRyP/ZeP7+uPj2K+LUeHN0zfoxzrrNIOG9tsrXqwjjmu
Q7IxjYMdBuLi44ucbdQ8ey7CQQyXjrL3pGZ7++zHIPZw+p6sox8qawvHkKCWvMKHuPnk4zuv6Dms
JJ82JT14LAzos87L1CNVCyvOj1OUMheGU1QvyiqGh4PVxEOam8Mnp+T8H3z/VtmoddPk583e1Ke3
/mZVVUHZITqzmqNPB6F34xcq1GWTyp9dGK+whVmRy5F+cs1/WMowzNWpVDLnLvPsnQFJxfDNu+I4
wKvsp+ouIE4A9fM2HeoXJzJWk+us29Ja6VHwyzTT7cdv88/frGhdcP4WkgJQnLqcN785lKQkBKIf
jr0W+Ksuk+NtHGIV53RN/6VuzBduydwL1f6lVfi/v+Gzxap0U6euQ2UknJkvdjpB31xZZG1Nj2RV
X/CjmA46c7UUScS+d0wU0UY34kxYY2pXeHm+meLU+yYCv9vYY1zuyla13zmO8pvIK81PnogxH81v
lgFbC0ZkrD2qEIO7tM722bhjGsVOLL/IZhpvW9XZ+7TsmVGmtXc39TX2yYmHn0oMAbhwLx2mz5iR
9D9VDN+9dLKQFL5KbhizzU5hTk9ENuuotCXHA+ndn/Shp/b53e06oBJUx6hPdWET0v5+L9TMJDK0
eNK+0IEua7Kgta69Muxr12JqmWFy25ibHpW7l0y7/2jtKF25wsQ8zpbU6BhBne2CjLCzqOqb8Qtw
P1SwUe7Mml0/6XHCLRLD3kCGinYgiZ9sv2c70Om6mNmBJqCmtfhU3/9i7BcxnwmC6YuFvdiqrnOC
GjBJh/Cnmk+e7vwT3j5cEzRBIBtz5xYVSsTZ+d+ODEGdUMY3Y6JrB6dHoIkV/ZqF7S7zGeYexfD0
8VM13v88RSFMrJFtA3pxvKBLOVt/KS1XOHrVdETsOy2g3ygc6bAiXmio03YOEqw1ASDpBfRS52Ks
5Q+ITXhyMnbeMyA1MBnRCNVIMQnRZjeRxce3N6uV3zyS0+1RoZs6x4xhY+Q/f9dvvlsbb9yM82s8
plnzNTfiCVO0KtwqBVut7SyMqXCOQUuoB49ROPZXnh/WhxC2EZ5USX/pJOGcPjgj8H1BZjg0kqWs
Z3VrgID4CZppfIHJyxKGtrNEfFscUjOarqtYlItmEI8MQY1NbLXDHqZZ9Nlu/H5T+v3jJI3tfL7x
hzorK8OawFfsP6ZjEiVy6RL6cmn1fYyPzzCh1wgYmyaQUfaRemmRP2IiPKAObNNbFtFXc0QbvAzS
qf3x8TP/45HP/S8CJZYhUCcb9vtHDjjdxa03Gseoia2ftmozwrhLZAMpM6gg1IYnRcIMWZz4z358
5T+eB1eWCpDVdB1LAIS+vzKSD5FDijKOoeckmwrP4yV6QuOTk/6PFc8eQqKLZK3blPLnv89rkA0Z
paqObHHdtrLsb2VdOivLkNonq/f998z75Urzw5TEWRE3bZ4tXksyFxFWXh3tJvIf7dxo8dh2L/Et
9BnC4lcauG32yTXPqsX5olijKPBqSkZqd/2sF1RlMXScBu0xopfYSC0wb2SJBMvE/u0uYvNZB+PY
P7Qm2TR63cE/DcB4CbnBgUgM/g4yf4QltlN/ttO8P+n+vrH5G57zigklf/92cfTIrBou2dHUBQVI
aBrPoSnaS4Sz00WOYP7SI8hqPtNmhmOR7TlaIqADvPcxPrsK6MI2CWz2rT1F5j6piSL31Ste5gyH
srH7ZC8Wcyn0v5vx79s1eYYg8TrLxD37DEwG+YbGyPZYmb29mcoegyL4of7WKRE4V0W55yNNt8Kp
xMbF6fHYdQq6ABOf4FkGGg6WpltfGFhGX3nk2hzospoXu2zSrQ1f6TL1i/wVlD/d+xUx83GJ87xL
YBJa3cZcxnj1XwWmyta4jhaHKtexnY/LBzaGmdaMBviAQSDH3dRXhwAMGC1woTYBiVWwze16X5QC
Wz0LlX6IkfLFx9/pqRg+ezZsD6TdzXszS+zsQ4Wm3aYEw5VHy8POxx1zb+eNpdjbWjfuSau3r2o9
UDtoLeQpTNM3crfcJ2/sHmNVpRt23gZ+o42dpV2NuCbF42HURLCXlpG9fHyr78v601vEvcDlLk0m
O9S87xdd1GZpO5GIdExG0ezcEaqZFZoFNvKJjbLbntYfX+/PT55qHqE3D4fK3rLm+3lzXkVNYksf
AseRNkN/bEcGuC7ARxW6wDBjI+HWoZ7++Jp/bmi0YezTkEPRkSr3rGzARwqwBk37MR8MlBpmaK6C
RjCJFYO++vhS//A4HexDKFCQnbrqD2RP6zoJk7w8qhTLZ+y6/EMOWYjgzzjbI3WL/+PruVKQ8KYb
YIkSlPf943RSGQTUIPlR1a523xd45/peALFdxx0OS8Pi+uPf98fZRz3OeFAwzlPA0/JsudR101Rh
F4J69OhSJmMWcYdBt5GIVRYFPiWItdP8otK79pOz74QhvfumZpRBCLSLc0tIt/L+p8Kignwo+amh
q/VPQxkOL4VRTA9NZh/M0ra2wLb6Jg5186CVob2JYRxcJEHVrwsDtpoGpWWluqx9jHGfpEvG6wcP
tQFf7q3kP7vCXlszOHTwiq92mbC0Jf4E1bd2lgQw61kk8BqXfMrhxiqx/ETMOPa7pG9wFZry35Y/
/2c79seKnX+rA9g/Vxo27NX3v7WovDElYqI8+gHGWgq3cTLUOiILx2TcffxG//ggzy41v/E3H6TX
jtnk4e1yVIU+LLWkfiyy2eqqd781QfkIVc/4ZM2egI+zN0mXQm8PjCAc9qD3lxSdEeVyVMmRparv
B6EIDk4SN3+UeWms+ja0lpZD3knVmzdlNXUrtoj8oKd5sKzIyGHEpjgHNYjuFwL9LDboyVbT5gyK
aIJi01vyiG6suiwhbxNFhb500prXua1AWYjOagELE0b8lE/RZYlDS4kXyL5JsSX4+NGeNYP8MMW8
hd1/9htC0/4HhKEhDc9JEDxqU7du2A2vjHHA0RRXzE2Wamh5BnEXdBa5gi268IUYHj6+gz+2o/kG
0KyfJu/zYO/9k8Z9GWw+ruIjhPoAFFqT4jXtRb+hWG++YiQWbz++4BmA8vsnM5lnKmMwKKIVfn9F
BFplEwVBcrQgye1RU+DzOZFMyKmc9Ua187VcHLKuIjJSTCiCSwE1KBg+g8X+rPL45afRs4tZOT35
2UYFPdcBKvGTYxWN4bZ13WAbC/wZYZwRktHWr6bnQWJGY7P2utpbcSaDpne8Ji+2b0nmUt+D6LPX
8ednzRSPFpZhFQiLUmcPp63NrFaanR0huKtvDtrd1YQEbG0jIbv9+EWczcZOLwI0nsaQfhn85ByI
cJUOlkW/cCxqM17kijghPAkQamDfgiCmC1N/3xKfuDEUX1iZE9SGLXy7H/tA7TMDmY0tkC2SXh/F
W8OAvGclUIj5DaBwTTVdOHOxhyzKtnee5+bBJ4e2YKG83yQMZXHWcF5L0wKVe7+QiDdCdgB//4jW
hwjUIQs34Jzqs090fuR/XGbu600HEQHjzfeXYTewldl3+RH272vYObs+VN/y0iK7JbT9XWtrzSJH
LX5raZgHatCIt9I2xq8xIM8y0c3qk5/9Tx+QYs93HMGEAROy+bm83Y+RTJDzk+VH5IjO7ELlruGj
RPuwkPfUf9N1Nn6po1q7dMrp3kx7vBM+a0TOKntAHJapBMqZD1oawLOiwteM1tSavL81wA0Il5ha
jLn1XwRrRWu8dqutrztqY2Vdu06BstK0+wQ5P+uEuIGZxyFZvhazXeuci2BB9Gaap1dH1FRyWUx9
ss7r6CGL9O9wscnriQKxiiR5l5OFJd/HX87Zwvt9cVfM4B2rAizt/QvQk8aO8IOvj/4Q/jS1kRgh
Q6X3H1/E/uMZz7Xv/Iz5kQ4R0mfrTtpVh0u4bI9Aq2przSljE1PpBa8Dxv1oQVeOCplfGvj2bpow
QKoWkuFCNpZ3L4sJOmyupu8yyuNDhl3qFi9k7xFJmv/k1zoBH4YVYHo1tJvMGtuNahp7E7TmtAnT
Ol3MgM2u6RUD8sz/4nk9uCnhCJekZ8VbaHiPyJDSrTU47ppQyOogY6IbM/jC6xHZ2+U0Dfl1QI4t
HFonuu8G1It6jb9nYNYkopS4oAZB/lyWMN0v0aTU284R5ZW/+R/2zmPJcuTasr9C63E7DXBoszdp
XK1C3NA5gYWE1hpf3wtZxVcZUXwVrGGbNclJMjPiCjgcfs7Ze+2//g7ll6ML0FldYcmjsGfB0EOY
l9EvtwqJf3GtDdp0hoX2qo12v5CABvZJ6iC0huwh55oec1sUyn7j+WPxww/qp7ilX1wlcfhS5Glz
AmhXXNuAL1Z+ENRrgXDa7SAXH4qstZdGmveXRkBchdMZ2dJAn4OhPx/lSeuAyNVQQLdTOSnffLQ/
rUFkOPRxaQRI9B5wDD9/Mi0VFvSNQDlTO6B8jYY5rjHwrv7+F8iIhbwc4tnprcovXyB5uL0zeJV6
bpNhmYPx90drJWiUm0EFDbS5CWxzK4aZQKBuZls32P8rNd1k/r1fX2ZZirV9PGGtdlsCaPxmm1TN
LbwQ1+7DxYirnpvNLbT+3uCJ/81G+W+uPl3ZGewDkYfb6Gsgej/2/mRikjy3FpZIK49JZLNzjva6
HJLdpBGVjh2l9ple5EC4JGNCpOxRftLLWndNnc5ONwLVLaKeVLCu30+B/do5FmERreHsS8bZ153C
gAGmS0IQVxWseQoBApadvzR8gzGnlP02j5zkm2f31/YBC3tWSlJDGjRXcDd9Obyokd4nRAXgIoy1
ce3hZWA07F8lUzdcTVNXnCoROPe1OTZLrW+R2CJFu+hBPS/ykclwqIfrUlEgxJWT9AH6ajmiMyy4
y9gGKffXi+jLmYb3apJJDyicUwbtvJ/zm19uQguBXN07rTznQqg0mnNnVxVTuIiFFN+UKv/2pegX
Uv1JjlDK1+fS2E/g/hR5lmnkUX8R7+gghgC+l3Xnv/5UX8+Pv30sPhcpPPyHh9DnO3AwGhXVXqGd
gUm0Wzg/6hJ6dkfLSDlQ/+J6z8NdYsf+ZlSde/T/covJDwZk6E9LqXJ3KFH+907zP98TOnpYHhoa
MfaFz+9Jzx2Gd1OlncOgx2ixLTK56UzvOtFImv7rz/+lcPjtpXgIc0FpDDHS+vxSsYFG0kCDcB7U
9A7H1ejGWTh7qhQfF5Df7f/65f7NimcH0mk4z20ajUn+59fzwaInwZQ5Z6fV8hdTOM7slCVGHdsP
IZaoHh6HXsLgCeEKTZ4t3myjsyeC4YYJ7iklx1UB4J+0DvtBgD3YTWFY7FSan4zd8mj85g7985OH
3gdTJZjX85D6a++z74aUfuIUAQAKsqWYZP+qqYW2RSMEhIVsjF2Fj+abU9HXoyEXhaccajH6rZzq
mRN//pK6opsctUvLm7qV5i7KGT2lmVmsx1SM5LmgAsF4Bs80DYslgFfCDVPUtjrKt98u1/+Xb/4v
noK/rNw/yTdvclxg//g/H1X4+vyrhPPnj/3OsbP/SdOGlg37ooouSLJL/R7uZf6Tyo954jzJnvf0
3+WbQgK44yaTLH8e9dzeHAf+pZ/XzX8C3qceoJCzNDn/ur9DsTN+bpJ/FDx0A5CVIjq0Jc1QBjhf
xx96WBvcOhJHnammcukrPfxMmdQWGFmraZ/koJtYhURWW0c2O5gu2EQGC5U7hSNYVHUy9aOZ4vpb
VkVFpgrKlJHsFNrt04VOoI193UNeI+zRmBrfO8e6XnVHju4JvBSlcKrtlJrRJjZ039/LvlCbxFVJ
kXCWoYmL+sacFInmbcwYhiwsISk+fExH9XNCUx+cS5JKX7WXgyf8a0QL0wANAb7cD4UYhIJjGp/a
34BvozeLTcgbh0v0asPc7sl0DwFQlcbNXW8VJgM7nsDDYrDHKbkEq4D+M87wrNwoUhjxWYZ4hl9q
UVvXhp+ZyrWBjNXe06OClqth2c7Y59kH6MwVZb5Nuqqzb4EV5Aa7VGeDLnC6PkteUh+L9LaxnZ6s
agl3P91FZtg5py5vKqgF3WRZ44mBnBEBC07REeESBL/sX6g20gp8kBXkgCejccS07+GskPBtBw6n
76ajzfVMDlIMVGRK+zKHEaI6HinZY1ZLDGzARK+RxEXVj4CsVQa/prCFq5kFiThpoUX2h93WTbtV
23yq38fYUglSH2AN6iBQu14TcpkgVQaeD1090yCRgQGDOQ3lI5+2kc8l+RiUxDSWIaI/sfZyFXME
k1BmXHO+SeH4l1kPudtcgBKmzQoN2YMYzwGxzEO+iJDUpvnfwwu9TNoOJ24H/Gh6FFhRaQMOZJIN
MIITU61/6AOBOvDxqTzucVHk+ZVVZqueeMvNVIe37Jz6Ie61+N4HzrDzofmBIbIedUR6b6RZkjlB
d/5RAUmwBHUIyJSFex3EMcEr5uAvg7zvp9kJK/Bh+JBH3WEYkisSMCztAai910L4ipmZGxLcCSeG
sCcXPVRIzbbbQqdYoIbKjGFRJ056mwx5NvsJonxN7sR07QlCYLmoBNuKQKENA7KaZaw5AQ5gI+bt
ALjgCOuEkflUepoaMQkJKwdAh9OHykU8xJVy1RMK63sLH4Z4tcRbhxbCVTEjtMdwDENlEwryKl9M
3GbUMwagI0m8tZNPl1A8YvlgeXb7hFgAUo9O4sEib0i93ZAH0625w7wn/qmETN1qIM10ibS39Pnv
yaGLbu4VFYvgQlGqrjkLKlAyKAKgujiKCVDhxm3iXBePdMXr7mXEAo4ERyclZKeYqTC2KFv78FTS
EJUflaLAZaApH3p7sycVZxUoY9u606C1SXNZ1UXebCdRp2dkbxHTy7H0yKmoyliDI1YTn9PWFcNZ
qsphoVsY1xbtKPInwcQtWEaxBpIgaNk6LgqPe0a1iFSB0suX6vakt9N2jWN7iyjZsNYcqcQKxGOJ
vsBqcmflI6ukjsR2B/NCRMd45CAHRaaOtQOU7nTaNuoc9eN7eUZ8SOHbcoU3KH3ssJbX7lg58QFp
SHeV81hOoHtHJG4bBUmvbqIZ2SNOlendy3XzQNILjMAW5Xwu7Q4xfW+e08B+nOCynL3a0LVdyIdW
sd56ILhkHW/SmKA+jxA9uRhK9k/eCDEaE4mIO4sUw82Ud/Bl4M0RRSTq+mkgkoPE5pRkFZ/y/SHT
O/+y4XdCB6nDVTJq49nI7GRTUGhvSoYBRyJw01s/Svtr/JOa3HtW/QGiG3OSF2b6uhRT8YQHML+L
rB5+stKo8gPuBX7vCgGhK0Ybp+EUWv0qhX5w65ORYLsc0P0PhVDwRyuRGM2HFswUGFVzVTXAj/et
Wc3yEtu4181+gIiFq5u4mmQATwnD+th0qRUsO+mVlwTTWQjFPZvQHqXyEpfQhuG9rbq7Bnc8iHBI
HI96ppS37AC051RQltUqTUW8a21bf8Ng7FyEte4vbSPzl1omx1NS1d6PHg2Tekzypl8hPKzAf0qi
fq0ysq75moedmTrxD0RyaNxVmvrrmQfrQ2lS9IooaB9mwaBoEvq1qhbbQprVQ8/Dnj73IM1yY5Fx
dE4EpM1GtYLHTLG6k9/ZYqN4qn5rBnX1VMHbpxtrmut+sMJzoWv1qiS1a9tZYk+lStSRVtzS1C0v
SJ7tvcuR3v6W/rYKJ4NxEaEUxnhoaJXw52YbSnKM5mSbcsuMR9lrvWLcAcJ80Uu0A+rgH+OAET6T
HqO5VwsYLyge9JOlt5cxw5nbYpqmJUTzatFWE/GCORC3LvSOTU56ltE21XWbtPkB7xJHAa2Q6VMI
s3MvpSnOfT1C7sny/FLxkIjKWPhP8NmrTZla3apUDPGRTHhLobBGLbRuhgLXJPGW4KIJDXJHZL7m
oibeZC0gyh6Tqf3ww+gSh/QuK0vvyVPllQXyBNBlKVZRWJFTJcKM0XVxYSXNqVLLdhcFBXAbkafK
hxdj0CMg96BXNYFdpR7cw9Ag5c2vl0OW6jvH7zgu1PUe1iEEV6VjY9F0ZUYRVbiOkRHAX3dyY82T
701qHkQqMFvkgKXtxomj/FD02TrDjUicUk2y3a6QMN/dsoDtQ/73ZVbrw4FDjr1lQ3WOkGrEBrC4
cc8xSJg/ytnx8QYjS3VcJcnKc5wooK+KpJyWDsJlWIF4Rh4SvCIe0cYh9jHEKwRwdXSkgSBYfgXb
0DY4rSEW51RyVielt54S6oWXgAZ6sazHYNyGzPuXfYOtWBTqR+EDL16zy6XvMc/8C7s1H8j9ip6g
PbE/oxdchJaCx95jon3Q4MdsvcYBhgvTdo5xopk2kIWF2FopT8mAzsQwwVuQ5tJA5x1ieIaj/cit
IWZmiWZsck0DbZUHySyQa9r7AaaI2CXFvG23qm+ZC5JB22ZtVeP4inAek5sD8KG51HX4pwQ7lq/G
kMlVHiKLmNQ++dF5pHMvGsXslp7ZOVxkIZ11VFs1UAG9WHlFcQkGlbwZpNreApiCvxRlAsu9UvX0
6DWgJXIAyYu8n46G15f+OoVtfyRlkclwNmabXHZ5AZ7BUtdC7TuCZ4QApJoCaIEZx4bqwnXu18Mk
21Xdaf1R8+xqUYRDQVSnH/dvThRnNxlkiCc7NuJHUp31x8ELGiTGKJ5c35rKNVxc+8Gu6mbbdTHe
mDZ/m1JL2Zagnpd+pMzGhiw95WZfr7GcJm9pL7VNixlrG8TYmCBqVuyUWnpZdUqwNEjPWM6GjHPX
6xm2a6GuvT5N7/D/TXsD0cpDYBXkyZGPN5W2ssmjqXuXRlkshsR6z1kNm85JiG43HIg3gQXmIO7O
nBNqnqahTqxY6RgIBUv7SmZesIsmyz8xcmPN2gNRZiRCnuK8fg8TIyIrLsRJjo6yPFdcTW1f1wi3
azgvDzg6xDLPlGSD4yh46TlKblFcc8cxZorvaiNLNnqdZhc5VPkffZ4Bho5SHaBYXZBgLQZhbWA3
cz61sjFAu1y1bqJGOGfhrRkxHL7YWMRUbxmHs6HD4xPJDyrzdpdMHDDcelCAaluprMAcW2Dtie/h
6Q8Ps11J2vO7ImbCgMsi49AgpL4Dz1hFqyy1VdTvPtT9vU1EU7GAstpuoE3IuzQKYofFWTRL3E2t
5xI2oj8KWRkfBurKF3xw/Smkb0lwi179GCVJuBNaZoIMI4XQMNIhi2dN2ukeoi4Yg8mDVjROpJ6A
4SiWpajK7jpNrCCAHjn5nOnqq0T2+kWXDtVGhVOzSpO0OSP2MS4aRWVto9A3ZhxfR2/Uozvbyrac
ZvBsuDcls2hyDCtWIsDJzFoODZmkJ4Jo2gV5qvVCJToWfY7oyGiBK2ssdZkkS88KpqPOFEs55azt
ZJmNsuIjjXiBXQVk1IXOiiU1qrXi22HCgLEUI1zVw2BE1jYobe1cCmXclsAqoz1MB8tbNoZe3/UF
CmC3jwYVcJE+GouWeQS8kyBWh4e2Hk8VKmrPRWNNaDlM6mBLToG24gxjXGleJzalr5uvhuwVzU3i
vL2y2Yd3+hhHxyGd/Berxuy38xVfWqs4z6tVrxsjcN3RZNOKSYxZhE4E7iGPkmo6GLnB1E8jCnnN
bDR+EpHNKTAxq1swv9yKOQdHl06Z8qHbQFzRv0Q7wS734LdG+AJpAex0E3WPVV5n0MTYn1Szgpin
mRCiqiYQl+3U+pc2W7y+8GTuPIAMno+wAIkXIwXCpcgbIgoiy1hFRpDbnB400ie02Lpwcr1/VjlT
rsbS1F/hrxMhmUWGMmNfQT4nbIq7yiv1I8P67DaDoPpk2T7naSjMae6SF1yci8JR1mWWJIdRaZQf
5F7i1o48c6c00Olcnj/em140xBKmXn9jgzO+ViYovi4ZS3SfB2kgcOqNkCmhom9AOvDQCkrnLu5y
WgKi67d6Y7UPOrq2NSui+GEwUtyNuhe/jpkVHcvQtvcNsPdNwaTNJfbV2JfwgsYlns+HQFW9XdV0
483oieidNh+pyPi5DmXOcmwh3L4aPrn2DQF4F2Y6xGeVjZGHT9gSA0nJdB1IJ2GRDfVz7hTOdegp
3lqS0rFCZLujCd8eMQn5e7SMsQpsh7DXLEvKG1tPgRk1c/ZvUVF1o0k5BmnIw1wEiPEMVrKQxhac
JNFixDsT4BKmhvbDIKjpAO2/OAIjIiJay29qiCCRO8DAWjtaFJpr9nBI7eUsS+gTL9yrfgsquQ1B
dJp9ldzrU90TRTfxkEbpSThiSmHIHp6q1/BN6gekxoCBzRwx/DImslVfqJ4/8RO96Vz7vpkXPGzB
3LhaFlBh00LhZI3tyx0QDWyB30vwvBJaw9Kqhu65rHJk3EPd3xUq8agLoogNnL2lat/DNNLB2EaD
swOch7linOBrvkw5CrFtVHLQ75001na6HpfDGulyWiP+jN7IGbGWnlL3Vx3Axt7tSvtDsaPuqQ4T
hSnjBILuMlcNmko2p33FJd4EUEIVv9RGNQy3UQfKOhkIlgV63fsPjoeZoR70+obuh7dB+UWEVg/Q
0tjNpBBrgeJ+3PYDcaUQTIwQvANTI9JJ/RFJezRWSGUNPc/AHDn9MWtpza8m2nDxppo0be14tY3+
ozTeTF8pN16cR/2K+UtdkY43xYve8sQyFonybk4jnZBckavBYUC3qNWOpFFq1KlfwdlR9V1h9h23
hS3HI90d4JPCL9PbnEcmuUAGGgOUeZCfOqUo72AyhrabNaAHQ4eoFisN09e2UY19HXTkLljmTei1
3bJqe/Gq1GlA8QsVFWDNcBNEoX7klKotaVJZiyGVyoUA9nytJlO2kb2muXaVWadW6MONBTv/gk9K
NSbS+Mlkuyck1h/hRdYkaLoMi+OLkTCbVYowasWzNfJdNBPk/5GRcCqbMrfc2YDuYasMQwIGq+hs
5l6wCOsMfQK2C+LtqbuSK1OEcQ13E6jdSbU82oOxmo4aB4JBs/YoTSflXCVON0P2mzE50PLwbawI
MoiACrfghDlECO2mKrB0XiEBaSneWFk9o0YZB7r5riPoz15IKotmiV9VNsmyQW3MbM8sp/w+tNk+
tm0cBxHjRy8eSDQ3WrtSWIWmJzYy7YLWWRYU7/4miazYuIJ0Ouk7zyJsAdx/TzXTOD0e5EB247Sy
FdhE74BFrKMxFPZHHzWR82MANwTcQ2nYnNAmoGQ/dl5qXVE+6NFd7PQkNBA9ENY7PbcjhMdt7tkn
GPWDd214mpdjVqJfsJuQnkRrDJy8auinxhuMoKlcwkWLXLKVJBMOLSMpd6FalLcYeSLdd5YEEHjq
yrMs/h6Ph6JBKCeZcUsQr2hXvHazJobBUfGCdM1B74MmXPfofNtz2VsdIoAYJCd5Anj1T11tN9Oh
wv+obw2Y58GWJlFqHRK42S0agIm2pDu1k+qdhW3w4tB6hA2GTOj+hnbh2O18+K3N1SiadHQ1Ow7G
TYQgV6zjAFLntqmlEFdRSGgYpGvN01wTS3S+dfTB9I4JwRcclKmllDtTUU223SxqNY5cDEHdGKe5
uHKmgdedmolu7f8mVcgulcFiAAiM80iKQcYJWX92ArXY1wpIJ9KlHIZwMNfyo6VC+SOAnEnv2pQU
WAvRwxFBBJWaVzVM46PXmvSZgWgvg5LbkwqFib7ubcxeVBySGpBJs90HiQZgzCZ2OHukqfkS1sDC
Ojh+d/Qy8NYqlbVraSHu0liqB5N4pJ03y309SSkfd4ZYBbJ6xQUaLuy2ffTh87pVKMsTTVjr1kjt
6rJLOGJAlLK63k0o3y5hxL+V3nA32GnDa9mP1QgVPZocxED1Xs5orM6Mad+TVrvi5JWAHCZ6ncRm
6U6xjBZBQ1srSIIHqJPwiKMCbHEpQNFBKluDEE5XZeAHm2CoxdbqKuphnWNYRsx4HPebWrNMVItl
ugDT3ONhYgqoOk2LQiBWr4y69BYd4+V0FXZF4O2Muit9puNKTGeFDXwESrGyScl9rrXAXhsDu2wc
1ypaCgvNo3KaKvxoBIEdyNnwt5GWpytdBFBJZXKubeM5NEnCcFO2+GugueqmI50NOINe74KxkLdN
bBYfo20GM7yxr1w2woQRuc2zq0Q6bxd5e1Lbtnxi7EgENPqUHed8UD4FL/ejxyCyDYxMW6bcUwfS
doYPOwOZlxlQjV0zjLuNV6jmSxB1x24akvuka/yHrhAEng2F9ap5kfWCo4u+JV/so1Vz7uhAoN6M
c9ygOqjdhaqiTq2YE0HjLgDZawgHtK5zFrbwq7VCsMVaKYIHMs7HaNOoEHDdCnzkYpSOfxbInbe1
Gb4TmWDuQsIgNLqK0DYs0GNBsVThGcCFDxW6oaS2ouP40CHf7dQgtV+A15JmT4e8lOnbWGgmjWa9
gEdjPLQQq10VP/syIMSUxK/SO3RWVVxZ6fDMsV4ssqSj78GN5+YkDV6F9kiCnUpPdmlZ7TVnsJeU
m3ZOWOHpM0RXCTMcl0NKv8bLkT1OOaG4q0RX4W2ERXkTNyHKkTAakvOUj9dqO4HEGxCWTaIvdmnr
i6WeZANZj4q6HIETLEj7uomCFJNk6VSkInHLbuKgLp67WDlPjXYem/GO+OytSS4ffMj8EQ58fohS
cwtD1d+WMesq0giWUIfpFLbj3gPruDI1HUhAUOgbT82aQzdU+SmFxrhXDXo+PWfbXSkFtQ+pmi4K
TXVDIqx/EfbN2i9t9b2EvH9TW7ac+8A45MzSbHeWVr2GFTOskk7X3iqtcmEP+ZY09pJYISdZKyXn
rUh3Nh2TtaXfqUQtmj5Spdp8ZA/tntqi3+tJ54GwrbqF1kZmh8NYtxgRRPW2cfL9mEixNIKCyIoh
1YDXe6rREw3RaZdIMmIdUUJjpFRReranesuCpcr90m8SzwwPmueZF5rJskWVMWzJ4R6XU5c8FErE
M7Xy1DslwSZKjwaueONkewveuDvCbnRLI7urfPPRr1iZcdgMy0SDiW1a6gORUPqCizVXbdHs1CLb
reM4YIcrqtgHNYHcaMIEjjEoLGrdTDecBVJUp5lxxGss3hwSCVyVjMVF0Vs4c4nlJhow3g4tMy+A
7pz9yqSWe9DdGPbr0n+Y4oSzH0R+cJAa47wZhxQGZvrUMURcVWIc+HbJwyvwpzcz9da41moSQxoA
Lhg3/WJ+EIz+G8UoZw3Ch92BOIaAfbBgHROct+9pACP/z45t7JX3akU4tgWilPSHgZvSLrOthTON
Z4QlhpXiG+a29dtNB/KH0rhp9CVTwrFfZYRuYf9p93QI2cODdjFkhL6MUWQcuIbZO2hjjyZDRpGi
hMGd3rb1sY+S+DbIOWyQUE8dsJBZ/zo3iD9Ew2k6r9v8To5wpVtqKfomjI+WaQIQc1K0lo+ril4/
VVBush2y0h8DfeSdcIqcUBnCPapVMwzKqSMQYW0yO1ym6vASEOM6LVuglREa6D7UlgQTEUIlM9IY
Nzi/tf0QVc2DRyP1kBP4Q8JYUFwz3Ca9Q4SQ/OdG2kIJiQLR8D0+077g+CxmuXCunqTWJHeTF41r
IoVYrmX4Zo8GrvZev1Yz57oRsc1G5IEIhUYJDrKc/CVIMfrYMaEAhFWRbV/1xGzRYZZLgJ6vYdQg
N2Ua4a1ILCqJ9Ka6L0AQJpG2kEXRuNXo0w82jQD5bmRynk3lZcfolfaPXq+7sKUnNGgwE3MTOMRY
Ff16nCS7DwD5bl2M47gOlETB/0F4Tu2oyXs7ZfvIGhIa78p4AAgjLtmpzc048lDmmCqWle0pt2j5
CJcZ++4bw81nzZMB7snSHW3WAusKYmDrixCnBP0htGymiMluS222jsdWZb47Wt/o6b5IDhFbI6ya
HRnI0zGSW7Mi6Bcdl9cbfWzhU16QvABFIzVDORxGY1K/s0jNwu0/BAhINn/K31VEm6pigHT5Iuz2
7LGPiLEPibRLemuVdxakXoYr3lOXc2pcOnypEwc0J7gluMXovnMozN/Yl9cn22+WNVvEDWrm/EX8
8kH70na83HTCVZgJnfAsmrDQQEJ0C3pgadnaFpZTPCKfiLqTAoHiChYsPQbSarwl83QRHH18iM5J
JfbBWPxUk/wtYc1tTkGY/tf8M6+knFShHzQ/JR9//Ok/SwPfvOczdKz++qs+/WYyEH9/d7PY5dMf
iMbjCH3dvlfj+b1m8vov4cn8L//Tv/ydfnY7FtDPXnPCrObfRrsh+1U/YyBl+p8DJRfPxfs/7t+r
t/evP/M7NQ0BDesIv8QMh8R3p3MX/aa5oQtDSjjQLBSVWBwB9fy37Ea1IK2hXXTodVC7IiP9b9UN
0EoMZhKRnYP8lhpD/Tuim58ooD9WHNIdvFzQ3HgD2Bkw6X/VLaZgWehtIihQhLGLdYI1XI8YqCdy
OXTyriftBzuPLxdJpUkgZSWzUSemM0GQa/qcq9E+oEopV0LkJCBGPBaJkVSSS7No9GfdzuWhtRWS
Suywt2FSTZLurswYvXgOuxXt3J44gjFPaaT07VEMHsO8BHIrY1ttW6mOeGjLOeY4ysdN0OrGS6To
4lmnbvfcQu1XOomHjHYmmjIwLnd4LedkWxne/XJRr377Qn5lRs7KqF/uTL4nlEkzxQZ3IRYE5muf
78x8jJIyzrQPA/PMnaYQ+Fcn5dCjx60Y3fgJkV9wq4Otb2Qlw1CzfTVGdAZuAusSPxiajRsRRqoC
f1d294oZU49WHPMWkQhOeZIXCZ0xBWZwU1XwoigOwF3H+vSNee/ffg7oFjoGJEamUFE/fw6N+sIy
+vyDg2RwTj3vPdDicZMUdCQSUxjkcORvVTHoC4tqf+N3gXl2iOZG51ALd7TmhJvGV1+8xOv2ntHo
LtEZxy7q5c72g+oQZ51+RXMv2vlqHn6jxPws/Px5DfCpzXa12X9Bh/nze680JdFqx//IUgKnMnz0
R9ufj1NNJ49qrOXLv77mXyxy8+shPseqxTXlqlpf5cNYO8IRduF7qyWPIjbuggSallFEzbZh2nPw
+p54MCCki57cmiEa0vVfv4GfzIRPNydvAAoAIYM6Blppf7lYaVQPVTPk7yQoKCqOXSNlQFJH5Vvu
ZfJjSrxSWXh1tzNFQ5u7ZFJHUqIE/z6FxvgMKCHo5mOGfaRheWkwCqUxPRFz1XldsgIXi25BV5qC
ihwVxqFDV5qtyKoS93koVp05m/Z9AkEIDkTYC1tZtFuUaP5DlmUUgZ7tx3gD7eIbIt4Xbgjfu8Ou
hAYOH6aKpPRPHkytz/E7NK8asrXSZaQ/7kdQ34/VUBKLNClhvs61UPlAqyQ7xkYDtVOhevVFYifm
TYDtOHA5i/OVxX0+XrR0bWxOX0X7gEa4uQhM0qrWg2Ffm3Zt3A/w9S74vyqy8UrdZRvKd1kRVCfV
yMPbwbavLUu3dn99af+0lHG1s4JnqhF8ILimn5cyNwdC5cp4KUqLBzzAnVXC09tVfZXildSkbw5Q
P63rn1YSr8f/mHDxPGE58zz59WBRRqCziGV/aRtneDSQS67GGFRVliBx2YGFlc9a7FjbTkwH7CbF
uIi9+iyBYTO67diPpOV3RyJfBG4GJ6PjrWaxv6x0XWywtFg7MjRLjUag3TCag6ZIO1jW1zQ8u1u0
R5SwJQ4hGjCGcgkfhylgMJVos6hQ8W3ATICP2ZFo5FT7maSCqEdXLw0TtoKIKsf85tv4fMqb1xca
V8Cjymx4NBmuf/4yoNXrAwO3Vxqp3TKmglyOfGXkyyDCKNw5/ILN+a+v95ej8m8vSY8Qugc9FTS4
n1+SeEpmvsXwqiSVvXNiMntkYmHVgL7/3a41X8ovl3reJbnOmGa4e758Op7VKRPd+pW4jUezyul7
FU2dPKmZR46gk8cLKnyiJnA1ckFsK/kRkl92Gmdx0zdv5afo//Nb+bnisIsovCHwd58/NVElls2U
6yUHZvAUj1PK5IDA2ysZVaSODl0Rd4tgGK27yJtnonRtxSNsn/5RRibFEKnylyKN6FGNaAtvhG88
k70wViuEF2w9DamnGXl5HMinDLUlxxZ8NT79CV4rtb4z9eh/vmc1VXK/4rnQwOD+fLT+cjhHWGKX
iTCfExJ4fdcky+ZNqatpUXGTX3Zjg1M6s7N5eo33elVw37wPhNgwg4OPhwyGpmdZqbHjzqlYF1M+
NCs1DEKMXHyK5z70x4/RRDfoSjERaBtM8kavCe6J/VF/RH/Y3Ze5Jy/ZhTvyb9UtjYDwOg6IhqK4
sxERgU8kQVdpfKILKiSAWzm2I5rKtiKbaEzulKIxDtSf0wHCPeSvxGLSq3bM0EipjkhR8FWdKU2a
EImAuFfsQj8X5Td3gvzz+tSwGFuUWjY1Iyvj86LQOqJSa18+o11SnqAYAAxV4crVrgIPyXcRBFTW
UnUGhpW5OeysYBCLeEKIF6VYpJZMuKIzyYFAqr1JWQxB0d34gSQRxOep+EFmU71UEFKnC2fwW98V
THCvf97Mf6sS+s/KnMviPbtpqvf35vRc/D9Q68zg5v+51lmV7XOTV8i2/7Fp6QU9/1ryzD/6W8mj
zpx+FY4KNgP8AWjC/1XxGP+c+VCzyUDhIM3jiLXxu9FA++fPf81fUY6wPc/W1n/5DPh9YDz5MRoA
iqYSx/V3Sh7t817M+2HqNBdcmDIpfJAJfVmAg1eLPgN1AILVWdFiKjVCbyikUXWG2aPhwKpDGelo
J1LPyKag7ZcNGxAMTXVKCn/G9GH4JIHD6JkPD5YRWPSozPgRW0IdLoxeQf7TOqJ9DXNFPBuloSQH
XaFJ7E6aktdL4jsYhVVCt2+VbPRQ9yo94dMENVeXnh47EtOD3bqWl00MNBLSc9berPKkGShpAFpC
Q97Vpn3/zaHk83ORL2bufhhYDhS8PLg5/mR0mgajMGzXohbbc8pqH1WV3A4E/8ExiYS6iRyEHq6X
5v7DL+vo35RX8z3/x4Pit1d2lNkpC3aLK/zloBuora7xuVyyNtHZUTtejIP6LR/m64WnfcSiM1iZ
UEJBi3z5fGNfjlXLg6UmZY70T6ucjyQTSAVFqCNaAYN00e7Ag7qMr0WndNeRyMiNA03Rkr9e95NZ
kQXeFnH+W3uOnPjJr466qEOmUtGY/l/2zmM5ciXbsv/Sc5RBiymAkCSDOsnMCSwlNODQ4ut7IW9V
NwPMx3jZPWqznpSVWd26TiAcLs7Ze+3GlTKaThyK1V5sc6hFRP8VlPfcaGhQFetGRYeEjljHNa/F
JTGTKqMvsoY+80mtxAjdhlrnW/2kPxJTp9MfyarSlyNsd8NDOlvZQzco4+e6sqJTGkXo1cvRjGmY
y9N8pAsof9Vk7KZepE64WlVloi5EMBKokakS35y5yX6KgmBlT4abRSUN70CC+mmUkk1NXy+5GXF5
zT6i86H0mrovwk2ly9Vn4nT0ajMTyPrTNtnrPJLhEZenM6Fi6JEaa/FbZwTiEi5jynud+vh0HzDb
75wwiyYvU8s+2ehCVV7VpifhOZAWsXIc9uXPHO/3CG+qGh/nYpHq5MIhs6aJk4jWAjolByeQCNKr
lJ7BSFg0PSDfsmsFiatehtxeMP6NgVF9AzCWTUiFo6bZfDxBlVVljuMxl2Ym5mKIx++0vjdLc0m8
UUPIVFQejaqW7ol4M7Ba2vRMhqxHqigqt+OBPxOJRCaorZ3yIpP9oaIInClRuP/9B/3/Peh/LKfE
D/YgrPDt2b7DP/5vd5v5r6U2sPjHMKtp7DH/2XdUnRQCA5yPzuK2lHZZGf6z7yj/oieEbxF3G6Ax
gEb/a99RlX9Bk1JwN3EJNxSNP+w/VcZ/L2kUKP9LbNJqcYV+CmqZUzD1HrgVqA/Pdx1bmkql1sk8
HGwdIaq2z8vsKKqIrjfutqzZVvHTmxdzeVH9Z0TsuMtlgCOXyY769s4n8GuQ72KFXmrZV8zMHVGn
3sdDrAi4UBGXp3JMrhk2Rnc+kvMxEIFgmnLs0BN+ciA0iahb81dwjPexezu6P3lStzO/1+5ReM6F
3WpVnvk9Ntc4WJD8ejp10OWTfXMeJ0lWZHURhF5Qf4+waKHeiExxJUxBeh2NWxkeaElb7deFZ162
iTebFeARzWGWcYhgcIt61Pm4dNUhW8uMW7SanxKeKtXKCZzhlaltDC3ckLx3r2bGzja/fDzyMkXO
B9ZJMaKOTMuFn3P9sltbQtIyqalX6shMx56kSc0Sm6zvn9B10kdSgn8X/f/7sxb95ZL1wSumd6au
SfJxb9h52DFkI6ZvDUnTRyux28XBdNfL1nMNje2hyYmS//hJ330sNnuVsZD4wE1z4FtNXXnsK6tk
/ffKOSQRdlDUbylmvE0wpochHVAMHPXBkr5/POrqFMIPu4xKgVen2kdZfvXDIiuUqpQcdI+kefCs
HfbPlymz83H78TjnF0kmLuOA0OYMqkHSsNYENTNEpNtUBaXUht58qWzHhYIkF1dkjV94kasjD0MZ
hKIYtBJoMrAmrh7JDHtOqhU3z8JqOeucRvCJUK0+fp73720ZBAMOjGVkUGvHuZizrFQkfLZ0m7dx
i5ehGcb+wg78xyehUYL+mPs3UVvnX10+5gk5zxo9wKgMiIgdhTvOqNETPAUfP86fRlqI9cv11CBE
YTVSyClX5RtnGkQychhq3yU2Dlu68EB/ems6mBCDozbzYNl43i5f8L5glQmkyKEaPVlG/UiU8oUh
VqSIZaYhReYrUtkUufesXxrilA5yHr9M3yjYCAJNvaNoXO77mjgMOccbNjik2SkoOTXJwbDlILxU
i05+UOtewcjXGu1mDEiR+vgV/+HZ+ch4vTbrCnWA1Sse0YjN8pLPks4FBo4WAfcWenXw8PEwf/gl
Vcp8Ou3UBWm03CnfvmIo8VrYhEuOq4FEM8S5IUFiri9Vht7vgjYNY4zCLBkQwaC6nY/TyqiMmrhN
PW0cvmE1GbckSjzJDphSaujSRpXLnw5Mss9GHqLJL01yivFaNMfYkNNrXFfxXk9G41DpAk9Bp/1q
OwqjQ4bcntBE+cfHb+X9NmLQYbapZOGxh6W1mnimFeoZ1lLeyvSYjT+s4ERq2P2kPX88zOrI/Hvy
aUuRm/I2d3s+2/O3ojhzj84dgKrRm0cSvoct+tXxZJcBvpuiRpKHxlexLHdSR3xCGhnIXYpTqaZb
tpuktDQ3GPMvrL3vd5YFWUlfh0MfiSDrnSUXjYqfFwR8CaDaRpJxNzr917SFpnZo80Ha45GUvI/f
xB+mIekUlEOQMbBrv1uEpbxgV1GwLOtoCgYiVKO4OAblv9EX/+Vmvf6q4PIs5RV12TmJblofiID7
q9zX+WHBjUi3TqQFfjeozV914SDRrUZZ/oo3x645LQMtLyK+3RLpS6SFlpcRU3yF5Kva0AftLvxi
67e3Hm/539+MF8kOt8SepzLqG125mlE//e068XsIwC50wDntg6E4H8Is5a5uHYZwsmvCR93cjt0S
5ezH02Cpbp2d3xgGpQzoLAURCyWc1TKhpmmXJoXMB2GEw3WjSSYyODF+7tGcnjCvN1+bppG3RCC6
Yz7eNQqr1lx2YKE//kPWC8Dvv4NSGqIEhe9y/bhjNmHfsifSJJtoBxaAZOOA2NdINjatKvcbrPYX
5szvBf3t0fWfITUO6Qu4jgyI8zdsGwNFuaJPscR3IzmseXCfdwg1A1OjChL3ySPVe8Of0kD3K633
TfAOWzRwd6kSCk9OTlT495p1zw29ekIW+ldY+d9zmiQ6WhSsewubczXHDLKuglgf+POCofku2Vq6
LR08FoA4x0vdpz/M57OxltPhm/mMvaw01IRlcaoAkcnaD3NySBwrLzzSMmffvfE3j7R64xhehmiY
ObkPoWNfh4U4pmRqDqZ+Oznxw6RiXGvL7ivi1EvUrT8sQ8inl5szZzXO7quR5xifIpSBxXEL23is
zfSqVsmL+3gSv/+a2FaQMChchpbHXIvC2BzpdMSLOzJHExvn+Z7qoeQapewZwtzWSfhcDuHeCYpj
3xHG5UQXFqZ3F1CO7qyG9OfR4hASsIbiY1hZArH12hvD8IfV6qdMyx5ldJIu2PZbBd6c3MHhI1pO
rYPDx4//bhatxl7N2LbsHTltMMDX2vcBDJUqxZio7AsrxSrVjA9jNcxqsipiKCtgfwTJDdMGifXe
kuKvLSUW11TFEXvahojFQ5V1B1SfeIeKReDbXNLFvVuwlr+COEKQVly+KcCdfzKpVcGNbPipybO/
Q9RwjElWkZTkUcuCDdCav14gGW9ZB2yORzJVm9XLxY1NOXg0UATAMGHJ2I1j4cM+qE1jO/bl/8lL
pp3I00EFBuq2qktHoF+aBjkAL9nZAwY4RkZ/3zjxEbHjPbGwN8KEZa7M1jVBwqqLcV1FHnppjV6f
jJaf2sJZwH8iaCDIc/WSwWJ0A0p/9M6F3j1hjWGNwohs3UpppdefCq0bxGNGJka1xRwvjIePZ/S7
ZYOLMPFWLBiUc3ipq2Np0YzSjGWp4k4wXPOW8XWb0V9WUJbLNhuQgQQC3RsF3fNnxCG2hIHJeODH
7LNhdF4ooju7dR5MuXxtg+nCwe+Pj/RmOPV8uCGNtDkKk0XkFYOQSYmd6LvHj1/b8gWerfOrR1q9
tpF8I4oNqFfYWQ0XdbY/FNYGktHSR75Y72OrXo/HxRj0IOstdSgONKtvIzAkOyLZVFo8bbRfm0lV
fKNTpPpXN+MhdxVAIpLfmCTzbhyIUo8lV0/Dbc3OAD83oy2hQY4A3iSzPRG3dhh00UsU2kZ2Qh9X
WEcx9QlUmxZ976M6W+OJgEDpFUqIdaXNML++NLh7It9s9fJ2QBqI2Yrkr8hFw54wfGODRKyr+s62
ppz2rB2rt4Hc1+mzo8z4XiVMHtfD6DxYoBc2jSVZz2Dg8/tBjQb7Olabwd6bfR/3C+PFivY0q8v7
Wi5RtyiNGWB678dP8qD2nElme7rV5ZwWGTmwG7lSg18xO+trmIXiRkVJdcIcjc8ybcVeT9NfhtHg
5mvSEWGg6BVl8sJoDiskjzgR2hot42bKaIHtJpU7oldwoEe0XmhckUD3IDzAqRzT4joWFGZBwUBC
pPqJI/MVeBkenyYorgPVDIHa2GKujz2cqruUcMNMbaOrAQfwEZVwv81SnUyZqjZfZFDR9d6YFPla
Vgr9nra75k/J/GimZXuqCNg+DHPUqH5a29umoxFZJUVwUBoHJo5aRpthKKJ2L5VBOeCQzabca7ty
2PZAdPxciy2gD616B7hcAGQ2cm3b8ZP6yiTN3WOIiu3ZaPH3UpOKhYE31XDyA/Ca+UpJBTG9WIR4
cfkGjUMXu+AFRgzvcnQ35NNx0MEHzAVZSzbO2FyA0zLLrPlVw/LZ0P26UVAZeJaY/Qjc6F0+CnKx
bAoAY4adysRgUkYpDlM5KqTArfKdMKajKg+Si4nc/CHyCd+nWYR09ubMl8iK3FizJRpP1UPtVOVq
eodUTl5sze3tCOFKuXGq+ZshE6Ap86PhNwsz3rNeoKxIOVJrTvFL69FSEld4Vy6FJVJ9vBA3kTuU
+kLnkfUX/HzfLC02Pyf4Wa6VZoATUix/YJyKQ1+a4hCX1qwg4pEOYGN/CU2vwUgMUeXmabwR4Yg5
16EPmT4nY4hZTJQHGwMNJVsyKKOfztRAHZZDQkdHo7ydSn5jVibFrSbtadbqkv7aJI6WyInFnCRp
n2McONbLji/BtrwS/KNEpHTqbew0E9eTEtoJ5sJNMcrKFpPnLcR71YP/quyHnMs9ULJspHWYyU/4
jvrGXYgnnhEudS+8YZU2xl+KhtNLY+S4UYLquyaDsajiTNwgCJiPnJ3SW8Q22o8BZ9bsaWakH4P6
y5wlV1TmlMFz2iJ0Xq1xcocgv0W98pwbryLYDJ0yPJdMj+JetaOx3NhDBwkni7t91DhYn6S0SB8H
8Cm2KyuV+tjBSpjVzJftzseK4ttZ9HlW1a+hxDQbQTpBRiMHmZ8elDC1rStg59lzE+ixr1RYOiiS
R+mxZW2r+jhyO6nadpKpfm9iydzGVeMc8pBVYRMSRySnCp4YfRNmrTtFQ+aGjvHT6uMrED1HDMDb
YRKbuW34gFJ9E9nmiEUpM9rQldUZL5ZS5p7dlp/CPhO+iQ7LVabWVYak3iwcba6yNv//Yd6Rf7fX
bdAJs3OIct0lf+yL0albFM1+yw6RkUvRQ2Lpk+5ltFLSI2OGS/xMydofXR42JbcUBH/4LYHWkB60
Fx2OSGxoRgkUYXDp5/rsBC6UhwFIjDC1l4omtV8UzSvrmO9g6u6P8hQeue0S3ibPv0ybZngsBBQh
61NL6NUpMVkWQpNAx2pOR7FFHq98U2Q69L2J5ol5cdRrfb6RSUmutjEOOtUFxeBs+7BrvqOJ/W6H
xv0sZ9neTswwJ3Uxr26hSQQbwqwV+AWF/Qj3wGae6RHC81kqcfgjBEXAXQEzxsHr25rICIlV5Tug
YZmnT3r6bZ4htvZT8MNulAT4Xm9+kouFrK1FN3oBciqSPhWG/pqQqSgw9Luhbd+ZWjFurEbbh2AJ
7oy0r0CKQCJ3HFzxUyGBoA6rsWI+hZ2jHIxKqfNjPY36fe5QIVQAX0OwcyqCoC32B5S+LxCrgCVA
J8gAq1bDeAy42eycPsS9xucdzFL3iyxsvIvQG6boCe/+dKdB5CJ+JJeuQxPHHSxC3NM47mmsT2R4
Y4rL9ZtMV498cuG1bZc4hmqaeQ0FbyIm3KG1c3dWlO9NN77I/WiKIx0FfdP1Q/DdsSbyLINRholm
GHeZlguu7HnqD6kAA4Jgn3Otj8LB58Lg2+l0RJbuZrXYtEXhqXGuA7mOILk04z5GKNa6Th0Y1P86
9P4IVOSXJCswIQCdqvUHgiG0n7CzOOOIAQKOZW3k2rzR5OiGGsmuCZrNbGE5w75QneIejBo1PUGE
cQKE8pBleo23mMIL0jmzeqhRghyXAB7DBZaICm6wk1cU7FMG4GAk8xipRsgJAMhbTTJFxgfNJ2oE
lVofauOQhFr9yYFheERtqkH7KBAsILPInKsR+rZXUaJwmcy4+dpGTl0gN/huSUMBPj/vI+jgT3bf
lTygqNrnuR56ik41o3mNjQbbAby0D8LO8jn7fA9lrfjelHPfeKUiXlmpvlKFBoOYt6TYO6Mz3Yeq
NOxnM69OmdQnBBwH8hh7TTBpJ0nLAKooxC/XLDHQg/x6woM9JnaJ1lUJUu6NUnkzWpPsl4aWPJPJ
Ug5ujixwn4HI8UoqCRC1ZKOO92plgcSsQyc8JXNlf6kwqe1gRc2gwUIDUKXa2Cj5BqVQOr8HBWZ4
mVG+OMXowRp8bUCb+lqGlhtV8XjdqtLBwIU72kr5JbaMdpfpAKeEKSkWb49IAey5wyk38+kuKiwE
jrLzoiVtdSMsaT8W5QD6LTLynQVA0uOfCm8VUHCxZ7FSS6S+Im4Mcvwm5Sy22P2fGyOh3VHB8fGn
yklu2hz0SBKG4WuolhxQoPyxhubVXrRYGBB4zZ/1aToV2MOTvRlq+8gWnqSFMdhnbih37WC313Ac
ku/4UQpfLpzBpmY03geY9K2ehASjrR7KKIz9idu630Z6us+7KLou7OHQRojdqDWCspjzz3XSHUCy
1tEG9VEe2E+FKJpbJ7Be0OYjbiy07WyIhtLgaNDxpjop6ZDjXsOZt3IF1iTdCfYHjzUtODWpbu31
ub918ugRtFfp51PH+RBSluyKwswfNIUzrotNfXBLzsCS62T6Q4K93ZUQyR/1qayvYF01r9k0PoSZ
cq8F44s0kWQFwy7cZxlLTtZuDK0oY/6Nofk1HWYNBFmtIYBKYTvdafhFWX8PNaSWu7gtGwK4iLBH
KmUX9beBXMqXFh7Zg+Dge1s1ResNzSyeullcASLLa78cxEMcO70PTmCnpS1W01Kkv+ZI3oHeGF+F
sEjWtGKqtVWmf4pw+4LmUb9aXfwzz2diB9UxFBsSF4JjbXU3caIOO4UI+11ZqPI2SuNPmlaWfp12
uT/AiHPxRYRuN2RXIXSl25D42J1hpJ2r9xzHmyk+hbJ83dbqxiFG3negyz9WM1biJB7hMknC8pMy
/mrWkWf2wvpVWybVglaEt3lnk61HOqhtbrmdeibNbL0rpV2bcB7IgPFcD4pW7PvSIbDMjpo9SkoS
O227Bu5lwTwZWAYg44HRN3OvjMy7Cdlun0JpsDKolTNpx4lrjHm7c1IuuIPI2LjBpqn9lWb0xFON
NeCI0cTJpbS/xqSk4itPddW45Sjnu1Rrp9CzuJR870IAFlguVU+vouFLHXASMuLwG4wKgIEBJmPy
tR8cp/xSVFO0AX0w59dVXQ/IkGWkYWoQpYe6U7qbSnDIwn083jo1PEsbBTzIWQdWiNnJferHqRzS
IaNg6DoBXhWhmNtKpw+kx6yn1ljXlTfOqHpVLZIO9SicTZ9Uib5kexBDmGisqjkI4o1VERWrpjly
zLlNkFU334qJjmcbxC9gMXo3GThRTXHFIp5GaPOyutP3mBqwQDANerdMx0+F7sCbKaVTOKa/SrWr
7xPAwtlWG5zsNo7ZJmGoj+xYEJw4hyotdRjfBBYc4g9Wi6/z4DgVxmotCK/6WRXFNTzAaQZ8VcFJ
2adGDEI+WDQa3DHDEaqg3WdeHLR5uneGrh4XSSIEJddhz2xv0rxdooqD0Wl9R6T8bRAYU/OhpnxD
njT7gULyguwc+Oyn6Gq0ijq/0xUTnb+0iOj3vZ7bhlvjS/Yjy1Q23YJUfYFHqZLDYKD27xLJITop
pAMrWohJKbif3CXFQAte1DLv452sR0O1UyIlqV0EmuIrnJo6dJM0LTgeoWt9hqhrZZthnKZnCvwp
oFYxOT9DNQU11OuWwBumRXdWk7WPjhl2nzvVCIjjmKdovBYQbY78k4r0ZQjtMN8lUW1/QgXeEyxZ
ZqP2DVC+c8e1o2RVFomm3XIgsYZPpMUg9w9jlLJBDNX1E/CiIrhFCt7YLmZ6K75OusYE/6VNsuGz
PAmWJFyIbEnttSgjZT/Ww8NQlPNBKiqDZ6l/1m06elA32sYlJpD9leZ3rR1zuNvOS0mgUHdFPTor
PElozi5NDWcXcx5r9+Mctz4VnoIcDyNMN2zegclsdE4IQIcbmvBYsZKrQlJaPygqtYEQhxXVZWVL
vw91WD/HyhBdi5p845DWDMtgB8TXKFt9fI5h6Az9TgRPkvMYx/UxNksu4rD4WAoINfTYSbZsfKKP
TiW+p0T/GYfVY51sNQDGtqpeczUPj+ymvR/q3GJlOHz3Rsq1eAzlbMQfpln5Ppp9wyCdY+DCJjWK
H0CEYQvuoEirsX0dTHgftkWrbHqU0oXPiz4BWLjSYmMjsJ5r9YtufZlm4IJQXEkFmcpTGNdadl/X
qhnsk9wbOm+emXenNjLKe1EYMAbvGLB8HVRFbIc++YLIdMDLAfxAuZmDl4UAYgrUsVdT0y2gOYMS
XVJXJKXq3yh4wNlCJxsvBMRr0QBBq+T2puVWZ9oLtXXbmEPbuUpQx540tgB7gFD3IL1+NrQNOjc2
5sDyyEuvnzLuAkbKhzfRkerrK4y5hGuoSvVpUKtncYUfsb62ujJjtxT82+vES7hvS61+DUlAZLJX
Fo0f5vIGwM7JrJKwYDk3HWkrgiFStpmcBrexCbtejTs8dzXXnI7DXiR9U0FVm8XYkhOBKJdFFs23
mxTCm4ALtIqyAV1lsrqTfUq2pScPnA55Q5YGIwKBcH4wnLnKNnENyZq+WuywwAGMqb3CjO6Rr2vS
Vq/LqL3JDemITeKLM0/jd7S6qV+qkkjdcIDY7jEhudxYhfm1IBwl3xclRZmagnxxbUPXqLfSmEUb
lW/O7x21RK1EfM0pTKuAgg4YDxhwMn8wB7ds0+Fpe2qn8QoCXISavBCfx1Q+WDWYTzfWu3HYlCEz
/iRNSHirLnqqUJmJzWDpPxtd2xHj9QJVX5X3ed5GFiWryETvO6UnBfA+VGOjJHZMKZ44k4YPrSO2
Rmbq4SaIAuOA5Dn35kEGPzI1Tb3NgJzZrlbl/fgEOkJ3KX3B5gBCMvgLiVUO26fRLIT5rVPk4DpJ
bYsKSGx4Gjuzp84Gjjo3b1jvim1kFYF0IHbtZmEFbcuoPg5lf+prLGNB4Rw7SYhTJ+ubolxwMZ3d
pGBL5l6EkCwMBctSOWhRx8Qx0mtL0+bWb0OJKTUXxo2o6o5+Qy++KgGIySWiqDlaRa5ST0iR3FFM
wAgT9dl42xcpq6Idz9zDrPJXlkVZcl8QOfnoBDSGPKWBOQ+rV3op0yS6BkQqF7dpIU+c8lqQ9Z1d
1So5U6A2sQ4FdTcfe6ORrzU0VkQOBgAhOS1EzLIMVlXac8DdplQvSljDafEEQxQ4GDbLlzLSkuK6
iYiy8uw0q2DzmQBKb6egD5PdrE7WdFRE+MTxaZI2RKPOkMfGUf8lY9AaNk3K/bCX1MTvKJgenEJt
vwf40J4aNv0fkOBSaQdlJL+fMwuKjdQHUAUF2D1XbaCrs9TkqGZnxCRRSNyOMYXf06GVrxwlCffB
DLzBC9K2JOcpQwpzwOGtbCZbof+wUHjHqthSvBa5QZSbFQV4sYfZYb9zy05wG/0MdUTn5iXpI9B3
CssWa7wrdyEyIGUbBTP/Chq3IHe73WxCQt1FQlAYMEjDuuMMpT9TFL/TmrnYp7mmAbFsjNsx52Kk
dJoERzMdkmPYZhlMQWYWdQmlbKAD9rbO/QyE3EatJsrw+zGTxRCkblqrcyV9HQbkM5KsBxlknHEw
stRlBbgUvbpuKzD9fkuaiHnVEU5Zq54U7tWZnDRYL01bE6DQUV7PPdN5CsYLbZ9122kZiK4e4SOq
TJjIb9fdm3a4CujN0Xv6F7QVWs9KVOHlSvKSRpB6wnHw6Ua1KIj08i97M7/HNRCM06eW8Sgtf9eb
cSMU4aGUIXfr8zzbQWlMT/lUigtd6nXnchnFQOBmomMy+I/VawxbqSVwlNcY6ZDPC8ULc7XazkQU
FoRwH9pevpQhv24M/x5xaV5awFnQ2K1aXG3UT1o50Ews8ltpunIancQ040LL8k+zg84oznga76gL
Vy+PkyUBBfGiFYyBysXcuvBkaq7FnvZ33a3laeBc4NOlNsR/XYmNiCvSc6LY6W5RQw6lYJcUaX1K
u6J6iOHZ/vVgpPUpNEEVgvswA5xPCZLs8OBnLYP13A45enDObsra4+u98P7eiRd4Luzt6EBwAuhL
kOj5ULKVTCEac2bfq3NbBFuzfg5y8Bodpxnq5fHWNg6mcmnO/+FnY5HjEdE6YQtYP2BcO2EI07/2
soZoqKip5BcI0INXpLBcgzKRLrzQdf+Tp0QRidvBNLhUoP05f8qIIi0xd0wTJw1JIpllAu51ZfPx
r/bnQYguAg3O65RXv5qBRa8ZYj4xQBux21ZgoLVIv2Tg/sOrI8cPrQcqPgzca/tGR4sV9C2vrrBv
8/6hGH7oEbTQTx8/yyprzFJ5YwzDKogdBcPRursKPSpPRTLCZ8tolSXppyYevrL7IdzJjuR13KHq
2cLBKEFkB65V2/s0Ma9Vq/MoPT2rBa9ZaoiPd0rnzhqav/8a+RBRjC4IAbSGq7UlavOmWgDd1J+U
nIg3Svb9JIpDjUzH0xAa7T9+HctP97a3vXSYwSNYFpMVEfPasKcMwNRUwVdiN8nOCbGR2fYpqUF6
dTB1p3Y7RfW3Ns1ePx72/W+tI5e2uR1BtVoi7c6nbczuD7m35sMX+Y6dA+44zK7GfAha+8Lk/eNQ
OqiLhSrj4D04H2osKthZS6WC7Ba6kS5gGFepuWZf2IeWL+38TbIhIA1loyM3g1/vfJyCdpfTCNZR
rUp82rR+2wn6y/NmqCOfGPXlhHxpjVuUB2djcnAAN7GIdgy0O87q67cHU6sli529g6fjTqOyayMl
Xa5AtMrl50ZJPzdlsw/pa1Qy99WUqp3WPiQJvcyPf9B3T6+bLLOLIwwHBAbG1VvuJYXMj0X2YcQ8
rXZfDiCBCfLSaq5p2b645Jp5N2+X8QxWCXwk2Fm11a5v0OeCWq/SNdhkd+3V7AIb9KaXdvfxY707
XDDMsrouyvMFSbD6HAuTAoLJvcGjHF64+DwsYLHTgzCkJw6hwFzV3v+/G1E9n0ZOodm5ShPPM7Mf
dYatIJPon9CEkLAv5xd3yeU9vZlB6AeBBbJhYfPCqE0AxPlwaJWqlswjHrDsjvB3TxqxIoI7KuWR
Mtyrs7MNhbQFm/nPhPkrd+V/g3X2/xDFDPTYm5/6XXjgTTl/zb/FVffzrbfy9//pH3OlLv/L1mDE
yKyK2mLYZjL+gzHT5H/RXaaagR1uWawXdd6/zZWSIv8LGChbmaNBC+TX5I/4j6tfxa7JyRiFEQxB
vDbsdSs75Uf2yvNjL/+aBSmx2DhNFQMXY62mikVrITRSqCKyIrmhVBrX1NyT+8pc9A5vXs3dPxPw
LQzsfNH+Zyy0p2QT4y2xuRydjwXm1iFIh1qQ7UBSYjO0e7JSRi2iSxdQbid5VVwY8vyQ83tIVFeK
wpkAdz7ujfMhqQDkSaJy85Uoavm9xnW6qKP48NcPhmGID02DLEd9a7VuZezHFQFfgxuFThEdOAIA
85dtoyM9u6CWPBiQny6cKf7ww6HIk7Hnqos3dg0diLJMWEZLR5CAL8cN9SkPMF7NCRxMqwt3f/+A
nK8wSSgETELVOn+NSaBVipoCvulJMjlpRCv8IN212ldSL44d52Pnwu+2/C7/ewWzsd5ZMNaoC+OQ
Q6i3tn4wIeW+TImN6ofoSm6mb+MSNNJ1xickcGQtFeZVVF0yq68nyzKojUmdmwxjvssHBuCEoAwe
GU1eCmxybi65f2V2YbK8H8Vecj91rjGLj2btluwrkUvoLUa3UgTtdksQoddY3z7+wdazQzOgBkGF
IFQGCz51gvMfbJwoa4la4PQ3lPrZGdLpLlXN8tBgdNn/9VAWR0w8AHj83z9Po6PESgZjoiGc0t6h
a444INam4VUbom7efDzaMtPOJwYgKNYrQtTBp7JCnj/YQKZDTp0NLSSBlrtsaqvPtC860kgk83bu
SCZwzWSUL3xs65WL18lGioIaESc+lHWxJWzNqhJ2xKiK2ZI4Mo9XCdkr15pgT5+mgnjPjx/zD5PE
humCXpTAWZb45X9/U2VBZYD8Ki+JCggqm06sFuxtZCMXPus/j2IsRzvu7e8+60wjfNOipQF1hYom
hdvQHxpV+fuXxz1G47CK3Y+9Tj1/FiBtBAvJ8F+HGllmibHvBIGJVLnYqn5FlCTuPn5379cO8H+U
Prja8mBUJM7Hm2qiqEoBT8rQ5j1vmdS/2ancsu1eRa7cJnZN/bhWLtwU/vDFURPjiqfjEGIjWH1x
2CnVnEip2bXbyUKLYwDbw4O/J62ye/74Ad/9bMsaRXGAwzIWc07L5w9YmULqMm2inWtrzc2A1XtX
FHSx/3IU1OQyJQ8YrPgQ3x3+Z4nLha5wOE3RRaGayKXRF22rPP7tMKxSCDaY5ezQxLKfP0xS2bFj
t0u2AJJLdNiOzQ5Nr+8vRwEIiTedAxcbNCnfywf+5nsCf9ECVReqSzih5Ks9OSdNSTLWx6O8mwN8
sb+tD8tKSEFiNQrhTmpv22gFOZdLxzqdZ9TUVNwTs0m2Hw/1bg78HgqzPRhanIu/C2VvHkgewxjm
8hKzYSCWh+1O/+QwCfRgm48HOr+TsRNTrOTAYixrLVUWXTt/c3Vvd2WLntzt6JoqrOlTa+3Jvmkk
T0XiOnutOqWTZ1boW5DWjKg+7CGxL3n/3z8vtn++LMVQqCVpa9cS36uWhDG62GTsx/A4BYRc7VSk
c5cs1u9/Q1g1yrJ6cFBlnNV3LBE+GNYUBQgrKmldOegKSErp9iFxmE8fv9o/PBMD0O5XgY0sLpLz
V2vOilEhXkNa2c/iFh9QsS9Tmop/PQoFbS4ZCyCKtX71gU1ojAYtI54qsaESkQPYuFDqo0vTRFm/
OIr14Bq5eHKy5WSzLnLBZk9oHQ2hlwC/HjcZ+xdtQgTWP6BbBvVnaE8JIWNWxfnUb/EemOCK64DE
mbBJo+IRtoOVb+lrVCyfElxkGm2jpPgkh6fydZzm8w/L6DVB8sKU1j+DIIMBoAdECbpT3Mj1Y6ih
qdgG7Mb1Zk4qMkAXLmhaH+UxmEGDNpFWZfGxIamIlBVSUCeDtCvE7LpzYpEOJ5usiMSJ75No1Pvt
0NihqfnsZ1V/b2DmRw3D/6xv5qLoFOCmGNddBQBw76KjcxyvSozJ2k3agsPskkZ8ItxN3mllD1Ov
4ukEkDI0SZ9RT07ZDeFP1uwC3rEMr+/NQPbkqWydfYpRobibyZGcDrhEZpBa6KSrrdKgbrnmvD0B
H4SNNRpuAXSdDIpiyHGEwkoN2FPRrFmblpwt46FsiKTcRk1r6542G5J+n+aIEf1UDar7RJnJJdXJ
Q4ea9j+5O6/lyLEsy/7KfEAjDVo8DuCK7tQ6+AKLCAah1YXG1/dCdHUVA0mnW/Jtxrq6ra2qEg4C
uOqcvfcqayjZCdXgwm0TuzQ2rVGr+bMa+IG8L+ijag8Y+rBc4P8RUQqeXDdDNFk5BX7wP8gniH1B
C9bkdtXshN6hOayIaoUaDEhz1icgXY8EcR2rDCT2gxxG0nRmOwDXVhCVAGULVRTRtTWG5gPJl3Tl
islO+7NOWNrbVHeDDKYCQnHgplYheGukWQocghmZvQNGmJugTSBOABTOlJVZJKhN0oyr3+ARizBA
ZGYfu1pmpBPoHHPo0VGR1kgSGOl5+7xU0+u2ajXzfkTwPZ7VtZ4bAE30DBbaGoorgCaEiGnQtMjd
IG/+sMnU0AFXa/JQX4pYz8ShjyRDW5dS3InXKBunM6GNtu+hjCasBOUgBzP0CyGQCzWi3rgZQCmL
u7Kp2ujHKIxS08DUybZw0AaWjVaTNAqdMkCSSnJj7uZAzMHsBlXq9NZKrQK5e3W0Qm7OddI1618t
WNEyp2HQOFOw0UdNuZQzOw/3dRmEA6QhUwEjG3f1z0S2c2Prw929tjO5epNqs1Zcp4ga6QBe2Rpa
lw12BmdGQXmDN7HWtO4neIuYt9oKyZHOnGEyux9yn6n5FiF22qxUh4IsvgAQTG5exE2/cmIRo6KS
p8D2RG5Kwxmg0NTCJRdVwc2QahbK3sbpnAuqxGW9DYOseLUZVN02bBjDPzMQQzo5IlV+aKZAHglj
9qV009tlZ59psCPl9cjg6VdpaHSXTa8FwWFo7Sa9tdPC1Dcii1V1HUoV7XVFCxGOTaHAIIX+2wZ6
BD64XNMEAGhUaUlmb8PYz0hb0k1WMMLqeAzS6ExsSQrfvBqSXnkcwcR1W3A6lb7Wa4nPvgbZmaxt
HVHrDgyUFniNJrfA5+sSkhJ4PLQLAJSTX1NjRWyAwxQMKiopXdkZbZ/334xEr2AfceJxdjBNMu1Q
1lmgX7cO6L+noiDO/LYHdVqemXZqT1sVaGrAJxSkxsYB6vRUGU10MYt6gjXY9uKXrLR1cBGW2FLc
qdFBMiR+CT6wD3Q7vauEnU6uJBfK/ILa/rveOWTtZUkR3hfgShzyJSwn9hKGP3j6nO4Qarto3FlB
QYSMUuPPRwfOgX+HSU8xVjkmKoC+jMZn5LD1/MzS7KZuRS57yZBKlwn6yjsmfgv9pAYjaauRd4AY
Jac/jk68TO4RJpQoRgIb1GlAHF29mX473EZflUPeX2PWmzoSRuZFmmTb69KIy8hrcjJiN7oyl3GL
IRY++C0kt+5QVKFyrjnQsC6V3onO4IFa+g4yYQzvxYI/+K0J2hDeazs5YPNYOD3Vpub+ViHKlF1k
DnCErDoUnevjL1FXVWvjA8C0F4mVDVXT3E+9UgNf7eXW8VjER9mVm7xq17raNuNG7joF75TfWBgb
CCtQXMUZC0Ji5aKZ9iGjRdkIKZZroGEImPZVFwCbwSJgZGu0N1p8VskyRfYgRUb70DQgrleDBSJu
j38CKdTQ00R2B4pC7FHwwFcbLadwg4SqtH4wrVXyhVlYwaYNDL3yGCylvMH/Cjk3tArUZl0MLd0b
pExO9mMbkO7CmwR7LYctRQlshvwlfdCi7y31MSI+oiuMae0IPXgeQbj3dCT6hPx0BbyMO5UoqsDR
9AUq+YHE8ZmSy6YQA4H4VZARKtZ6NKZgFdXcZI9PHONu6GqBBGMM1QphT2IEm4Y14IW2eH9HaiF5
j5lkMhTTVEhXpeSTyqvOkkdIBVZQrtS4c+I9YcKSWI2OFMF0LnR0e4RBkKvRVQPwJEqN8ZsKGgxb
nUM7zKvbbPxhl1XdebGu9fY6EVXL3I7nT8KMg/sRrahS44+QUzXdoXkkfDJSO86rXYmsp1X7VPWY
dB2fGbkzn2yU7vlZlOUkktahAsagyHsiSYnfGiGUQpn2zLqExSxQi9mbwozTQ5NiAvVMs9YfranL
EavUCgfTOkjlGIhYCx82S/x+Wlll0dyE05RY3E9o4BxLYiS7lWXiu6OT74yelU448eo+4cSJFbt4
Vln6GPL5pOVuVwlLpepYaa+hJXIWwB6cKdvMvE5cJCWV6iZZV0memFgMgN3EyFJJ9My/j4JkSLfU
CuUexE7AUpCq1V5gcwkBOMV9ih8ottakmtcWXQVlsjfUFgabDVJawX8sA3TqraGC0ySiPYk36lj6
1XXgy1VwNYZp6Xh0JrJGQwvYdf2BNK9JW0vM77P7IC9CJGKE7gOpRcuFjTXrDA+mmhFf6jG6/G2i
N/grJlnn28nC0VQOPvy+5FCyl2ju89hRMW0EEUjkvam1AXA8KawJOAR7NhtuNngCbP0MCnrRBGgQ
x8j4KXq2CqyvakWwuCNYSE23g3GjA9WVNL18YduiInaf8M8SOtj7/kqXsnaHjsKqt3C/TGMXBdII
hC7NSPIMOByWbpu3M+kZ/SvUeU6Cz5U0Bu1epFCl+DGhUBUurPHGbqMKVihuphT9chglG+GbLTgv
G94KnHhNlGTqCvBGIfxmHn/FI8Do0hr7poaFtcUwmt7IUoETxhTGhLbMCMB+BFVbrQKBAUhkfbc3
6kSLcGCq7XngAzdFMCvMxtMC/MYuwjUBNLnxST5vA1V7Hjnb8rmpTqtsZL/JUXjKWdLAWhohJPLf
mzCI6g3Nz8B8pdZvmojhSQeaYzmq61CXEcIb3HnJBMjS6EptLl3KAp0An3wOFhsqCSXyjppCsK6V
KH725ZAZRJL8bCQNlE0iftWoK0HQxe13waLee4ju1Njt1Iy8KJH6/VMV20SyBb0Kig4MsQlGnES1
da4oeF7VNGnQrxUAfj02rqJbj6otut2YKWkMirHK7w1J1YjO7SSj2bDts65NGQ23q6XpQMptFMbP
qkrGu2cb3QB61U5z4HQlZneR0pxBgDnYtwqismylZ1BOiJwCYIpRqep+pQ1uYpdIToYhwvtaoBlv
kYsHmtU81uQg/gSoR8l0shVHxuhn9G+5PZZPJoCrne777KXwOXJa4iyAuC2Qkvp8RLWQrwwhDfN6
0wwCrRvsardDX07Rk+PQ915qrMOU61ge1SBOzfWQGuH1wExXPjiRABw5hFbNp9SOibWqiCLZZBix
pI0gsMHcgITJcgAmRo+UFqtH43VqxaqXYGy+afM4mJ1mln5uSV0Q7MM4lx4qM7Dkh9JWfWSvIumu
pkrXroe6lTWEabp0G8VOKK1NuTM3Tti255Xc6aT4GiPqUtTUxQ89D4prgkYg0eH1STkMq0BfPb0N
/ZHXn6favBz4/lbV23g4gwPWZjfUPPpfQZXnb2nZGVDTpJrVMzISFduHMuTfBxqjOkuuLobay32k
Ar6XBAbWA9ca0WAxx4mcaZrPhxTeg8Vs43yTSNoXN4ksBWiJmzBpxw0mGTl5wIaQN5lbqkAC2GNr
Qm2ucD+njEqplOuq8tgA8Z9Ysm89zuEmD73F8FqnKXzgTVtqab0ipNh4Duq4u8dRR9XY5hSqrZQp
BwBetTH+j6IhiGQzSkoHTplNu2fBdvRdRmvERye3ZjgOa1Vvwl8C4KeOjNmevg9V3b7GFfI1r3BY
dfhOJY09plS1WBSyIKldpoz8YJh+GG4yMisRd6Kh89epqNkBT5mqgS3R5EccImXAZJvianGsFK8q
quFkXaWDfJnruOF4DyWqa4ud+mvQ+oWztewweS6NOW+tmR0fSalHmke4qfNsDKh6r9XE7H1OXtj8
yx9txEHungyEwHnh2Y7KOpGIll6HA1tvNxla8yEs8euvCrStpitVVhOtyMzquk0AeUQ/ZCQ1IEZW
kYwObAVz2KhUE5wbiXIGPgFLsq2VaSWSvla7Wt5SkK1+KqOhM7eZMZsVq2l9g4NyQsgixSY25FgF
iEkS+G3UdVcPxo5o8tR0K/abZFJDmryf8Ie+BKZTa3hdZOUZ3J15kY9cxKuihqUCf3v32EcCjZYj
5MpY88Wxd6B8arDWoohF/WtRQ3MpD5fNqsIwmm6rurQSUAhd/jNzEHG6El1a3D1G3Ctei39ljz+s
HdZQby2i7ewsI8yzJXZI6kMRnffwzRrKILYltrQ/fd9lq9HeihpfHsu0PVzmSp05a7WoJIdFvhpu
pyZSku1ElFTF6VmSoi1lPxS+7G4twKNTb+4sqzc6ahEUnl3omUp1WeAiY9sNHcY67zIleM4FuRGr
yCzB8llGpt5Dr8oIye7Y7Lr1YM57tzQWh4iQqgGjghQ/suUb2YCGrKEeNlUGf9VbSeAJPceEZjQK
5qPEng2TXauLn1YRYISkKtlR57GUJN0OrNXliu+S6bAYnDmKIsDtu0qDmEiwpI3Sl6pnmnHrUWeb
TdRF+iBV9nTlx8HwS2TVxCgf4Hnu+7LrXvkuA22tgR6L3jB/5dVWZm8s7X0lQs7TNlNIf7oTyFts
AQFni/aWlZOM0xYjodnJ8kuWwTZ0cy1OqrWQm+nHUBGntCK7SCElEmfGWSJN4htptPjZFFCScEU1
qEGSf4HnZlCzu3BsdcZXRVjmti/ZkrSXcmmPpEVUE7EgxcRJ9SeFgzh7kUGHon4VSt1s66CkTAVm
nrP6fcI2rmLh61VTek51oJN3NBUtPXb9ckoYpyE2o/qWaCXDIVFqoOFSAQ0rL2zf7N969NeYhfIh
YZ5WfU7LVsJ5JbLM6JyEcv+XUXXZG5vb9lvZOaH61JFdkL7FA7vvDeG+Wu8qZqEqZ2NdxsVdGAZl
tVVTuwnvzYZmNVWAKn5qguY2T0YbAVHXEFtu8Gloeclml4R4jkVGuPJLQ93xnF/qTDmvcnGFc/mN
826yCkvrNU/V4Vvs4MLH7ulsTavf1/OWUyqVLfmyDSTyXtV/BraOk+u/SoaSn+QO3jkhKfmqIz/g
WjJzrV6THNaySJJ7jgVFqptvlCUMjjIIgrnvujeu/ssucI8Ljn8c0HPiIIIiljsaRXF75bSacsfJ
TAEK2oZsT8ferq9LpxhYY6o2efi8Yvu3SiqhWHRE4GIqiky+26IunDudwZdpShxAoIT7lCi9ATLv
qpal4R8WhzkY0nehh4SWgMDimZf3vi9iDNrQTKjkXeisyUXAMrjSsaD8w5Y3v4KiC/TYLGZBHLPo
i9TIXJsijKFo6ZbYcwjCHUO78MSvLHLFkMohPSazh9RxKve6+jtu9F1PpA6IglEbeGtOL6X+RiSs
OviS9Lxa4wgcL6NGty97S+ZMkQSV9GCz4L3JpsbW55+/QEXGsTiH1CImWDSpO8PXyfXlBbJRbr2+
sRyMB7XMmJD+1a74R4qr/z+ZKsoM4zoeaH+gOhU1f6iu5n/gX6or+y+6iXPXHhkEVBRG2P+IrnTz
L4P0aAWhB9IZi1H2b9EVeqx5tJkOrgZsnb+xdf/SXKn2X4gxudzMbSUjADnFP5Bc/f5D3okYWFYx
GLC8ovCy6KnZzqKnxuYbvrxQWXf7mtI9MAen9TqZYYLhAQlKehFwirafyEoPhjav96KYHcy+kQ+9
J1qIU/O+swKc4AsUxDTEoszLg4RMGaJNaHWYUejvVZgShCF1PrR308HG7GZRWA6e0YbK4Am6/f5F
mwCbJ30gr/Md0RPDT1BBI/QwXybhBH+3oq3Sphv2BdV/+uidrdyQmRLc2pFd4jFJVZy2jl5y+LTb
1ubcrqQ4QMuSWBWqjAnJvlZXaq6CQfesgUIBH7oU8gUMPNPeUV+LCDOgWk52JXtJCk4KBPeebmPo
+ZyaOjK5Cnuk7OY36wQc9ZU8NZccrngiURS9atTGdXoPUtNfx/4YfQsGyQjWuoDZuyM3RB1cQ4+u
w8HxH+lzy7lH4oL/mDe+TtOlyvTxdiKo8poapaTd+SbREa8O7l5jnQZ5au3DvJeMPSkLfbAhe9ys
1+NEaEs1UuRxIevqIOlDgMOXHP8LwzU6W1W9UGZdvGy7kJwQAlUKr0NUtcspGk7bpA218CYPnXYg
+EFrdmyYG/+6EZVG0U3Lmj2uYjsnJqYoD3TCcv2HGYyRyqa1Ud9Ah5IDQn2WzBAVm0XGA2YzFpl3
Plj685qSiuly+hj5dztBS6e0Yd+G01D+DMlpcUnbsPRnojz6XepzGnQpzlwa2vhdN2mFc/Zh86A1
RuEZBAWlIn2ywHN3cxLFREGBwNFAbsk6bWMV1VmkYztiBYvWyjhcNakDT7cF9dKtqPXkgedYePzA
ccN42cbFIE7ADn+LBf8jBJrHEEVx5Eb8P6qM2n2hKtGL0OETmVoYLlG0CaTI3KrER1Uu0YTgHhPb
pGIYFbyiStPRGQ617FB2hsFn9Fp5yOPCuikpiHIGL8MLH5TYwzg/ORWH9erdxPSB7vG3++Bv90rz
HOjDLOhZavVYUX2OtkkLj6XCCxfHmp9c+1Ft27zpGOwJ3n7O3NEA5m5XqvXLME3ycKDjnDhrjaIl
MWIpvX5MSZwVBgJK38zGDN6cwdAoUjn5jhBy/U4NE7xt4L7QxZPSVhw44JoY9fM3M7YvNJjsl8Sj
DZucujsRRHWbrALVdsi2MuKbspyal6xzzIqMkRzBR+ErGoXTUPEf8cBKv8bAL24quggEizi09sA/
la0rExZmA7kNA27M94Ntm81ZGaEEIfHEXmVp8vj9yknk592zn0AZu2jNx8pgIQdUWzyAc3szE5Sr
KvMhCSOVDNO0OTPkAPydCMc1/dZ4Q36c9T2V2/rawkx+ZnZR8+ArZPgkIG8PdiiFG86PCUfuk4Lv
PzVIv79OwlUR6TDFown6zdJ6txXh9BISx5K3qwm36FPI21jTrJ02RSurW0CQ1Ya9n8WLV+EFff61
fTQy2GIBg2fpY3e39A84jgjtDOv3KhgM8wzfl70jh8BZNQSU3dtSp1xqmToX8+oMUHrdrKn1dx6I
Q6Lkp2ktJ84vPwukc31UszVcRnVPST05wUD/HYv555hAUSfzcGx0zviqFppZSs4DaQFhu0rtmJVE
UCJpg9q/K2FGkZ851nOmD6kR7jQSBptiFAUWphERZCXPTjDHNESm/qzqTDvE3UmXwpfqNckQ2c4k
jWY3UMHYBrmq3CihH/4LD/GPdl3/rzHqUFi9+5D+pmTfFXnwfw7z/7n7v7d/bKvmf+5/tlUcSf5C
/Mj/4J1AfzlL+f5nXwW37i+b2X5WgaJK48P/975KVf+ieynrzLvIUfGs8g/9775K/Qs9D9J3pI4m
5hr7HzG5/zw2SSrYCbKo/6YVloMQc5foZMJnakJQ9w7NDFU6MYcfu/hizunGmtQwtZcPPWmEpM88
llFw1jmnVFY80nc7wv/c++KoRw1wtDDF4722QhcNpk/d/d1b/GDx+XMm+s+VF2cuWy5jtQ1b+VAF
QHLZCXUDGYJTsR2HC9WQSEX49fkPHfsT5if3bqrLNdpJ/sQPCftCIe5BP+VCOvbo5x98d+ECvJka
qbp8aFXJHQhfUSlmUfM8Idw8dt+LTXikEe/YV/MDGlZm+UBIy+fP47eu9T8z3H+ePN/7+/uW5nKt
zBb4oOjTRteCPWxwt8ukDQvwjky7q5YV3xiIrRmCnaRW1xZxPYTpAhMtzwkFuwoUH3yhfUBMcxGH
xKPIexNRCwt/ufv8HufP66NbXBz7i9Kg/FzI8mEwYrq6ZFvFIDOSN0fP9opxKob62BNeTPFK2ikE
2fKElfxFEzGy+vXnt3/ky1ge9INcEgBeGfGW/DgmFFKHTWafWKCOjJulRTsY4Mua7HMPWYucRyO7
lHaV8tMKr2Sh7vxTckNr/ho+eAVLM0zQFKpVgA48GNovc6gPSNM8JHIE2VKNMfxsSx7wXitAusI7
K2SI4kr7QKjOekwcL6Ai1hM8RwrGStAbafNyg2XwqjLDlYiondFUZwlfR3p+ASN4ZWOtgdAtdoPs
0NRJ1x32Lzzb7gSImlg6TwOkGIrHYXwq22YTDsbBLylzg4ElCd8gI2ckCqNFk2dXbGJw6CXtcEkR
kTsxXM3YF4W6SatkrQTN2krElolnFanmWS2DQ4TaSxG9I5DMFK+FKhMnNHJIM13feh2meGX5MFUQ
F9kkqU2a22ji5mvfyWIORB9nhPYUy4cxR/ryosfnCtDfz6/92yH10QtczHsxQq+sTRlD9FfcbMpc
GrHEaiE2mOp4N4xnY1OvA/06Qt7WquGG6J41krBVH4WHktQzDl6unUr3mgh24L/3iZPvR9aylUTG
69ie4kD9qeP992ykLGbRvKZAWQq+545uT68+z7h0Mb4oETG64pkoZpJdrBPPxJjnj4+eyWJOZVgO
kyI1Ml4u/2mMlU1NpifuWV9GmoBwbEx/KbHF0DKuGpOOWkPeS2ASUE0S1ByQ1jWBl7byE9oXUiQJ
pw744OmVH0qOJbYm3CQtd5afeZjZvC4i1I3DRxwDP69cS/+G7oDepkT8r+oZ5ZvCRUTXe1Qkid6q
XDgipDsUW3VAtWzayDnueuWxKC58Omamf28nvwqldrOmP7ElPzIBLs+ovmS3fYsy+6C2CJflgdCy
E1dWj116OYMr6TTAaeK1BoZHVIbXoieRh3Uo+DuV9SBJHuGtKU1JWXlhP2xNOGkVfaW29K9Dhzhu
QmvhaKBDoJl9Hkc3OYzFlrRa+r7hie/h2E0uFgCziDU0K854iJpxF+isZqfQc0cWsKUNyIni1i8J
Izwo4TlHxbWkow57JYFSyf6ZsePfA0de7PzKPogjp2eRaSRW7Meu/65Jvz6fO448l2WBPyEkOqlH
vgt8cxWaBGP7+XWPPZXFfFemZR6XCtc1mUb8lhCvGpuZOKMts9PF3ec/cmTxXTJfzDSvO5RS7Ij9
68K8JEHYjK8+v/Sx5zL/++93fGZvTqAa5UMoVrm2a4zViesemZdmwun7C1dORfUPFfGhVEIPIN52
LiiSur/KKQoZsX1mRd/oyrsqmXIxJjkfhYp+3zcNUiyUy1K9UnRkbhH5jiLZdV20cWpjjwtiZahi
g6Jm003VVsp6ryLnOxTmWdRe19Fw01mXKujnOvuOpngtjWeN4ZUNYeTB2qErGjzhnjuxpzv28OaN
xruHJ3XWkI2+xaZISBut2ghH+uKVF3ONWY415dZsPqTcxuO5VqQn5odj3+tifihDsphIXpwOWd24
fZ9s5A7Fp3kz+Mg0gACfePsfLkq0iP58MFVDD1/1E6bKcCupZ0I/MRA+vnu6Z39et82imBHHBiCh
QDsF51P8NI1vqLwQ1yknntDHL/VviEhdR30fxf50SIOfLWK36pSN+NiFl1MFavEeKRWnNpJIqZGe
Ml5/PDvAmP3zofRDSKKTr04H1I8bE5nxmIdXUvClMxttlD+vTjaQqDXsl4cMaUjTbbTCObGgHrvv
xQyBdZVeQuJMh8K/q2khIsJyjf4UsubYp7IYm7KsBzQlBJt9cgathAQ+VHKRF7Nmq/3r55/5sb9g
MUqjUctaol/5DbFr9AcL5U+EBO7zix/7XBYjNSoIfh1bRmqRryrG6Kkz/pHrLs3QNJUyotK5bvud
WAz91Pbo2GUXQ7OEOoqs0pgOvbyjGuxPqy89Bnt+v+/m2MERwSBSbrchSaNHE2CeWPmOvLxlh1xS
y9Jo5wsHwVUn3yicwbQTYLNjz2IxItN2jPqu51lgIpC6VVjcfu1ZzL/37lmQi4P8cH51DueaaUcM
6teuuxyJGTafppzvN9xat0W7/tplF0OQfJtaVBWXTaILRGrdtP3adRfDLqnYJIqa62a4WjSkSL++
dt3FiGsSNPusZcz81vchuQihIX3pwktxgjz0lZ4WzKE2Wo9gFSZfexDLaLYUJI+fdvp00E2E23fN
qQPskblzmSAWRv0IhJkHAR7cTJqbFsPf0JN/LeyzIbe++FQW62HQhH4UF/xKKINEkvbFcAopfWT8
Ld3aZVdX3YQ+7zCF6wZP3/C1tdBajL8MrTj/0vig011heLHztYFiLcYfss24RcQ7HUYODS1y/S/t
Isn2+HO+0CaFJnvCfNFnANo2/tcODfS8/rxu3xANOlXOcMj6lZHvxlMU2o8LJ3hb/7yuHSI9qAqe
w+R878Wb3qbbWeKu+cQ2iXs9gKbSXH9pSC7zBRNFKMQnWxPnZEpJ7b2S//j8wvMc//d6jLnsmGYg
G6ymZEzKJZJ4Gcf0yDJgbD6/+pEv21yshknmO6kcsNfD+OMpqe6dws4du/BiMMZIewjJ49F38Ges
nX8KjXvsuvNjerdkNfRdc3+w2ZziCJlAMX31hhdjcUSOobCRYe4rr7XsjMjzrz3hxVgUWpvFVsj7
y8ND2qLphK7++ZWPfRmL0Yibq9acefZwdGg6HGxb9ToHSfz51Rct+/8tnphLsjeZNCTTzxswJX6p
x/Aa25sXtpsRVS9977VjPBRK5VbJ7G1AP4wXNFBuU2U76rO408NTt4ui4NTdzEP2o2GwGMpRGxWA
VbkbDOIednJXR7kwKPsWe6vDyGjiCH747dCd4oAe+dCWSYhdEfELWToe/DS8rsriSpyY9I+8tmWy
29BhIS5T/hKr3ULGRqRxFcaN+/lbO3bxxXhGORkTs87XBnfIq9JkY8t3kaSeeAuLzv+/vwljMapT
i1zDGk//gXBTT+oArlXBJjdJ7y5e/DpaoWNxAfLs1bE9wMd1MyNelVq06tHwNDi5DFXdFEp0WeTS
KkV5n1jyvhm7E7d37JUt5obJVIiN6RnCoVxREjobxlOHv2NXXkwOw2RVZHLPs87oKcVZbp2Yfo+9
Lu3P2UyfCh8JD9eNlD22V1fHHCqHp1icv1MoPhg0xmKGwE8+5uY8p/UY2KMYdwcmFBg65Ky6ljpt
h1h7c+InLJHruPuRW/c60Jee1zRrjqrXtNcPnb7B1KRP2bom0h3z4rZUzVU8GVDWtLOyfjSk288/
3fkb+uhmF5sAIce1U0M3PJQy4MHopu5n7xgCNTyRn//Csbe4mENo97RVrcFsKHTYR+nb2Hxtjl9S
xVPDKMNIzseDTG+Pg8kXj9bLCLBJKRIMaFTtevokEs600RRf2+ov4+CitByUIeZpj8UBX3HenXiL
R57xMmYLOfUkAOAwAVkmncXes6E1fOn1/ZbovVv6qzRDcV4V48Gk6Snc9ulrl12MbafTiU9IjfEw
1Sv1OhDrr112MbQler4jwVbjocfxd/nly6p/zhhOnDT4f/zh0N3Djv+Bw+Tn5/d7ZCpahqeXRon2
vqHR2oldLH0b7Gjta+nXDg76YuS12P2NEFLOQYKul7ni5fN7PvKxaYuyMAHMVlPkXHaIMFq41dfu
dpk4OfigKRTcsAft3LjFdP21m10szT1y7FLofBB5eI2y/CWV8lNNut+p0B/MnbOK/v2uWJjav0ad
D/lK6b45LM1G41UF8epwfibQjHVwI8e41AASG0hmx8YBsfULeIfXkC2R+HeSVG6K4uDYN3y43kiD
Q71PxJNZcZhusIbBdxyL3I2m6oyAxXUeA/ABYqeMO9snCuO26fcIwkvnzI9hdlBpXKdKiaFO98ZK
c2VznYEXQhTrZiDqnFAB1fQg5OevPdzF0t8YVkYUaT8edPSuJrmkq8+vq8zD9aMnu5gdLCeKqjFA
yRugqzGtuwDsMLklm6x/9qUbOXpN019Sdlf1T0b3QnToFz+WxewRDnKDEJqTtk3aab7Tx/PP/55j
I2YxfSRAkGB9SVQcvpN3Mn5xNZktGe+/PwseZAAem8u+GcW+7U5sj45sCbTFtMGKp4zp/Fb9+Mlk
M5dOt6b50++/1twnPvfP29ayKTBtjdsuMBfgA9VPlILnIf3BR/P3IEE4g6qYBlrbJDnIPv+ruXp8
a+TfuuzUZvzIq1xGjxFCorEDpwiodNuApJPyxCd/ZCFQF3NJZcl1J/T5XWZbcACEVTgeFtuvfdiz
yPT9l4KTsM3MhLvGkNAUZ3159vmHrR0ZqL9VFu92B35aoilrWjZ3/rkSaDfquA96feWP93L4ECLG
mvR+hW8MfFx8HSkK3uBLBUxVNJPD6mpnhMDA9XGf07jUQJlVZbuSMRgokrGSJE4pJfEgv9pyJ6J7
WQlX2HO9ngYQwQSrFHza538G4VpHvp3FyMfngAUFQBINVXM1Bf26LfWVTc+5r15jX8FiDrgq0GgP
Z/hUbMjilTsN4SoZzjqs90ZrkTmWurW47ErCOdJ8ZevtRjJT0PC7WEBnI+HVlwNUavpKQ7oFqPDc
BNhn6B6MSddJ0rWjPAz6q0ZWQ5w8W6V0pyvdxlCzqyL5ITePVquu66EgKhkiLXhnLRfrHKTmqP8s
YZGFEooWc9MU12H4lMYbW68ulA7oGuhn2B453JduuulSbrIBp+XAmSUfxbYftDJbieF7ms5Oqm9p
DktbbmjFy5wphSeRljlYRO4Q9xJkD5Nxbc1Y4MTaEq3i5ra/Itpkkh/80fbIX1onsnFp2o+2dp4U
jjuOzsoZnbXVb3EueWEsXwNL9gZTWgtVcYsMF6GxDuMXrUmua6318Gx8bc5dRkpOuh8UlTF3WTRv
Do4/6RaYZ9cPppmljIOmsp1aeJIOZXlf2Of2a3EOodCOyIHZlMouSM784sTwOvJVznry98M2MoIQ
RSEnST/dd+A36nBr4j76/KP/fej46A9ZfPNQENsCVyg1TqKWTPEdJFQ0vqXaeZnep8WZ05752k2T
zo6kn3VwV5T9Pq3vpIToi96tQnznJv5kzHSOfsGhaWen1Z3cgjpXKD1gRLNLTKT2rQiKxxAuGnxr
szY3mUpmFYpqyVkTYrVFgwZxfuYr5zBInH6lqwRkPEbWTR5sG2srlad0h0dmbnmxCDe6RRShJPNB
wEf2JbrgNyce5JEPYrEMY/iKRC/xHDPHi8Zr0d1/ft0jb/+3TPrd3DqFJC1Uc2HFrs9jsR/inTSc
0OrOS+0Hr/53pen9pdWoMkaAtQdQ70gFX6ug8YAtukCINx0z9mhW+96OTqxtRzYUSxeXr+Gv7P2Z
z+dfG/W9SC5m80nTnfhjjlx+KWq2laicuoI1yCfSSkjRuhxfaify5ujCz9/EkZ3FUtpct52cgFBj
pOQH0hdcxz7z6z2frnnK3XPk41yKmtW8IZm4YYHmqKa1m7Rff37nx6672FYoaZRqScl1E2MzEGPS
nFgxj113/mbffUC9praQrah4mskZoeGBceIQeOxdzr/37ro5seBKLoLxQEF1RQIX8unMq4n1o452
4mUe+fZ/nzne/YSQ2k6353ZrXz2m1YuOAwqKg0YMiUoJTB5nwfGpjcV/c3aey5EjSZd9IphBi/0J
kUidSS3+wFgsElprPP2enG/XtjunWLRlm3VPV1tNFoiM8PBwv37PV6/pKuaUWCIKRUKJauoA0Pem
j9DsZ1FHuoo6/VyXUElaxvFmMKo7AIR/XzFfrfWr7B/jEGWOLl3BuGsP0jjjA4iLR4+VnJhtRUF1
//7HKJdX8IcQdC1E1bHiGDKZ6GYo+0JgTkXZW0btLOIZ2xIHx0i/sn518xn3Lw7XtaIy+NueNGZT
RxzKseS1sQwMGskWl9odsWVpYsz5quW+qh8KtfOXGABY8ZHmB8GElB03KwwPGZ5e/f35v6ryXqtc
J32CTdOws4oOZHlr1xMOeT137HzwiuhXkqekObKNpScasZsqOGX6jWH+anAwgrnsJDmq44Wp2bTe
LdTVBMtyh2TV4XvZRjdS+shsd258F4G/OEqudbPTJOCPihn1Tk3dC87DV5KfFWH/axoRUjMuQnyN
YfOrn5gwbfpv9umf9452rT4MOubiIuxodob5XpRnYXz5+zcnfSEBh03w7yCzdDg2LhYX3IZmCf65
dtjcpuMrFvfNxa1qDvEtmu2ser3Bh7WHG6xus+pRCl+VemYiIXFqih3GIvqqHOMH9zlinykmz9lY
O0wNIFN7kcbSxVGtrX3IvLYqJPaISYzcad5gYDIQMlUdMlgyzR+BsM+aXZTsxfxWqg5avquKg7gc
Mm3XzR8dU83qShJe9PQuXs5C28arrLtvcfu2RWE+mDgK4G7GSm+kJ2ZNud9tG/1lHk9hCnbLfO2a
faO74fBUZHXsAFb3lgpPmOXT6G5VjES76LDo4FdwfhJVFO+ag6GAq6iWHSntIepEpHD3xnwfY0k1
3tfj7dL3jJuexeJuKfZ1sBFxKi3WYb6v6tNc3yXqTle2S2y6eMe5RrTDxA1XkVMqY77aPKTqrlJ+
t2pm69I2ngM/TgbXbH9n3ehBADqZdfs0M/QEizMaB6cVbnh0tf/992/+qxV1VQscQgV2ukiixmBJ
0h1j4Ud7AKfwf68nlbHuvJz43FFmGOWwfBeK/1O5+O8YCUjt3x9cMwwS4WfGB4tgj3F9EnoLg9Sb
MBdwKXrIJFdJn5Onl2ClLXsMsgXtPUgXBvM3lokl3oc25bdVk91owlob0nVk3DHPDLy4cEusjpWf
CaP+iykXiN1YxRIqjAA/Pc3YieE3W/WyIf/081/dUOolhkDIZMxuyTR67W5Uw9N+UKbtILoT8f1n
y+LqkI5xMe6btiN/r+mfu9xPfva5Vye0qReFalQXpUC6Tww3+46N9kXdmRHhfy+LNNOxC78IbAam
U5sEQLfxFg0rbFvtQkjdXrqdwnfFeK/nbRXTtWGifSy3eTGvmmZtTMzLtr2D/awdD/gXLb+a+UhJ
IzMnYJZ4iqmuWhyF9qjoTBB5HcbLYgDwW/6UrWRd5B+CWW36ojhWGKNk0jaFEh2YyyqMB1xtH9rm
lAVe1x+M8KQpRw27Ze3/D/LyfxvhsHT//YNbOgDvPOBOX9e3qbSHvvCzJWBenQjJMEmpGrKCJdnT
3/v4myThi4BzrXrFM0cR8ksNQhTwbNaf8aP/2dq6lr3OZlYJvRDQLHkXQuk4Gc03otc/ZwqaeRVy
in4KxRH3/F1rlnbBTTnS74dp+OY9X1kt/L9v8PKm/pF8R0WkiJGmchUUaruJjJ06MkyViTJVqW4V
Kh8mDcygwHtSaxTstTPSFRGIe50cOwz351B4NYr4wxLEn8Vu8yrELEjXc4Yc5l2ud7+Vp0hRf3bY
mFdRJQSgrWrSuKBcB3nuyt+lcl+tqauoEppyXCl41Oz6C8HajT5+FKzMq5gSC7SrkhR9jKw/NeL2
h6JkOGH//sJLJdfx7uJx8befzFX/be/j8mB/OBuuVbODmPTQi3ngDp9MAyKEBQEB6E5V7FM8FcPh
s5i5WHRugl2zGt1QyMTBmsnR6bYw3yMs9oNxZt5XPpUJUyjZczUPdyNjlF0WuJwyQc5En+RPpmSL
XbluEb0Nz4t8XMpzWPtZtu4lfxm4rXensX1WQnHzoy/iWrWLVTFWwDiB79RXpdrW489C0TUGpp2n
ZIkXXpeQnsLBF9tv9s+fr4tASP/9/UYD5n6dpNDHV0+wzIDGl9RHooS2jhmRXv5sN11rdsNRmSEU
RIQlGXtCo1u1xv3P3vdVACjbRRMr47KfpnXfusbPulzatWpXKINwKU0+VxL3/fP43bzDV+/7avtP
CubcizGgbm/udWZ7i5Ie6UMPn6a9+9kLuYoEFwAyfs49tcEuP/QtJdj+m3Tui7PlWq2r1TPOlTLP
risvNVb8srJvzO8AiF/ExWvFrqIVqtlePnzBaGteYRr499fx1UNfXRrkSg27OiYH1ZIX3frMaKc0
xncQoK8e+urmEAelNmHDTULDNHaAK9g3D/3V517tSuz7kgSLrnnXrdRpXVT+39/FVx97+e//OL0n
a85EHa+ynRG8hdJeDX/UqyEr+vfnLkLTWLXcE/MyCnFeX//wea/OYHOZqARhzr270JBaW8u+EZN+
9R6uNuFsMNipGAkVZz84Dw8/e7lX+y7utUZcdD502Dfed4YfXzzptZ52tFRrydT/eVLKPn9/0v8A
Af9w9l6LaYO24A4gTdNu1ConSU0UJrn+a5R6p1TbbZZfnMN3nS6tEkzI4U3YcU73E2870zxXmCHZ
rV76JTeM5EZArFYUh7p4zCvceMP1WIRurC1uHI7viOW8GpMII8N6IegdrWvhZCrytsXyQIsfzPic
MHHSbODYKDIllFMpD35faY7RPGVDvckVytPJCwoRpxAXZZNGGvJXPZMckdEYZxLBHITVJkjzzVC2
W5g0+MvM1aHtjqNcbM3O74LbaaKgsovCdZvJvtxiDy5NMlJXLXQpXLpVEJ+XsdzFgjfr41rmRMFR
ebTVfNlY5bixrMJXQ2x3mVsuRuveinXNrqJQX5cQQP7+jXzxNV9rp8pwiQ3sbmkVpW5Q2tX/wVO/
T/8r/CjP//OV/hNA/EXwU66CXy2yyieD20Dc7Vv5GY9wnCd+JkqgXfDvXQ+KIa4wSqeRqv3u5bs5
v//7y/jqoa+CX1ulYtJlC9MV8wrfTU/tnxsW1d8//Ks3ffnv/wiBbQ6DTJNDjhnmGBM3Vr8pu3/1
0FchsMlxwxwk3nQ0+GTidp6vLlnU3x9aurzSP2zY/xTh//HUoMcaYGQcjjVGoosiARyziLSPzQWr
VQxYowI5AWKa57Lbm5+CDvAzAWwW+Oow3Kjf+px89fauAmdihhLW7wR60XwWysf8hznLtWQpFmMJ
f3N+Prl6bM2T0v/s29au1r/Ut1OejIRPZRU+zL/+/m188RKu5fyliJFuZMU0hVbhYf5m/XzxDWtX
ix5ullVjnTrvjMVyVWraS4dCRtDR/n0T9S8/8x/W0DVZV+tgWY81oxlKoK8KbJBEbXLhhNhxe5/N
zz97N1fbIEZWqk4JLzzb1Ief9SgwP/33nk2lACbNRQOK0cNDzd/h3c+e9mo5Cy0AIZU6/C4BLZMr
txXDFX//5C/CwX9Kf//YsHU/Nnia0tPumk0/qbSQkOUn340ofLECr5Xz6PvkSep57qJFlHMnMoX2
o8e+ls7LxjLDiyM6JsZrLSw3ZgYIScZb9e8f/9VzX23HPKjbsYhZHfVyaudj9Z2m51KM+MPSvpbP
40GMq39ALzUAPFihUqMp5KRM0eRBigG56DZy7DXfzX9/oW7VriX1IMJw+23pCiuRv1T4i5avE5U2
TZz8MWt9NR8crCS9qqkpytKV6c9p8LOApl7e7D/WlaKX49jGxJ70lpbNN5HhPyf2n97f1a5tEkRm
VkXwKcxwF/Vel8LDNLUT7EUnyGJ8n5t1oWpeRe4056UnigKV6k0F9QJjYX82TWZOXvgEZyz81HzM
xdNSbtOQeeXhMTH7TchUSoCCEHbar3F4S9u7tF2Ly6avh9VkwEm0fgvfAnz/4/D1px/nKl4kuTIX
itYsO0Wi1rNVUYyXVe6NWKCJfbFDhaOmmzk9Mb0AiMxppZtYvv37Cv8iyF7PAySRxshzwm0zjw59
GNvBsmnlp8zajeYP+6rXUwGzZuod6wBJyONym67+/txf7MzrmYCmSdoMTOG0y1K+S8Mb8EH++yfL
/PXn7XktGFbHC/GkLMhutcHuekcuf+njPhSfzfZ9RF2YK+twOKUg0grjbYhCmu5bNCR4gkJhTA17
GNZRuDcrODHB02g8mfp2lJ5ZsbaYCz4u5W6LuXSH3ZolnqV2bygbhf9Lfy6g3faa0yuNv5S9LyDw
K7HBBovYYobWRVuLvzP9dlKDLSC1nQSGBWp6XKUOXvp2MOG1on6UWruRjXuhMY9lh4pSPVJi90zN
9Cex8gHOekoZu0OJp/oEyaTaYmw+SgWlR90NisAVhcBphHUA3AaPeOa/TUhfxaG04JSNrUfL2WFU
3m2SWzCu9HYhu+JeNoTjbQTBUBMei+qjMiQa2vzK8iGVOpmZeXJwV4TYlcu7YIxXk3Jelj3CZqeo
XexabUM4lOV2UCUnGhWnGz5nYS9HsVNKazUJV416QWeNdlmWXh18iOPbCI8ZogN84OSz4hXpQ++E
/egJ4tHK1+KYeE1drlMpZKCqgZco4u05i5tpaf0Z7EkgfIDjPeOo7dbFZy1u065dK+breFHeQudR
oxVY+l0iP+XVzho/YnHTxo8yWBKYgxQaI3cWjpM5+G2iPbbBbYqGv2nyWy1n+JcNbNHKDscVfgju
mOqu1n+OZeUWXcXMouyL2hmspx0rx/rC+SQs2eO8kkJrlYWiqxkNxDdQ7kEDFrHjud/T5KDCUpFN
fMSZfpCmyjXjxVWNO6pmVIyA+ph+AJwKzI5j0aeT5R2cL3tIP4w6PqoL9llMc47KccEB0Wyh9VlI
oK23bPLRH7tjo/tLJNkGsEUOUtQgrQh4zFO9RL3T5HNr3YfT/ZDsh+w8zKuJX3aXf9eEi50kQEGc
JR+q9Mg/C/453Ft+7y31is4ppFwnjVy4tJgugiMy/FZubJl79jAcB3QoEf07/Qiat5afu7lGVUMg
Lj5N+aVN35X21TT9IXiZgxepByOW24bkp1jfxUYOelI4ZImXZIdgeQ3kdaKhE86dcDhP2anKjnK2
IZ12BF6oZAXMLqPGdIPxkOeHJvZG8daKRVtnkqUWjgFaiiSqPHE+UcfBqb5e1yZc3/x5SArOFyal
yC6a1zzZFH1zCDLQAum0Avq76mrEFQy9RIK1NotpnasnBMFOJxy14TDC7+s6DxqoLeVvpnZfzKVr
tJk7N/39hHWZTE0Cl7wDeZLXSac85IEBJywClMmnpdxo3bQawl1fyq4e1nasbZsCSDGLVEgteyLq
CFJgW5fGbL2SCUQGs36JYbeYgUsDr3xMUrtvLUojCEyWCZBQ69amj7m9HbOnoqw/WPFZU0+GeM5N
dNkugnR6YlIf4Z3wZjQ3kjztQ1W+nTJUKIoKQPgxoa4KXgnvdMfgnm4Wd2kXr61GcLGP8DBILQT6
w6hws/42r343U3rWTW2bZJB9lcRXlNvAzO0sBcgpYBJCg2SC3aULIwAujfto71rjvWXNdtWqnlG/
6E3KZCv68yp0u3B6yCim9GXjJtIdvrzwIwDbWQ99iwaKvWeGqmtd0GzmMeUNWPlbrCG8qQ0nqfI1
PX4HMMeuZ5hZ0fY6Sv+yeVAldHltvJ6yjcbcuQEhIasQWqVuozxawBvkxz5ujjLWkyHzjhayDlmp
Vkjrvap9DQfqLkX73IjTLwlFn2EJh6nlECiW7OKd6UDgsoMGnJSYOSAlNg03piFlBkGsXuBDw7Gv
bRGRRJ9pbmVevJvSldrez8CjrD5YwW2EbRm7YP9Wybxps25XZasIKKtAiVj3i+luGRhLvRBzd1n7
PKqnvn7UZQb4b4TiiRKqUG01Eh5+x2TltiK8FtHNyAqqQYEuiPTNGigBkvpUOUmsGLm/C0t68nK4
0mE9N55ZnpKRQtVjEt+pbJao6GjVbwPZ2tEccworcfX0dSqrLcHaYuYMwB0VOhH9teRV4u0gyX7C
yTcoD4pxu7SILTM3G5k8q5/KgFlPK+VP2ozhoSxKT61VymqRZ8jTfay8Fs1WEijXRhUQQapxjJeh
0sKBVhhf2+q3Jm9AcRdqtSm1myp8lxYwb6icphF817rLfkndNuGRynCLWArEAHBPJhg02Q6S+3H2
haF35+ARBZFUSq6lyrBRVqKB9ip+nxiys8YbrXXD9s6qn+EZ59NJGLa9HG86yFksyOCczeP7okr2
0CSeLAh+trCKXvTireUuFUkNRTpjOxBikwpDhWQjJ0xVH4pCwlWhJPlq1iFw37xcZfOx7BO7Lohe
kdtKZykt/QI32LpdVoGR2FIYglA8Mwy4ycLjQgU7a9ej8KHjYYhoB5wLRsgUPhuHMiE3Iw2HvpAB
v6KYnSq37Eu8WaBVBm1333PItzc5bIXwpCrulO4jxiyN2BcVn8MY7ZiTxpUdZ64ovcF8meSdpj4s
/UlSH6XsrGQ97bEb6HV2xABzr9qBfBqgI0r0oPDBSDgOxwi+mNsUa1pJmDrcxsODwNnXmDipdxX+
x0tD8ZY/g9EPqwhPYYiWOhF2TfcWDgIbUwWE12zkPnAThGWl6A0WCdmwNsr+YGat3UCwUE3ygqU+
yU2QsaCPWU4fgqwlh7yCvbATdhvC89Godj3RqYR4GoehE1mtL4yaIxsjqRa2qgXAQUbj++oOUPcq
HQ7J2PpWIeCQ19tWvGKO7BxRvIpayrO0fePoU5wPqbzLyw+sIgXActG26++CvLe1+qVbAi9sz3FN
DJ4OVfy4wP+RF/jUitdRtlbjlzZ/SuRVOmI316965mtMmKIl+GSzB5WMV0s5igTwzyZZM6jkxEXM
IjJckCTsWfyJnyzrPjPW4HZqrXTrWPOzflda+RG88zEN0WlhDDQJ8b7GU6xDby/EnC/6ZHAz+mBy
2Z/K9raCjFnBy42XzI+G6r2b6vXUewY/dGDB7Q7qfT6OOOMCsA0IBeYKtY2evV0gvvB93LkT3LZs
V5J8j/rHhnDkLOZ+0H4BnsuBI/WFcm4D2R7YQ22XwolvXJ0bRiz4egKuSPULsVoV6fvC+ZaTvSzk
9IpJDYJFDBIeNEy0gkAN9OWXwAGn4wbcN8c5fIN+3QJk7I1ovfCWi7p1Im059ZroFap62QDQTNdh
ax06Bp0U7bfRtKvUML1QYCosAHY0Q5JtLKdm3SRVuc6k16moXD3rSAQc6SB1ih1ostd08UqKdeiT
66ap3SljmFC4eGFs0/6Q6v1don/q6jnQb9P8TALagfxtytFb0h0UDEeTaqdM1pjEOHoP9mDpie9M
o+SHDDq7mkR2rmsHtUzdtiY3LOV1Xs12u+R+mXGw1Znf1oyDaRJbo3RkwnOn8tZ6mbEq1R+036OF
199M42EwqicF5vP0UM3P5AzrQRxfgUHwxyu7EBwmcykEtxH91vtc+WKoeRCm3EU/ToNhSzLpfM9i
JC2v6uEc5xlI8JtibF0TSFtfdY5AQtXrEyLtkQvB5EvGU5TDXOyL/VBo9gXLoxX1TYNbZdRIZ1Xj
yBl7u63TnawU3AUML0x2cQ1SkGktUPbtYDp1jkmYrlIRBsMJwUptTKeNDccQN3VDtpjyATkvpWld
LV0txoSrdHWe+1NdFasqbQ+xUTi5Ga2RkTsC7hcgsBwDfUZSYRStLzT5zLVSpfsBw2+F17wIyx58
4UOrai8ZAbXBXkciKVrkz45BPz2ApVzmm3bcQMx2aiaIJosMHyMaWcs8yMe36TL6BZvTBMpSU3ga
yOSnNDqb0nRYOsw3FE10uuK3bpQnOd415VurBJ5uyhxeo6vP7doAWC5Hx7ZkxsncVSncvbz3cNLj
bsucW+ljbWwHn0MAXrV77HVrDbFphX35TrG2/ByZ9BRpkR/NK2vyFGXyAmyHBsWfc/MjGbDKsQov
NSY3Ct3qMjG978duVc6rzjgZCg/OVF8xIlTv+2NdGZ4+3sry7HfUgErRtHHiW02xfNNU+b7uEEQ2
SFhNLo6g3fWI5tjDhX8a6o9hVDo14ngyxyQMPDMsvXgxGFcdN4NZfxp4g9tjR2gz+vZQVXe4t9i6
fNOX8a9cjc4zkYYpSACf8RI7yBfyHF/kaV9IA8kdduASUTuGv7bJMZbplPJomTuNOTEMduxRL5jZ
KlEngymrbtvmMIY60fE5tn5hzAfiDCPPNIaGG3MDijsk/ERxPIGVXjqOJnWepQkdqZ5WklhCb1IO
Ix4DBjg19pZfLQ8F05IhB68G815IvMrEqjwo70dtuof87PVZ6tD0YbDRbyU/U/kDFwFG7ry3hNEb
RmMFKwKhgNOPgVdHva0n91KYudBRnHnmPsFFckwWZ2QLTkHh9cuj0ZIS5KqT6/raSsCNi5bgF4gg
c0Jl2uG930xnS+F0lSQ4tVrwuDSpk2vRcVEtVxY3YpqerfrTrFVbZYCzVSaQ1wHHBdeqSXU6Lguz
2R7V+X5RTsUY7JZO9oDcgfjcWcHNwqU8ijo/sLgFh0DnOtWBM+MXkQF+YthXgD9VXOlx6a/Lc6es
jOIYSls8oaFgv8jx4xDdDFZkW92euIWavYkPdUJZo+5RQq90rPV1cb4XosQJAtlJy+xMm4v8obJp
8/r6bN0oSQR0ztp0aXhQ83EFCu13SoaqD9F+NB7noaZbRcYA9LZAihU3ysrKQegxGlukBA9d8BUr
2gLxIrjMXMgpMODbhjm0bCsKDjw5XGnuEjR5V3og7AL9qHDTaA2ayeN9byzwabj2G4vih8ph0BnA
vXjZl5MNXc6TrdLWzMpJiXayKp1iITqMtIxH0VUZBRPIdHKAgJrsCjKggVl/ncxPK4t2dZvaUvyr
K+IHujInqiKYN0jbAiqrnfXG0VSb+7YLfOR23BbOZlmequgmmW4vF1MnJxmOO8VJxkNW0GA25IM+
AhJUO9KzhXvRLtSbYxVwDCxv2CICCFdsuRC8xXxNqCmO7CLqRuhxs4gW+bDYGR3i4rXMGFu/VHKi
2655SyjXAKsiM8vcOvyEfkFdK3Ra9lqLUf2svE0II2W6vrr1HhjRnTmwgmdf68213nNVqZV9lCpu
pQO0uYzSNF6Uaz6Q44YnM8bP0gAZ3RprrTpScXQkvnqsxP3QXEfw60EtO5YQr3RKb+qgcsFnT4AF
6ExmtKdL4NkoYbvGrUjrngIdYK/2uRA4O0Y+kyA85sKwDklaMxgEvZSiQE4cOc4+p6p1kKYDH7i5
lEUkzrFR7e4SeW3WR5puTMFgbVZ8xPWb1Qa7WOx8qebckeZzHeWekX0Ki6/l2koONpmp+FNkgatv
fJFVmyjknxcmNdkDd2NJWbxoBmY8isqmNkzutaWb5OE6z4ZzYb0WUn8sqUZpmmL3A7l6KB7Batkd
460tKIbYeM6XrWg8DUh0QuGjnM+UNWbzTnNTb4x/N7K5t6gKpcZxbq1VSk5VjClT3q+y9pYH25FK
e7MeQSK36qplFllIDymZ3NA+J8WmpIih9p4mHoK4sztksWP0q8BIOYl0u2IzNbG6WpbPiYRl4XY5
YcattPtUGr2aAnGCqRKQWJ/6GrLt8ZSPwlODsWWfFseEOA2F3CFn2EQ1Ey3WYksJcrTqphgmN41B
c3MvXSY356aN9nsfDubeiJR1TgqX66FtTa951+/E4FTFMZP4pzI0XQjpbme9qa2Ka1Z8ACbNZBZ1
TVHn7Q+bTk1PglaTGX/m5uB0weANNdlf2brpMLhDGMP1CShXPgRLsLZM36THpUP1iY1slzePVRE4
1kJuVWq73mSkRqSS213ukdqhjuat1TrMBTiNgTZdzx0hQ1rS5s6MTh2W376aCOJWY+tR65XlRKlJ
YvhhhPk4OFOtUrFDiApwpR5YgLXE3AuTymROTfnR9sWjEV6s6ZNTOBueqBE1dMvV6sDNq5Hf2rtR
UjuRPO5Hk4WSp/twPk5ydpvU07mBSGpqBLFEWKlS7A9lQB2A2f5iXKeEqsZ4NfTUrtG/qCwXWSQN
ARYaycQN/aljLksSJECB1qOGqwvViQemdB283g/1Yj2kxbhRW+nQqcNhDia/RUorUtmWhU2eYbtP
AfLy2xNVIBsvPGNK7GwQNhyH8txE3DFJx8Lh0M2/pluzU3Zd173II1IUmVtoH4yrUA4o6ULjDFPh
LuopsTXo0SSKI1okn8XGJPttFg54PBmMIV6Pc/MuWpWfy4tbi4zs5eo2lwSvKzXBH/PXJVB3GnKD
WQNdknpyDLtc7hj+F0N3Ll+mFlF0PR/lQHKLYV9i0jG9KJD90uBeC5/Dxtr2VbrD2+4lWojc1ug3
y+xoCRtEfzIHcDfSZz081fA51MjwFgGIThd4UVp5uTye2iabbEOPbrmUoA5wh4KLuvUcdeZ2jIq3
aUS6q5eHudY2UtrgKCEKKeD0jpYUfSguQiOBKE3QwY+sr9kbVcEx6r0gjXul4R3Pd+G8N4XTlPCV
rdsojxwxfEgMr9RJ860OTIGJV4Vc6q6qNcBcFtGpmxsND7deSEKSKM1ZguNtHS+flepXTQVKRaD6
1nLPsJpuNXLvj6wHsbk1kvJGqGvPSuVt0c7Ur+tVi61PCNUvm+4s0tW2trZNJXM3Y4WZg4VhUAXM
9nVs73IKF4Elb8XOoLJZl3bXaORMS+kK6jFJNzDAMSdSWQBNuZblG3U5RmjxzXF0SyANnpLVAEyH
Wy1kjGUo3szLZGParyJLpgnWry6/BhazUuhV1fxvR5Pg8uvLrGhQLt5CMjhKJkzVxO7i4nLvwS2J
D857iRQxw1NSveixNyJ2LUq970gY2iW6MeTeFrSIWqr2OQUl7kJY0bQ5bNiOmRb9zDijm9LWSXdj
ThGmIZWelOauLQ1/Ght7pOscTOIq7Kk/WacwVlwR0Usv1k4393egXN4qi/mDpnD6/BVaqz59as29
EbxfUPGmYKw6rfJrlXIwXh9D9duo7mtjm1sDZ27rNeNhiopV28ee0p90U1gZ/PZq+eB27A1ate3b
3m8t1cXslRkKyyYB2HU9HKlD3SR+OL8W8ybSdrmc23mxt/THWmy9apTscBFdgapBInqmyKymJDux
bjCa/9ay9kHU2xI9NtkiDy8pGM/MUkiovqTIj4XmOR7kx2rUMrbj6FP6us3NrVCtUyP0xm4za8ub
SNrZTB1GUwxAhptgXAd1ve4FjD0LcRXFVKn6fhVI2kpkI8y87D76PaXFG9hLdljmCvrIUfvbnCen
nMzHWMFm0jLSOzORHClFTC+gP1sS+YAhzCpMJXLr7TDuODY2LHC/a8RNIxEH0uFTJ0qVbbVepPsQ
dInO89e8/TnuKTEGhjub6lvXDSjl4hsr1G1l4IzWCty0SgpIy1Ksi8HMXUNU3Wm5ARQkORblvmma
vUKJ97i23MCM2Y9tujf1ZR3F8iYQxLVYmNzq1H0UFzcSQq6ua/2AO8GQq6s6HdbqAHmEtoUET1p5
SOenMnm3kvdkfAPk60p4m6T7TnkrR0rt3SnUjqN+M3BnK/AKDqlEUjARhMxLl/ekfbLmp7T/nBi3
KuajOqyp4SMTFM0VFVQl0jw9ZUzhcGlfN1LICOaZhqLUFHzCOZRvTKoylrgRuu003qTNIayOanaQ
okMsHcT5fZIvft53LEN3qNJVLwg3mIIWhKZFTJwsYDA5HefniMHO1jgO2im7nID3dZTezjoX0jr3
snpweBm/y/K90VaVgryx5cSdvCmwvCl2iEQmDi7RnU6+q1GELyI8PkPI05WzIE3BIHBrqFzAmJVV
tkp2vFwvZ+ucCqemp3pUAK1Wbhel2WscaaFKK3CNLTmtN7/VGBsm+1/O2rgJ8k9MSpFb7HvxXRLC
taKwocYDBNhWeJzih2ZyZGlLqaDANSodLz417U7W/Eqx3Lyct1z/M/Pyfe96QzkK/5uz89qtHMnW
9KsM6nrYhyZoAjjdF9s7eZfSDSEplfTe8+nPt9U9M5UsSXtKQKFQWUrRBCNWrFjrN8F5VV+YAukS
ur000zyql/su2qWNYzyGo76GXbSPsye9lwejuRZVjxZzqqJGI5+brLkwcRpcyPbZVO9rX1tx0lp5
MsDxELurepnWL8T8q9GTG6EYZ0d5nLi5cvyHpAHY3twpwX1Cv6i+cfJFmDs74e8cUvONsH8q3Y35
mIZbpayW1SDWlXquJRdQ+WlrzKu10wI39Zaei2BPZdwOiTaPicedWzBvz424vQqic7vylwikr2Pd
fbT8K5+IoJoI/JAj0jDg4OcEs9Rel1uOM4kl5o1z0yjxVjE4/6jcKMeZ6Rak5FJtqEoqN7n3M/GS
V1lky7GVB9Xw9pY+HvSc1nNVGZjHgu1FgDUmD5eBszQJ30Gxsmg+4oQSUAW4iTiSijRcdTUWOrXT
LEsf3JJvLPT2Dl9AdIIres57tX7Vy24FbmqGzzpsZjafRF3UmnLT5z+hXxUVtYycn6ThXdNlN05z
o6nK8ms0wSc4halGmPC9qmw6gIK45iop/fsT2mOfXXeCTAqx5GX/47pOtSrkWW5/Dxk/lQVTg0DN
zIHrhjQym436TcDkVBAsxcJMzx0QYEOJmDSf6AQA7DOC31QQzEsKo68ThU3JsLZh8NQq7VKzNPZY
OrK6WPdRMfdifZXIN8ftb2K/muXUXz1ZLjwo7+mLhYnx9771BJUEy9+Mw+M7FiatqUX0zU89QQe1
UWc5UcYnUZPzgVYWDfDvPe8ETeiMlmyDJIExpC2acBmcAvx8Ag2dyu8ERulErg6/mc0mNZO14Zxz
bJ+58XgC/POJQLU5VeAJVK9W2kDpUDGlXFfMm7Feezk5Ns3xVtvaoTrrFTwIDWPLiXEfmOZS6A/u
EJOGXqSS3kpLHKYyornZuVq2F3Vygqnx6aNNmL1xG42q74E4Tqh6YxcLV32D9oCX54eo+UkPels0
m7S+A+0jrLMcCXULFQulsJFxiGYxZwhOQrgCHtzkVje/Sd+dyv3wOTKKCRKZ2mRBzRmn1G9NIe04
BV6fr4PUq/75h/a/CydpqkoF6VrTmh30t+Z7uuymNoEXd1mZ2eXIhcVaqWd4+HzveSdwRLuLNKFI
C8lGfa4aHEMX37vuZOnbpYiKLih53EFfeKAPTcog37v0ZPnjiKenYwMTMa33arwK+u9F+qmej4+d
QOq1w7DXXseH7OfXD2t8gifUJqQiLdAV2xxswrEAnQXMozWParSUT/oxoHEdXwSJQQroXknl2LNG
GKSkv9jFh1w80oJQcLMPdwHZRB5ii6WLLZ2IVYRTbjH+TFtkZbv+/NidD1S5brUfqvvcFtdSV9eW
cut7LYConTZayA+zmBLt+uvXOi7eDwCaU+0gWw99Tafiv4+7mwGtkq5s8WKoukcjL56DnFf03f57
U3Sq8zNEZmLFBVPJDi/GcmU791+/wycZw1SSx0hFk2oiINp7hyw8nhW+vu4n0X6qe2iJJkdrk7Fp
lYxAjAuj4lJYcnAAPyUQ+85F/mj8J9GgDVVDLUzWQKj78zG9SrODKm6z9qmOJVVGlwbytjUOVXaw
46e0umBbz9KHQlEAukUzqpiUruN5Vrwm7ZNUblz7IdAfsVe3Bgq2OGrghF4du5YKMjsepZ0sXmXF
m0GfFCdsS8/Zzu+C6N4MFmCZZw4tm1CuNcSX7MKf1/aZ3qzt7lKljqi+BOGVqb3K8ZHq87z1L7T+
crSOXmyXSSnPlXLfh+dBBuwgK2gyPuXUd6yivPRSA1wkCB7vGjlDpxzx2M1ueqEu8uS+dXcF+Gy5
85oTrO/PMOFTqUcLUlgdNmgSHbU5OAwCfKJVg7bm0FPotwA/yrnpaThuZIuck7Cg+C49/4SE3meT
cRIvq15mSgfRa98XZ5676fTvpdvqJFjqmSd8BfzAvvnl3OYn9vTPgpo6SZSGQMmctgCun7YPJvai
QEEpj81R3RIezN+KclxTrnpPW2iDNVPVEYdpOhKevcirrR9tOe139dqMB4qGDDZdDdvUz7xs/KEG
1YUUKWgD68pJ/QXKgmuN4nIfWFtv3CSeMfeT4DBQT46MQ4I3S2CcYnZ/9g0moboWcZeOkUZOsEOB
oPueCo2Yymi1Fd3s0ueywTnduOCUYspxqf81BIiphtbRbCBKEmaMa9KW+wlxYmOV39sLhZycpoKq
a8oC7bl9MKLBsEzCE4nqZw89SY80JYFxnXNd30vmsqXSAZik+553opiqNanYdSRqg2i59kp39Fun
DTE17qwUPa3iHq6I/cO9tV6+3iM+nmpCTpZ7ZHmV0gLTOWqTVOGi+t6JS8jJcre6KnO74wiMP8bz
U0ofH29oQk5We9I4Ugo3IZeTxbqU4NHBINkqMAmnXnxvPCZLT4QElC42+n321CzSt29ddCpWFKLG
rAYOk638UdhLqjjfu+zkQJOUgS3VjDwRFCNtLnlCm+GTUZ5KFemmVyqdrnOEM5qNDQA48fK5XRlr
Iz4lwPvZLSarL9LR1nRA4qIrT1PirbWuQozqZXRCuejjVFc4x0X/p7NPo4a+oWg18XPoDr3XzmTc
7R3KmYN+CZnnW2m6eKfE/+kuYSw6q49QztUTYOYbWXur733XyZrUC9E2Q6XBqb/3bpXvTWxnuiBF
RsNWpUVgau6Woj6c9q+f9pNI6kwWpeV6SG8eTytBtIkAOZFfZX66/Prin4SnqRaRLrEUTmA7Hqu1
XbsdjO+NxlSLKB9Ck8o4Q1xVq+GIF599/byfzLypFBESBoWOftiAJRyg4Brh+gjM3FUxhEtXjCdu
8snqmeoC6VbkeHXITSiLHnEd9BcEqC+j+t5GMxUIMkz8QrwKTQerqIKZJbRFBtzw6wH65IPak6Xp
mY4WNQ4f1HRRg0P54UTW/Nl1j///T4vRQU88GQaeWTcX3asSrr9+3Pd3/iC5mTp5irozZSS7fq/C
CRvQBAzBpPXeIUSdVel/jl4L4hFeUQVXYygWSq9C4dpaYC5VfWbRzooz0FwXlu4AAIbmUfjrMDdo
eibrbrwT6XDs9O99R58Dljyqgxq5fycTsXQGa52NVGWNtWa1Cwpmc4GEhpu+HNkRSqQCVXgaOWTh
5nCwEOzrx3gv1Bqo5k0FtDuw6J+jJpvYz7TolxqnLI9Sn0XLxY/T9Rj3W70ulzX6fk66UEbrEHvD
Vob8uHkzaabWd6PmrXyYSW1yWaHn74prRweZkOjwUe8QsANd8PL1MJv2MVp8NM6T8ARVWNPITTuU
u2u4tvduf2eCN1IAUGbOTTYwPu5TFyprXRrbQdarOip3Q2XRw9jZ9UBfvtsk9lnqolwOPlWgXN5L
WuX5rHV+HqsSUbYrbchEerY+SpD0xjICBuCpO6CCa09A2OGnw3hRRD9D/RnqAwyH25TGYSo2I73n
vln1AhzL6CFvuOiKZBGA8w661wzeFxJGc1FVsxiwsN338IA2QgtXEd2NEVBSTKPe/IlrtNXtjeax
jeU6cbq16VMkAaE9vGT6S4hTSd9tQ3AZ2kUdrxQJ7oaebaHNy3zb678o0887q7mLqvQiV+r9ENFU
aulUQlKujGxeAilzwZhEBhqw3f1QgZRuLwcg817CSITnNj05CGpgpFBBC5DdV5rryi/AgIlN7It5
PyjXWQ3m81nThlnDYTP3s1U0Rvc9/t9xcJ+N/TIr94a1ylR69eg5Nlq5sPlhl9yPWCF3ZnelwCAv
BL+sBy0IWUVdGADGm0GfsQxy6xwdrFmfb6y8npXVFQYa8zRoloZ4jYuDOZiL0ErnRqc9pFUBTRFM
Ok/VBsaLhYw7VlObQKK63rXNSh1xtoaTkvjVdV/kR/SXYVbXQ1svHJgUja4swG2s++AS3LSdpMsY
gXJb0eZd0G5bUPieHc+xlRxzbCf8catAsBLnGOwtYuDo0owwynDmGo9gcusCJEvrAcU6NhiXunAX
wi23mlut2s5C6VTuNKie0u3hVCVL3643Db22OvCXMWCFqOzXhfWrbt1VEMhNiram7huvqQd0GoKW
R4PWSdSlFeiLNL4ZSuMoETO3FKR9y/g81n8G9uUAlYEi6ZxyCNBUiX9eMnfsZlv75nw48g5HFzDR
j1jmV86IJhMdFHOmwEdQlDMZ1mc5jd+iXybix4D97hgcbOTvmg0HoUvqZRfO2B00ea35b70HW1MD
kpCDbDezeS9u1a7byWhNRYm+qLs2wVtw61nvrejS2dKaSzDowIJkhYXDWaepwMVSQJjFsovH28aB
EFQAG1XFLOWLifSh7B9UZiLQqJ4mgdu688TNgEols8pT5uWABgm2L6O0Z0b3gO5xFfjzqIdikoBM
HZNVZ+xUYA5W7QNno2uZg/aNIQE8Z5EBrXBbhMbMtw18EpH5S2A2lodg6FeoQCE9uAyjmyhxAA68
tYYzw6FGq3ZKCjmdOlHf8sFba26gF2So1yasa4g7yIfryGdV5lOVJSufboYT3ibDdaUCMPfknI8B
xmqvwxiWKXh7yTymGFlHD0pSokxkwMXQN3HnXHmmvGntPfCtBNhzHuw6FM3zfmWV1llDgLarH0oM
JzCCKxpUCzVHrDkktUJxi7YJ6NnYj5Zx/aM3WZ8NMB0cR1rjDcXGua5CwBrEIjefC9CtdX9f9+la
DWx6r1eRg2ymswEcpNXRvPHxjjySH9tol40XGluYFjxUDaj48FlaYpPnFnDDciNtlepcO8ugcsZm
O1NUFh2EnwsrucoipnFvzhxw/arcDPLMtbFrq2wUo7N5W985GuhNMPaLLPLf1DDeef5NQn+dtXTc
EDsTAJT9ILqUEJkux9p7cOl21cCCE5mcWd6T4wGFZ8LV4Oc6/GFmA6ChnCWqOvchSI8UC50sGi+t
Qr1LwMQPCfTiPiUuh/IpUYiIfh+V67i3Flbdz0uT2rNZZo9la21b9QAo1UctBo0HqMMokFrpygj2
dfuilWdBfKarj07Xr8KMXbmnKVkdJXO7vS7Y9n8OdbGtcmMdhddgDZeDm55xApgLvhtuMGV0Y+Zo
MkMDrCX42prmkZtsNFuelfpZW74UdOS9bl4jXm/V6Bh6+XJwtmbZzwr7rnaeqC0twqBdFNa9mfwy
rJs2fMQ3bCGgkngkHU36YsNjGHHe0Sv7qgwv8wq7FO8mLO+TYMWKWncuVzPj4MyLhssOT7BA2UWd
DZaOCAwGF23VOR0XiHigmqKwghPs7KpUnXcJ4IGkCpdNeO1m9b5N4WmAxbGAeRdgNy0yEw5TlpSP
7nCtRik4XAAsnn/rjTc8xkIFdKQ67YvRuodSvVLEXResa2rCUKn6oNvGys52qQnLs4gWUg6I/SiX
kgz2a5Ox47RvGdy8YIhXSdMfahuqm2T9Fj9cqW17ny5rBbJTYbLGqgpfxp2ZNOmOlrZK0JMKdyRq
12ZzSkHvE00LMTVi9jFPdCHEdHs5nNeVtgiIzVUJM7z4JbpwnZJa1QBdgjLFBAo6O/wB3H+XnqXM
Ox/uW/Br1JPryGVzc2/KJFkkpkeepy8ylmeYUXd0tnXTArqC8B7U89JXNmWTgQqXcDVvZAwyNM1W
Vg2oCmDw1ymXeFfr+SjlmhzcstpvotxvqfS24BVjWO+I1xRXvt5sKqVYBARjmMabzlgX+XhwtMfS
+QkGdqbH1sLO2pk/wr2EiJWD8uhDE0b2BQ4jsxFaRDdCIFWWhWj2wAqD/irM42WO5LwVXTYppNVQ
31dHLGFOgkqrrxaw4u18Hqe3kXZVI3ww1t3CyYyl6g4Lzqo/E0ioMhpXgYcqFU2D4QrD9FUGkTPY
dvDEgvrSBMVkDHgQqXct0ow2ZJLQPYv9V6C0Zt7uOus6ZJ8Ku3TpcZZ0GvssjECkUc13yawgsNFn
yCJsEjuo09UOpSBtlhQBlPJVCeW+oztdAgoiHIzl01js0fwhE4KubGcPqoL0NaXEowxtoxzMwruu
CVwDTIC+WsniTJrnZbmogys9GzdquB347hVsLtcDVaxkG0P35oDTyAt2br52463eVXPL8hcj4cy0
wXNCtnAE4GwtXwrnIiUoq0Uz0+uMKA7kEyKR8Sya6y659uGfUYXNjqXq4CoHKIdihizlKohIQJ21
YsFTM9RDEJ+PyhNbBojMbmGQOeXt9RDSJ/VWqns2snmWxY0zOgtPXyv9rLu2q7OiH2fusdei7r3x
Sk9vbe3SjMolZsczQZM8aM4a+0cFLzPe9oQ1i3QZnMDsHRePnkDEdx+DJwexiQjaf3XjdveqeuV7
L225D8IHF251wFxImH+GeZ57L7KES8WFw9usDI6O1+QaBFwH6j4tLfwVXM+59GHh9Da4ZYzQlg1E
xDJRb/v4KqOvbuM8ANB26ST6VurayrHca0y5l5HcY4ThROUqz4Hf6/qhzvxtyunHBSKexRbIKT6P
HGgXFPdZ9ZS4N1VwpyVyB0kIQUDj1u2bH4qa72OWdGa/jlZ/1eL9ifMCNm+LFOOzivpTk92Kmgih
QmTws50L+tMIGADY0oHi3QDwmlfQRFuVTWC4yhIXq7J+1rrnA+6dOUi34tnVrls9m5UQMaSNfoG4
MxGoTQLYsmp0EPldG6+b/kcYDYus2SFXdjQKJW0FhSUIjJpxlrIUjfwK1+EZiwwOPDxmrBtY7M9a
eN2QXqh8fXkHvwvfkbp7Lt29QVdYv6RcQrq/1AES1+OZKQ5B268dRy5QAKnV/cD+kYinEKZDL++F
86Zh6WcF2dJrs2tbeHcpZO0AmRE0UGpk4BeNCzTeZweKOH96aHuv+Z9ajKjD4K8T7dWth6XTkwaA
Cp+XYiP89dAVMNn3Gk3M2OLsWz1EYQYhOgI310BqR4ahre4cpdqrGaYxhV9zZrbczUh6nTXVDx+B
bEs2cLD8tZAIGdAlsuAgtjU4z6ReerAOKlHcWo3coql/3sHqtwdQrfEisZBP0yDeaXLeYbETHo/i
HakQ7P/GujQh//vu+ZFFg3iK66zqXtKbI4x7sJURFkhGfwWhqeAM0B2TOWz1pNKvfOC+qdcvHEgT
drUL1IOe3fcU0Ix4gCgyziOXjBwuh2Y51/mIT8jxe8phnbabqt0eNyE9Ln4FIt6ErjGHcj53SggR
4maghJBQbVKgZI2xt4DwgWTFNmiAQVubvt9VoXNhiwRibXBmGIjkxoAKi3rpe+sQ0RWnSq5dTaxr
mDBe2Zy7wtihm7YefKBTHWZvZb8ZhbO1G3VfxcxHIpKDEHNnPirQftyUAFVdewD8y/KpLd2VnYBv
vsWzJx/cw5DaN3HUbTQH5CFCOCe2s0/qB5O6PcwlBgPO9H6AWAgv2i/fvr7wO3Lpg21yKlXcaa3V
Cb3o905T3xHMzl1kenqLPNRAGAKPqIH830kAfTpvyDWQg1hzyGX7UdEuot7ZqtV47zu/QumdS/fX
1w/1Sc11qnBcjrIAP28hGxaLWUQSdIQod3l2ojr6juX56J0nXTcROW1bxLT0ctVY1KN613m7VMeq
qPsVKDdeo9GY32odSON617EnNkN4HtvnxUn73Xc/tY+eYNIhQKA8s5iDvCF1lBGGvT4k8EGKJUiy
ndtJWBe4TGYXPT4KAUznir0q0dll0kOd74G69qgqOLr6vVq/NSlb+hDBgojG+N5X1lp3NwYn6ovs
rh9PXGtSuLStFP4G+9Ue8v2swGOXahy8xA3QiBsOz5BD0j0JEFYe8Tyl658Gr0WMUL22UMfqJmNH
GX2xKCCpsRcsBVTpHt5CnHL8vWrzR8MTK9NqVmIUOz9vl77yKECIZ4ZzIbMfXd7OBy9YJsl9Mdrz
LoINl2+r6uAO92ldLFA3kjBitfqiDMN5gqhISaG5cC8NZ+cQTYlp89w6wPwriodIbSivoW2DmVAP
oYzoXmUQgqJxbuePSIXELmy2Xd2iyK0uQIE0iU3yCE1eqR98AmUP46jPkmMlYe4q1eyoMlA0OVnF
c+STLEYAdRHQiGuYob5zVlv9VhEg+o9KHUsnPkh1CYlVjNAVi3M/21aDOzcpEerUIXoj2YQIcUUc
C7IaMr22FXk0Q9ANjmo23IV1tigbf2tLB6WtR9sgbQ+2UbHLKbFhtRR4z2P/K828fQ7Rp/DBT8Ni
RKFFN9Zmd5DIVWf4GtAiO4xjcF4GAbsxeTu7aqeFrJVk4fUwwDvojN7aXXmmhtqUzaeG+to/hkI/
S7NfRlZsYmdYxM2R3b/L/dugHB+jjuTHgjdoaUuOnPM8YMeBplelt210pkdnAEURd3LDlRxejERb
Dmp4bddv0n8Vur/IO8TjEpvCR8hZK5qVujrv042SX9d2vhiN/FdXpZtaGTmzPdpiD5Acumt9SAxj
iZ4JB3kxR1Vp1lrJ5QiZvINvVLb9qstcCkjxAcLbu8O458ePDsACP87wzP0RUSBujvRKhBTtMaSM
ZO8T7dwfz2qyx3Lw7kzlYQjLvUzfbB9WrZkseqNYDvAKmk6eC9/Y1Z7xEhhUIABuSPVNaQ24x9hq
VSaytTlG6w8hvC3UxZp8JdHXSBNxGdrqiT7IJ80ca7KnFFHYMmXcjqyjpWp403v+QnGAkPiw48ZT
CIdPYvlUlxu11lRHRKjb19Fdgs2wWR0ktNavN4pP2iJTeW45phxSyKT2mboJPQzz+uHU+fHjuGVO
tgjb0wJBZbfb99VZ096wA5y48CfdrakmriWNrEttKuUN8hCtO6IMhogcZsepemp7+6TZYE6iuWmn
cRWNJh8WJkce1XgIWpTLdiGSJUF456vrIXWIM8FcCudEs/6zzzyJ8+moqfZwfK3SfzbsY2YIpw8J
gK+/82eDNmkZO5HvJ2PDd/ZMFSfyfa/XEFARoet+fn2Dd5rBBxuyqTMP/tRgC90aJK1psANawzFS
b4MyOI9y8aJ5FOmx5g2IrLX2arc9x9v4PHF/OCVHkqMTHoQ7VJYWTY5wmDdsopwTrZq9SCvZ1vAt
ad6tylZbhmG8T8mmTzzxJ1/ZmoyJag2e6uY9rUYYhpZPW8HKDl18E/mPXf7D62tU1rzHEUkugeiH
jND0sRUkzeqZ0oHqyqF2VpCRnEylpfScKq8hIvBfP9vxo38wmNZkMCs31FCXc6glgjtkExmoD359
ZfP4dh9c2pxUdQrOwVojmAl1Gl4m5rAuEm8p626rW8M6g5amaPmsyuIFwvWo/KDGkWb3EoKQRlHb
SzdO2M1D60kLQVJmxo5u08z1waSG88x+8UIid3RTHIVKKGtqGmkGnqAqDOEOLSivQk4LuTTpRpvK
qZeG/xi5z5GZL+HHbfIhus+GfhMBN46DS4NmforNaiOfXFfMK7lOA6Qfxv5F9OIa12iqBMaJUfls
eUwi+RBJ3yuQ5N9rcUYRJJ73CAZj9kYn9z/49f/6TSC/+td/8+fXLB/KwPPryR//dRa8llmV/ar/
+/hr//ev/f5L/zp/biG+Z9O/89uvcOX/3HnxXD//9gd4ZUE9XDVv5XANHz2u3y+PiP/xb/7//vB/
vb1f5XbI3/75x2vWpPXxaohopn/850fbn//849il/a8/X/4/Pzt/Tvi1ZRnU5dvz9Bfenqv6n38I
4x+abtH/0h1hWbSCEFru3o4/Max/CMMwLIxWIdprxpGAlWZl7UNPcP6hatJyVFU3NMkJlF+qsub9
R/o/MBPWMEB0hEotU/vj/zzX5b9n/7+/xcdeBr8vP5tbappmO5bQNcPhj5M9LDCVOPEVB0UNR9FX
nadZSyzsTi3y3ycdl5XW8R/uY9hSqFPSjV9FmQ6MQCAfFhc/ahn3GzvN2p2fNH47s2tSwz8N/39e
83OLhvcbGpKxsYUjLUtO5dn70S4Se4xIpgsWpOztfFsHXb2LUis8cau/jKC0DEmty9ItBtCZYqCG
oQ7jVCFvb4oofULIOp97Cmnr1y+kHePh/wtm728kNCFspgkzyXin9Pxp89EI5b7WN+bMiGR+mdpu
Br22U8ob1PwQYYiz7M2tE6i6otGNVa+h1xZrVfqjMiybruIYP339QL9v4v9+HsMA2m4wwEIXk4lT
GUGXyYbnCQUuRpSuXWWecY579ho8Yb9xL1MYpmk7zKVpouWlgGvTEE5tZUn7Ii+65ja3I3OBRoZy
CsL7zgqaDrRk5bEkESUwp9CfI1FmyDp6f34VGjutlCBNTc9B8VzJzsy2zS7Jm4odQb6fd6XmAnJS
tRqBDx1ivBJa80RtXVQ39LDd47wxrETu1if8xT6Yc5amM9k4RCOONnU4GfjQoxZx2Cro8KH86kGF
17NTacNHd6EJSX9TWIYupsQSFVSC7TvwZ+3C6jlyjOI2sq2T1uO/81beZxIziGhmGaqlm1OAGzJJ
ZZdEnoXq1livLAQHtqGj6a8ZJ6OtkQwK5ylNyCVuWfrN1xPro1XlqMJRdZsA7RhTJpcu8i6sPai5
KuYfaOXUlr2RnprYq9Z2tQsz9DSy7xZ9OmR+/GEGMxMdT8tGZLWxuuwNycBTFacPRp1ZZ2sW9TrH
Jvz/nmV6TlpYWRQRKxPThcAd9QD1nVN2MB9EZDS1bWGbpqnqBJbf76L4RpcKGRL3wYFvqLVqOHAH
pbABU5njSrCeX78e64/ey9E1Tdd4Obq8kzu6RawWWeChqHJUPWIcOVYDoFn8/btIIRwqwrrU/4KP
7vSj9a4HmFFGlrrMx7icDZlyyuf8o3eRkhuwMoj8UzTzCOhI6xOYtEGVt5daFgdL56jv+fW7fBBi
QXNbGKMKgrTzFySlTh8xT9hZSCzEWvORAnUHJcPfHT2Or2/1wQtJFoHOSlA14y9Bz0613FLqo7Kx
PbgLp8diIXXRKvn6LuQs0z0MNxdSFyacRMBkgtZWezq/tQrHPamshjhJIT3QoiUWKuio6jf+EOB+
ajiXrS9PBMwPhlJqqrTZQ2xD6NNQ5qAuXih5YM7oVvuz3KySVTMCcdHLVDmxWR03vsn+QUhWLc0x
VdXWpqR6O4nsumcrn7UharkNwEWJrqSPiSAtVX0Ho+nv1R/eA6hkL1CR2jcFu8IktTdl5tR1jPYj
54lhNlQJp1ED+ZGvP95HQygIz6ahEa7VaZ6jW0kxoj4rUByhBpW51BmbOinP0Uc5BUn+aJ6YKkFJ
YOfsqMbkAOchqkfHQRGoh1veVuLyuoVL0q0lweUQGkhJ6EoU30JDa5FlgYX299/UZN8zGEsm6rQe
TfNMpFatE0OOql+2gsQI6IsaLVQvPzGoH00W05SOaWnCIpk/huk/ZXUIdI64QLZ8urK7QGHxegjc
EqHH8ZflhgfHa/4eGeU4V2yVJEmzDOFYqsrh4bcbNikREn45osUuqqgh3Ot9gFLW8usR/Gs4sUmd
OFeQnziceYzf79JHompcNxUwrHJ6z1Wtr7LYPSUD8dcZyV0sHIws4rCqTt2KzcpPR89DXqfMCusm
VH0JeKarf8buSZunSS3h3+NG7CLvlpql6/bxjf/0ofTIL3lVTjDkhjb1pcChkmMExmiAEkFJRoLH
7Oe+07XZLDFbNJFM/pO+QdEhW6SINkACjKuA48mOgqNVi4KWKfv6V6Aizbqip2NX81BrsC03jCSh
4u0jaKei9NuuUHALzgZbGmhT1G0Hki5Uip/ST0FDB77aIkHGku1nyCGat9gsCIxn0wbbmTQQCfCr
IDBfXEurfxlsiki5pOEDFB8LoXy1pblQgqlttlVp0hb3U5OcHuZqWq08nvjRV0bQnHoamAcJE4Z3
tAqMMmzHjxbMaxuki6yUcRZ5AoG4xjCx+VDjRDgnuBUfTClNEzaJmkqmqE8LlnEf2oHvIYrVVtAT
kyZ/cgZoHF/P2w9mlKahH8mS5LBqTrcJsEBZZWuARcI2wsfK0CkG5ZJ2T4IT0d+/lcHZSaqmPK7F
yYQKi0AtMzNAG6pP4nVkRdjXugMuikk7xKcs4j/Ic22NvY9cnlXP8XGyRaSx7kNj5wSV2rn92jWm
FsyiOJfI9OUdPfEiRgDQlok710oV05bQ0Yefhl8Fa6+P0HQzZX1iqCeN1fcVxUjqmmqyRxrmtPLQ
5IaoM3JcGjJ6vOvLmBJpYBY1XPsxelVRSz2DVc2oGDSJnHlXef154aQpbF/nKK3qBSb6eL2Rcg6L
bd+9KnrIPX87PvO5oe45UEVtk1LN78s+czCwTHsyFrdI9Jeq0BCKzBXzF4d+/a0bNOvc88Pm7e9P
DZJ/TiOGzYYuJx/L9uNA9bOBkclMeLVhg/A0nn6oqEfKCazAX/cfW3MoKKjUpaSjT82EIg13OcgP
qA75HGRVVFeA1vRXZZC94T1zbuOieWJEP1piji2pNkFKc6xpIDXcxExC71guoS6+qXJTv4flnszH
pkfi7+8PJOUmyZxnHzeneg9p2iAsklWk6Vre0ICEQW92Rn5QivGUnMxHr8UdoF5IinMstd8nisNu
N7YZKctYayh6JSqzI+bkVotT2d6Hd2IuCpN/6VJM9tZuTIZwaDlHiUE1Vhn7ak0r1wlXGYfT6MQI
fhR1peSlbNNWj5Hx99cCPy7N1CUedXYenQ29GFccmP8e8/Y9FOhsrDpTkOKOMT3oaF6itVpFdPIL
tL+iMso2o1oBVP56OnzwMrrOe0jTUm1pyuNi+NMeLlGFrZSO6dBT1timPo7bVtCrm79/F7ISkhLJ
QVd9h3P86S65VVEBU/+HvTPbrRvJ0vWrHPQ9EySD4+2et6zRsgbrJiDZMofgGJz59OejswqV2lZb
cAPn4gANVCUS6VRSJIMRa/3rHwSfVNv0N2NoT8RbhPYHH+6v/TvNWmA7zgIqg92e3Is74ITVZqgj
6OQ5E538h7S6ayvxz8mr+bPcxb/fD8XPcvAGHB7+yYaUzh0eq4KLcb6IR6v0g11oxliQxvafI1tA
qTTvJp2GgxJuaQ3+8fRGxwi8dDFi9c0oOG/mMdgFcfORV8c7T09YdEsmgJO9fElvr+KS7lqmM71M
QE7PITB0dxzz0bmt24CDRQz2B2Dpz53mbVPIUwT9X1Ye93fqQzKGjY/vLC2FiaFvgve1sh9cy2nR
XHjpzVxZ8/dEzdatNanSW/VR1x8Gfr/975fme7ctlu+LdekELKC3tz0Lb5SSCm9VY+VwqFO72vqp
Yd+3JG+sJ4kZ1J9fj53DDGw+B2GdVh053wi+Wtx1pM3iqAPoyuEQx3cEj0AhCF3j5vfXe2drZCJi
Cs8zwWasU4oSjAzA8J84sdFgxdqFeF4gPN8CtT3+D64EesZ24vkuoPTbJ5mkjin9DOEHvmpo0rCI
WofYwX7Kun74Y+jCB23zwbRYqss+/PZSEWYkVuTwTdemc92Iwr83onq+QO/40ZRmef0ni5SDKwwt
ZktU2aebPcbGYWpLrqTtXl1zKtwGvgETx9EMaWLfyze9qb3D0EPA/f3jfGdnBuIC4xKg/IQ7nHz1
aEMGxXAFz8Z4DO54BhKKfTx/sDzeWf7OMuTiN6fw4O/ePkkgjTAwBHtL4CPOC4z50a8pfiMEX40c
/nyDBr9gswRACCxximHUYqYxs9kzvSglVa+Fq+rGmD5PKXGHFWjKB8vkvUfIpGWZJDLyYpz39uZI
+EZ57WFerHQ9fs5Q9u2JOProi37vKj6Hl8lOD5p2erhRbGUEirHuszm+U9LrtkP6YWvw7kVskxEM
NSKb5UmFk0tZNrWkDS2zeLrwqg7dgGlZ29+vufc2C1B/0FXuxv/lpClKUVtGHSCoopndO4nnQJh0
Ugjd6UceD+/eEJugYPzJRPeU6xA7rUdtRkE/V8QMqgiP1bQz3A/g4uUjOf18qeLBdpjGgbGenNIa
Y0PqWlbAmJTJIdIubP/GL3e9mOfjUJfuxjcqxEgDi7D0PgrCfu9xUr1RHnBusX+c7IhRYk1RZ/Z8
wrky75GtYjTehfZVEYqPLGV+vVRA2SNAr9jq/V+aFjMlmWFqXMrFHi46aaX9bVx22X4UffTBifnr
lsilGL9boHDL/rv8Kv8oR7AyiOcEl/IVyQ24aQ3CxSC7rt3nxBj9JfoSsBz92jIy3P1+eb5zZfoW
CmI2EBbpqQOerufZM4JGkN3iyr2iCb5VpRvc0YMGMZQTkWyp9pLNPNlMcX5/7V8fMA0hBRhjGqbo
zIje3nVYZOmU013gUG5ji0xjdmhVGiHYIYHh95f69dMITeaLgaAj9D3+8vZSUgbaLR0gLd/o/Gts
/dujbPs/P19oLhg5MSm1+OZPty1A1iolHJIkkYWpjsbaWPO7fEQ6eOdebN6ZWIoCvvWfIMw/FktQ
xhMbM+W4nRntwavzeSVaNM2/f2LvvByWPrsIc3fa9tMhiuuVubCqAHJxPuO0gPBphS6WDJTGmT/A
aJYD8e2OEgqTjBjGNf4CSJzsKBPRDjl212JFCljxnHUFKGTcds+OTKarQaHs7GPb+uODjIsylOQw
Y1DD5nyyIiI/zCI9AnJGMnoaJ6hSRW9EL79/iu+8K8oMKCke4A68w5PtypoMJ/HtmRVBG72DOu9s
GApNm//JVdiSAXHo+U6vQj6yMtKWq+gilVteGxSGPJs/uMp7KwLYktZsmawym3n7xBoeT6xaW2A/
2c9bUMt5LcJgXoP8DB+gN++gduyGNIJkTIHdoW99e62Bqdk0AZSh0S0R/ySlWWwNX6G1AkZAmsoJ
8DUZyGtvLENvhsHOv9OqhsR4jg4qZCPOtp52h89pU9ionyfnj2HiZbcOPc4/QPrw1IpHe+XkjNTL
iOa7/OCUvslvkny0a/1aSXIVvgcAH8alPMy3TyHSUiah4huM/Mh7gMtawBKcdYkaN87XHJDJB6/4
neXqMMy2l4EKXfgpJDgFbRhVNa8Yt0OTOCcx72I3nf5I2rH0+WyRlMEACnRt4nSgYhtt282JJwjv
ycUdv8ZjJ7uPvrx3sOhlI3ZDIFVIF0yJ3j68kSUzkenCB15WzkUO8fjozUV12+i2QAeWRMUDuZjV
WudFeaGQ5X6fFTrdzdCnzYXrx/kHu9w7nw9Iw8IUA3sC4j2pnCcduMrhJCSL3HQ+OznxoqVXt7dO
O9sfHOrvXIrDB+xu2Q5Cyui3t+5kfmRqG25HmrfxVU5M/Lk3Zc1umKX+4EN471LAUFBRYAnSUp1c
SpR+8fcIri6D+iVAY7OfUomepc+SP+Op/1w37lKnAwZSlAFzvL2tbjAmCREGdMOS+lDPmIjGhh9u
kt4zds2UfDSgfedrYGYK0Mqet7SFJ28sdOhAMFYgzrWW5EOWSXIgs01/sNedPkGemUvDbXKgw/Cj
P317V0PLMMLXXGXqmAPVbezhuRAlX9LM+FMOoTAtc2EnAPfzquzTJehNjP0ahZBtZGpHIpZJakfT
Vh/UWtbpc1suAxRsUmZZTJxPLb+Ktpl71XOZQJFRTO6ZIslXkJ47j9hNa7xlQ5skEkwVXJK+8Bm8
m2Enz5He5PZHpty/Pl1+F454UHmX7+oUQbEzfPxNn+GtW2QlefIOcdx9G+zLUPyZkSHfNBMvni8o
CqwMj+3z5EV6RavyBEZGkFfpWUgW1qfGzj4a5f/6cOEbUVJ4zs8Ju3NSUYgsq/OET39VN974ZLlT
81A7xeOfFRTcCkvSc6CaUmOyMt/eylR3cdXhaY47iF9sYmWT0usmf1q2ANVZ7MuhRfcN8HSqrfQq
4tnGgQemRFBvPeraT24Rqs0H9+IsD/6f9eVyHUgIgs6KzZfx7tu7sZs+Hxhqk6sO2flbCaPxqc8x
SZ69EjeWGTuEH20VjneqkuEzjkj1s0hwc15B2uuWOKjU6VfSygtSG0p/umbDc4kFGTL/LOtH0/+i
8glHIq+ofL1PZG7gWltW0cFPqva6s3piWjFXFdWRGrg4L4o0Zzw/9uLblClj3pJEbJCoUwoLb7BJ
dGtCdJY8Z9u0m+2Ya5/Ec3uoz2N3wGOr9uL2q9CSOi/Pxi46VENf6TVnSHDINALzpgsxten7PMVn
yvYSd1eYmYJ8j9ptig4BPlHeuqQoja7GsFOX2eRP971jYZLQuqV7FfPhNrsMyy57l+UaIbplTrM+
mg6G5YtoMH8o247EwymppnXozclFrmvxxQxa67kabKdZ+Vk9opnLrDzfj5QupKG6Y3tBQaCehqAl
ZjSKR8fa6XC0QlIxEV0uKUFlekxRH9prTWWHci9InWonAhJnV8qxZ1TWVlXkm3ZENb6pUjfu9yiR
jegurocREbhXIb2Lwp5Au5E5Plk3CTm6su6wkagMQ5My4NXDc2VW1r1A5d6vVSxJdJqLIvziuKOH
TzEyym+x8KDcNeHY2Wu2N33jxpm6dnq9pD/KMX+kbEkUcdQaN4tJuw6KJlX59dpN9GCuoiCrL2xD
OPd2WTTlanQ9dW/y96zztvcwAVA2DhtjUHe7uU17velDyfafwmrONm0+KwqDGRo2htvDgLkAxkRo
fmrbe5Eo2vHBTsgMizD3iFe9XyIzq323/l5EmtA6mFVEs+XCEF8iU5nj1s5T+eDXUy8PvlXFn/2+
C64riXdTOiHAT/B1PTOnnoBpaHOrAR3B02RI7x4IHz0nFFSVrwzRDhozKIHVU5/U6IxEitH5Clpa
jh4YZOO7OfoqwaV7WCIFgyDBdDzXxgtnm3pUpgyrddoRD7wOYHyM6zCMh8/a7edqU1dUnFhz1XV+
Bnr2M9Z6gcfofvE8mqLev+8bNLirmZ//1vdjlu9nGRCMG6LBx/gxTA+ZWWW4FtlOyutONQ4YRVCP
39sx81+GFmbPNh1NqXeiSuOHEbCh2MjBK689iDbBJjNLLVY4VAaE/2RF5ZCel1ZdvGVcMZ/rICHm
HhqF9xzrxM3wJincGk88r223ZetBcHDqIvDOUxs9z5XbaCG+uBkBV2svmCI+hjrDO6Nw0lxsMi8k
JM3wlF/cQJNovsbLiGqPdCKx4eO4vfyaisbML5I5Hvp1b2j1qJ0AcW401u6MDU4yPWTNVJfkWqky
DZ5qEpx3VpiM5XmBodpwqGAe4lPJLOurjucYGyF/ytgf2qK31uiD4gZLn14/Yhjcf44sl4jEkGdx
LERK3sDUNEFyVrkdtmOtFflYBVWYr65M56duj2QOii/EHjjG6CghEK3Qrb8y5172525s5tYhTUjA
LmtNoGnfpry8OXOe8twzb9n/m6eqzZmWBKImKLToq4W+VFVfq37J8BSGV4comWwzoK3SShNQM7RX
KQ6iLgGGDf4VUEf5Qxdhx31MtOF1T54WXoKk0nWriBE1CWxpMC2yMu3+yMJyFzl+9ox+MrpG0e6S
mJBj47uXY8YzwQuObLqJ9gAjKRk7I/EKQRmt83Cs5bYlvI5IlNq2N202D+U6nOzCRik1hcOmhexL
lKnfZFO0Hduqs4/golmUrmeCJ79MWvY3kdURqufHOnDua2RiwSp1W+sJqb31pDu2grPOckfx7HkF
pcWxl4JRZxWE8mLi+x3WQ6Htr4bV9wX7f2L7axifysWEw1XX4GmszVpo9NIKx34ethWQeVeHWXOT
+HHaQLJQXbC3G7qbVZ2FIampVjpdanLFZ2zXKEex2TCxqavHwiG4S1ZfyKvGIQMinO+eeXHXv0Lh
wgnDTMRwq6YRtsZDV2QosmsUine4K1WV9s46U+Q/pkiToChJnT9Tqsd4sAglco1l0GRv+TTw1+/o
54tVRSqCQLZmBsm6F5Za0tjCEVtHG0+u1jDJpTRr82mYrdrZpMYUvBgxzH3ub8xeK4dInVXkjvZI
FqMXzewyDszepOynZyMs47vMLUnaG0SQOduIDwosPMtI15vnxfeqzTPC66Ee+5/nhKm531ki2kDJ
l2fCIDB6XZuLaaITpVO4dT2vekkGUsn2AVwc/Omdmt5jzrvkmKAojHeizhvAWSfugWbD2YoJ3Alz
zHtGqfb1oJKb1kqGGYOVUHerNpjcQx/W4S0+JCgFm8kjqNNk/oQjS8SWsXXY8m6qMbHKday6yllT
FBh8+6E/92vHtIxPaqx6hJNz3WUHN41DYqp7wqxNVdeXXTbqy671nZhozlluTXjwIdHKjXfNQp/H
dVFwwH+zRBzLtQOK319OIyy/i2ZUpbyapTXgN9R20v/hZK5h7LqxCswrC1osYXBITJynMSMGcs+y
JoDP7JyEvcNilV6QbJRiVTp7sfc5cciRJDzR6yZyDaXjPTY2SeBbh7DDem/rrOUrbGY3vTAyG/ew
MBxcLI+UjO0jLU/ZHePZz6qdFSeDu5Npg3ebgav0s67aobua0k7g0SKlRBubx05wKLMRRav0JUuV
jtgtvnZJL378voj8pY2wlhYNrgBDfNq107GXUKphO5/QMUxDucVQxl0rJ1JXvjdE17+/1Ol8hWp1
Ga4sTQvEfyYPb6tVQ1jwRsTsrHxYppxLHo56WrDWnTYcd9qT3VkSNTaWeNO8bYjP3f7++u/eKqQF
AL6FB3nKIRiUGas4b2hjkjnc1a0r7mpJenqQ6fqDsccvvQy3yjSelt7jpKWgfXursSpKewqgJZeS
AbCBCQkGaKjD//iGAtAmE/EP4xXIbm+vYnhmIf2Bk8smlWGb+lRfXUfEaNWa9Qet7zvvDjrnghdA
Y2LacIKGzGaQze0MfTdTS9ReLiDHukmCM2bsiUs2smSXzlV80aV+dTa4Mvj2+1t974H+HOZAebAB
gE6uX6eGX1DCQSkPZL2fcOjZktjzEc3zvRWC7AXUAukQFKQTcLbq8plOaoDXq0uMUEaj2RKdjuf7
IMM/XiGA8wwzmEBApfqlRdSt0yldBFA7kjDdzkwFLrzGDV7/9LEtV0HXwMkGunSa4GX5FhUMiNPi
pFuu7H4x2B3Tj/z/fsVFrEUSAhme/yGBXbS+/5zyJUkA+yDiMkaTDVf03/42dfN+DQG6Mja6qYLL
Eb9FKo1+xB6XWOdyUsS6u5BNjkFD7rRTYvHmE8/8wTBk+QTedshM8j3AJ0rshQ568onkU904JQU0
qaCeSWSna+xMDuBdJynRAzRq7crr4o+IIL+uVq4KPWihCoHUOifwNlFsXcmRuux0FrZs+WI9Osbi
g/3s3auguWMkx6zfOx1kkZo8tOyczqor8mDX5MODaY4fDSx+hRjQpgLMoKFGdcTtnLzaZk6CyON8
gL8fruLW6h7JXifJu1E+LnPW+PdN/T/Qvl9Vr8UtqvHX9uK5+v9AAb/AZv+9Av5L/Pp/9s/5S/L8
TxH88jN/i+Bx1/sLcoKzAKloGqHE8Ed/q+ANy/uL1Y36kzfFn8HR+Y8MXvwFyXFRUjH5ACBdkNF/
y+DFXyZigIVlSa1KS+j+iQ7e+pnF+Z9PbaGdsp+xl3DGC/Q4p+kQVTNapEtlNzb2rNXKoF95KnLt
3uDwkmFd56aYul2RZN+GX/w+bLBJJmb8i8kw6/tcZUQLR2aQns1VkC8QS5A9iMlkvzKqNDxmTSke
wAdIghPQuDZhnMyYCBMatDZpDOOzWhu+cV7DG04Pw9Qldx1n4JO2hqDfz/ZImrerZVNfJEaM1VmU
Z1GNlW8QtKvC7G88JTt7M9Z18EQcbUlUbhIBBmAhKdpVAAnaQtAwezme50OOpWYOysJuCqV+BdLi
bDEWL1qs85YovKnrmQ9MQZhJCkfaSFyFAvK+qlqYVNMYzK2wA5HfmjmDfj/Yyg+JtyZKdhsVRHBv
UtEtA2kQA6AUZ8Lbd6pz/K68liZQRgPAnauavsYgDk7xuu17EiUNjK2/VGbrXLYdMuNVXc8udrZd
74S4+YUxpluuxlg1t+qRuIC2NtKjcHBdN8ylqxRtmGOG2PocD7lTPwyVQhljhbWRbL1xLHqcTNLE
2s6VnRUbIfoaWVeg/cvEmEmitmVFJ28O0hwPk58qez0NTNfWUaDVeDAy8E/8uYHGe2e2v7tW7ESA
4xW+iBFiceyKBebOC+STmuupGjh13UzZAz2Q6UfrWnUg7MFozF9amNumdd/YMbYeXaVQ6/ezq9qD
pcHRVtrrwVMGH0OpbEjHdoeXJ4wxVYX5sLVtrNnpHZszWm0rAx2Jxn6Vx+Ec4DHWEj2nUivu8Nkc
7Ojv6ul/N7X/WpS7//2mto+fi7f7Gf/63/uZ9Ze1SHOx52DPALxeSuR/bWfiL6gz8MkCJm+hx67C
nvVvVw9+jEEjmDf8DarrxULoX9uZ89dPiifzGeop5iEEZv2JrcfPzOJ/bmfwbYEK+K8xpF60Kydn
uKuqPovD57gq8TyLK2JQV17p2UjMRGLc6do2zvMGbs5qjEdyrTHJ6meCymtMXCEzVWQKCBc8pfZT
/EfxQPxqQ2VID5qohJoQS50a6zT2wDC6qVbtppVJKa4lmuj+DDlYWBGtnXajxbeZpMWnJh1HdT5F
Uw2bowaJ+CR7OwOY9Lp2k8QlDXEXVvzXRJGm5jFDrtJjp+02pFQUafvFoGi7ianV203Tmq+2V1XR
uTG1nbWW9Rine5R02O+x+Zgrug2//YTgqVKHOa0a9zmb5sm8nNGvVocg7PHV86IqrzajJbpyndpW
/yPQpl9vQ/zGzWOZJo04dJIHg8sz6plV2vWBcfCkIq4ljLN+44fa2Vd+33fbYPYXU/CswBkgRZIY
8fVDkgRQ6ZJ6ZUe9d86Jglk4KKL7WliF8Qn4xrPJrBETJvthWg+w3Wf3DtNRpmBzY1VnDKDTcBVU
fVgeXFUTqdJ3cc1gJMmfzdTus3UQ1N4+kkbYrdxoyj+H80DUSZKFMTBp7Kg7FMDpqxPlUYllYJVc
VGaQ3/h+heDPnBkagF+7sT4f58iod1ExydeulrWxzhrPuDNkG2PMmwVmsw4HZtY8pcx393FZJ+7a
DKXGQdlS1q6QIY6UXuu0L07qSJM4idS/Na10jPATsKWBM/FYkI5Q2n2+JSfGl4d+wk9lJXISy1yn
AX53Ike/tLkAQ5p5L+3aDg31dZrL/KnyDcjHtWhNvHqTSYC9jswwCjPmUMiB1hE5FmG/KwxrOMox
HaaNKFyn2ySqMK5soq4M8goRSa4sVhbpEVFiZytyl+Mjzl1swx66zWiVGtA3VlZsGPaKuUSfrby2
IV1kVkWecBB08fU8hyl27knSHCPoAq99EDrzenLt9sWTU/Gohdc1WyM04nwzmDHWjyPzj09VM5cv
OWeDwOg3KW9IQUv9tTG5yWvnEQYiAGyzrQKwr9Zs8eO8mfpAExWro/y70RItsu4n32bckOWjIpNh
8O986aiROOaecHipgrb8BLpmPWSoMS9LR6Dbby2H9AkdoQKlh+/UbaUbt18lsVdWe9HJT17vNi9i
4OBaR8qRjybWeN4maL0JZ3zc3nHibrX4YZoNqHVAMkBHlI6DXHHEhgMOq5d28X7AMeJ7EvaK3y6E
fY8neSb1uldti0WubBggWF4X/dCmMsje6W1at27OeaGJ2dTnUrqzuY9EOMfHIVFSrZu6lLwSZkUT
bmR0uvtS9/p2LnFGolVv7ABbfwfDz7r1WrV11AzapMLke5aCsq+wZxvKnSbkIVsr7QxbXZdjsxp6
aZxZZCz8kFEiSdRRhf1d+oIMjCT2hx++nww/4tpcUhuUUQ6kncBwW3dFYD0GyvEf3Q4t71orK7gn
EKJ3t4PJlNJxU0YVpR6x6QLC/ZGAteF+PNvh80SgATkWecGBTFUbEuQgo1fRUDR8lpXNc/FYktna
EG5+ltfmPOPXDegoDV7L0VadOgLUV5Q2ZC8ZT7OBVKKi85/uI5S1j3rKzH4z9xqzmcJBu9HM8mc4
bDQIJgpUl/ssHMf8UOSVpz+3EBymr1kv8fIEGvGP7BrYT7uljwOCW2KEuirn0n/wpR1kl8LvTH9n
ZDL4oZqWmyu61p1WFTS2C0slRr8PVBK+EDkcFDvylCZS6/SgrywGRlijhWmxk3HFdIrfT6xYjjF7
WsHFcOMuiQSbJqO9DmZJeqjvzti9R247tWvVjVNBbIIKyBjRfTVsmtH3vjAHkUuQRh1dJb0cgjW5
t/pzYTAdxYKe2cs2rY0S+WCWOTdVWmA83Sdww9ZxS5YDyH5T+MQUwTTAWR8V7FpCSctxoNbtlzTw
Fb7FXqPgeCAJusxcOfx87+U5di9A+Jo5w3cOA2btieXibe+WuIuz4WrVYB9f4JQC2WvqtpXHprZq
Kz9qVyVKH28TGqXkixaJRSaS1aT+ox0YNbuk7xgtkwT03ceI9TmAF5Yzn1uZp4JwLN/LCEGvGU1I
A31Ol1JifxqcqX/w7ZEhdNybGZnTloUdLPO19Js3JFFpraTN53bey7Gx7keVpxA58hLDizYDs7yp
GExjOMsBU2+ypG8f5nQah30elvNAqgVSnBEG7oBxtDCj/jxSNduyIM/iiaE4OQyZVdk3UTtMP8ZA
5RogO689SfVa509RmtkHoquS7rKwDEs9jvxa4ktmGbNiVYDabgp37KYt6Xvita6AvfzB9fbEc6U3
3rzU+8HgdsTnKOc8fyha4SBoL6zuC6IpNhXBkkjONXtutQmZcuDG1wYyXJUWdrQyE/zqTjqAbduC
+RG2zNRroDIp/QZJPfFDCYXspYnTBdI3nvxgKq51q/0KAVSmb2VcV8a5UVlseVndF48VVyKCHokl
gvsN8Ubd8CO15+lryHDsex7lZbEfasc7J8ZGEPld0DxxUS3/Zbjxv1X3fy00+v++6l51WfSs3wIJ
y0/8XXjbwV8eHjLIbClwF+CRwvbvwtvGF480tYUmib0KDOL/wAiO8xcwGvjPgvFBfVqq5X/X3dZf
0PoXCNpEbwJdLvyTuhtU4i1iZ6Og+olU4osGngGk8BZwcoaE0FeJeeYQRelVL5RNtoVLpRDo0twT
yU3USKWQnGxy4I5XlQWQFZTockJVOGwfPOo6a9tXrrrUTiIbgq26lO1nzi1JEdbOj5ZjJGJNhg/J
hJbqoQAF/GOfcCgXllZrjzo8MnevP8+iCIluSCIwdRlUHNtxbAU3KE8w+bTgoEQrqcupWxU2wXdU
opH1vbZ4OWnujvdpjFN9K2cu22MCIFe6qnzz6LuYomND/krII+7GKqropcn02+mheOjzfGf67pUt
8qvYbR8NArnGIbgw3PhcpUylsKYZesUh3q3d2tja0biVNmFh1XiQkD/txjrw7yUbKvl+i77OPNZB
tMSLuKK9HtGovqAX12FJLYPw7iIN9Ibvjymxxn4fCodZPUPau5TGsCmC9FNVh3emGm+mwCuJv2i3
s8VPdj7pJsRyNEXGYwjWoI4JfqD1tPxlW0e+1qs4MMk3EBM/4swbGRtACCF4qHiMkNRMBbatQVhZ
uyVerw3mw5jQYBnetLZRFb3Sb0RrHKLukyiFkqBvEq98iWq6LbhV62jIimMVkL6Q5ccKF+tAfXHm
epd0TkzWQnzTzOauzbIjkS03jko4FeJH7d2nCcbdxld20V3alGfmbG8yGN6q9S4Myi4DPGYOsQU0
xBA9BjXECrdpiOmKzNvY/5zE011vD2s7ifeU+9RgXbUB2yDsoOuwAFbhxiPmpVRAyjOjW7c6M2Wf
ZRiaf8KK7UhGyrUjw61kCho4ybbsunUGykHEymfPzD75hHSnFNSDH3Y8OTbF3CBfoQyw6RvORXPW
uNYWdtBuTu/NJanM62FR+dy1fddFFebvzj4KM/G5NZ7gf13QvsV7VX/TAewNy1tFaEYT3lriN2Qx
6u2oXZK2ih9svet5bO4hFKycBqZOMNGfEQhqOdVVUUUbhkt8OHirp97RgTe3nWxxzMbLpREQdvA5
aGEwdS4F62c5GGvsXqPzwScMqDfVXTzoejVO8RoOw8FT/cHFKo12rdrapnHmyaT+quuLzpwE9A3J
VFvpe4N/zTZ8Sh3ZXeUlwYnZdO4Hzpcs7004pOlVlECRmr3VRLSwLibzQFFb9asMtH+bD6Btllds
miwnzi355NZk83R1s5U6TkjqWQLZ/aMbFwcr6S8ArzZWMAZ0W0R2ODUfa3KhpHWAe3MWB7jqwrS5
9qvxqFu1KU0yBDxptiuTesWsl+5OXcopPtq9cRg998eYchCTs9OzQmwjP5oD0GCmL21vqK/Iqgqv
xUz6XtOd9/nZaIE12TAx+im+VZzlkKyqm2RaMh4lSVfpYB4MI0b/m716mvAE7OhtUC9sEYmUWbI1
lj7P1Fj4wEQlzzUjNA6YscH3CM35AQwCnoBe4yK0Ivhmh+ZkX0Rk+XTDJgudq4HGtI3tjV3ykrB6
s5IcBIwGFnaPuk0t7zZvWX/SvnNVQauEAoGJCSzeMxhSB4pDsmdqMnaQCHwSurge84jZ+3whyvjc
7MYttIFNUS9ss/AYWxXxKM7BhpkWK7qNQfQXOVF9VWfhh579GKuMoEEiQQMAvRaf/ZmowPwG8tmC
myJjccr4cSKG2ZHTld3UZ16h1yEzf22Zn6AkbbB/X8FHOkYeHeqkvINuWrrPiTo2aCeS3sytEn1H
iVbTDZXuywy1hZ2KW0LPtfI8fWFmNus8OSPk8YJB0ZnQOKX46lUrr3qohPbYuaOd3TSbsBHn0kyf
HHPc5HTDOVye2plvzai9AOBcez7xOxq/HzGcTX3JcirqtdO5u8zxyMnUN2YmfkDL2aGmyjecamCn
nrhqmK2MTbAQCx98BXicEyPUxMO533lHgRXSEM/NGg+lNW8gwfI42EvDP2v97qZ06vNlOxplvAHz
sI+j82rIcN0zjl0J/zt4+wZPyo2fXLuQpHbTjP4EQo32cb/UxBvNxo9RXrT5eObM/oGIXbzC6E76
Uh87l9cuxksa811v5wqvrekJDs4qnXGyb5rkeoACHTndsC3nz0n1mFOnfvPjkcneLRK13RAmhDWZ
F3Vr5JtG5hLBi5VPwZk/liMb4shEkBSOmm3Pb4c+XMtSljDdvPYxHtrqwdZ+VxwGLeELWIMIb0SW
DhaOTQ1HC3IW/V2HQt+Pc5g9mFWbVSvZu+712NfwNme0zE8ls/8HPeXuy1Rw6VU16SnZFAhpzl2B
+dUKGI6vMTdr90rKdCKdxSrCb2RmkbzToO2+m8IcrlnOPIP4qixuXppo7gICGqIh2aZS2xAoSHJM
dpmXxv06Ie/t3FFtOmzH0VSvjeOTx2VXoz5vhgXqyZqOW+/NiT0FxIuonTJz8lfUUMM3X2gzvuQV
l/pFpYpvJyZiYV/jwTFvFULUbh8HMFd3PmTN4ODXkUWW4aRaZ8P/pcZTfxKPdPncI3URLSRU/3qF
A4mPnYuninHjD31enmd5l5JSYRawREm1UMGFVUACoTUj4SnrNPiiVElD2hdySsaAfkOUxNQquL3C
iCLrfIZf5+0hqubNCvkCeEuMWFtezk37f9k7t+W2kWxNv8qOvpkrVOB8uNg3BEiKIiVbB8uWbxCW
LOF8SiCRAJ5r3mBebD6wak/bKo8VNXcTsasrOqrcLZEEgcyVa/3/9zduVAlds7dTkqcxnawsHiIT
bEJNy2ox0w0i4jURiVZvsZlorQRRoklgsLTlLUSak0rS6wS5noi4VAT0qZ7GYm51fXlpczJ6HG1i
ZLedX2X5pTebHqtelo1gceYhvesQvhpharZ9H2qNqydR4fhtSixhQtpQyo7RbgdFD/pQeSL+gEEh
J3lIpxC5KLFvkuTmkXK2DWyhWxf+kskmMtQwdUfSIYNnYxnoMvWyRfRsz7HFeXEghyVSSCQn8Oc6
ecAOUmrzpElXWy5aGRO+F5R1nu6aKfC+BLi6lot0nK0sEsonBraDImUcTL1ekFhwriIeGk0m5nff
0apLa16s4FLT41qdqgS92jZ2ZL1PZO/Lj1PZW9dzM/frBEUMybbsONVeuErpajOhA9B2ohvyaesb
9E+25mjFxt7ymp40GNpHehi7dIFRRjFTOvHG0pelc5GhagVqHMRABJOcPKCd6Xbx2/ygj9zRoYHY
HFN00vr21hoxK+0c+gcIfkWBDVVNeB4DUY6nuMNXtzGDUl5WSYk9ijo0ZzietKOxm8eepJllGsZj
2zY22azU7ywp+pBN4SBoiB+0QJf0eooVOFK5E+kdg1bYX/EE2sk2TzjQR7o+iyAq66mKkPC6RyRe
6HiVVriEuzhlHulxGssNJwsk7xoCxoL2zwTyLTHFQhkjaS0gc0ZFSgCvxs5rVVaNiBeT8oRUW6FS
VAge28heLJQUfWD1X2fpjQzp2lgp6ozcYwKYx4UXsQUZa9T1TKEz0qcKyCRJm7VscDleY/vzxDYp
l+Z71Xfjk7Qmh2xgKd2afTR2Tlkg25e+S9AUjvgHZ8jI8JAjO+mi3jDvuoBfblSpm0R6nup3BCoA
xEzLsrqQJdKWSBD+dVoSpT7bdpUgZR2maKGB0kQ9vZAnp210mA00alTUKiO7HIukP9IK7XEW1nFd
7qumInoGuox2M5vVku3GpEkeHe8hceh2Mr+Q36uJFto1Aie8BXSprMhMSmorn87jsx17tDndZZg/
rK2qKkylMh9yluiYcGuPPVorZRJvuMDuHQYW69lqBhIATOUMEpGkap/92u/FNu5EY+2rmGHgRumx
RVGCN4ew3qlfwmqqhi8ERLYgUGflMjIdDBeMvm+90oSyvtte4sEN7Cbrq4nrnEhY2/Nl1Mwuqiy7
SIElZSidKqTLvvGaqFbRr2lHcyZS3iko2gmPIoczGHCp+05HYPRSNKRF9zYzmWAp+uepryVoZyX5
+obOHYkAoVPSRZZrsjHp5CVvLXMmdNg36Cd7ZXlrCcTgoSjp8W6aLmjAjntLzN3ENCTfdOTvSlrY
CuohzLSOjXkx7MuxtVDYOsQGEYrtF2o3tx4SU5eeLNNaqyFtM840xKMyT7/yzAbfl35RfuQsbkyq
6ewLwhiSdBQby8UBuGvNFLyFbtc3Q2YZ3ximNTyQS80WtiyCsmvS/XjeLuycl00pxJopmhqwyauW
YNK4yYmJ8mDsCRLD+8XeLnrTIcvqF/PJRwf0NPDfQ5jEnuaF2CwyupsBmL4/vWX/3dv5F0ar3zV3
9jKrfw5KOP/AXyIR7w9kQKuJiv4N/Cx/daD+l0jEQe6BBBt5xjpdBZn476mq+QcQHiCgUL1gQpxR
gn91d7x1TMuf8ldgrAJp6590d95YV9Ghrb/J1REt8eYsGDk/N3fyYUqkVaVXGg3vb1M51kko1hEp
IwvQBZGeEb7kGL1JHmcz1HJrKlMuB5fYqxfHl9V8KIZe1dEPF/DjnzPdH7MO1knuj5Pe9U0ZQOcw
PPO3+9Z9CRq/082pvFrmub2rYII9trDnOM3bcfE1CBL1KVBl8MVxpPEeE/hnddWf1wMgKmJRi84a
Zt6fr0epTC0evfyqbnNtl7DZn1TFZIHsP/3jMBvp0+8/6a9eDsM1cjE4bhxAGKz/qNOzqolCuMwx
LLEQ08wS1TMGkPpr7DcYW5ktfv/9661v/+2V/fH13vTyrBwBv+T1DHNJt36htwe36/W9z6Fh+/tX
+lkL9+eFXNl00O9xAtHZ/PmTpZlom3kpkF7Xw1WuFdWB9tv4DiDmVzeK6f4pQ4XM+vZFtD4PpNtn
Vw2SoP2M1uRVdJk4zdiQD2Y8dE+yc1UkStd859P9rL7969PRfwPrcH5631xHgqb0GlfUVQJwmew2
lLA7q1DJrb84/m09yfE4lcGIj8LVbuOcAmPz/3B1afByi66E7HOg0w9gjsATc+HovH7RwITHxbZH
HvWeXfgXNyfEatYY3+NVIOX9/BVSm5N42qRXmZ85zzSESEnUl/xmKor0yqSm/fj7z3QGwLy5OcFy
YOlFos2LvmWamAxiHNNJrvJJNEcwrtqXBlrLx0a34hvf1KbHYK7wfLsWgw9Z6P2ODlTphfRz5t3v
38ovHhMex/U/3MIWVMKfP/lYj6xQcXI1yNIIB3xJUSzJTJIBR/9//EoruotgDguKI2vOz68kBaPb
Co70aA7JF2vK8oMIFpfgVpQpv3+lX11eQGHoethqmCm8ZeVVkMFiL7dOBBYbCLeq/isETP/JhhxS
H/BNlceFf242Xkw4eijTqvhGhjWKkTzvltvfv5lfPLio5PnMNj4HJh9vLjAFtlO3rnHiGSIFbilb
+2u7FO22YnB8NYPPfFhmWskVBtF39Me/uKmhB6BVYmOBxW6vX/0PTw65vbk3WtapSQqf/NFg2BVl
6kUMQcUuNurk8PsP+oaTeF4pVtQC8B3kU39HesvATtl6zZNtuHS9KlE45Il7AfYeJqPyixqt6SRS
X37ONN+40OLa+izy4T2Y6y/Wq5/exZvbjJU+9mRrnpyyZW+nO9q9QjHo9tLpHaaIJ2h95X5ugnY/
4Pd65877xVYAV03H3M1Nhwz1zVbg1gUGm8U4DVOFZ2swnQsYhuY/Q+P+eaHZ2hCboZz6U6P24xeL
bzSmf2CcNHrBHMRHcz+klR72Rj284/J4g4z586VQunFuoERbxWg/30NesoyaMxqnoF5IxxnT2RO4
79JhZ1PBBxv2m+Rq1nt1yMzZ5PTZFycHvrm+WfVID3MqZvK2O+t6QhSZbpD0+O8hdX/1sGNzh7iM
4N1C1LcO9X64zf2aLpztTCejFfNJCbrwtM7Kj2am3D2G3+k2zatg12dLfGhlwJBETN0hbrz2vft/
fZJ/XtRR7YGaQIVBOWW8xWGhdIUzprlHCNDqFPvkPSaZLbdStMFN6s0A9V2OVzGeuxucdCl9s37e
e66o4w36LvVOwfCLx5GpKOwzCOUW9KK3i6A1SdXAHzuOoil38VzIK03a7ZOnArS89TjuhefJCyOv
xNaAI77NpDM+vLMkrEXdm0sCqAikHaUtzB0q+J++mzztGGrV3lGzsv6Kmb93MpM4vsbQizWDHMtb
TLbZRY0O+TJz6+RmxtYWzZjC3nkuf3Efn68EOEcuxurCevNG5GSN5Aoe46rPv8eu00YYHg8GkWKR
hNnehnMFkjMZRHeByDt7DQwxfvHbro4MJBiHFHsSiAtbXPvqXezR+cZ4c5WwaZ2PTWCzgHj+/Obw
KVdcQOvomBkjiUCmRMxjizuYcpJXXfUt1pcSqSJuSXsaQRTI2MTtq8sjB5W02zQWRs13vrhf3Mum
DmbXXafxeGbeXC+mzpNWzPpxaLEDbKbJLj9i7hTYuyhDkrYtb+egF6GU/bfUJAbU95vgEI/NfJOK
JLXeKVJ+dS/zdsAisuqteNM3VppW9TlqL+uYzEXCfUsewkZMMC7kJBjyNkN7DwqsuZ0wd0d2W19r
FrvO7y/J3/dxeFEOaJqVjwilcf3ff1hm0FHZtJ/Noz4OzD2zktaMIfUCla1VPMrZFQdl9I8FQuH3
7t31Ifnb7XFOqKMMXs+uP79yVttSLz3jmNd9d4EAKdvTFPN2DPP1m1IExlfm4OIlqFLW5kLP4sMU
lAcvp2GOnGCIqioY3llb/n4tUDlzHVbjHxXs26WFyDyEXEt+zJpm+aYLg1uVoXmzcQmS6EMLISIC
Oqo9VLfinwWbrTsS1BkMJ8ToUWawCf58NbRU2QW626MPFvB2UOm8RxpWPP3+y37jKvvrVTCzGKuy
ZIUP/vwqTja0Zrekx8Wbm+vZ7Uc0fVoRjmLM+HyevSu5HfZ5GWdMKCZaww7B1jMW04nwa2t5JIbG
zldiQvLOcewXl55dRg8Camj2/+DNzVDGbekK3hhXx7yYGqO6rmymPvFkJqFfoyKYm7gOMxm/s5T/
bGZbLwiwPYpYqH7QC4O3fs9isPy0rrRL3y18wlcbXwxhC0243iIxa7OoVHHCDaeS6b0D4JvI3j9f
Gp8ZumJwbbSJ3nxktBq+vUzpUXhOc7I6Dd2WyuiY57gxmmIM4UV022qZbpKxc48KSsHO0eYeeUe+
MkpE8VFA9wkRCA53nt19wF693CAmEVdVN45hNybPQpf3UhEZCGYr39ZIT0IB92Xr8q/vlAl/r8qB
2FtwttZCgVPtm/rUE1kpM+ldmvR1L1yanH60pLG1Fw5dWbq2S3Lz+3v57zXp+oKAo1g4OYC9tT5z
u1TmYruXkxfg85F+tytQCIa/f5FffCqeSsDvDroujjlvnko9y9tFy53LSjPij6Nnr9iEGnLDbBjl
vEHgp939/gX/fm71zuGqjOdIlDmLwn5cjuuCwF7PE5cDrgTm4ROKo9RwdyAFzHc+GoelNwsw7Sqq
X1qHfG98QOvNDdjVpZzy0t2aS2EPuy5ZpVp9otefGVzOdehnI4MyF6TnZ7Nl5UIHrwlz66ExqA9u
H7tXJhLjFMcpA0RdFYvJjNAUKcqXLqU+dOf8g6H6rIpymCf70gum+FD1c/NdNkv1ok3ore9m2ywW
ZvgtwtS+K60HJcriNFpD8NxTR6aRZ6TtN4MR67AZTHdQW9sHbrRVsV8+i1bCZALHIdUGm15+3fJ1
AY8gGjjYmZKZeiimymHcuGgJSaBl+Twk5nLCsqV6xFiWQL6D8zJmwwXXtVEt7B5sD36BJsqSzzz8
4rUrl+nInGJEndSoAj94KcvXviWCJUpxS7w0Xp7fclbVXxkxmDeEkJYJ7hbhoaoie/CpHtCvRYza
wCN5nCy+5Xhexs3I2PGrXWHw2zR1WVpgZvT8WBd2cSPLsvc3nOi0e/oBZrqPcW+QBJnV/XTE2Nao
EHMWNJnenHD2JTGGi0mLcy4esX8bECPNIZdBHZoIkV8E56BPAzLnmGRzN+AObmdj3JK2Phh7spRz
d1em4rMpZU0unDGobpeTy4zqzI5TZoxWTvgO4TIe8yR3HT5QqDmvVqoDAxpL94uoi0FFFhulvxmQ
ly8ocZYA0EQGlXNjDEkLxgbs55EokiWLJI3fPhz0clxC9N8duii3lZyh6lQR9TQH6aav2QrJi/PV
Rd9XVrUZujTVIvjCFQPgzok/VGK0AGP5btZFhZaZqMAqLd2LfFSXQy4YjRrz3KEYMTPqvAKdnB0i
pi+TbewmDnyWIDPi4xgUZbOVGGT2qVb4zw5ieXtFX3BXESaLl43Z8vjAY8Dgc9KdOd8EDgKYrSXs
+WD1VvVIQWW2G1ae+Ek66fqV1IzbN1U2FwdpeuKBRRHMUTJP1n1VG+mXtO8msS36yfru1uyzpNx0
9q0o8YBHMTM7GVXLDKeJ23JZm1a1U3B3zs6d0m3t0U8tXl4WaZeHrYtup/S70tmPGUfnjRjGrrhI
RhFkl4xIUd2lRU6zgOABgFjxwPgIDFMxP7duhgaPACkYNaROGPtMFSWoEG+pkk0JrAfNQLO0TKO1
NZkB0YFNGnsOwnuf5B6leYC4CcVxM1nNBqiV4uQlMPWwgQV5FbYEPpUMqiopo24eICUVbRNAIUqK
8cnNR0/fQJNIv3oLCkq+KKvUd1g1kpOt9GU/6hkaSM3O8wduZMaBSZ2UH1qKQUghuKP5Az+1T1YZ
qC5StZN0B4NMogvGpwgqYwfN2XaZtara6FMtjkj2YH00fMnjFs19/GSv8PutVeBbjBLRgyBXJNYO
F2bTDo+x7+fDB29I1C3gGLMMuxhl+sbiQiY7zfLjh7otMoWBcp3QDUpvYULZGQsNCtuuiERnUTqV
yyp+y1pfh0CWjWfnhM5IcOxdr9qyVQbPLaZLe1tCp/K2QetV/qmYWw20FOr7eZOXBsX+krPm2BhB
kWnaKSUQ/fHnxSvMSwQ1/j3zfjLqoVgIJJhY/6u9gdFDYDBxCc4qioQBuyHb/s51M9QepaA3sBlI
5bFomOECQc8gV0dIuxbYWWbKT5ksnCI0VFPnNL5zKhK89vP1UmnLJ8vvWXYShEoXSd4sPuc5pb0y
lnbmELZuZgDMm7SbPJ5kjL+WEhtlHQvvBh7geCVnzaxZeJrmxrV6kW28KcBbb4zq0TGBwnClAC65
qZ9/4gsANhV7+p2ZlZoV+lU9zmGV1HqzbSrUDFvSWNC7gRnpg80UGGm9M5PMuws4zWLAIAHaDcma
NE+kmC6PAc4RXBBYhxGpjatIqXAMxCC+aFGvNMijyDYZ/aWKZps9JVQqtr47vsqurLzOnXDmE7YX
jrakd+is2880XMynUW+m58mrJDkeqVZ98ji6frRzETxorq2uEyteObxVrblbTIyuREaYILZbSmxf
EUDSuCAAT+k3eurAiSPZjm+GjCvHDUVrB3wbSU/GLwW59pG4r4GtbyjVRRZY+WfTHo0X+rHxx5KJ
GgZKfXJvm9iJ8xA8O4BTqlz9VOZ8c/i1lszbU9a3/gbOErsklvU4iRZwP6846HQJWCtFe6FMQ+Zb
LEouJjVMZtVm5KZsolaSe4RI1lFfAtW7znbMRq886OBav2AGLMaI50oOhxkxrDjOfqrdz+iit1on
rXRfqgrrSYlHLQD+VZefCgPvIIFKsftB17qyDGXVJujdJh0Zj1shJggrv8q56eVsnCha6N3n2gSy
UM0aq7aDORD3CMLiYmNPRB1PTG9qDDDsuOG82EKGnnCC8dBORX255BQSBgveh0wxX3lxsNVdGOw1
iMt1vZaXEyakIsT3jGoApqH/QdhNhszRSljSraK1vtpaVXQRxRDmi6625gIRuDs+FsLNDsoEcr3p
LKuuQ6BC2m1dVni4Z9MsvvuMzOYQFyt9OXpino8NDK0GtMZK3nLaXlAUDla56jSd6rl3x0ntbE+M
/ZWandk6JGXgXtRdiZTonOzFglY6z4CakuthcdtnAsELkr1x0t3ABtaeGnTyI62UGvFFr7VoxQcZ
0P0x7NIeQnrFHQtOkN9Z7jBdV6zyDLao19kU5CDSDQrAXkPNVuqXOqeR5TKGgaN9JuZ3KvaofAJ5
iBVaS2yNOP7xf8WafWWw/lATzhwoPtq2MeqhhS0diCtOzFRFE3cUKsucPMht0Q66uTEbbk0ksTnO
oFTSQd9iFJcPbhNTU4zE/9BEYzK1LV1HfOk7I4+jxPMQqwvPTT9nxLx8d5HY1GE9UvbQvMnM7za6
+RuHiSF53CZZqBvbEe7NGHsGK2CVFARJztWKiKu5gmHsU0dvnEWxnfvL3OoY5BODgsi3nC+plqW4
gV3/blmS+Q4Yu3Nv4atHK1W3AbsoNzxJ1HrcEqw8TKMTogBpj4OeC/SfFl1/ey7mF0eooY2G0XLu
pz6d7gM/sTL0yD7r32LGHpQ3vY0/pIxwFEpUOcS3nSMSxbLkDGuF5cRdqKwFI0XSY7YNay8PkHRR
WK+Wha4NpxwrFipNAZNMzenXCp1VNASLfUXcR79tjXJI99TyrClK9TitV/rFtUYa6LKLu6DQoVFZ
+lezoWOMSBYgxDZn+b1y5DjeL45edYdct3u8SGquboCkeXsWmaze5zMxiNskdmkBxGZqozhs7Pgl
TvXqtiXucNvadQe7LEFSE+lqYZ+0WD5V2Gda5YZ2PncLrlavDXZLNWjpzi4VESomMLWFElcGr0bf
tX4ITbIqIkS6fH3oQwfjKoDpmezagMihsPYHG+qxXPBmzEvs3NXlWH5qU35qB8SyhoSm9cPjmOaa
QHzvddXRj5N5QRWRzUZIW9T5ns9N/g0xXJVFrsd3EpGcjPU0Z+kMg14l9Q77Hy0fhEJ8J+Xsk2Mf
oHb60mg4V/BULNW93lVYELHllrAVRhrRW92Nk89tpowrZsjL14nI6gd7qK1Lv5SpCFtTzbfg6fwx
bMZe7t2pwPRhAGij/JnHee/SMI0vrLG/H5s82FuaqIwwKyi29pYwtW1N6WVdTVycG+nlWX5BeLR/
Yr8FKofyyqO4TvtBUgvlY4VJkglHA/5MjPe1nSDG5iC9IKRXxfBU2c34OJf1fFtxU5UYVoaVBDlJ
lPxBVw/uBcsr1oF+RkYaLnnZHZnFxNrqlqH7ECOIhN+B2O87jDZuh9Tup6sFDeiyRRo6PlrJmGib
3EjM72gLC+7oyWp3bTcj0Q2sIb7DbNxgv+3n4pqxdPnqLbmuIuB19pfGdMZ0q2UGfsHEaGrnMsOp
r6CWYA+8EMhpDQ5WXZ8i+BKBCGlnw07USlgjFzaeezey0APbIf4JFPFpqs8nPFHA2ivM7vh8CBEH
IF3GVeR0efJCM8sbQ/Zed4jKQZu+uCKX9t5DHvdaGqN5cKyZhJya9ehxHUdcp8M8Zwe+BTTIAWRV
CG/m9BAIHu2+7KsPfoIWLxSLjcLc8rXyLk44+zIW8ac0soLRvVoK8iFDar9ehWM32yvBL3lKRa8n
od02Jk5NQkaBb9orbSAwVhaqqnO5cc1K+yhNexk2HdadPuJ4o17xd2hyJ2YDQzOqELTEXR14jzV/
cjWrrr/tx9L4WMZcGmxVRQXLxI2DL71kkdi1/eChqYTVW25aNyXHekmk9gXV0oynoGPqvVOWXr2C
IdXuu9zPuXbSgx4yw9LnNzllthahhl+EgZPkaPOtcilDL6dWwzei5LjTKqe+dART2p1wJBUzJlDY
NBVV6Vrz2ZTZfZ0645VoHYTdboPiPAQbHHy1yUKHF1bFbcG2ojUfEkH2WAjxJVObXBft9cIar4Eo
zzhNNpM2P+IQ76ywHCZsAArq6b0YUiEgBJrJp3Or5r/1cv9iGPFD1yr6Nnz7jxcAyMN8/a16+c9/
hf/rfw4v//H9fxzGJhMvP7KVzj/4l27O/MMOCPSjPUcHDSCFxe/8Sze32iUNm90eABZKLTpd/9bN
6TBHCCKghYh0jPxxfuq/XJF/MK6FiMSPGms4LEimf0Aj+TNa88f5A801NCqES8A1IbLJedP+ykts
22U3U4TGyXA/xUnAWi/RqGLyHTy9gnDbupp4dCFiZl8lhzzzds3RnMWB8nqshyhvkev736cOImW8
S9vWab4vMu7t/kqXlfaJBIU8wU6zunmzehJ33dnjC5+i/jhCjntKeDKfIA6mn/3Uwxs8nn3CMqOy
B3e/+odjjuMY3dG/vwZnhzFvGbdxf3Ye22cXckE0/bTxV3PyKJe821SdIZ1oUaRHwuttihvdSsWh
XZ3OS6KP8zZltGFFXBSj+DCfjdGNsZqkzbNhOmkC4wI9UfXVSc+Oatz72KvT1Wmd1gYdrnLBfr0A
oPhqd9rKylj92f7Zqu0GA+83Lgpa5oCcXGc8qSV3ugh4caFHU09y1c38pwu8T8AaeYMvjQcTj0F7
ylprLQ7xbVjplkhPEGzu2WBul4n6LDMOvMe5SO12q2PIfii71ZjeGElhcW46G9YTp1WH5WxkpwGP
qZ0FGIN7dTa7W2fje9ulWhviVMEQ7zT0ClkNV6M8+k9M85TzGOjds5neaK2Cs/jZZL9WkXU0WkYH
pSGR2U5aZXuqzuZ86CjJdXC27FslfYkQ8Bh4mLOp31rcrgipf5vlmp7GfO/ZEztPjNbffsY9n9ih
xQnMp9NkJMkxDVIACg6d7SKS8KG6jWd2ab/PES8Vm8Wu8xkvj0TpT4gBv1gfUvmBL505d1PoRGUX
06JAz+tyoN9i14a7Jb+9fsSUZdahBwkMeXVvch7s9SJ4qOt4wLDLgfSgkmDR8L7BHNxIJf047LAv
c3Bhfy/2psFNQVhgr+HM9zT/O008broyKAVicZoJcySoxbNNmQ6xd7Ttok440SzBR/Bay7d2wmUS
zrC9abI2FCk4NLP1sN7a01dfM6dbIr69b307obpG8Z7hKSyIfdwpqVOxz5ZV4IVMxvhbbgRAUeAL
Bg9ZN1gdPuOpdkI74Xd07dh/ybWqvuGQmmAjaPriJe/gvkcNo5WnBEPs3ax8pcBviOkCgb6Gy68P
cAFD97b2fYYw5IKr074CbK/5ZGAtP2kILR74f3ofW9gi6dYb5XCHIIYYbMAS7ENQck1arTWoGFrY
FcdB204k1PlgBNENjWKzGKKduKylpCZPW/PV6MzmtrZ4uEOUHThWdbpUeC8xeXxOZjdfQqcfnHxX
GmsCBzij8lpDUwfZKB/6Z1wb+oeyT1wvmjsa6OFYLu41FMpEYUkpdJ3qBIZNKDWmWTFz5W+MkXJt
S2EjIMDbQ340jYrzoTb1cUkHL1N8F8iVcUKCM750vXp+1FU/PFmTx0HEQmJwvdgDgvfaX1Ap6gU9
eM6fevVpMfLW3vQkZviHJBHDqdA0/Qly+2ixLXse/ji9qW54UXwopag5ejmN4X0wOVJ8NmPf4aYD
nnbsW899auaOMlR2/ByY/HR+6GWQXhO82N5xcFk1AbNXf8KdMtzCm7GOU9NhLtRMoD+Nl6G58iBD
fMkICAMqncx1d9nWWdfvqr53Hst88PIDOKGYfqwWVzeyqLSJT1whmbM6zMkA5fTuygvctsE0UWrX
neUVTZRwTLur6AcrTJ2ZuJN1u543naE68rkbEUHAoyHGS9HkZHCt5bhWOlERDFQxQxd+/dBplcDm
1o9KjwLlErc5JmWnto6RZycwJjQQ3YK1KEzcBvqbhZ8EKrdlJk+aRa+Oc0zqeZEXa+K5EBUhS570
NLXB41C+QDZ2JswhCFDoC7KWgh3HKUeW+UcrodULfo13vTFd4oUha6Xps+lNNFlUMQ6Yytu5lqEr
O6MlVUW6GFdp/Xhbq45XIngsQKarvKO3S0jQqwkc6xENclLSae1JD0gSPaC9SvbcvW3ZHtjsNJHe
RmtH84rWPbkJwARmc5NTCnwaiti65U6h601XwfoexI0SnP/q9EuSlDTIJ11NYWw3/UO5NtALr6dr
BxEauk6+ttgrwg/bjbk23lXpzN7esLGBb+SfDfrMlQ/i3LYnR5nSf2BwbfNV09kf1h6/PLf7/XPr
v+J434SAUIBr5+fxAP/sYArxvZbcuvMIoYb/ednMWpDu83XGgMCWcUNsa4we7HUKQfgGA4n+PJwQ
50FFoenqgsgoxheBxWK+kZXO2V7D+AQTq2UfnBwhl3A4D0GUTzAGGARmI63LgZ6mhA+JpD6PT4Cx
M0ohlwCH/mr7U7irmLZ4vRCX5TqBoeVG46Q2ypiT4HlUY9kxsAD/PMKpdFWNUeEOy7T3z6Oewfco
TOR5EFQHrfXJWKdDPQq4e+VagBPwefLJgDWstMjzfIlfWKvQGOhuHBlieZz4z/Oouu61+6oaeQwm
3J88bOcJlmpTpllyHWxpZsWMqyaZ4Vt8nnxxjGcKhiPVfGIgxGwMIRtzMq65eRPbnfFKnyO/NYbM
exHn2VrVx8Vrep645efpW7sO4lpDildvHc755zmdat3843ie3lHOgHZYlpypnqyGsec03C+nBO3V
M5N2JoCj1Ttb4zwXjNGHBTuMCLMMid/KrwdwTjC8DJ8bZ1yHi7YHs2ArzzNH8zx/9NdRZI9XM8Uk
xIASQExxGtahJbuelx+582OmcdWCWzlph3ZfNk5QHQPp23IvsIfeKD9YvqPB4oQPQBEXaV26Hyyz
pVZqYLXVIQMJJjue09svLTg3Yo+tdPoANaDHOsm6x4RtXlumbl7jkUyNmWGBdHP9bpC+01xKDOHB
viEz7ZjpeuJEDnkOHxjGz+0m4x6yWGUS4zqng3bVZgv2OEkuARWjayyQ1kffYDdIVYeLCoLcowl8
6SiafPyUtR6cI4DR+b6uFkXuDHcMZejotR9FQekQseCBVOPf1bGXpnykC+l3rJeJOprUFB5VVk1n
21WB34RIw3JslkgzPmMF5tFAwKid8snUmAWD+vsmAj7UpaiN9jAVuvXNG4S4TeoJhdg42Bn3jd77
d50zg3dKG7PH/GVrqctzJYCFJVNr75SnOc6RGbD6ZAg7eA3mGtN7QKYuCZUTusG9bcuRtA36P1+d
XNKIXwaiDZgnDyZefF89JvMsQLxhM7/vWGfunGGgx+LXtk+HroRTX6qWRBFN33paDY1sdjX3oA9m
+WK1SX4vC/JzLgpr0D5PzGA/x50ZHNHc0M8eIBEx0B2ACmz0xFU6Q4BFXSbSJjiokUl1NKbco5JM
fO0lb11qgxacXxAVGL9jpKplmpJXkYl96mIbDifUogBAlcG0kIadvK2QZRcbBhDLyVdY5qNxiXs9
SvPRLDaBXHTIDpjZKhjHHWEnaTe4O+LSCINsc7P4KJieQ3xQ9ehtkO9R7gddNg2bguhyLaw6nz3j
n5+m/3/DD5uroO//Dg26e6lfkm/ljwfk80/8dUA2jD/Qy1BVmUhLHIcG0/85IBveH5DScZ1xSMbS
hULw3wdk9w+iFjkHIig4B7v+b/bOZDluJN3S79J7lGEe2qw3AcTM4DxvYCJFYp4cgwN4+v4Qytud
YupKlvtrZbWoSqVAMBBw9/Of8x2cVH8dkDVgQ0ssgCO3TiBNV/9VsOyrM4rBgm1BM9ZNE6MNhas/
W8WwWyW828MbO1E0NDEjf4AuJDsQMj2oH7Nzx7dqdMLt335D1z+O338Pjn119SxXtfE8M7akn5Ru
6p+v6rgRpvbSu0lCrUFJtppbYCfOH+zfv7yIR8+XQ0sDZOUvt9boIQSfzr3B1mc+Tw6v4ywC4rv6
/a189Q4tt4JagbygchnV+XIrHKEa0ZvuTdHTU7Vy9ci8MfHUrCmqUXdq6bz+/nJf3Tzny8Fv5ZFB
nNO/gvYh7UoHZe4GAmZzVEfjLuJtcNH2rvzDff3qt0dQ678u9LU3gNe43qvSoZRIaEHMrH+lkoH5
kzvpizfpfDcLUotNCVrGV2SVjTJSxLF9U4Sud8sfIhU+ynk+5JiQNoyyGB4yyI+D3/8Oz/D+v2tC
58tiyPP4RhL7/FoykafsnePcvWEzR1OsKWJr1WB5BLZkGRtGy9ldL7wQJT53niy35Z1pFNFbwkks
XBlhP66sfDaPqd67BxnnWkh8vij/lJP41TcTajzmN8MimKJ+fbCE6BsvBRUPgGdD28hsct4w6fyh
J+dTNzh014ap/sGu+4tP3V3IwlzPPWeQfv5iTnPcxtVibxKyPtZMoxaCofxXZa8WIRvTxYeGF5rz
tknZ388XAfZNFKNXb4CCZH63GBvmwZXb33/ItJv+4+FyOIpAcOebQqHA11dbHUepEHUCZ3ZgWC3O
4+3UzauDcAu34sY8JuC5ltKmB5+ByTjOSqbkBD60fjctw3PrxxwdawJb5fN8XZZ8JFsxtw5+N9rV
LmwKorwAjwzHwWT27NvsPK+n2T28ntOyY2MRdyypWJHqB44r9YMwC5tT9diIz3hgkAPT0WWdthRY
QKtoHjMN+lFtPFHJRYnQqHfpfVerfPj0Gu0JMBvdOlJ7DVUIIKweYC+k86VrSsL1ej9eRIo0bmqa
ywi0VAnRMM6eo49Ik2p+5dja1mWY/RBKs3SBQHnGrUBJpzupRAZbCU0UN6nCV3Cb8X/oHAoFk+NW
WvLV1jCRrfKGqfrKamq0wqat3cKvJuQSvj9h92HGJRjfTOuUdxTU8VOkqbl3MVqlgSUta/ABvcd3
+BS8PXpO4e21ucCyxVcsOtpNVRX7aoq7exV0XQoYuAv3pcqI2q9bHUBzy1wUZ1dWyXhbVtrAkR01
7pPJazEhaQGEWiMWzdWFLhMDvhKvsImDqsXmMSKy8SHGgdG+4J2w82wsU4ewN6W7GV1Lfy1Dm+oi
ar7mKkDtBKEi3Jjhu9WV3p2RWM01OOPmEr4DtIs0c/L7MrW9dlW5ivvAooKvfxwg4bi1LV/QSPsL
181dI8BeL67nobWOjepF32LPKaBNpQisW1uM2XOZtGW6STILHiqAhP4icdshW+vsHnN257UMt+zw
sxpkH7isIPYkMb9YBcVR2zaFTLDkGw2NNyq/JdpQy5WhJAz5tVnWbxytlmEVI7hLzUYN8o0MMiub
8NiQgPMdbGEEf6N3a8CvsjLpquSgzzjpXZVN762K1knYQmf6k1P3doHPNx3TFYzxkBlMI40mEJUW
XlZZr+enRkqOjYUlYdhSaSLvuiTraCOrAPnyhE7X2HE4IkSZvIRH3MBOQWEHuMMxo1nlUzxL/IZa
DoVq9rIOU7wVgj+QIfSV1JrBWHimNNWFDIyraEDKGf2569Xbhg7OZe8uOKxgM9LDAO8JoKopGhGH
IujBn8Bi1X7VDC7+2lble9M2uMdYVyglDPJGTdN1aPTje0Ik40HP8vZVdk1y50hkHX9IbUjZutIb
32Qz5Q+mU1g3mTEnb95YuEOQmARJgtSrsn018jTvCTKMl/SnYaIj+lDt+6Ja1KeJ7FKiSz6g2bWK
tyW0+sJP0D6x9e5sikJn5zDoBd4ymBfeK0d0xrJ0MNpo2F5XkAuZ++klLDvy3zq/W0AukQeKxVFU
9ZRnqnhNTFDAPhiX9GPiY2B6q5XDvaan1TtV8OELZBCAgQui/7VuNfNxNExI6Rna5lVacuZk8pZR
MQeUF+yfbrISAs9Kx2vMFLqy4uCTvIRKTKCYDoESE0hoLQiPObY3YTULuZFFQ3FaVRp1GSiRYz1U
JkYDNV+ewVHtH8cWPckHs+MBxE5qhrMAgSaVphtTPmqjHd40E8bcbZO0iNUzoJkESKxntH4ph/ik
GolNc6LiWhMw2cEEsxyWkctgNdJSCu8S7VMKvJkrUETxGEyijbxAF1jtsYzo8rqro/xGVhM8vcRS
tAubrTp8oKEz1DUTUgiMo+JFHrNdzNn8mob8JuO5R/lw67xci860rltZ4FSLumh+oOe9hDCSymxP
j4LjMq/v+vq16EXFOMfUk1DZeJDBeQM1FSxMx7dhrCUXrhAUQBI5m8uOMlmrwJ3TO0IadxaWAeFX
aqtfdsLssBghQBWBAuxbPygeovypzXHr0WFa8s21ar32GKug7a+XbwUQXc+teSC8uVkWu0jw2sSK
gBFgTvL1oDj6UTMS57OsiLoCuEzn7WxIVDAzoRBulZt4TsBVD7TIQaI/KpS9jmiTkf0iLLA4Zq26
kC9neyj93rCV70OmoN8NoWdt2nGaab5MVeZnRZFdq3g1PpTY0j7Yf+MNHMuEj74WcSz3fRgBWlNw
aY/4x1zzptbjuFwblW7ST+EmrXrfIA/nQT21UbJjmh6RkbIS/Cz1uexCIZU5omcWEPuQzaxoA5cB
L9+YavSFOUtvxhJbT/3x3Kcxn7s1mOJk5CGW4o28pX9217l5qq0noyEojrRJW8dwbu4YCrN5SpGQ
x0Bfqj0oJQSFDWii746hx+MTKEScOHJDW+1wozcWfXqgrh3sN3FoB9U4wJcvS/vbKGRWghhdqkbM
c+0IMhQVJOJcR2JNSzXJaBbUlIwdkyUcYIy41+q5z8TEEMujiOePkUWch+8Gs4YVaiKAwpjsEmd2
wUK0YetBV8oE8SpdsZuhQ8U596mYqYUN3DmXrVjn4pXsXMLiwZfXVgnHCvDeyVLUIhOe+rVzbnHh
gAqOOj43vKTnthf73Pyi6iMtMO25ESZsK1Yqm+LgdJeEpa1cqHk1xAeyPAA6KwuEKub/yngiEuju
6btGnexgWTxjoUVv7NQpCn0rc9w4gBZJlU2Jzc+7LwyT9edq1hqM7cXSfQN01nnVwV+Bo/Oaif0J
sg1AIFjtLEJGkbNjkllTrJqmpV6GMhV89y0R+SvdzrXJd/GGNnwoS0+EAa6NX+fCb99EfacVPqtR
j5OyZ2wAxM8sZ4zgEhi/k0YaHAoQX59jb/T9Tg9xk4MB01HJJ7hB1xQBpOOGIzuq7RK6V3akI4o7
WzF6dycm5Ci/SUCFoF0txQMHQcFQ/BBOISZe05q9YsvoAK5szyJSbvIOShwfMbGwoFY7VjVcs27y
PrgTan4QyxAQt9Q80B8EfRpzEWiWVgh97jA/bvqz7xH60UW1WCEJ1inDfjw7JD2vKEB7n52TZhrB
xfrhpzx7Kyv85sjiZ8+lfvZfGosVs0dlHVY2OxXUUq2n4aI7Ozfns4sTVcy+Ss/eziKcsXmeHZ/x
OCu8l3XNjLfjYgrFwK3cj2enaGEPQ7dnQIaDdF7MpPg38JWe9/n/48/4X9pyuP/vdafjR7kEY39Y
Nvbf/8+PP/9DdTK1/yzeCRqlMDxwsF4STT9cGYbBP+EVxTlB1XQykPgh/qqIAXNERs5CkOLfA72w
QG7+0pwUc/FrgKpefBk2RzbzX7Gqv2SGnSWI5KGWWIaOZcilGvHnEyBQ42QiJ/FmjWWo6c8jpR1M
sIy467Agj3lt3XphJ5W9MvTphzdNhgNsrxyVi7BSQhmgt8yKt4X33EM7BjnbTS9/+1X+QqD6WWb5
8QO6cCdAfsCgIOj28w+og1qmEbv/Psa2Rq5NCU0I/CQphkUYq50/nFV/PnUT0yRgrtsGJ31tadxb
wOJ/j4MN8yiYq/NiS0A2BrSl5o98veub39/Tr67CsV61VJfjJyH/n68Sx1PGCLtMV3Th8Fsr0naf
l85w+fur/Hzq/nEvZ31S5xWPZPNFdXPVyotwM5Bd1Ip0w5FEvfTGuN+VthUds1jx1mpcf5htNP3h
9n7+yP66sEGml0Qdepy73P7fIs5N4w3AQdn4TjKCkcHQZC8oVt9oE/jf39/jz5rfX5eCtIN0alLK
+lWamcuRGR9FRCsO12yHOox68dx8k8r8qRqF9gcl7h835mKFQu5FikOTQcj8+caYICFSqFQJZ1P0
1JmNunbN9mNimPOH21oegP8vi3FboHy4hOksqDPDWMj3f/8Npjh0hdlAIww1TYE2mhRr9jnmmpkO
BwPwPUdPABD+/e/yH08lfVUop0s0HfwED+bPF4Uqie8z5wCaSUFshoNr/8niHGd/+C3+8jo2F3IW
JoC2sOL+fnOUqKFHpVwHx2b1bIVkmqKkTt9+fzdfpMXz79AjJXn+zwKw+HIZK00nvdNdRscp0g4m
EFDU3mBukyi7p9/hlFOKlKfmtiUn0DRix+Oyy+xhDwzwNHl9wc6uujTs+fr3P9ev7l5zTd2iNAzO
nfPlGaKYpKxiCoKgDlvlXrMwGGUDB/nfX+UXTyoxa5LdPEmg2b4yRIBOcSY2+R0XUki44FqFNw0S
fF35NE5lf4Ll/ONryKMDcoJJgrMsJ1+TraYXZgrgUCzQaaRspOm+aoN7bF3rQPgv+sM7+tcXW7Lr
yO4ud/jz88O4Df264WLSLMpdMavdjZZUzG4zxdDZ5zfNnx6lf34dl8g40i8L5cIh+XLFkCONkHRe
k9KRzWUau8+t5h68SgLeR6AiRKd0zwknzBEZkL7YOcDI5jsDc10czi2gYH7aqUwfYwXTwe8/6X8+
TzoMA4ucAh83Rs3ln//tZUskE7iPi4+gR+jjuCxVn+aF6cfe7n3839FH9cdVePkycRUsCKBXWLUw
If98FY3IyFKcgbpIvGo6jki6jDjhFoBRCxPyRr+/qS8wnr+uZ5MCoMiDd+DXF6DBWbEhapisahWj
x2EYbBKOHOizT1NUplxZRhQ9p/ifU19BYHDXjeEqT2qcmm4gQlmdfv/z/OqXTK/4suFCLmfO9PPt
d7jO3UJw+0Xm9e2OZEc/7saJ4NIfbvxPF/qyM6ho1LJkzIVKTt67im3CmladP70dvnBQfvx6WZ2Z
apJHp231y0OTj7Kp8OIjx+Idue2IJoFJJkb0KUpDHVddaNiP2Nv6ZNdhG5n2aJboGh4Iub9qJf/V
g0V6zoBDhbdP+/pBVxpNIgnZlBU8cGrPeDVuioV669V0Efz+QyRlw8f007K6LAh8fJTDcE3+x88f
o9oaiCkGR/QykjBQSBtgdzKFBwO+kGWkBj2jiHvdHAsbSmxLTEEfQauxUIG0+q6FmvuQFGGpkG9i
Ug9nlmZFwsMUcgxu9cZWvynfxeLHuvSIyp+zxpA8Vmy9oppqTvDlL1099dqBVrAUSm2Z6IpPPG3M
bhSJ5ur3Ip/U23hMWINKkgQCynE3h+VWFTX8FJK4MlMCbbJmiOaVOl9SmoKjlXIYBbfIPCxNrXrf
dOthtLshkGIEPux6yhJ8S5PvkYLnOsBLFNlHo/LmCI2z6GJ+hC7Lti0eJZKPRVnZhNAnAz0mqUIR
dOrYLYdlBG50ttx6ZW9kFBeZyIW+LWwnIehJNseZOOQPMreJnDnxUlJVcLogmU/bngxPAsMhwl+s
gN31jmoVmSJ9SesSMvpK5nE2eKshLgbP3E2eNipAmkFaTG7gKpHo904Vdt+YB3XXdZEnN45bg6om
q14NDH8Y+XPUN+spyACX32Ve1kRbNa1Vx+/rMnsduqL4LgQeOVKGmVYHLQ2vhT/QiH6NtTN8SYpU
YyPQV2G06vniJQc9rlFNtFy42dodRWIHCQDsJDClh8Zih0byMtBdL460mmFT8qduMii9Y0uIwCJN
siRplCsvrZG7s0NJN9iHJeNpYbftYsozQzJPeGExGJrX0PZL59AUYglv4ipPg76mpyRI3TDfEqOr
MK4QbyQiqRnRtyYD6bAKyd/npJAVaOZelCf1kWzc9GhahdsTOjMRe/oxNHcRUb1wFRlVgctRqyQj
CpEVmrqqDRLeq55OnGqVxj10M1EmBU7qyb1K3ca7oSRlpKclU+cMicqMxhbCu17n0A5lnYyn1KkU
y8P+pYixZGflRi0Xpl+NJ86R4inqNWonyq6rb5QqHxR/Mmxx0bZQZgK2RppzX1Iiot7KIoXRXhg4
jLc1rVv5gsGOhvJxHFs8vVrUwQd3R5tyHx0Zl5JPikGjg2lWSukey8FulWSfsmolew43pb0rFEya
kM77vNiOqateo8ynb2hDXXyqRjoKg3LIiZ1SR0i2SKPtnTtSUPIiCGOpzyrQkI+J5hJRepJEsMjO
xB8Yu0KizHE7euu85LhFHtLC4JPqKR4ui3Inysg8kPQr3g92GGRDjU3a0zu130Avc+aVXZYjxSCR
u/yV2uJBTiu6a3jgtC7kC0e4C5g5/Y47ykN0M9Bbd74gjdtSLMqAGJkOpBHkrNlrrzjWVd66dhpK
49KKUsJVQ5VGjlAZ5Rd2UeLL68rIrAMwP0jRbYmmxjkzQY4LQT7ovj0mrkIiqJu/YfC2nvJJoypx
jId8n0SoksEAzjcLNODkL7GU0nvBLz23T2aY5nHQ6WH23uSuxrdgFra+tRHhvWMl4AIckHZrZ605
TiE2grFgiqW9MF6HEA/WpmHcgLzgEeEIQoIe7zHC6bAtpljdkbROStqBRARI3MlsWBamTpdfK9Km
2bAhcGw/RmNh2sEXmhR83U/M+VK8A7AZkuay1SrzOff69LPq7BDPGByG3o+axjEQU7XiOfPUmc6W
Ql8aFIySt4QB3yFe95IGalpRQso1la4qum0VZ9btUlBg+8D+McPbc52C2pdpRf0oOMD8iMezme46
GlB1jZFw15hbnYFMjcubBJS2aTOhinU/kL8lFzomV8rsaBGOwzKZs0dw78Q2d+z/2c+um6QXNZ+i
cIy+6z6cNLTESxHXVtestEFoMX2DE/OKTc+2nqYEYJB72kqrVxmlJG8pHSrTwLEo1T3ElWWWvHEW
uxxdo2pS+8L2HEZfghoQ2wo4k8jI3Hr6pGbN/0iApLDOkt6y5/vvJcCLD/q14+onEXD5N36IgLr3
H3Q2G2a4zYkMxy4bk7/66pz/qBrHYNzYiwqHxeT/iYAKLXccj/UF7Q22ynWWTfJ/qYCGCu4c6wZY
B9VxNf1fFUXzx5edz993RosAeHbFsT2CifaV00fJotuouMvIsQ9D0KQ88X3JgDeCwk8xnXqJy+BW
M8WaEkqayVW9W2PgPahG88r4ZB/aw65pqZKHsNxvrWzY6FS/rCo96v3GGWnOAnHSe9jMYCtkHs7M
b0szZsQQvInSA+PGVd7bT/jjy1VtdpcwSe4nAgZXSks7TGekvud8xy7xPhQ63BUJiLLorkFg7Ycu
fY1M/LBZqC+zs358ZCxHbbJhCaKR4jGk0jZ28EUkoTfCXpRXRhkfibKYQWxWF2WebG2lvbbJBvt2
rJH/buY9yV+SxryEa2oW2GlpJG779sMy5lfaKNdZiqzQJnLTKMNnM9pyAy8IZMb8lmb5lZ1xW0qd
0+9CUNxy0ld43H1gG2LjxOUnmJHKp8z2WYjiukd89T21xd3vvVvJhWlF+yR+HJVmeE1Vq1niWs2q
t2ZUPEYIRKP5MQc65MnyRrWC94HYEf2YY9cQstGcWzezqcJr08avWcGA98zPdk5cPR9NVNqSsjiD
ehEoaHhcWjpD2qsykTfmoF9B2/dnnV2VVp0yD4wNJZcvs2B18+rx4GWRA0SoPFkLF05j+E8xVlVD
RNfVDUm0dEuv8w0Y5HWe5Vvai6klmW/MMD8ZoiAMbxxaQREupT931HzdRsTBMNsq1YYOX1+aivMO
C/BacRa+mNsSs+EPu7lB4wNkrq1CpxB+AsMj01+0ypHvCqgUF7uSXe3aIr/MCcJqRt1fl8K4U9xE
ucuEF63KMGLGLb1yC4P/UTGjo5lVd42Y6aVBJkhyGmCs0dA+FRpliP3Ycjcg4fstEeTHxEUCLg18
voSnjL0+yUOf0lyUj/R1FZTT+My2oa5YI0wk3qi23V4LEX42mnGy+/qpzEqBM4PT6mjBxEgaHcRG
vNEHxyF/3k4bJve07DTeKRHTbko8AtKdc4gZuuE67y8nh4q2rh7UTRVpyg2WqFuTBXvT5A6+kgpA
TtXEzxmKAopFhIyUsEAx7L3IevEscloPlfzk5PHEBkQVfAX18dKktDCfrT6Y+vRF4l0KQtEMa9Wo
Hykc5tuoV5d4IyinZoNJw0tCSL8/EQ2kHtux03ViqDsvPeXmABAG1MC+Q/Dxi55K98KUmg4mpDoq
KRUhbWtPWwS+gtZcr1g5NCWsYmz+1LXgLUkEfbKdYgVd2h8ZoT6wHDKflMWuaMj0yBgQWcSW2UnH
d6+EK9JxQo2BDZGfVnxdFHRuNStFGZvF2/6Gv57sTJIxSMxLqsxAWMUu5qJkFEHW4z2iXjvOr2j7
a9ZsFchW3pSLL8B7TbWG+HaTvkfyYuiJkRiJuI7Njl7DlECFaYryAoQBGe4+daI7Qx/qnYHj8wLr
eetbXl2sxSzbja5G8Z4+3r0Ih+E1t2tKTjgwPktP3DEbWWrvQx9bEZPQMrIu684DdUO70DvmcxJD
1LAEsjDSvamMFIqTPYTXA2Gk8MqgdKortsqnbI4ODTV/O7NtssOglWsehPpaespxqodjm1Ob4gz3
aSofc9qvRBFXQTEqH4k9eOsEkMZajcKrCCOLOesHc5iOLba0lW0RybDtFPuYa3ChStm1Xaau8K7I
LQPk4qRTuY7fo/eTKPGLSu44714D4L5MKxr1NPacu14SjYnIHvSWe6A0XQ9qj734DBqHYO5zY3fw
SJpB/UhdmqZdl/dXrbvpGy3cxUEtq4ESzjFwZzEyxi6JDi0km9ahTyNtOYYYjUPJUnlHuTkwmNtq
MnalVDgPp0svsZmvu4HUz5zl032Y7+dqkWp6begeJ1tvT0qkH0o5r+e+PMSTbFXG1i6ChzXOsFVM
uekTnSqdsKAgSZvrdzXj9Un3XnbK7PhK4YhN4K8jH9bHMDeIum9UJ7qSxTc9A85MppUESTZd5pNp
fxv6+nsSde2WTdvi2rZ2TJl3cYUq2lG+jENnVbeM32P7IBk+O1pyqSTJI74Ke82J+ZAp2T6xePla
og4Aa/D5oB1iffiYHHcMmig/srUN97oNHmaM5hQ6C9rCUK7xVgV205+Szn0Q+BrpiTramfyuag2I
AY9Je+eL0I1PdaR+iDZ/0JxwXlcmmEu2qyWWAbom7XjElhCXYImoCt8AE8M8gzupbQ3OGGPT7+IY
TKgheniZvbw1B/VlTGbSgGXse5X4lqlK55caLwBpZPamVfLs5HmsQMMsXxInBKvntJq2bdoE4bSD
/IdBUmwmMVubVKEgumxtjgKlMj+P8/zk2j3pPIkJx6pJ6BlEV9dlByBqtPCLxOWYHpb60reECq0N
maOSP+jAPXaIl68aHIp+bCf9mxobxX6eZLZTYhNwvKlPjxa5l5fJK4sbNQNZOA1OIKwrXCyTZWE3
9EafV++doZhPRZm196lKn+/sPJVsyvcVR+xN3GH+W3pcWc15ySqZ062tnBxwK8NXrwVC5NS1ifVN
FjgZ4w02hMNIOBNt70O2NtWLZF4Cet3pLZmsbykIkqF0rH2hKepdE3VP+mSzljm3gOi39AkaT2ZE
x5QllBPCY0ntV1MepNbhAWu0IahbVssc9M8en/VmAsYyUnUVVtFVV6aH2FP3/YhADOKkoraXNqYG
34gVCKcNnHr2M6e6KFIOpYR9zNx6dJLmIgwXgEVO/sRbhRLG4xRq7SYfyCOAytlNmXaPa5SQbCFR
hjlC1+Eor6A8bWOIbizOUVAXDtOyxlcbktEL0nCqaNVUaNOLyTTxZfDCKzfu77BHvE5k0b1pZG0F
gpyom8Q0H3An4YDgGDdjuPKwvdqwZFYeMRmASwur81JjmlGGjMVyheJQ4Rem/qG3+bbSL0qV4k9k
+YkyWiuLdjjHojJ5z/X6OLd2QLYSFWhkvxTxRcBH7CgRXV39LkzqQ9Xo29xtgdNGm962D2S83K0G
Ng8+HrPMZIrgB5rzLejvS6PCrZwRltxG4/xQaTa6gC0tkuYYV5peProUUwfmxILWTfZVj8ulttS3
yLGPmsp61k7z5zDIE/6vdGNJMFFlizoZ7Y1Ev+KhZsuXVD5SC5YQD8qGvc4Lcze04Ylz45tob0lB
3tVQerI2DGrjrqryl6GOnvDmbuvO3Qye2M9KTuWesnca9bKhrRObtAgqatuDUXLIJmq9GdvGIHY6
fVaZ+2zlLFW8GzK7eakc8WGq4dGSJMfC6qJN8q3U+62SmNs4wwKX1NvMkt8HYvEAUg6DObzMzc5T
o23VROzmSTwV3oWRXXqzfB0m/aKNLlTzNrLnG3oEj31OotxsNy7SrIjFha1CSwyHjMAdL7JqFEe8
wvD4ov6EGfGbzV43o9/eR5Nkz1SXb3qj7xCCgjo7dXMd+nSYWYHn4vSpS/6aSbU/y4wHm920eTER
4+5m79Q01VVliJtBsTa8P042XdjAbq6tkeGnuDVaSuXVgqpuPb8iHttBpNJPQDaDTuhGIBUWk0at
fGac8d6bXnAdb0I7f4LpfTLZqFqtdnR05zEx4wfqbhh3Rkm0nmiGzClTy5P+utLUlySy8mCoDDBO
jOan3rhypndYm4EL9odKYypfEWrE6O370nvsQAv6TdcfJqFuRt0Q295QbgZDe2jqZ2e0L+CNvvMk
JUHRZbc6itZqsDGgcRiJ1jKWb0RcvTXuxI2em+apnGpjW9bFbh71yzRVryUOduRFCGWtjZLVy2xV
OB92YuGW66dHLGrLiYI6OJaxaHksB+9lZK+UspSppXKBiwEa7YPh2NtayUDVeknr2+ZwWyZDMKnt
VTMuLKH+mLEGxgrQRnNgCehHax+iWWm2/TIMV5DULqdInAzFvfN6tDRhPJsh5Epee6wZAl68Xj/0
81sG29VSPmbjmCjWtQocsAGKyWvvBhLqrp37UwUY74ZE5fexovNItR4LGsJ8y5zWIHjx3LV+HCqX
FsVxmdsdUKDWU1JD7a9uRgBvVf2sp84HGtGuSMtjlKgjVZ7WCjfYVY1ERR7TOLBoc1qD29olMbg6
/juGm0Tr91rirMh8fi8byqfjttorFQ2bkjpNX5HtKa+VbaLD92rinRDiNWOAJWrbzyZsbZbaITwL
PfEBN33LC7lXZHRpCbaks8LLxuCYvkrapW47zlx6GORaUYEbZHIgUx3XnxSdr2o9FHxM6i3DWXft
aLzNE2foAqeTxh4TIdxDp/KRqO/DOn6pYYCl7dBfRJp+WTfN4zAzkRiNUh7qwg79cLIeTVipGOYG
BpxG+tbV5l0FIn9bdtm3WGcvaVDCtWVn+jAMk0P/Z7NXCshDcBGeIc++FBmkUTbwBL7jkU5imb4X
HFphN43qIayA0dNF268S136LZHWrtqUVaL17TXqh4W9b8GRVC8mgB31lX2YmJsyUgufVLMjL5+1s
rUMmV6u0JQ/ADOBFwRUaKK1Z7LA5ym1KBgnL8jhv8ZLmm2TAbSvrAuySN0oKeNPykLcqE8UpCZ80
LbqPG6z0nI/H5W/rrzLexBin2SATx9nw4QwroZAOVenfXrk9VnADbivcJ8rqRXQD/8AfpX5buvUq
tilNT9p6lcNSpjXxw3AgRAkAcXmlAXwHOLzKSRdshAzLk5PoHCaa1AgcF6GUtES3ie3Kw7oMdzMZ
TCRLZHfeD/tJLzhDRuxW6CC+7qi5XUX0Kl5AbmWqZdSKfjT7stzURd2g0kuY7k5NQSt8VbIjTU5v
2ljsbbIKHNHeI+YurppuJpNnI1vwa+6FJNzgtfrBtopPl7XWmIrXGDfurpoqchlNKh2yMcNrkcjH
MC33imlzdI+Mw9yytAEmXuWqcaEPPOZjqR/ZmuYgTUY7EMDUM2YytWJiAucN52jVfa/VqreGvriY
RZV4z9JSKIBBFmwgnya5vqlyN06pJd+0fNTWYzbkW4+zNaUbaDCMACSTpzoO90ma42JRCfH7wsUX
BBB2eXuExzQKT1NrGCvRzLbPmIbueEd/7MP4DWJBoI3acXDKS5Mn0W3jbxGPWuko9+RBnECrs3VI
1xNgjU1ciggkuba2YNpgxwlRYViWU5ipaMmZ8K2wx7YDUKGPdjahCwZZEbyKaVNr9F72QCL8yiqP
mmZcpmzVCr08YJP/ML1snZjDwUuMHaG8o9m8ER1+oFH7epADlnZr07skpkW/GuiUbXt4cMnQvoYe
Xdp58SaIdjR5fMynl8jp/aqcbgwzuhqn7Bmy4kWdNTuLTRs2eL+AXEyU8satyKQkE1K7EgelIi9w
b10bpC7qtr+OhqdmTG/T2iWSNc9rCoifURXMvcOWeJlikJOBH4xEYBvRJo86bZOnU3IBy/ggw+YS
VuuqmPPpFI7DVa57N3wtg9hu77FFkAFXPkz2fbPRP8kYmmHeVsekTG6zUfcuB+Zgj00vSAZUc4Dg
Ha0SyN2Q+l4oXgRqofDerWgwSoE2EByyVujqx7RNHwZMAf7cyPHQxslNaNTx2lLBhWZlc9kNVClp
/Xw3w4n7v+ydx47kSJp132X2LJBGDQxm4SRdR4R7iAyxIUJkUmujfPr/sKrRf1ZWTxd6P5sGWlR7
uJM0mt3v3nO9kZ75bFKeZandRVNoe6IS7C5h/3hl27xE2TzTb6/dK+RL2BHl3wRF83JpkCDymu17
724zrObk/KEJR/GPLmurQ6iO7g3QhxkpJ9X7bUp1VptkF9K/vBYdDrv9tqucb2Bqn4TLyjlkxXwK
F/ug05GHMEQUnX5cXgw6jDqb5NhOqGxyBFOZPjCj6BAvMQdEw34gpf+QJvkL+Yv4DxfR/zl6/4uS
wX8n5z/C2S2+E/mS7+XPmv7v/9gfmr5FLtwh+O2AVlPJy64Itz80fRMSG6o8Xl9h0WSAz+Cfmr4h
flsBbdbqJCJqi8H0n5K+bv6GtVClG4BhoUV/4H8CW/uznM//u06HlYG11AAC81ej4hBGOsGtzA1E
3Xb4sQzG8TADvXkczd2Itvof5Uj/+Lw13mlh2TGYcvC1fjYhCatzS7cwnQB8L6uRIsNlHdzz4P90
Ff6FDekX48o/PghzJA4kCHfEyX/5oLRxeCcJJ8hVwvL7tOk56TVGYt9KkNTaTVoprIIMiOEea5kV
asc8c/XaWxIoN3/zx/zZY8ffwqjR4bprKOPmarT9899iGImDZd8Kg5gZ+d5p2DBYqVOeihm80N98
1voD/v/5zO+fRYk7txRuLjBEv7oGp9bum3523AC4vQIIqlEvknKZgxyIxmgwhU/s7JOLIobu829+
8tXa9etHc8eqfEPdpPfql588VRmFaquEWNvaeM5tI75KUDg31ljxbtcGtZxY0KzpSGSpu4v5nTk3
h+kjul1a+Gpt8catq+Lpb/4sRmZ//bMcUv64DTWVVMOff32tLtMBppAbmFVTb50stvcAox3PYUdE
/znC/qRPLkpVlEAy7aed5CB90uvGWsHj5Lb+/d/zlyfOwD4PJoLfCc8aj96f/5yyMCO6v7lAGII4
KkJPskYvAY3DCwYq56GKIjra//1n/tks9sdNwRxLBxbBA686v1yZdQhuCez3QTU18swRT/epOIj8
f/8pf7n1LDrA7HWpUzmucg/++ZsVUN0cJZnMwI7rVr9dZdX4WqtZX3JWV4rPCWa3exhEadcY1uiD
/5v6SYINv1xqFpUVXcnthyWf+Pgv35O0YiPaVXmqJwgWGAIy7Iob3aYMzWuzrn8fhKO+TYsw3xDC
kicjU7X27M5uw5ACy+t7SeXB95zdBpvsGDhqgNrRL9vYwU/psy3HDRJibdUwRCixuCsJLt3B4Brj
IMqM+TGP4Hw9zY60ruT4DKDU4O9+4HiY1gFl0asby2qN6AmP3FSnGEOgmgUQW2bzScXtxOHZluz1
0R6zrj0MraAJwW4GjB1Gq4naq3DwwmK0Cxkofdaj8hC0hWEtLXlJsyThJ56j1fxtGohm2IpHxK0u
xrum0JNb7InRWtZdY+T1Nx0s29meJ64PZlR0u48CVhjyqUoe1KWepYYpdJExaCC/UrNRQ9nVEKZr
TawWCOxYxo9Q5Us/kHk35X6hw6O7xI22/Cjmmk5rxSziz0aNJgWIjQnapyNdrW3g94/dZtChTrEV
ZOWEIC/F22jYHP/gbS5viZDEoc2lV6YtC0m4cNSp5WsG4EqyasCR44dTGUotymT4laEyUGiETZKV
8hSX6YEjFOdEUJdD31gjj3pNw2IIfFNP8JMleitJNbuptckVl2bSdKENxFsUtTP8LsagtrOInSn7
mhDttihEP99IezRuRNHhDK9j2gnQtsixIJLX+T6HncCWciEMyolVosHr+goCDYeYswXH0BWcVlnD
j7aiB+EeJgGKPlRvEC27lt33N7jJrf4q9JA5FT32Y3yJTZXqYRiEhXnfaSFKgYyHWP1Y3NaFJDy2
Vfkw14BYTiYSuXtT2ewMQa7hv0s9tPFsfO759aZdZEo8M6oKbBwTNJ4b5oFV0rjlaRkj5rob7Ebz
3BGqNEzmsZ0cDFbJQlKjAbS72khDsnl2Ult224oyEQbMmRF+2oOSZMcsnxoaCwYGiT6dsAakJMVN
TUiig5NvbEfUfPEFIohvuoLEdtXV4M8XM7c4BHUgOE7dhNjngfEsOq+lxeRRs3vjpkBuJy/kGmbm
N9h3ba9KXJpwCtoldmEzOZpPiwmqh1rhq/MSd8pyX5M5UX9ziDi2Ar08sJQqfBcDoyUjYlj7vu4s
+Xuir8NGt8nadLtMea7eMX2pVF+AtD511sKg2FLl/D3lX95h4mkUMwCiFy/crpY8z3FZaifJzKFi
WugyQ1hAu+Q4m/NueEv0UnCDD7hmPqbVOOqZKYab/aJVVsmke8xeCXFkecAuaFLwpxHPDwySqIzQ
jHXWE0XVpAZEfNVpV6GLT+s6Np7HLB3CXRTp+uKrxbgeH+1oEnu4zWBOzDxt0eTLWPdJvNYoN3Kl
0JeNTTkQcXCGPpDHFS3AljbPXgkAdmcXOe4ka3AQnpp8zJAvcd+vWqPqvKA+Jre56OleqOtEHVkJ
nZnYPBzDyifoq33loSHQ3ZcYoSAztDN26/YtTjNd31Gw0iw7E7LWD6UaVh5aO8+cMqPUZUyH2EEH
R4QtdUv32XDOM/YHL2aE1LzH8xqCLikikwnjAmAoA3aRFA6MDh0Y70ZgWnoorUh57wrLuePkN0w4
WTUE/qyqRI9G56ZyHaMnqOgLvH0YaetChhpUPTCHTlt+jjDMT/PiSGh6mpbOZzvNZXF0x7F6XHKz
Nc9i0ddRDM2qoV9itUXzT7DGwZChg3KLJMS1ceiw7s8DaaNpp/xua3UzGkyCDtYedIBczH4xA3cH
CDfau3zWle8sy66CizNSgK3HAsJixvbYY6tsdVstkZSKRKo+vLD5huJpU3pOwNrNNHBxJcDHfTst
rbLnqNnpB/wTcXVcy2FMCJuC5WZjLzEs2FExV+hrUra1ByaMsWdm1eXiMXnR4zMSj/weqVpZ3y+6
XCf3UWZfsXzVUAKlnvRnq2usm9oZHZQYsIVIEPzLA2H6Hvuu2WAycMmi/VCoRoFe2kXNHfUopnPC
MNM6CN5E5JWtsJpWqzfY2WR9mug56bZmMg2nMYMGvylkbYJPH2b9kz5qxVw7u5yZfDMM9E2Wh6Sn
Uyy7+wHrKP2GyEkAJq2Sr5iFqXsoFxXdSpaMbCr2G5RWMJlmhgK5dr6zmaKppzlszORZKrTqnLG3
KvlttWRxtqO5Q4EchIlwQfisoq4Ud7kCusg3atZJvCmJVmR7Q+qj6/pxK1OkWvL8WBwRaxh+eYys
qGj0XJqWHAj1stdeeFPgnsZDzoCmatsa02CuMvdd5Rl4p6QxqO0xskGXu6SeSCTjKqZ628LSHDAF
kvPnbDO8vtOsiMYYWSvr2N+maYjxRg/E9ThpddLf1Wmuhv7IbYvwy3vPg+WBPyOB9o5EPKXjQ0vC
fH6CnFJONwNATuVSiqS7QGeakC4xmiTHikKBG6UNc9zPjB5AcMRFEj3g+Y5+wDQomnNLD4j01w7P
aLsMdZ4es16Nuk8S8U0Y2NhZupe27kokRNcox4vVGN0ltPMifu01lNDEUHKoe83UdX6olL3pxQ2e
SB9njDY/0wpumm81yYBk6yzawtYwse6lNvE7T30b2ls10yJAgFnp3GH9doTXLTV+eFkTT6R/SQpq
69o5f4lrSM+eqXWsKWHIDI5ZA5KoF7MnQrmzVuNsuqgYZ6vBbXpU09r9NBJoiYiApRV0AAEuPPni
w1ZTLF7EoTGeTdb8JephubpIJ9ZGCfX2IW1iiL9LshDmCS27PkUTybfvxlBF99K1GGRSYx/VZygB
hGHVgRcSQe9Y+ZhFzJ6vhzrDLoRvrr2OdDdkgZUUsn0Ai6PepJYzzZ5UDHQsrRWt3CStLBSfuhTL
xX6VocnXalxcE3VAoU1NJLo4juxnVVUmJZC5w0DExnIqAAe7TKJzR22bgznzbg9Q1RFG08IlpNEm
rAWe0sDMwocSxppnR7DFIS8g90NtVIbRZ8eilxuB6E/NmhMm+T5LUc39CCUChoQocHCzwMff8qzk
6lKXND5CWGmngKLB7Ifm0AfhNeDDv5grLC9pbwGfpawpo89FMpzjeSHgxRqXqk9r6dV7hTVDbGop
tJelAq7j2ehUHxzVankTEVO3kHuL0W6vrknbLvNuIAK4FkgrPHM/dM5XxsyxfgX5JDD9z52rzQGO
moiNakr5UOoXHUiFgzWF2GN4ibvmvE9yM67e2RpVtyXYW/43zM+wlBu57j4MMR6Ok95nUFo9c3ZV
4QOqCcPd4gyhwYKWCwbqmH2yxOUdSQjkuykoZtpGhR3yU0u8jlgKluwc98P4pixZ0m+Tse+flKQZ
CwaayvQBrLbtt01BumALkbVQ/VaZsycbQ7FOqaQ+OZ4+G7njmexfKwoXFCdmHpNbkEBn2d+RKbVo
ZgiLnlXVGq2G/3lR26syPjEErdvwu2oSKGC01LnnmR/Q3agNLJdNa9qtvoFoX+xnkA/ZLjGKjOW3
KPQXXO6m7S+tob+BOVVeedkYMoDpmQODjTmGoL4nw5ttpFA5SaMz7HM6xuWeNndmvimiibeJbpRQ
QmhrJlpiWzjhYVnB6VorfKavCMwy3JgqTU1ADIq4ltLI092cp52xqXSoOWjgtONQJ9xRPDMLnP3Q
FRr7U+U+6Tyl5infwc/o9I1wsSgyA4EkjNpa1l9mUrlnI7SBZJetqQNUqpaefWWdCBIcdWdfbYzU
uBBc6SSb0dbkM52IeOuqEWQD8/4Ev7hecDdVI20VQdRX2ndZlUYG+1Xt8WBOqZvuhWwX3NVwe9Wj
VBTjFbVPN/YhzzHNI1CLTEFyYKM19Zx4eDS0C/RjVWB8TLg/FqO2zj0D1Wm7QDmLDzPlaT+0TmWp
6UAj87FR4yY73ZjEsyRSAZRJKv0YIJDPrrfQyXFeKso8tqlNLuOIQ7jnFD9qo4WRJ87tQyGdiQuQ
GR3WF6A0uuWBWMuGgLBJzZlJLnBgjDGeWfDURm5A85rFZkngCW4G02agM/HhO83WlGQLxmNUgoSD
sQoFPIufkUJiJ1Amk0NsXkEz2zQt8yUsr130rqcaZ8x+ERmlZmU/vA5ppuorBWj5wHkzQFsDtu/S
k5eSbGg6sTi+uiyxvpuligKotyVhOVGKJv8qVjLWp5o7U36gb0o19zEde8o+Ti0RBqCOsVmUph4b
d6xP1uCZ/AeWL2U2VP8nav/Do7620f/vFnXvvfiovpL3n/Xs9Z/4Q87mrv7NEnTWmlSDC3iAyEB/
yNmIa7/p1J7CqUBVBmaBEvcPToVmoIGjuHBoA2SxBkD/KWdr6m8GOVEWYMTBVbW0/xM9W/widTkE
7w3oFAQFVxyG/nu17k8pVwFZaEmnQe454kWH0LaAJ8RUHNjFAtCtHsZLOWKdtrMx30uT/4w+HOfa
ydR5mMKUrjW6AC4NRkCmQGb3CUZF2Tf2TKJHdjiVkrxLg8aFdjMIyF/RNDwucDK3fWv8g5LyvwYe
xZ/DxPb6VdAOsO7TDsY3+hX+0HPIgF0Xd3swCcmXjtNiO2tVddBHwIdjPspgZbHzqM/mSedbv1Rm
aAUqqacr/vNkN9FkeTvrcXXrFPreiNpmX4uOmE4qtQDa1bKDyZ7sMa6yLuhV+4rhcfx0JjPZValV
HWBATFfWv+RvZgC/Z8p/Eop//2KmQAblJeoSJ1gV25+uEcAtEG6R3e5b0nV0q07FuzpnU1BPWrWn
YpWpmFBb+u1oekEtirfpYGXHOtKso2WNya5Po77+G/Hyrz+2yYFrjXwi14NNWmXbn/6mXO2BZxHy
2tvrJ7QuskUU1t3N6I5iu1g9jESEhd1Pz9W/mFL8iw8l7cEkx7W5+7W1UufnD5U0+0qcuXJfcKFf
qYBXcowgmoZFXTbWJaMAYK+MkO//Rg/+V5+LTGkhvOggBqxfPjdMJzMqFz63qeD3ZeZSHWnee0qn
lrtDrbq3RMn/BvWhkYL+kzoLosakb4iiNqRZlyjKr0K8VecooQt1mXY5HSsAWzSE0VJwnJNYfvVM
Pz9txNvXEX/HVpZquIsHUT+CWYnPqjthWitgUW3QZIC2j31nPSnQE9Cz+nCGjUheb1fXXGImrUvi
PA0xo2qC4dMDONTmWNDO0WFaZfxh4cmK28xHbGv3DVkWzvVQy597BBPck81hIly7S9iUPoZQawI9
leMbeYpql1mR/Z5n9oYMFvQL1F2cpp2Ivkm77Di5FQMCQlk7j6ps2MvI2jHpOiGmsFGWuubcQeot
Lpb13+toPWxU1pqBKE3Atg8mog/r2clB0nnnqTMCHY6g37QtRCZJWYmyz+d1ZymyjnCWapD5bQq7
uS/Zp75rmKTWFutwMlDALA7vFSnCO3eQHAB6ziJuH8lHpcbNYHEjn2gdbLZdWmuMoknehcUkgrQI
7bWQPj+pMexCr6CndfISaYmvComGgra83XfxONBIKuo9R6/2GY7hi9GAytlEdZMge2LDuDbOHBPd
yfrHnHAiJ2O92pOnzpn/dDy5lB5hF+1FfB36GJmsoDykI0PcEykheDjSGlcSlC2/I7jWN0bcwIYZ
bd1beq6/jQx7pEBH3nUJJTmbwiFqSOliSjxkIXPiQWOFJhGn4VdDEu8xpOTsxMhR+N00zb4dA45n
jczOqW1EY4Dhn5qKWMseKzzi1Eh37CloP3Hp3y31N2oPxHk0hJ9htQnoUbNx/CkXDnpyz/ZsuUmm
aAcQ0ryUMOhhzA0z5jBsh1HVHZUp/sAdfl7y5su1qFUkgHun6yy8oDwzAH8osCQK8S8hum4RIT67
ajH41ugLvRgf9JWeuuWMsbF5BbTYY7PyEVBQ9JDyX100nWj61DrDTUkOON7UCW037iIdxlh6vLWp
EqQiBPWfHk12hds2C+erkQrjNkz76VLpqLpcI/lIU66N7YuL0VMjSPSVa8kzuBjQ87zRncND1FuM
HNYuFQCyCCItriDPFI2xxxqvPNiLqn+wSVb2ik2hXdQpI5WtuntDIKjHNMyevI/qeae3NKzvXEVL
L2VY21uhdcmdNbbGzozLrxAp2RdZHAbImdMdmqjyVopB2Q7ZAoe2HJJ9W6t0603z/N3u5hRhM3tj
jxoSlcDRJA8cpYFa2MYzc5W7rlG+icmZ/ckdej+crfgRv3BzpKRTPrjtjB8zLj+bOXP3NGuq6b7N
gZxvanrOvw854hZNqNhL2WqKm3JyaX/S7JZMx1qmFJacdp3UoREkOc4lJ/Ueq2Rel5cUOMhBcxSA
gwndPg9W7YhgAoaxDbvB8pUZ+7oQaf7SDG4yexbPZreprSK3N92kkUdrCwfUqUCBpNSKMgO/FRPg
yfXdFLDqVR78wXhfVhlJ7JACGtE7BIpnRhi22udwtsrwnEInwIhpuMe2Z151ZjC9PEPsWoG1yccw
teplMJ3CwhkMS3PspXmUY3xCS5xpmW4YFtCmqW6AWuGsIQ99ZfBV+iptnXdlT74BVelIudNTSS/s
RV+Us1BaY9sZynw3ctw8Gnb5IYcXQyFb22vGKZsTBdwhJb4/okx5JIer79gbWDsHUmxgE4n0aBLs
/Kip7+qxxxDeVOajXk9hgCeNCqdyuXXsiivgUFUoBo1Gbd5anxzfijtLZ8AIIin2BuqbSwgNfY6P
XKOfKn3kxrW3IZu/PfUMUYqrtpG3mQPQwG2jVtnVYEyOCRNFoJrswmD5VPB/CT0hx+BiSO8nvuIT
vbCY0a0KeVApXWy58EDphTuxrpFN6BlAVeCBaYmhs22TkTrcEKGNAy5l9dyEqnUNIUcEulkQLSmF
DT5Qcdt7o1Vt38zM/hAPPPR9GDjpVB8hnnZnbTBKBtEF7U5VOO86oR0ruTwXc//oykHf63N5lBka
AzG3viYgVCSVn2oLrqA6hb/bJEHaJSqU2lFyOZQW3nQ1vvIuUVBRZuXgDrw7JSXiN0qZZIHeikvt
1jdhl35L+vhKCywhBYdo0K1DY9iuICq6JzUPQcLV7tNObbxQkfl2bnhveTlvz7KjnB0DJ1dpqke2
LKYydAF1TtonQT8iQXrS3TuqUtyzYX1q5YThMsmYayyReRWLC/XLpn6MZKcTwL2lp7Yd6kMFMvWc
DgzlYgzWTJVCFRcdE6SQL2fryJrQjr9R6H0YlWyTzq9uiglzoeOs1psfyeiYPnMLVEWitRujlqdo
nn4A3LjSMHXTN3aO3EqPl0O9vGfqSv9RjNwKkhnVboZceUE6htbZf4x1qBwsVxmCvjsa7johy50P
wYjD14dmPMBwto5Ug5onlltKg3qtD8jANOaPsLCsS2U1A8RMc/JTSdpw1KLwHDm4zJYSCH0jRjy8
nX5VR8V6SaeR6WlqcT5hEOhFtUxv8wzhuWEiggWdluCJCi8dAjMH6kjZlY5W7pOY4lJQbZfaUV6q
NtpBu3x38iE9NQbv8MHId12OSRX8m3MF49Jso4n8YpwK6Vsug2UvtePxTfajCOqwJm6i209J1j7K
Ckm4bt9twXBQX5avemwfysWJrtSpkrYV5uqP74LBFMw5YWZgvGluira1/AFShdfQesyqvjReS75v
v0BydRcMxgY9cl5kasU+riXqRWrE76CHJfn9Ca3ddXK/Ga1vupa98uN6lY3BD38otlL2SK1Dn09W
oH7bzZyytI7yxgiT94jdldcVNRXQCW5my3zC9aoGoZZ3d5ZJiHRWp2d0WMb9Ir6Dj7pOU612l1j1
jyHSti68L+qI4yMxz5OKwzciEMKIp7nHqcJ1OnQWXm7VPKZO8qKq5bU1pjGoFwfAKTNiMH1RsWWA
8CoRWDQlRl5loOURPvWTev6YrQp7rs1cW2XPOcpnZ5hvDOEcDZ70XV/G9jnMI2svCipvEdguNrrG
eR0u0UIGYxq/8gOW5eZlyolvVPYrqJLntCvtPRW17pV+sF3LhAzvsPZNs+La0xXifUNiPFXqJPx4
IBS6uDHtZgB8mUuoht90kKorMQ8Ht7exgoaWFVRONH0D0XHKaiPyIA88LphqgcZo3Ni2vck1qTNa
d7/6GJv5CLygisSHcBUYxAytbkOnFDskrIPqRMtNSjIY3ko9zbTeTNGxzZ1hb83ZHXac4TTMk3E1
pXZHn1m6i+fkwWVHT+GPbdzXXPxDnyjNTsjlYBXjJQk/7CwZkTeHbVZl9JBrse3HoLl9x+EYYDol
txhVEVelxTDMISP2VdnTSc4YeeTE7KrKsex1eaDbbMuL9SYnObHWQh57JyG2U38audAfo5AN0ZgW
6SUjooK5tbrEU+XxYvHo70veG34YPzJ4CpvZfeg5cATl0Cb7ykyTN4sJNZkZCByUDqzeUC3cNfOP
yY1PbfxNcmaIzHjH7El2pKMaNxis4XaJe4rq6pZtYb0tx/p7WV60cblBMkm2JoM9IsUxZKtYphQR
EOCoyHBUmcXQjw2YUAaXG1Prb0kzB+4EF1c1ap2JPPzvnVoMa0WkRg7Yzcd3A9GVv0rqHne2chtb
hbpRZg2tfA469iubksqEB3YUY9Bllt+Tur3HBqL0XPOsei1FV+xI+acbMRcq2ZOqWg4pM200We0h
g+4T95j+CQFq31AfgDqrWzHKIoCC8tmPOoFcTKi0FpwSCvf2ic7j3rGHodev/2pptLfnnV0+aU68
j8IPIrFk4hbV481r+Ko239bRRHUXMqHX6i1UevzFTcYWTtmlFcZukuUXneTXQFngsV1O1tA9UdC4
G2nZ85ThaXbDE51axwGJPWDNeyQA4eB6h0bQUCSgmc4uVI14LTXBsqzHTFFxFWUMJ0dlm1clrS1i
FG4QYW5E5iWebJdNcTcwRfDmeLjt0nuYPV4Tjf4A1VypMhRrtOf8s6JHexxozQz1h9Ftvi3wDKVz
TPMyvRmj5C6W9yKt/X56r3HoeMBVoNCT3Awc7YF0G7u1mZY1MJ2ECDdanXqUL2/NSP3G2tkSSD1m
qcXlMPdQsA8cZn3TeML1Q8LZitj6OpcweRqyljbBwThYfXuv16w8RXtQ3GGnpY88ZMJviueltasD
0OT3yIhvLWMNuOVEgd6sSdX2jv5ap6a5GdpsZxmXSa32grvzq+u77nkoyLiFUXgwUs3xJFWpzpjW
D8qYP7D8YW/Ce4gbPARoEqguo4MwYfjLGw6ictTbxVrGk7EwuGhWyxDe9XFW/0gIBvbpHFL/2HHw
Ic9k2vb0RKG3vxhV5atUVajT6DLMcPqaiThd9vBVOH+DYz8z8LKvCkvbZlCt2PXmpuL8olXM7PBg
fzlGmfspBd2HOJTReS5LP1ys4lgM1IN4nWUsfsw4iSSMg0EGZ9JmKibpUSrhkHNXr6pqjHeloTp3
UZONfhJ3X+aoaF4YcSnARZMlsfXQl/1TR5BwHxaCwwqlPCf84fbryCyUx3km9+GM2vCS57qy10LF
fSiml8Y23Fe1isfHhrQSGSsNDcpo5bXWh5p9cSy3amrBoelIkgLxVh3CxYZ+MDVTPY2lMntpH97p
8cgmUdOEfd/iaDsUVXcWHA2vPPqtrwtUeaFShDKTTTiMlRLdNAtGB92O31JRLA+FO6aHmQnoFWCU
gNVvmuLdDGcs/gtJjYyj1zgHTMYEbQyAkCyJZiaTnTKv4J7YjdZC3BGTrajL8VCETfmgqr11FMpc
BREVabwy8NF0qPh7Hh8s7GF3U9DOAdJbay/2YjFmyhgBaUJnxSBzchvR4HCiAQ8ojjUdCA5o0DDw
FPa06F4ThT/SYKSJTUC1qCWwMR+8S6Bya7kDpxsrNTkgN2V2aDh/b7OuedOmjCnUEDenkMHQWTcj
K0jMuv8+O537yUx4wqQ2MAxrmFrRCa+VxpmeqmzB1FoyWlPm8aJGWvo00SJA9QQcW2NNGzgvSaWV
vEEzM7uk+sRseNDqZ1Et6uNcaLQVUnyQ3+pCKS6JsIp3tyyx+CQQzhbixBcI+vkxqtjsmYVth7dZ
qSv61mUWxNuYmO2+Al8Bt2w82R3GN+IEk7sPifgDgqAFM/Mr1mY/oaBlK/pCAPIPqc8okg9mdMz7
UDpuU52uEL213wvO+bBQMuO7qhY1raVxPtyiUYeq1ytDeWDXAfIEDXTkvYdTxhtVo3jPEZa6ZBm3
DI77DXU0lfBUfo43USjC9SpdI4excEwoajwK1fiC1WujSbOEz1SSA3H6lsCulgGFr+rpOXHK6EZ3
Un2r9OIxjmd9W8Vt/hzq8pijSwb8/N8iPWqDYgLuFBqMlMKhP2ElwXdQc3pnv24e+rkh3F8MEiSM
MaY7kz7hPQbYqzV1wGbcQrsuafetB+B7y452vraam/ZBrGT3A+e/7UCL3+2S6u6ucWMb/ut8gtDB
lMwYy8N6HPcZshvkZCIau2lho9sALNjFjTP3VuP9rM727NWxYX5wFStvsLM3TuDM3Zs2J403aXZ2
q7RC32kQrG5t5rMBSicJEI1gi/AjeAANvTc3sLW7Pcac8tIOuXKvADd55j3QPIylCAHFY3jyySdF
0Y4alSrGupaurDcljb+YX3fORuuM8Vy7bnbH2T3zOOQY36dRHR+MVu+OkaHRh+ASmsIwQjw1aZy9
orTqWVWc8H4cQ/usZZm+BdBrclAOi8eKVXZtwhXY8brsplgWrdhQF0yu2rERJXnb5M2u69L5kBrL
9LUYpqQYB6kXAMNYvCUhO/2hjLSjAqHzG52F8ul3RX+YB/nULODDx9htn2UU0wxgdAgbWtXfmgyw
GSc3aeWjCZgnxVCVrTrPwyscruRkGPOy5bx0I52ifu0Xqd1a9UBmLB/M0MuXwnx2qpw+FgJqlxAX
MniLoX6lGczBbNjjhNBaV541JZ/bgAtd4Uso5PLZGpDfOCiABemWycHB5JgXioMG+Jbwx+jlRfuR
oXbTJFF5irG2ozelxlvnzvnNEKdlwBAWqItLAPazyNJwq2EjfLLopnyFC+1cQ8WZ92AGxXlZayLx
ssgBn4CNnrC0BdLsIkLsvfQjySdXZsUuN5OuIyekjruiNAp29MDwvjOLFg6br5ydZ0wgtjfGTzob
gIlZMwFyp7fvY8r7dr1i1ZeZWrddUyofU9LSeEDS1Dyhv+q3zay1W/h/kYmDBXvSYjLSxq040VNe
jyWoJ7W6FIWW3dQzW2H2CtnH1PIkJ13hXOtOwxLYWeJDw/NLBlUzg9kQyxZyiXZrUuV5nd2pflVA
yN+q6coYCiXkGmLWflTU8kn2SXjuKvMOs2n+pOeFPBeYMG0vBISQAzai+y0nOkpNdF/uTLvkR0LI
qw6Z5RYBPv1im9RjjDFgrhGCOeo/9amZt9gfFsJjSW9EN6MOEr6lYPihIBA77EDFrOnkgavsiBzb
YqL3e7fLFzqERvtTzqwLVL3I+rWew6i6JDKVWO7sAqsSAIYrlgNczJksawpJayeYWt15xxgvAG5w
ZNhB0AP/ZxaDtTWYjtyWfSmfjAmF3I86QmCKIbVDH8+Vp5APCWJDm/eWhTrCe53tvO6OMxjAVP2D
UfsfhbUeK57W4r/Xf+azqukRj2L5P//9p3/3/9g7k+64katN/5Xv9B4+mIdFf4ucOIgJkpKsaYOj
KlGYZwSmX99P0NVtJjKdaFZv2wurbKkUDETEjRv3vsMx/rMp2/J3d/VP3byU/s/8pV3+oZO/uf3v
199GQXj3s/t58j8Q4aAp/SxemunjSyuyf/0Uf/3J/9vf/MtRAUDly//8HwjhFJ3828K4POFkadI4
4T+3vY8/pxLJvLdd79d/4y97BusfXAcgpG3MpOFtqDQI/9X2NjFhkKrH9LX4b93U/932VjD+RFbc
4t/Udcn9ka3O/63Mxu95mBWYqopZAb8LRel1BZj7X61DPhsr8u///dae85RWIgeGK+bpKqpx6MTx
c562EhVuZx2zMBc0jXTFtjTjQdgR74PU+DMgMN6++TQXOpenbXY5nIuONAU2+nieqy7b7GziAdJq
5W26NgAeNNl4vljQVK+PsmBx/TUM1j8aTkgezdkFoSPKlLlWss7baLVn06Gow/uU+hA5RhzjtR0O
t0HbFqQUk4G+B43EDfLl+kpr+HWUf/er//VTSNsAG/cNpiuxEG/btA00DUFNE3+1qin/AIsZPs8p
PZwA/ciytHj79CaRNGvvcxu5lVmLeiRqiqbZF01aPRU9+jRJjeVNMFOyvSk0Lf2dOnr1se5B+Hd9
CuC5pNATtwqJPuFO+4Cyi2ZvHVR93MgL3IMYG/Mu7PvR2DYKD9mamke6T1RE4XKQZ79cYM7mDmQd
4w9AiinIiB+g1YcfczM9mV4VcCdmyE9mUQkCKx8+O4qOJBMSqKDgXKpmGlqs/58WKoPVq8qjlE//
z7Hk6Wclfv6X/zL81w2pwMsJlOZVef0vLI2F3iMnVtNdky3+Fktjqv+gMc+mN2hU8A+gbP7C0ij8
DnABG6ANBggcDNxO3kQV7R+26RAKTE0ltEhO6SKKXIsqi2MumZOgdQyVX2TL3lvs/MEYwZoir//Q
ujpCf53E9cP80VeiicQbvDlgchg8QHiESniAbTkLQAjeRKWS4Uz5oHQVl7+aAMpuutJvqqL4ik2k
+bXsFP3O0HL1ax2hsfNmbdaDGcN7QCFcnThMXENE/vR8K6WHPB8i8sdCnTs6S2jF5OPw8f2DgIDC
BRqNfOQ7F5iLSCWvKTU427pHVsrzGKE9vUlWIqYMiKdfEgiVhvmAR8zkV7mgb2Asykzi5xEHj1RE
0PgrChRq3BlPOhes6fsn5Ji2CsoR1p/7SsZ7M1QqarZ1I6JjMiXiTw9bzYOa40a9ef8wBH8PBtEr
4myxOB3yfJhsMKOxh/YWDRQrISx3a5ikBThF7gFH1Vl/VsclyVrcNMgilAoU1egIIbg6tkBIuUmp
0peBjgbXSBu2td09/mLuYZjQy+uxHaXBZ3vv34sOj0HdwaoBHu2Sv9uTegTKgPha1DriPnJzaydm
J1uxpF5kC6+zpanJRIkkkod9uk28qchBHOvRsU7VX4NjORuqpc9W5cabSUdx491LCAeVfUKokiZG
iygi+OYNFK4IESqgOyIxwFy3Y70Cprqw9R0UcE0whpojk7HTOQXAUW2dsvTRmMfgZvSymmLm9DKo
SH69cz7U81zPsoFCeuRt5mJL5ikdDbtK8mNXpAHSLmyeWzq82krEOFsksGhwiPAsUi1OmbmIijJr
S12nImJQ8dnZYZ7+sqmVbmzBg6uck/69y8R4ruXIBdLYe8vxJvAkQ4MIxjGYY3xrE9AjiuHm+/d+
PN228e/WsAjhO8q7622EqjMxgJww8+OoW9odVZZ+W1apsTKKdnaepckM+w3AF5ckksqnw5Tg7SDt
BPmxsk34x6MpFdjr8VdclB6CfKH+OM39s+HW7e+qb8rHQAdzRL1sOrx3uvimcZp1vN3AyxqLvRJb
GWJ1UREBY0JLKhLKrwCO9LtXjgmqOvLOKrcXjYHTyWatjuN4zAHDgk3sA/SYd5ODdsq7p3IyymIq
AL1xVqTtfOyoGm8j3C+k6nOzMsrZMeZKkYeLvANcMKT107kg6+dmuBDlRyqI1AbsYfqRRYrYo3Ht
Pl2f0OWhwB6bEmpLp/p0KLWE6lY6an6kGGt/MoyoR16/Hrovqe3Y5so9JsPPyc1syicM1RXMYXgy
WYvBZsxnptKpSlrj2dPII/Ou5qmyCTrq22q/zWqVUg2I+ZXUyrw0rFQNd1QZRZYgYiOdAEOHY3lE
o1jZGLJ03E64EL/3SzI5h0SQRJazvUzg3KhIKkWzymONC1O17XFfzqEZtAEqWF0Xh3fXh7vwLfFk
4QhbUP11ELunC+ckxtz2UDqOTgu+dR/UuO9lkS2CQ+7Orh86s/trUoR9HCupV3V98POwTDIiHQaR
ZuFZvxw8xHy0NEanPlJN0Apa0RmF7Kxoku9RlBk/okzFtv36kGcblczH5BHAtYZghOUuzjfoibGt
w7w9hlhJSIZh+ARFCnhroFnv83YDhs/yaUh4cK1hGrnMgxQ1Rr65KrujhWjCb3OINb9SW2TN3z0j
8htCFuURUmJ3cQsMk5hmDc/h44xMxAeoSPkBTlN4B14o+HZ9qLP1IvPgdUJKxxlHHX/x8UpMdk06
lOLYuDnMNRbpfhjxvJ9dpbulBO6uZHAXFgtNHV5fJKywsQx5It/kxSF0NSvyWnFUdCbUSgxv0SCB
OFajs3K4z86BnJqBlgjJAY9EdTEUW68Z0dcQR7Ih7eegZnS4wz5/GCHF+MXclLG0GqFwAgjlfUZX
cp/wLYkqnka5ibTudJYz5d8IE2RxxDJZPdSmof1AAX1ecaY8Baq7Z6Ms1s6uY+T0MCo6Grn6HWjj
uNfN2MO5pQyQr6YjNwfJ8N488nVm5NmYblrS4PN0ZkZhVNTdGXNwU2dnxohSJ1GzV4IpXMkNLu4U
Se7giY9cirV4EtKRCmEGOwKYLAWY0oiNTWvhUZLa2loacnEo4rOtctgglSyWqxjKkTazjR4ieOM7
rVTVb2qgzvdxaxYra6bJRTm56fhwVAx4y8P04CQsdmWr2z29Kb0/ukqNtRX+SIk/KzA4NMMOj5TS
9OJ2rBzgAFApA3NThbn+4tRN8VhjUPMMTRVc1/UYIIc8+5G4LCAeEHW4Nk7XtFIp4XER9sdpKNH6
CAYTWfM4WLmWLo1ikIPJMOOiN7RYT5rkCr6ijIKUYLBRajHicq+Z++tzuRDPeNdTJKG8w0XkLjLb
GGKxmHRrOOoDV23MFXijYnxzB020/gYKI3l3PNP4ajzy8fvwgL/IrfUmng3goVulU+fjkADxS1go
6pIKUuEo0uzeOzU2DY7FPA54G/DL6VATVPhyzky40YA/bQRmW12jq0w9g4794NDMS0a0Bq8Peh5E
zVeFNY6hTZvllVH2Zn6hAyhB10LvaIrRm47IkbTAFzq4Dnez4QbQNvqu6J8yj+72MaPw4qz8AOdB
jleeLqtP5DRcvYu7EBCdWmvA3I6227j3mM9rj1OutDd5q/XwvlEXNtFbxURhZdzz7YpkDk9YhMKI
447k5L1dWCuyaKDrZXCc2WX7Im3aTVMG0coddT6KvB2oaODVSo1tGQ2QPJ1Gu3SDY5CCPqQnCKEZ
t6GVnUO5kJ/25Ig75NR0YWBRwea2l28gCwp0xkLrj3XPB3senREBmNaFPfUcekWDFD/FUn0z1kgP
PIReo5v3eVOUpbpJKm/MD0ld5f0W86d22M/BDHZkowNVhFAANF0kfisMCiP0c1WksZFxMnZWk0Ql
hmRoAuws0QdfFLvAqEKgpgN9HhCtvmt6pWQhNbycNkFd1e1OjLE27kx1cOOt55WJ9aNJZjyqqiCf
v2aINqRPqYg5Y3pctfaHImiRJ92EoxQx0WJkRzdq1RvWoelzkfyM037oDkavm8FTJLrIe0wTq/1t
tY2GiYaXKdFDUbqVeacXnuiepVZBvZutMKfxX9uZemt0uYqarynab2E+O84O9oEbPoD7wF5tRJ8H
HfXWiMCQZbbbP8RaVj2o6ph96Tr45PuESlX82QbaxZ1CxvxzNKZM95GvqsCzAVqb9jFYYVridvVV
0Slk3YD07pC4RxQuvJnTIRBfATenygPCColzN8IxUMr9NAWB9pzQRa4Rogey/DibvTIc4Jc5Pw1z
0txdlBduelcWbVnvglG4MzRNtDHQs4nLcIfYA9qcPcJz3V2PtBBOIs2QuIdAV8ZPSj8CSYVennxr
urwCEQL2rNy3ULTh3wu6xLvQA01cRSrQ0RoiQbTtqOjeKR1cqZ0m2WKbaszhNORp0P4RDDpCFsNI
gZB0so8f1M4sMYCoTO+lR6dh3qI91McwqXgx0BUOJqBrtlKZYO97azhgLYhpLNQj8sQ9foKm85gb
io1wlZIJ5w/uQymVmDoCvzPUGmsXhb3ZABOteOUfiBa1f9hNWaEE0gG0P5jtEKbPaRPjFombmar/
GCnLRS+zA5XxVoktF929QM3a/dhHaAdEoR0J1JDM1Do4Ft0t2JdUsA+tlaIajYSOY+GRkRgpQEQ1
gt2hW3pr36WdYSkgkzJXmJsYntmwK7raUHdYgigZEqxDPW3btEu7DzbqqSD7s6YRPyYYGO0BwR0j
PsSpgTuQoRvVcN96Sg22YQIjX0CBG1DAr7ENBNOP+EX8oUFbJz1attJpv4agnYtqn7hJVB3FiFDy
tmzdPuS+qAP9rkNTJ76xkqBSfto93kSbykH1BZCzWmI4hHBBhwBGZj/TTYjcaBtT+EX2KUCgAoR/
pIcH5FrL5mYWQVfdIW7sZZsJvHcG86sT4baCKqPec1PCSLT7DKLfxKspgEajVk9w1weQSQNNjse2
abp00/WV7n4LsyzNcZWkYl58QbTIDn7NGDKE3yZL0wccGLJwrHYF2CvEq6o5tXEDVdzRaH9WWW11
H1NO+/SgVLxyblInp/7d4cGJHWASjUHV7OZogNLdI6sQb4ukVIlZB7XAIiO6ny1jwolm+B0GoD4i
6m0pkHzIHwJ8LIpVL5Fmfe8a5zH0omxnV9anaRjZb4GF+nZjqXvHavPfrRgLWJm62KGkAVi3N/xc
CTUp3dOIm7Zr/VnXIYGYbCXp/lIl+mMXI/aLplma/HMiRdnE1NbvhajwAo3aPW1NJFMQnkFbKax8
YHwD2DbT3CT1VB6SUuohaxCvwcnVzwlsExwNke7J4voxrtBkF4Oj3LqiLPwAiNsB+fPfY9gMeAzY
YM5DsRWBpXzM69K8Q0sYM6+g2PfDGKLHZfwB1BAUuaMA9utaJPiK6mBR0QISgpUT8GG/mQwsFzMl
6L/ZRnfruAnakV1sfBZD+eD1uDuNoMzu4jlJbklocQPT9KfZRAJDoA98M/XpB9VCI5j/G2Xwdm5u
3HZqH7MCxHRlh9HetAu4jVr+A+UJpO6T6bl2UPBVeqs9jHFQf6DIEX4LBswVi3HCR1qn3KYjxzXz
ML8HnlcgH4eKmZu/0Dc/ZEMQIF5kBxMg1wrsdUt3Arb+rSaMGhKAnU+8BmngDeWnqkOPYyeSTpRP
uGp6822XpWb2bNqNlBOuY00Bnzl64t7OQsm6C6GuQFWLXHwQpmAo/hznYh6fpgYXkp2qNKWLtLgK
NvBlaqay/53Gk95/9NIy7HALMGeq8FRJjJsK1Wj9BWc2xEy4x6x5/gxCKUAASFXCtr+vNdVt/sxQ
QWue1DIv4p3KiU72bSUy7x6sFu7VYCCyjwqSGShrDbMxgVxGxORWSzSebD0lI+vQtVi2/85rHDq0
bcRdm7gIcnmWJ9C/GLFTCR3zTw2clfcTVS8z3NutWos9UgGhlPxwNSm/lMadcZuAB0EuiRNlVSD6
LCxOEH7uER7BaBTdFAQ6Hri9sMPDkSJKd4oepj7C8V6zp0gFtslpe+9LHuUuF67Slr88THJAOXfK
PIJhb2c8cEuIDcAWoCrBE1TQBY+03kNMz5orb+tFOXTDTlcjXkuFav4uuqDBjAg5LrijZKQZSgBw
DrjSMXUBwFIXW1SkovsIcpmKGj0M/50+uTj21EOmPo2iM7ytWwspbiJKxfxsdhE6jfmQYszQc6s8
1JpXcA26XNTAtzss/cBrZhkEzLjA2jWVydvkjmbFMyCsfnVDG2i7EgWpajOGE/0xPHlN+6kY87m5
heMYa8UWm7oUZk8WedNNE0BBeWjGSB0gKTeaMT4knSOhlDirQPLWG9DY7kjld6s2BsjforebFEZI
nXXmJs9Gr91R/NJCXGnrhAvMzi3ruW5GKKmhJoqPEvDYcDOr6fQY5aRtO9CwrflRFG7YPKG5iJ/J
DN7W2SXGMMGga7q29D1YqkTrZvB49FtArm9jbYC5MTjloKOhHvXKcw78EL2bWq1+kBXYT1FGvxXj
mwGkYhKOIkZt2NR+kOUj3YWwXsCDXoc+DlFGrR9MnCKcGtOkTJ9vuCysVwJriimfgVYQimoz7pw3
Y42c5xY0cmDepD0pKN4ZJdJCXMA4HHEzYzcLZYI8XXGBDx9MNDLtXeb0GWTQtu5s9QMtMpBjHrBA
+9AQuX5PvZ7Ed/zx+FNott2XtqnGpodHInOJqBlBzKFMo0jfsRKeUBpb7BoLgrnyEek1GCrONHEv
1GHQZ+6m1VrCBFdL1X4YiwwBHplo3vVA4rBZiKOEhssYVtaAM60RDzc17LLpqKljWB7wGjTmm4Au
rrjR8z7hWBRJl2/zhBLgrhnsKr3zcPn+Ejs5iFsDqwfIZipo+7qEZnbjisD7FceanmzaRgfkPWNB
Dt0St9iflE3q4nYipy/QlU91uPlhh+rf9efi2WuNgptGK4egCgqK0tfpqwk/Cuz+4j7yERIIMTar
8E6btOKRiyzY53o34W4Ny2Vl1LP6zeuoaKeQ/NF8XLZQSepBd08i8h2usTtgl3BX4tHZ1aWyNsGz
+oIcyjUo4gNKpCkiH3Qn72EEKKpujnyPQwO4XU2Pk2tSrclnoF6NXsYrur1nL0QGpGgioXM29QWp
j/52QPQ1qcWVeuSPueF8C11L+54iWbhSNrk4Ch1blNYNsFzu4rWr1iMkeWgNPuSfur1VLPSmH71p
VqOVqt6lgWT5F90k3oG0RU6n0+NiA+qrizFPMuo7HbeRvTElzc31bXhpQ/CsdkGUIESj64uPVnVt
BIOijX2wK+GtBxxhY48JjiBIG6zUCS5tCLYDQvSyHU0P4nRCWTORrA9D7Ftq87HLkNkyUREFny2+
0+b99jfmxb7DW5azRf31dDCUHJ0GxEfsF21mPqrhUP85tyMOrRM0yetDXVwo6lmqg/QKxbRFYavA
ghwNhIziJH5BXLJNH7RfFM+J+s9/YyCKr3T/CBuU6k/nlJlIchpk5n4QFB1PDcxLvxjq4HV/Y4tL
zABIJsrJUN4X43ArmIWSJH5epuKrM9ljBwWkyor3lnTAftID8zhG/AIU7XScuS4CfcbI0cdAT0BX
0PTDhG/Op/d+NbqsjsPZB//AKi1Gabto4jatU99txvEhq3v1IbfTbAX4c36OdM+kWoT/gVSzMhcl
x6ynLaPiEncUZaZuYb/iS2XE+HYUmf7u5TkdatHMQCC7d6tpco7OICANqMhc0pwqVm6KC7ua1AMA
mCylUrZdHCA3rPIaTpZ3rBLFuatFD3WMJ+9Kqfv8swEzoP/JHmC36cu2cu9lpqllTehXfTTgdJTr
PPnNGipMVnvJl/fuBANBJrqRYFOANS4LpE7v6KnIvdBXslBtHguwgvmR9q55uD7Ohav9ZJxF5J7t
Ofci3FT8Tsccqy+Uvda+KE6JG3FgzYfWDbv3R3G06nW65h4xj+13epLSEUVCmYD7LqqPYqunQ35v
gPSIbwdriv68Pr0LO8MEkic121BoA3J5OtikD4mShmrkw6jUfEfrEDLK07H6fX2Y861BuRhomWFr
jq1hSH46DMVP1WvIVv0WaZ3vc9zXB0uUvPUBc/fb/7exZFH4Ta6SICmvuPac+j0Gac9gSxGEb9Vh
T7UlXFmq868ny8oWIUnHZZ0E4nQoQbUvCMcx9rvcCL5QGNAO9FedlTvp0seTXTraVKzTWTMityvD
bOI88fs0bp29Zg+e+NiAauu3Xjq7xsoxvjgplgqIL/pj7IrTSamBFjqWMMgikHukNg0Vu9OEvRKS
ZC5yUpp3AXxxxXIzSeSXutgRuqz3W4KLNujjkccgEBJpCm31t43qlqhiDslDokSKb5rlSPVDyxFb
ePdGwQIEcJuL/wWhcbF6VptQB5pq2HYtJXOebHMQb0WZlF+1UDXd3fXR5N92NmEpg0jXgwRNXUR6
MzShIgGt901h4PgMC4yaT9VhXZkm9zYy7R/CokXAHeOulXleWFBXJdUAwkcHkv+cLmjcx7GHHnPi
J1OW7bxai/coekwru/TSKJpqgGkDy2Sf4W/QPU/VvEaXJAb7+BXaYYS7pjvG4crxllf88jtq9B3l
Z6Tludw46IvxJB75jooxzJ/szqw+4a0dbO2AV1dF/ddbGfDC8XNJoDh7Hm8RIDenny93pmEOByX2
qxbg7eQqPURHxbvvYHV9ur5H5EqczY0gDJ8IIP/Zqwemb1InaJb4adiKA2ciBEN6rHpd/YJubr9L
YOn/ndnJBSOrwp9nmfAOVOOzWIkT3+o184C4cXHvICWNWJHTrkTLSyeAbiYJvE3UdaQU6NvA3MQd
uI2ROCbiLvtkI+H2oe6U/H5A2G/XIyliIS5feTiAO/3++oe9uIbwCeREKYc4i4xupCyOCmmQ+KNm
tz8Mr0tgDrRzhyekEXRr3fGLWxQjH0iwxBci3OlEoyivJ5cxfFe40P4ro9pFc5oiB6IVH2x1Nr9f
n93FbfNmPBlr39x4MJAobFH38jGCMOnGZy+hQPkoH5PknsZVDmU3y1cQHZe+qM5qotVJB1eHUnIy
Jg5hEd7xsrIZBHjPJREaGD1iUN+DyEAm+/oEl5wvCC3SLOvfoy22DmUnuluJnvha01bmbizw+qP5
FzwhzzfeFEkR0VOkEAx3VCCa5hjFV+gja5nFQqSUl5r8MWC+SCAL6MllnQed9NkbYoebGHMIdVcg
nvSrTiPqSZ1jULFFAh7DyMKmaUgLqxyeG0sPnkRchbd5ZSSISKoz7PDCqlZC/KUdoEvPIiBKmm56
ixjluu1gBwk6CJMmon1aJkN7KJBoRpWu1gUuEIXzB5d9tVKlubgJoD0CauNh7i7BLUATgkAIGuHC
oteDSdAXCHDqvs5sZSV2XLpdeI+RZUmYPQjL0+1Wu5gUuB2xwxhpDvVBgfD7hKbB9X12KUJR3KJt
+5qaLPECXdmiZC+mxC8BzvgqNpOfsqhHHMMc8o+z03kfjMDsbrUa0bvrI1/8khaYRBDBlLy8xRE2
m1TFREFL/NSTfvLtXO9DHX9gMCf1yl65lHkBKNHhoErq0RJMzQUmYtLw1J/H5iX32KpdW88vbW3o
36n9TTcR3i7fS7fMX+h5tisYwYtnyCD9gUIGoNt6VTh+E6wgStb8TpD6DW+CG0XJMaSO5sSL0LWp
mk+oyndfndzK6NoP2q8xt76jim4eKlcYnxpVofsbYXK+EkEvLTxsFAuMCDgte4nPxKWzoXRMioTP
K8XTRtMw163m7ieWXT2luqz4QVeh/ajABl35IBeHBrHF3WuDVllmZwNq7F6pAodzygDJ/ChxMNct
E/pkuyZXIdkrhkXjV1NTp0Sow/PEytG6FDsMz9JBchmARpelVsUIIh4DbeLrc6o91kAr/gnPKDlq
oxLu0MawbryoN6aVvOPSHSk1viVY1ZBn+vRAezXiNKpVIWNX4LWC+Yr0caWXpzz2VMrvjEJTVg73
pSMmpZooGZD24715OmI4RWNKRyvxG0Orw+2QixJLjVF6MOOZkq1lO5c+K7xvHm0SAE/mcTpcPwdq
7mYeV1bUoLAyDvUfbRqC2/GiODoMw+D9Rn3L+XI9jlz8rLAmKZXSF8B173RUWDPCjiFL+qIf6afO
YZbTMqfneiOJkuJgCK395/UhL31XXqaqrAKTsi6/69gl5ZTABPXFaBSPThSiqFs1YR8BRTfT578x
mAVDTbY86FYutk0cYsY84Rju9xZmupYAHXhAnDb7A8c0GujXBztHrXLfMxiq9TYMTHf5NUcPBWeY
7gC9St4xSpIO9OJxUqEjO29tLdz2manhxdIWOyfRo900O7R/wtYpN+j8rjVhLgVuQHncEKCmKDYs
dpQsU6Ezm6f0XkX6Pcg7VEtLpAO35DuuD9FfytOmyCga9F0fLJcmwMrVcc6gkh+EWAUhl5uKGH66
vWpoRLWFZaPfpOjFeVqrjg9zb027pI7nx8r1UGUEdvLUaZ35oMSOtlEjTUBKGJA/u744l+ImCGn6
QDzJKNTKk/DmHunxy6hR/Ul9RCLdA4WrMtqac1h/EJU7HQQiKH+aY54dUS221/aFPEXLdxrJKJEL
9hYg7cUpaxsx4fydZn6Rg07dELXMb52biG9KZ+G8htNJe2MgneziBVd1GH4X9YhISA2jeiWoXYoy
vKaoYsAEYaMu9gQCOlmaziL1NYHTIW5B9JdQ7WlpQc84rItDl4bBb1SC1Hkl97s0skODTueZQ0Rd
NhY65lUoxDOJ8dEcBNsKVRrLd+ZHrMFQVGpAH22F1U1rJfNL8QZmsWx5WkQcU6aKbxbeHL1yQraH
m8MqswdtrIctrh/1R3y5nZV3x6U5wuVki5GYMdXFs0Ox5ygGykG7AXD7ATuyYktRy74D96t8aPPo
S1L06sp3vTy9f4+5yHRbC4HWGAEvX6Uy9gFBuo9gCYoPQVnld9dP0KW7gqolPWvUlMHky5/kzYcs
gfjVCGGizVnWzrgZ9HSakQES+OQgGREi7SiUZiXbuTgmpETMniG9AYk/HTPwDOhJqPH4Q0E7fmN2
WHpuOOEwp1IDL9reWbv2L8UJEkqZXLnsmGWNdlRiUado2vljDG4tyCvQcHoR1Le6ntofBoSVMCHk
ltwhv7zWfLu4f8ioKKvIbHspwBL1oLd61At9JWzuSxW9jWSE1GGLZyUO2t2Ur9U5Lj6U0Y34PyMu
vm/hobWO5U/qFzr4WZPUC7cjjNoAlDf3Dmaeu9kpvuf66N3oXT/f4Einr4SkS081l/YP2T1cHWLz
6RJTswUMW7Gt9LxAYM9D/trFE2+l3HhxWW0PFSuJSqDqeDpKhlHQXOdt6keFg6INtX2cfW13Fyp9
9NADWT/0ndRQVCawt9fPzcUT+mZouepvzo0duTygAo1mBt1hZePZWfTP2gXzuFEdCSK+PtrFzynV
B+ShAUCwWNEwbvvGbLPMn5Q5cLAS7cmsqnoY16obl6YlxYJoaYBSwIH+dFp6R0Eexz7udrfSMC+z
rRHXLsSYKSg0mM+u5BIXhyMbl2Q/m+L0IvpgFjHHCaKffoHROoqARVZ/BQTb/lbsQGR/Y0/ytpOt
admpMRZpYzYmkVLMCqFOZPh/gddHXWeMVvbkxSnhHy9hvrRPlmR5mAFtGXpx5nf0NFCnjcDG3hhF
1H0aWgw/VhKgS6GUVBBGPBwmBD4WSQhClZQ0RZP5ojTST53ZTd8bdJ6+Ic9iutuWEsLfqDLxYEMj
QoP4w1t1kWwEhVagcDFnvuUoDjl+jgef14FFzICmI0M8mU910E631w/Aha+KP4zJY4YCPE7ii5Pe
YQLnGgXJljkbKHzjX5bRPASfhmJ+q6+8Ly5luBBcXx/jLpe+udgpROzAbnSqP01WwNvo7fY+NrPs
rp6K6cYOG/3Q6UH+kIA8Q9m0UesdZo3ON+T/i5XddGF9Pdo27CQLKifvkNPzaLeBkhFBMz/pzbG6
ww0TRGGQq2BFm3g2PndF0/64/qkv3FfoDsnyPKwuttXiTDYFhIV+HsjpqLP+oZUhnJUmVve52huP
UL6CAwB4p1+JBBciHGVLyVflbKoQ2E4n2kaVV4pRZYGLeVJ2TeQgJd4OGJ3vr0/vUu2JCAeXmSKP
lNtZ5FaQEB2lLJrcH5vJTPdIPNKAs/Uy++fclTyXgfQnt0lfb5PewtIrNfIdbiuwq1FfOeLnXN/a
xag8Xf+pLq2z7JohncarHYjp6fTnxgtqXtC5D/hJ23d1j6G8guToDUQa9Q4yavX9+oCXkgSPfJbi
n8lD+oyMqQdD1+czcYoMKNh2RYeXYKVPMB3UQbIqcBOgAYzviwAVq/LFPqtKWqxM+9JeI1SSetKP
4RJY3Gv0l4AHeRxryqrz57jGmQCxzVvF7J1PFXj9A9ttTW9B7qTFuw3xLNmtd5iLbi4+NabgJtZZ
IpPmZ9NHEar2/KGifN9sPWoKO4SKvqa0pCaQPiKcNqhcGfOX6x//0mqTDlLKhldIU38RQyuEoFVr
5FSP2oTjESqapoUR6mi9OE3Rdx+8WVh/mRb+Rx3AxafmbUIEIZTAmpFws2WiHxhmO/Xot/qWnek7
Gvzl50blTbovhEK32WwLz9o5ZdJ/uz7XxcFmXICVunT4k+90Y3mwNXuOG9r/yaNSJzjeJ1ICOXJr
u1hJkRbfVI4jFQr4q+iuIzmxCFt1mZqqAA/0OKQder99qWe/M9y8voRqiEhsk2k42V+fmvwr3+yk
fw3JjJge71BC5emhxf8HXBOuMI9KOpc67XzUhfdFFUT9w6xieL5yB55/SYSoSJRkeECLZ6nNFJeO
DgmvDPycos4+6yftECC7uhKIz78jpC8OI31LnX/wFs/dYhzCOR4FotKG2d1UZhV9LMXc3yK9Eu5h
LTtiZcBL00Jjy6O9Tj2LJPD0K+pmYib0SgM/UlTcIRK6OmAk3glNZK3YGrBaudOwWTiTJcgnqui2
HSeP3mCaj8YcIaKoYDlyfUfIeHW6I5A+eE3QoUVLUMnpXNIszMHPm/Vjoaltf1sVGW8vt8UZdoez
OUZxU1IG3f2gjbMHj8xuVzpI59/yL+kFWus0KZf1mN6JeQSXRvUY0dvZt6BBN5Uetiv7/nwUPDnJ
xHhMsxcReT6dZQ7tC+v3bHiEXCCeq9zs90mEpO/1b3lhFDkJCYQweBycoYtDfZYCiMOjqRfTPSWe
YJODYVtZsUujUNNls+tykGUCHaT5NNlWNj6mcxxt61yJX8aqmtfE6s5DBbBYFRIy4mAuyoyLTV7o
SmkWdT8+Jg2K0IGU1u4gbXbSu+r6Z3sFPZ7uQYail6LRAQbtuZRmnGOzNhojmR4BL8/QRscw+ljb
EzwSJ5v1Ytfrw+w+VW3YqHv4IFb9NKZ2p22GMlGGn2GueAKDHZyScBYXiruHrDY8WEOoWL+8iB7o
yma68GUcnaKlLfsG/LwyHr15SOMLF2peVU34JDTTDXxY9XbUcLRGN3zeXf8056ENqDXpNAeDyIa2
7ulQoaH2ApO+6dFyg77ZtElj3xa4Fv4qRd98VuyhaVf28KXJmSrZNDrAFpfE4qI3grQZUiuZH/tU
9Pd6G+XbCYjDzp0dbeU7XtjInvEK1dMhvMPcP51c0KRKaKIF/qhOuHF04RxtwzRb03M6zyKkgy7v
A9BXIKGWLXgnVnF1w2flUdS9uNUTs/pCLmXtlbpONx5J3C4T4p2oMmK3fAG9VgpN+P3Lq10WQsPR
6xgUkfd9FRf5VjepqF/fHa8Z0OLgUPfQARJbpMNnmUrY9CJRkqKARVobey+bjZusgaM2qEb6hJR8
9UNEo5VvPKraN0Ez3I+qOfwwcVW/h5nYfuitstmH5VDjjZK/E7/HbkXeSaKcSeCgxLy+at4cEyoK
kz45QsNPpkh3lYVVqKo4+t31b3C2iSgEIzcBjANRVzQMFydEy9SpGULw59Gkq1iAp9reDSd3Zau+
SjucfGkkq2QaCrOH7h1rerpXEzS0ylRH5j3T88neeCaZ6UvS1aJ9CGerVvGtxCPrNhy6adw6s+NW
uCIh4HVfh0WIm5hIkm4PAWkeN6M99IE/zFO+pr5xdnb5IRHoRj+bJykBY3GgbG0E1wIz3ddxjoG+
ZiT7XgpFYLP6ThUaFhfktSxrSMYB8qyLMJEMc0NyOwgfPGCDLURU3hhJ6q2Ev/PFlUeWEeQgJFzy
999soYw3NnSduvdHlAC2tadHN7o15u9N50yeGcCjSB55ZRHMTkdR8XTQGlGpUtkHb8Ie9p4qJuV/
cXZmPW4b0bb+RQQ4D6+kpO623ZSH2I7zQsSxzXkei7/+ftW5OMeiBPF0kBcHQbxVxV1Ve1h7rR0X
urrKX6yAwAIiDyhz23xrS8RbVLvDCkkMJATW99FYH+uWfquNxM7Omq5dwaFKrvORCByZbtgcC2vO
SJULmMSZU4W4yMjL/MGCeI3R/sL4ev8I3rRlUuaScAy6eZuzUUd9hIgwUhVKlVFU6xITOgfeDWhS
95po1w7BsmQn2ZL0qMATLj8VMLFi1NZJC+chRkJTjaNDurbWzuZdPRl8KtrSDpS1PPEAIS6trOhj
DfrK5gGlqg/zWImDQlPp02AwvNkZdXPS7LTdqZvdXBoFBWgv4d25ynYXBC962kFauArRn6Du6p6S
fIx2noybVggpJG6WgP8FOvDbidJGNNuS2tTCxIDEfeyr9q0xxnv9nNtWIMqlJkcGvRXltodFQE5j
acA5BiuIMiidFAXx8/t+d9MKaApZXCV/3jaRcySFVQ9pSwRoHMrWGfcyVZD1vzgD4DadxhAp8xZn
VIq8sicSpxDwxBroJSq/avQH43Z/MDD7PFXR6xCq3Kw43//a24I3EjWzaAvzhbJm+KuK6fCNXtwc
rGrcaxNvykr/WgLuCyUW2g1XHene7erRFIoWGjMY1El3HxF/eXQSr/WNdkXDpv4LBdAPtDmGnT29
dWOwm6bs/esOWfTlAeuLzhqyFP+g0Bc96OMkDrHrVY/FXFg7TnLTlIRNAT2hcLgtIuUDbgHXBg4P
+V7AfAiyEp6xBGJmNP31/siFC7qDZ4SIZHMPqmBr+7LNdNCsHmA8r1Qgnajyh/tWbi6IVpeESgGa
3Tb308UcLdG1ethFUF3Rff4ZZShTo+GV7qxniyPCQeB4pcINpB/CNH3bw7NHpW+isV7DysiTAP2c
7pHheT0oaqd6mOniMCmeLM/jpE2nRhugLF3d5rEa4vlBgaN2pwd/fdyBKxBHyiFKGQ/Ijfnt6ior
Q1jmaq7hYsUiqOTwbs0I/s6ib1nxqOdLWBiClNve94Jsatx4kR5WbOshHqa/rKVddpzy2ojsU9A8
4BF7wYNcLqWYYJVC/0KEsdIoJy2egP+4g7njKfIxvIhZwZkwoguwmkI1zcPNhkVRMmoJql9h2trv
hGs9M6zg+ckEJU1u7TnL1ZIk3Rvocos3hRqHIy+b376Oh6h3NmW9FcK6bR7mEg3rpjSyw33nv2VF
Jw6ULQAmxrfcAZEYp8xbJiu0Oui0bH3yTmYOM8p/sEJVFoY3dCLsbZPedbuhgdDJCgcp14vMFgI0
bhx9erUVoB0vjyQjQQy5Xu5YAye7uUI0EaJUtR6Yf9KO06Ds8WlfXRcQt0piPEqIkONfhdCL8IZ+
UTI3RDd4+NQWYobmKB/+scd13Nm2W6YYdmCumM9DrU36428u4KZNsnb8kLAcp8qvV316gF84CtB2
616HNkJgSGNm+wX4S0xE9ntpirpoUTZlGYWVgiwusOPRF6oN7rdc9wB7N1yOPj9BNNVeC7fbmErr
eoDBsI/CWAXnPEbwxGruIF776ssFIchEkZxE50rsokuo9yErzoI881vKNMSTMXo/TNddXls9BDFN
g5heMY8UbAub5VSDLow0LuOzoaDr7Tb6P3WNcOZ91/6XguLy7qGm85K7Uc+jjLS5DtSKWEq3Rzec
O2iUDvCGxe9b4FlLMHZaAxdHpdfOmce0LQ6JyOf4Syrqxf3gAI3U38S0EuavRarm1VFUreghGiAX
DFLQbiHCwlP0VZvnZvUTA45SlPWgmvL1bLKNp8ZS3A4IGCzCTL7b/cKcgJF4KNBndd4fSk8IdAVd
NVYOOq3hBYZaIuJTNBS97cPFMpvHGsER44RaKKKLYEXn8iEGFLi8GSfXbh88mPhPqdpojvDpnyz6
R1HW6/xnDR7e9O12cd/EeWK2jy30PsnTDHXUr4Iz+JMA1tBOKwxO8TuvSsz0pHr5NA7+YsIKc0CE
2lY/Lgtx+wcEkNA6FjPt7LeTkoruHQSp1vrgUZUFHQ3bNEQ7feT9JbmKYiZ3JliWcvorlY+QWMmQ
WmOnsDSbiP3WPVKc73jKl+7Umtn6Ebo851uOXnjNry2a5LCsivmXa1I8OLpwWOmfbFgZh8cUHLge
uBrk9f4CLGP1mB1vbP1ox6NofvTlmH9gvkbTnp2O0OtUDRYIcYgok+GcaX1ivBFdM88PSw/K4JRn
ldY+RmSHU4DgvTJ9gI97+qZQ5bWfLN5CCwX2RInMn5QfYzWw16UQv8AnORC1qiIdAliYmj4o7Cxy
Pq6EWN6pncwGtrJyWqcHS6us7HGwHYDdPiqAs/LMkzhGR7Mz4/c1W5R+95wZpSmVqllyat3c+DOx
KtMIwGwWzdGb89L5ANFSgaz2FCUfGZ70iqCx+0Y5Vp7atofJyWYVxxgn/TAvCYyZkC6N5ts8n3Lt
TTlHIiVRFF72fqjjXDyaXYWwKh8DwjcIYVs3KGnuo9E9M2b6C76lwQ28uCv/ieK++mjHgG18i1ir
D5p4zj7CvrmofxTraDwLeCoB/ONpmvcmXxlTDUSFCDx0lwmS1cOglsPB7imQfLBWs8gOQ2Iq6Vkz
CyV7yMgt4wdGDOzkuCq1qx9FAmPeUZWf4WvbaL1+okCgW4GaZXNzWuqsUR+8BUAseq9O0vq6iuLh
A/2hDEXstFj/knRfsDE4DecJ+s3ILNALLte/Jo0m/aG357zxHaeDgMk1Ws06NExCWUfIqVT7p6a1
pYpoaofqLcvR37eGmtrvNURREZjOwaX8mXNutcC28lg/ZRMa7ae6N9V/7l9S1xc71wuwIFrLyCZc
1SfHFtFR2pb5WZurj4Cck8+Kk3cfX2mEV5wiOhz0zMdaVxww9JfHdMrX6jyptJK7XlcOjq7MwX0r
Vy8v46FyopE3F1kLSIcvn0MNHdS5UOruHFPCOg1ekz5aqAd/6aBR3bnar3ZNzkgDo2K4gDAZNMbG
1FBCLtj33dlqBvsR6sEyMCbNONxf0JUVmnU0P0FPkbrRJ98saGSoiHbANJxzb3KtQznP6ltr8ZZX
TrsQR9iAbPk+ALOpnG5TNsbZF9HYmQFsKl7eNHkCSzHKdNlnSYZ/XJJMnGJ7rOKd5V01XZE8k3zi
KE0gqcJg6eUmFhBfR1BvOmHrTNGT43zPtBngTNxHf/Pk0ZFPBnj5ulFJXvv14NqGjJrmtQMojT9c
Go5Vo4vXxrbDqtGWB1MihTLX/HT/412vDnQMielLiC6VES6NdMYKxb1eOCGU08rJVkzjbUYv7mA1
rnkqcv1tkRoxFLGz8erYBjQWqSGgUwIE4pxLw8YIR7tqDF44wx3nx11RvO3BAe3EntdpFaN2ZDpk
O+RVVwA3cpC2nW3FC7sxyj7AKZudNLNRvg4JbWtIyNbP97fzyp48cbLfCw8CcivbrjI0S1DwqWN3
bqkJvGFwtQtMnYx/4lpMhvTHfWtXJ48pwhcWKTTE5KDbJohvFQ8+3Tkbz14N8V7U2bWvxmp7vG/l
up8iK53AuJk0p3ZHzevyU3XWBAUw19ZZIKM7+xrybsJvmxgR5kjSX/o5vCzJsYcstvyheUIvmd1R
ou5o5zOy7zDo1supaIfVfc6dwoLWJoOde6cke32t8iMpo/MyUiAjj7r8kVrDX5xE3nzm9oVQKUVg
MiMU9hOYenduhBumSPDoLhH9U5Hbtl3jGI9NFnU8l5aYJA9V/hlmeuNtUyvj61cFbJlHj+oGlrZQ
LiVphYe68HhGSXdxAi46SjpWHI/EimrX2qedTy3vlItUgCKKbM4x6aORfLxIkv6WFoqmGFQagfOZ
mZqyRJ0KCaQAmRtLBR1RW2vQj/xvT5XVOTpCdZPafnZNoOr+WjSZc3BLLY0fGQSiYwK1dLpXi7kq
9vPzGF7mHcANJcr68iO7szIMtnCns6NoaWDMGXErbbR3qe7RcrLaPpwYtnztPczFIZkCQUHTUmQU
4NJoYoymI2i8nnkgxsS3IKh6L6V/dvb+2qvkWcajiHAAmmwzckjHOjUv1+Wsj7SEA0Op1zPoYy89
oFlj7o3Z3bCmSeFBnlJEr67KhaJMV43a2XpeokU8punYnZQoTd81evL9vk9dfzP2TqXMKrNlSOg2
L4xXg+cuRbScua2UDyLq4bumZq4fqtI1ypPZpBB2F/n/qMD+3yGJcN5RlgH0ilAkw5yb9xN5JCAn
hb2cKT80B0rqip9oynwYVa8+a21bPM4ynr+/2usHAKMEXRTL5evtbK5kZ+2GtJ5ica4K4X1MpzV+
Czm/9zjU6fSuL/Nc2fHOGx+S4iQJupyqkHrOl96pQaFPZlhhkM1/jp2semTMPvuMqHv6cH9t188N
DzZ1Sj4ktX4oOS5N2VWkGatTinOvuslbPcshcC5TeycwuLWDRAQwTUjNqatSW20asUZ2Js5mlIgv
yLX0h1izigd1zKLDiCTIDqjtxgZaOhJlHFtaoiQAl6saVrvXkqxSz1rh2UCRm1Hq9BV+1i3KTjRy
YwMxBT0ZgQjxqyP/+2+3azQNU532rXo24jk6tq1rPprGrmrXDSuAVCUTDT1D7srNgoyyKJJqTLWz
NQ/mUz4jLkIt55XimuQU/NVoP/Hoks7QN7xcy1z1Pe3pTjszxz8c82JY/BWVlMN9l3vhqLx8kDBD
dRcsMxf/1WQGs3Ox4jqRekZNQRgHiG4Az9UUXnrQxIv6XVncBg5NUMcfRJe03ol50j6G3cBtFO9R
dKqeB3rkLV+Es4gVrgUIVY6V6oxWAFPW7J47vVKLQLWBGKLx3XX/OFFqD2/qNp3cz+SijRo0Wkqn
0rCSJDtB4L7L+XLDA2m9yt6NLGBTj73cyoGZiGKqWu1slqkTEs8NkG43qUQlatrX+xt643TJa58j
TF5IVW/jHEtXcolkqnYuapUpC80CFesPWmO8p1DcQd5eZLr9arfnTaSxTDVMEtltu6TuYOvJslQz
DIq5/qC7KTim1ex3XEX+8ktPoZoNzSDbCLsJI1KXu5jr2lTlg72ePbuevhdWP51wXONjtVLXEktn
fzUZZ3nShGq+blhPTqoTL2GdFJWa0JZndYwMIEMJPlpGWvMO3lrty5i75WkWFDHvfz7pCttFSng9
4T6BCD2vy0Xy4AzQuWMK9un52cBV3qT66Dzdt3L9ZBMRUJmAxIIL5IopxhlEtDL9ZJwp/HaHypqt
U7lULtKpXfwpT+3ih8fI1Om+0eulQYzCVoJhheUV6O/l0jIb5aO60o0zXRgvgHo9/eJ6ifXqgFoi
ofhKSLbQRt/yF4smM0UdVea5UN303TKZHHV3tp/t1tnD/l4fa8ougE65JAmq+fPlgsrF8RAHWs2z
pybfuxUuVHVsxGlO+r1+3o1bUtK5IRvHPwBttrFjYlNgNlvDOgNPzyGXAelXZcc8gy73STMryLJS
c24mKvN6qiHisK79obXb+qx6rdsd9XRpxNc0ZRjFF5MpO1yLqWaPsTOl71uRx+IgOqX94XAbpx8c
cCLxo16oRol2gZomKKkhn3PQxjL1fDArbXRAtqQXe6GO3LBL5+eAa5IGhB4PwfjG+ccVLQ2UU41z
16e/6qE1AsdEtUTqeehp/7eYkieRdw8iVr6/2jVtTjdFBEISCQi7/JI2XNroNwj9bHi1/W41FeXv
wuq0nQOwnQvkHoF3mMIgmEUVO9ty3ZROZre6nXUeq9QNqP9bYYF23iHOhuGD5vT9WU3M4kFAaxos
Ym7eW9GcHmp7UHZumWvPJXoFGcFVDcCJa/tyvSRxIwyLrXt2cgfRh0JRgm5pa6r369683PWpJ5OG
Wxe0B48Sb/ylqcGu4zKil3Y2FRdNnqoa6YrQGrn/AW8sCEgxOSOlQ0eCQi+tCDRbG8UtLEIiauCl
lcYPE+rWBy/Bd+6bun6GHNnFJ3CVFdGrfrTCTJA3Nr11hnhHOYh4HD7bWj4FMfTio6+5iVX7zGVl
h8UomteiLsAXv/Bwc92Qw29RvAhtNKmqYzuDjhOtCaMg2dHT13sHgA7Gy6CoQ7V+q5bnTIXXzv1k
ndO1GR/i3qreJSRiJ32q93KB6xPPghwJBIcRBq4h6T2/Bcxtpyx9v6jWWQDJjH3BG/HRS8v+a4Lb
HnLDKH8UXTb+GVHjjP04tr3leP9z3vIcggqG22Tb4eq9MFMzmfAd69ww6fAJiZHpuZi8+CviH3u1
yhvnnycXKiAcFCQ2oP7L1dadKTwt0u1zHGuT8xitk+IgpWJ7va85WeYEtZfMXyDf70qC16WYHlSv
T9tnu9Pc9YDuB9o891d/a/8JmHnFyOC5nzYptJkLpx6YITybcS+oLRbIIunij6Zvj2ZtWz4UBd97
Lz5pdbE3KHZr4+FvAzaiUYZC6OFyM9Ykr2ZCLftM6OwGU6pGINLj7iHthj12slumPKDEvKFsP/rf
l6Z6GieUhxPnPFWL7oNpss/KYFeByCPz4/0NvYZpcUThycWhiECo9mxsIYPUrm08O/jTMEF9vE7z
z6xoszwolXL9MGs9Qh7OOhZnMecIttteHeWnoR7Gj31W2suDketJEtz/VdLo5cMqU3oCL6oIlBC3
OKqpiqHnqxP3PKudGdZTOT0voMn+eLUVchzmKCGgg+zmCvGexg0zJKN3hocejSspoffXZNli5wK+
8TXlHAODUGTZfKxNIdhGyWFcldLlRSlzYEdCfJwtNL60xDZ3ViQDjs2+vUzZAvDziKy2lUEHiSln
nFT3XLjD9Hmykugt8Drat06h+qoZjV9evYMWc65sH+QIKBRsyp+VUrc6NS33bDtR4TeoZ33V3cH7
+76VWxv40sCglC7f5c0GjlNvxJ6bo+lYVuMxcscx0JBIOo652u2EPDcc72ViDVAQzO1XqGDLip3Y
aQvv3C+tOMxD0yBcVqw7t9gtKxAuENFo7Jq+VUZJOoQcRqo/Z2voLX9Amv2QUeZ5vL9tN6zQaYLr
SGJk6UNs7spFSyq6NTkS6c1oPVT1PPqqEe0Nt9y0wuMr/Y37Yxua2R5VWs1FiL2ZjSIYUyd/yrkh
d2pimwRQktCCnuJG4KaiDLctnXadkdi5aRdhrxTTZz1bladSzcxnR0zNYShU5THhDdtxhptGX4Zn
eQNlcfryGl4WSxjdEJehQyRxRI5TeQBLgmp0obaPyNAN3+ZcGXYoArbNrZelygYoJTPq4DT/L60q
xRAVg2KVoZGl9VeqCynyX878pVvr+UE14jZwU3FEiG31FZMshwu5CSDobZ60dUiO4LLNh7pBivW+
N93kkaBYyMVC+Zqi0MadolpJYeBQy7ByEYSblME7ILIyp4FL3SpQwGU9R8Zs+1Mq4oOp91Ba05UD
wQDSthWkgGqS7Xj45rr7d6voslHZlnp2258kMtHMetKWIaThzuyTPGs2uzNKSdlU7eAMAdSk7WzE
JgT5/0ZBkcJbAZnsdnBAG+okYvCoDBXRaCcLMPWThwDCE4Ls7WmxYID3XMUOpnKJJMZlFnsOcsst
LchRuD4gh7ki2CrSOakqOMQZuwPMdQCtptf+ZBiIwgGwBuclEusZ5wraqBn9eAYzZCOl6xMIdEGn
5O2brO/EL8JHGOuWzq1/RENMzVLV5+LHfaeRvvrbe8ReceqoftG8kwiT7QubVElnZhGCPwxIzfTt
mPP5bBSduTc7vXkhXuzA4CRJAhhH4Excnpk8Wyxdk0zJQwsHo+BfLShNmrF+oxWUEX++elUMNSP5
It0OY5uT0K6jh/icjTRTYQIbbRNCqAczTtt5J3K4sX3cqAg1cAtQadiy8BtNVZpVCse5m6PEY0R1
edBhN92xskkQ5ebpsh2GR9NpZcLscvMU3ehZLWRx0JnXKWIebuMeCGTS0a9SI/lSKlWJHmqP9IDf
StThzvN+faCwTwcVb+bcULK8tM+bbyH0keYhw1vOew8dyvVY6ZMa/9koXQOzJFC2f3rFSSEKGYa+
P85KLfamH68PleyOye4O7xglMvkjf0/sEmA+qTLnoZOK4lgwIT77PXodOSdGE+hXtC6HpS30b/d9
6foK40GDSp6txzTue2nXidO4hngGki7wblHggIKOj0vvluLBKjF/SIApvl7fB6MM+IG0lywUW/B4
RYbc6AtfvDOL9Qf5zho4kzU9mIXRvoNmLf2z9aa9KO7GSsHEA3uhXkYFctsqV5TYbsYRCkvbnD1Y
O+XsF2MhFSK6xuKlCFtSAd3JI27cC5JdCN4fwAMya77c3SwpkjJfIcyDnyRvD2M5Oflj0Rqt4bul
Mv7x6m8pKWplS4ELj5D40loLt1sduSVUYfZsIPxMmdNf3UX5DCPGHMKdOuwVIG+sj8qcLH3Q0JBS
HZcWayJym3mTItT0QbWf1kFt5+PACGTzRUP7/NXPLXG+ROiDMCcD3vK1r2bG8JBuVKFRrPVB1aFm
mcoOsVGICR9MOGc/v3o/QfGp0L9AAiPHdy5XJxY3r1y3QNc4s4vHdTAMv/R08bOyqcEEA8rEe1fh
jVsATgxE1uh7kRZvIz6lYA4lXccqpHAH2LJZonNUmEBNbFE8WtPovfUKguAdL71xzVMJ5AKmDctt
vE0Q6WUmoPvXKuQC0j8ryJ9+b9tEPN3fzZtWoAwiDQW4SFvvcje1jlQ3Q2wtrJe6PiZGPwWuMu+F
iTdOuewZgrmhdARqZ+ORDHsDpWiXGqJ92M1OZop6hD+nVqafVt1N9FOvi9dy+LBnDKcAGGQumtkE
UBaXSzOSuEtHkOohiDbro5Os5icDCfmfaxJZn4p6tK3Da/eSYjggNCqaciJ7W3/PKhFH9NPrcLRt
5Tg2iH3TS9/rzl/vJVYIoBgshxGCZOByWVVsmlliu1gpHXRm9QJN77KO0FLuIP5cdeP0H1YlSfkh
9JcBx+bbZSJyBhfN99BWZuM5GZDWNWqx89pfHzH+flO+PsyWIyS2uSQHRYEzucvbkOJg9qaK1uIY
xdPEO1vqiCf16fJnRPdG2wlyrm9KadbDKA0EqiObtUFSxUSF4TWhsyjT2Yoz7Q1E58i7023M99oV
10fNRTRCeiWlJahpNsbSkRxOj5M27Ozpn7EpR1pA6Z6I0S0jeJ48aeTeV97RIvQtvGnuwmxsKwP0
ndX+KXp4HI/3vUL+2MsYntAEeBsBGiNtV/eGoDcZF9AThrqOOOjUOPEbavC/9KKpwkVp9og/rs1x
A9PmgWhJws62F4ioTW8a8nUOkzr+trSuEyhq/8G2JjcYCrEn6Xod+77c9y8xGIgbY1PAKoe2UuNq
XkKtVmzURyK1CSI1GyCTWivvXTWVYOCbuC3b41x58x6p+vVh4LJEDBNMvKQM2I66uxWj4VXeCk54
qfqV230dtPVLnE8e4EHgCY3anl75NXnUmKqRqgUUGEjMLu+U0TIQz2s95TnpHETMF/NIBxZF98rl
fVu110YML9ZAi5PBgJI3NjcYpGAoijaa8pwWugo2KxsYq0qH9ZEH3278iPthx+LVOadZScD3kggC
F9021mByU+uiJeOkBb7ah6VWmHmKI9350amw2eycjasziDXebZk0sThi6cvdhFLbgBNfaiEyF+ub
y6h8MEexJx9za00SNgVdFAcCaN2llWXuYsg6nDScl3U+5K7QwLW6yhulqObXBgmy1wsKh/MO6Bbi
4EtTRWJlFTO4WdjWS/OGzlBxFNq8N4wtk6mLKwUrINtkPvfSApUL/i3Z4raPJjipYPGlvPIHE4SA
EI0062x/KOOo+j5XaQ7NSa/EWvx2NKKl9hmu0b1oZ7W3NpY4FvAB20d3ebOxEPBFcb6gkEbJMaqP
o97W/UFJTGt6zjx7/A/OgtgO8Sz3KGXFzao9OpSjY01k8xWyWQD/6vQw1NUwHO4f8Vur4kWQcigv
YLjNN5w7UQpwLcgjFE62+hB3uz9SV18DLUoV8z8ZoxdKAY7UbquGFQ0RjComxpD0magaeFl8RPu9
+7iWJZOX91d2fdy4RDywkYR4tKu2c6GeChNXAstXOInGPKYGTcYSZsEdRM7VC/SydzzdFK/km7CJ
UOY09gZ7VmC0LlvYLCILBK0vIaz/IDSennW7zHb88Ma6NPncyXmQl77f5XlgGLlfqY+VIdyzUtVx
dirlNJR13e58rVtLo6NIi4OgAQCJ/CG/H7ysihKrk+MQxTC1vtown+lrk12LgzM1NLRbMKB7Y0NX
jxz7yRnje5GosszNKbNXstS0LeMwrk0lZGxQPSmWYgAp7MrHtem/wRNn7ESZNxYKJADMGIBIaivb
ynAGSVuWouMUmtmSHoeuMb/VgAQ+8nJkByUCtLvjmteHDo8k4APKCMUtz8/lzjZu7S3LTIMiX6h9
HLza6f9R1Fj8Af+eJx7un4Pr1dELoSVPz5KYlpzx0lhbq2Zio4ISloui1IGud2pzmBuhtL47OEnm
pxZUIjtZ6vVnhAkCGhvyAwZv4NG4NJp5ZmHb5VCE3mpFjJEubeIXwhw+Qrlg+EO2QPQygfJ9HYSE
2NZkAITzDsKbCOkKg8CgeV5OtB28eUVhyMsQ21mcvb7fjR0FTYCqDSEgHMzupqRrV4irrA581OCL
fjLynf4qQP58cSGxRFoIQvRP97/gxl1g/Calo+H+MgZAU2XjLisjNr2i18szd2oUaJKN2c0M95AM
zqv5KJhSpVJN+wrICqxUm+dA7ZtWbVxbPFe0Vz91KQyc0DekO3HX5gqTCyI3ADZFXEXpa/uZhjUD
HwF93bNq9tRLeH+OmWkUO45vyrv3t8hBmpEHmiqxHIDR3M0bCr5s6erEEs9SnTEPDC1rdearu6T0
05azcvCm3oFDr3XEr3jQm9qHZNB+F5McGuGcz9E3La6dj7U6tMuxr0pD9+2hWOrAtPtUObIGVfFj
9D0mvy8RN3qaVbsUb0ya3MNzP3FCgnou2+IEQZo5P0CHUCcntYhK+zx2cM0ddDPxfnpOaQraLzOp
ny9MJ47fZbbTJ8954/bV0WtgHQxitVPZKZPk7VFFREE8VV5bfs7zBIgbnGjG3qzSxsdf9g6sP1E/
FS6O1OYeXnWtSZPCVZ/bseqfoqLxjlpZZKfVy9pjV7b6Ts/2ho9TNAdnSkuGXH9bldFKprGVctae
jbk1A81orKOUqvGBTWZ7fnHtFqAgCXd4tWkSb1sYdCYmG4iw9qzmw+CPMZOpax/vvZ5ygzbOB0Mi
E0pyEIT2/WYDTSeBkKlbjOeB4nESpN0SnWan146xliuBLsZfQ6bZ9UlMCKLevy9uHC82UgZYNPMl
jeTl5Wso8wQFYLE8t1ZVHiqlij/IIdnTfSubKx4PoawJQoXCnRwV2mIfjSJSbehztWfPnP+wUxcy
XVf12yr5GVdF5TMq9brLXRpkaBH4NHP0sAxtmZWVapztrlK0Z8DWzWOfVZ8F8w07q7reO4zIx5LX
C5CPtflsXt2PQ2a3zCINCLKNsZacuC/2yHavvZ3aODB/SAF4sqDbvfxCQ9HA90PvHD6LKqpPU7MC
7UAqi/q4MZS72rA3PhVFNCTOmQWXCKbNooDdt5GIJvN5STzt27is1ZOByPkbEAvxc9sb5mnJRbbz
uW6sEXpBzAIIhOR3S6CkWIDBhqgzn0mKFfhluujzOqfIdRaG2GM0vL6toIPktEEnTJPV3LbZrVlo
jMy65nNGIyNYFSs/wM2OVmjSqYeIptzOCbtpTzbgmKl0qItswpu8tOc4oiDznEX5fFgiqwwciEuY
k5tGkE3x8uG1Z01GxDQbZZ5BSWYTw6V1igwsjNbPxMIOrCbCaIYnR3HlRIjXO+3bHtVFpNeKMt+b
H72+xyD8ZVwYHQqmESnMbFyVkTNzXjXrmUHHGoYqNfrO9BvSF6hePCxdLD6aaNMGizbtkS7e2GQ5
usqwMhUAhh02YVZGRxt6XeE800+dD00WDUeHsrOPdpDrV8yEvfqjUjXhpgZIyI3GDXO5UqDCbYOs
MdUuJ67guIHH9IX33EiLfPLbSUy/7n/V67sGe1AIkAgzT08qcGlQeCuA+HRQntl90x+GqgoWt91r
P1wDc/Eccntm6sjh5KNwaWZaVjN3clt5thQrrMx8PfRT8/dsqb+sAXYENx0+pYnLRJoqzrNmPbrZ
suwkPNI/Lx9DfgIzqhxSyfK+jcRQAUO+h8gmHE0bvQl7iez5U16TDMR+5bnw6DTw3JcPo5cn0c9R
0yLDd1QYyw73d/z6IiS7oxFDziWRe9tcaDX1NsnTPA69NmJYBCpejT593/xtN8gpNxk6tGaytHtF
luvlk6jL5ItKJUmRvrkuJsdbaJSWaVjbwn5E6q0XR7MpG9XvE90WwTSp9t+GLizLb1Zj+Ax/kfnz
/sqvfY1WBoVVxioxxSz+pRPAkKM66Qw8DRyp89znWna0qnbe8ejrI0stSZb+mUjF4a4y6cWJ8gL1
J8jSoMies/kNvSPX9yaIjnprr1ZwY00StyrZ+SSzw/bAclkNbRYPZQg1UvUtNyrz6HrZ/Hh/516y
kUvnZVEv8gegEWjXby7fpJ9jc0WjIEwzd7V1v2X3cr/rKIw+jKOW/qwrU10PXjU3VeIrzVLOb+JW
uPPBrcYktBt1cgK7NGvjE3yT3o+YLonmQ9xZDUHWq219EJoXG0/cOE62M9x3a4uoNvP60jaQrYPL
z15m8NtUo1eGmTbaAc1/JXAgjNo53tdPPQAnILCUnanUQiByacVb2ngUXlSFjqKbgSJc+zBHhc3o
qbkXdV4tiKIe0z3MiRFyktptQpkxWu2mcqI6HDQvDeYpUQK3npKdmc+rewIrnBV8Ss4787BeLqiO
shEk79xwYMv01HYGoUQnbMWPoiibfaTNptPIXOiOq91YHOUtsm+8mnDX2bxAhjEXMKHS7hzsAbIK
ZURD2dT2hkJuWiFSAi7BFQgd+eXiinJJcxE3NFUjbQqGfmA0BR6Dw/1jc+UTjEXJW5ZOIO8ppK6X
ViY7stIWRvVwmCPjcRV29lwQ2hyo/Ow1Ha9NMQ78EmsygInuymbbllXo1uStTbjOvf3QQ3hxmGIb
EVolefUDQgAEawpMAlTvJALuclVUYnIjTbI2HLVF/8q3yWd/6vX6mLViSf12hgaumlb9dVVmBlkx
y3SNLsdZqc9sVqgOWaUnTdeGmW4gjzoI6PbnaP0W5Ul58spCeaX25L8GAS0QSpNrXRXP06GVlYiq
DVW3aB5dNLcekjwfQNE7r2z7vZhiMyX2k44xVcPLLV0sbTSZxMdUqjWPalZAAZGa4zGnNvQ2K+z8
w33HvHZ/jfY0X0pOtTISubnOTafJgKEbbQg82T7WpVWdSk15Jcj031VRIeQIQFFFCeVyVVY7mimj
Vm3oCFuFchq2oWK215Oliz1tjpsLogxJmwzeVaY8L03BK2fPsBO1ITTosHrp9fy+H8SryclxQfz9
f6xsPhMtrzhSyqYLEf2zgtR2hiUwMr1LfGK6+Idizf+M9pR9/g8fC/pVeVfxybaJXetUloZMdxeu
sRu/mRezCQx7Knci/xs7yPkCxKIS/jNoubkRLXOImHy0u3AcCo+jnLWHKEnF4f5ablxThCQ8WmQ0
vCnbhDgqAQZ0cIWGfcTAlMl0c+i2cME52mi8/w+mwOUAkoXognmiS5cAuBgjQ7q2Ycy036eiW9Un
oSVvY5FOO0/WzUVRUwAOK7G321JuStnOqganDV2hQg3eM5EKH4kbiJT+wv1F3fpKZKFSPoMyBrWt
y0URxgzGVGZdOCyxEpSNXp30/8fcty1Himvb/sqOfldvEPeI3esByEynXbbTt7q9EK5aboFAICSE
gK8/g1qX05lZ4dy14jyc6IjudqSdQkKampcxx2De438wCDKRazYB1ddTD1Y4IYTHylbduWtkP4jF
psPsXjpMZ34yNgLKXDiuqK0hCXliz9XogbYSukp3Bid138sQ/E+zVCAFafs9E+0lupOfvSX09ULh
EAxuELE5CQGjClmtxMyYVVVMHH7gbMi2JdVwbyDM88u9RJgckINAoyXA1yNhd/yiPAgHF2JeFMS8
PbmrmNOmKhgv0Qb8fE7/HuUUG1YkEBpV3FN3uqpUjjR/m/XcMKjssrdf3xOoIKz90KiTAwNwPB8o
yg4LEpPqTpFq3EOQxs+YnorNfzDKqo+3luOjM8gzo21HJkis30nT81y583cXjBwXbNDPzhBCQOjC
ALaKjOC6qH+p6Vaqt4TZWt+BG83PmR3srpyDX3fS4Tzj5sPLAULwDPsbJEWcmLjTdwBMxF9dbwyS
vT81iu7+gyUDASP4peEbnaVRycDAmFII8KbValnSpJ6cEHzPLdTw/oOBAKv90VOGYsjJsg1JMKCh
q8KyQREvR2gQpaZCSfOXRwGQA8KzINFxkKo92WeNCSaQKAT6rvG5tymknjMdAYrxH4wCCworsCYv
T2HLzQhsdKBCfbc0o5txXpHck+bXLRyckZVcacUG4b/0eKOxkYdyoQG6BrquPdCqcr6jE857YMtQ
78Haxl/fn9XqTx0F6UgrYT4rWRskFRC5HY8Xt2MXTTHA2EskHXPVlUNPnmw5m+W2sHPX37YgnQ63
VWRjSEv4w8B+2UVH5hCZYJClIAQBdPr4AazAkk/+KO9qpZGiLdEF/yYbCKJk6A4jn8OAmksW8PwW
QdSDEdF7uuoUnDoUfsIdR8w+jhk8GJO1LfHFFjiGZecFUJ9MIYkqLqWDz8dEyIjdiVsECS34S8fT
dAxkfzlgcncMoqFlnjhNH36CGtzIXoiviPcqa84uJDHW7zx+t8djrs/0F6PFtB0n5HyHuwF8EB9q
JMfysBTD57mGD/r+Njq3j6s5galfdfwcgLWPh4rjRfsExKd36Ngi+aSAom56Ji84TT9bRGxVcJOs
illYzeNRqtEdRkf35m726o/C1wbkY/yDWeje8O6Sc/uz1UPb40qPDtk6qPEeD9Z17lIjpWvuPFXp
axYv34BsXsUki0v6BWcjrdYLOxo9CChr4Yo5Hol4yPzJYRru4k6SnDdRi4YkT6fVMqtffU+wW7iR
gZYGnwE89pP3JOa+q0LCxrui1SytOWQ5OZQ0LozykwnBCwQAHPQKK3r6xCCDcn90K9qOdxp8MjRl
oMCd6kK0eR2gh/n9nfezsVbQCgLSVUrltH3PH2TQ25iOACGFULIYQGXZZ92YuDLraYtc1/vDndnL
H4h6oOMQjaz242RXwG8KlBa+vaOxxTVgADUEZUQ4heqqXVDPyttZ922GUt34EfKVnrngiJxPF44o
MuIwXgA1IxI/3iugl/wHwedd2DTVZkSqJdNuYXZ2Ccb0/ameJfOQIcbGRKMezjbqrifONsBNS9lb
4QHlK+bMhZ+F6CTm25j0/h1tVPSt8YrqV6ufKJjBNuNOQmoKzOwnZyFm0L4ehIruTIzeiB0qQCzY
uTg0ZU5GMg+b9+d4ZreAZwDpO1K8CPYgWXKynJM1Y82GLkZz8+hkQ+mGqUMvWsfzl7aSm6EIjx45
nL3TsIV4JhgSjy+Q+kNrea7iAbszGnTcQuyv7i/h7dfjdWT3KcLklZIduOm12Lo+zl/svnR55A71
7N3Rgvp52QHyBPpctYUwowNdoZ6Cz7dCPRlJYLCG0kt3wdm+QX8eaArWuGm1Mqd6n2EJDIcw0XJH
Bl+xbWwVhtCeHpoblLlUkJZCGJ4vZUv49v3XeXY6MTRAI8CmIPeMMMo7nrnvlrZ0is69QyeDlBAm
8Ep3m8gSKoc4qeOU49oN4iwop2bZSKJ9fcE8nN1QKEeivRcJEbzplV/9+AH6EF5U547+HV88nQV1
Eh/cEr5UabX7FDT+pSLL2asG7AyYHMQK+AeV0BNLOxiRVMsSBuiRIuqKkqKGVEcXNChT4o7c1G3V
OAfbR4BG+AOlPPURKXu/eojWh0B2FUSd2G1wjY8nTYCSEHNTQ4xpKmwKk9RcL21AL9QWzg4RWgBc
eKuAY8LDANLkeBSh5RKPsQNd1tLtru0cQbEWef/cgPXuV6V+1qHWciug8zCyp7JcqJQgaHHj4i5I
Bn/eDhGtRcaWpFwy3wjTXTC0Z0YIzMHAYcDerW4wctbHM4u8PhLTOER3kDZjachkuOmrSl4I+s63
JiDdCPaALF3zDKewAEkTFJvqOLobkae7j2JFv0cAsuylrbvbRLTO1/fP4vn7wqZAtAzcJRYSy3k8
q2Yk3jKYOLkr57hGGwroEDIUdJuHcMQ9/f5Y58cA4kzgWYHVQ3oIce3xWIoGjTQNFKDQS98qkL3M
KidSQUBF+8GQOjoeAZUksaAbaACHTcYj/xLfzE/mi+ITKp6oGsI/Pe1z4JBPRj0Fm6aDyiBkU4zJ
K9HFmzEy88OF6a474sjCe/B+kbPG7YyyMzDRx/MNvWbttrD1vSrcfkhLglr8juPFe/e10xtw8Fcw
uHnJ/anNILJQDVtHKeXv5DjP5AoWsUEsEDCNTgzrlFXKPQhpvIDjpQUjOK9skdJ2COsbtXhqBK9j
EvypdA8Suy4YXQiULY0YQSzZS87Ssk4881HNlY9RIrdROYcGLPR0Gt55qZ5xmvy0Zgptlejyaovn
2vcLe+XUXcxSBYNCUuuGejcjQV1kuoVp3dX+MN27YgjtQ5GERbHnBnC5D64lvbp1Wa9UriHwXqVT
C8WpfUuDjmdx6w8CALrGF5/Q3zYvW+WrAkKSfJnEs4nQnLtTzGFsw+kAIXgnQFyUxiALfwW/S8sz
x8OB2FRChDFwM2jc3cSCTXFq48XrH2pNx2AfQlWZXAWqKcYM58yyLdbV8TdLHUzBAzgcbQ/itnm2
ydapIq0+lWBQinnaIBrzQCHS94N/r4jtvxi8r/GFjyoWXydqjDiQSiEPzCSri+cJcjfBmIliKovr
2KtacygmqPw8Jl6nZ2BSKpftFwuprlQmcpDQcxwD+L/wPMMHAGfj7ur9TXduP5DbRS4PuG0UJuHL
HO85YE81IDECYjyF8b7avl8+lp70kQQB6S1xZHvBEzy/yxG9osAFbjLUZtzTkmE7ucsEwSx530Fy
9MbFjT3mhevUn5B8Lq8tMG23gF6Nb9Ahmi4Fzmdjo7fgR1loxeGvpYfjucbcupFAE+bBF7FZ8hns
bcuLW+sWBOHDROK9YWHS5hxePs16TR22qcMBErfNFPv6AXVvOj2izQoqVGBIVk0GllL0a6+GifA0
sK7+Ujm4ptMeXY9JDoBwgv+vTUuumgIIrdsYLCFQtnKiFgITVRCIF4Wr7zCgOlehRTMcnDQxFoEb
zuPcfOvQ46VuuwiHMHUZax5bU5v52bZAVdQpDbnvZ5iCp2+kKiCO5jFS4UyiAyxJaxrw77ZGR9pj
xYOhu1K0o8HGhy9sbyZEQVHquKDM/2KVUy2Ictw5vCF+5Ub3VdJ0/R6ERUORO8YiFmnpnEA9ZtHL
nAI/NcqUIKldq5yNA/G/uQPQm2/v78uz2xOMVUCpw+qij+08IhvBhYj7ZY7vDZqd89ATDOUHAA/e
H+Vs96+jgFkDgdfK1HjKSakJcSm04eP7uDP8EALgmoqR+TeNN02bwjb68/vjnc8Kuw5EXNABQR0Z
DsLxDkz8PunwqXvPTdVte4oiB2h+gl+eFUCkYPsCQHLtjTolRgmgXu3AVNF7xSKVdxGX25jN5CaQ
E9kHtL9U3T1fRRzlAD4cmiSAcjjNdAjuEBMq7d0Dsesf0DGRlGkJ0dqPrPAISx2DFuD31/EsGEGK
D1lFXMprdhhAieN1nHUyyBq9Jfe+EiLKg0j2b76dS7kLW/DQ7fqATMEWMJ0pvJDY/JEgOrqkEchC
fwgF0nXfYIseD22VWrsYkuRe6MnMd3JKmu911NafQTRWs21UU/MVAFVImjT1xCbkBBPcxyYpzJsc
hCb7pAHYOPXChoAFDLYSAooeZHheQFeg6Q7MuWrJq8qP2sz20yC/eJFgSD0YPgeZrJWpNp2PGnBu
qqAbnpIiDP8s6Bh96kfjgRtmRk4rdfgYvo4aGjbb9xf+zCUDWC6EF4IAMAYt7WnpjIFerewXH3ed
5PZR1czc8cQGsDohId/CxXlp4zGfAcT4rrpRf3l/9DNnDEAC5LQBqMMToAX21CEsvR44my65J7yu
dnZQrkLzPmV1Ng91feG6OLstYtxRoC5fi/x45adMP4X1hlYrndwnDGqOFryxqc/Z13ASftqSfte2
9IHFMP/vz/HMRCBfDywNKNkQDyEDth62v4T5o6dwMYKh+55SMWwHzcJMMO9SNH8+CrCPkIACxgQA
//BsJVUknKCu+MFWnfkMVqgmReWLfnx/LufvC6Ogf8AF5g4zOSVzCPoFEPC65Qc9knoXCdf50E5L
vQXL9yXQ3ZkNAiAZA4HmHvmttdh2vGwQDdUCITm4p5sEyKNw+jLVLMoKEm8GM5YX7M/5xJBhWvm9
cUPRtUnneDRWtlPHpGQHZUeZgUQZYjuN9O5cYX65fQWcbABI+FhCMOdi+x8PJaYJGRXgnQ586qBz
0SuxHRvr//KuwyyQcAM/M8qUyNMdj0LAV97RtscdqIomg8dR7jvOkgvB6k+Wbe3vxOUE8DwY+0/y
Gn0ZdVFtyxrLVnssl10iv8bLguZ1rtvSyd/ffWeXBDr+ccdiRoBRoS1hfZq/nKSgqGwoLO51J2AL
6F8QhSc9+a7keEP42O0gqnkpR/eTCeIOBPpzhTav/QnHQxpYpHCph/oApV+5L4IB7c/zQBqcrqEY
L1jD8zOMfBhQ27joMSja0o4HK6OJ+Q6TCDA6zW4TFDKfuS+6zfur+LNRUMSguN/XEOF0FUc6g5W7
icUBZQWEYXpINmMyX3pXPxtlVaBBjhPHCg1pJ3MBqUwr21ocqImLLSS6w1cGQoULyYvzUVb6TcA8
16I1EOAno4QaACrPFuIQFlMN8Bnw9vWAZOb7K3Z+cWAUkCYiPwIcEKq9x3NZImehnW7bQ9d4y05A
2H6TzPWy1fM47H1Cp7RHrflm6EV4SQnsfMt7K7QZBgmxyKppfTx0YV3JpVOKQ+dGo32kSoT8DvLg
dDoowLnb55lK8y2URcB/GRTwA70DaidkvcDwfbobtWy0y63uDg36q+Osk+hsjtCQ+etHDB0DaxoW
OSEUak6FFZoKVEtLzLpDMS4tSiVoNgoEAuWkCaNfNopruyDuL9xcyPGfepkeF11U9kN3aOVitiCI
Dg8dH7oLHuWPROCRRwklOmQmsS9x5a/I1uOXVmnuGUKa7jDy2l6Bq7felhEpdojCqg21MsyFgCgq
CLXibAJIeTPG1r9rYfMumOfzOxS1Xhx1gFwRHqMp//hBcLbBRldH3UEClrmzfRumAoSpG4+oIndr
SIm8f1B+chxBHoJXuBKQIbl2Mh6obYMedFLyUHQVh1p9P6P/tL3ksv5sVghn15IQ0r9nWjQtbXyY
LyMPEDhn2eIlPGuTosxqWsiNWBx99f6sfnIG0amDrMraz4jM4clViqBlUbOK5AFHxctwPXmbCgo/
26SB0GO8IKkAlVT2+v6gP1lK+AdrPhbMPXDQ18//ctfBbhfIyAX9YSpokhXInAYZhQcbX3hlP1lM
sHuDxR9EBoDznqZDXXQVTsHs9IduaJ0/q7DtHkUdth81ukE2VFa/LM8ZI+0LCAk0QLGYcMaP5xVT
ZWGxY3mATKl3vdZft3Tyw4x7/uf3V/AsssFIsCtg9IT5gsd6Etcp1UP7kmFmSMB4G82afsw8HBKo
o9I6oWnVCOclnAf0jYzlsFdcdhee4CcbB9DRlesD9Gco+qyf/+UdanDojMvC9QE2rvM2sNcgJPNc
kJtcJ50r+32IJNVjC7ayLnt/7u6534IWX6TYcXmsLuBpub0EbREoXE1waHqAriJcUIFExh0lMcmu
kSzuq30iIQ73oUQ1XP0po2mJdo4VXD+10VJb3KNduIR/IuHb9TcEbHHzbphor1eJdqfdv/+4p5sQ
xXpsBbwj9IaEa4h2vFDGQnIWhFvNYYxanY9Lfc1IcQDX2ifo5/xqpLQOBhpmZInWaPAsKU/dzrjR
wttD2WkX7YENqHom51fDF4yykp9gGJhdxEonU9KNpINoB3VAq0uYBQFJdthqL0EiuwzAwuHCnXO6
2dfh0MOFEB6RBWpU6wr/ZatJH+qVcTzrQyVJtBt83DFNMroblA3GzMZTs9OzjTdKhSyjc19esCKn
1grDr0Rqa3cpYmyUlY+HbwapBzhew8EjACp6jcu2JKyGC7v6fBScY+wP+Hoo2p615IcatSJvYeaA
8lJ821uHi6tJ9PaSh/xDGuKvFzjouHB5YzvGYO9AQH3i9Ye6IW1ijD0gMQTIJfX4FO90sjjXKE4s
7baJF/7FD0jvPpSKmnHJ5RCi1gB1pIGCd8YxukcGg9ooaySrnlHgdpbdMjM+ZfFo+wBCXg7IjSAO
wHlq6jBedgy8Gd/qyBHPFbgySCpUydGWG7Pk84zCAeSdHfLihTrkv+gUYbIrggO2AhxZa5Li+N15
det7U99Ohy4hX+nol7uy4+GFE37K5A/tEhTcYQWB/cFQOOYno/SMxqKSM3Kyo+tu1BSAor2H8N+c
LwRkfxkog5API9OQoLTDJtYeGg+nf8cDFustmqJ5mPYKacR0iktNcohtePYXQ6MVqIOdjGOL6gmy
KCfvXfaxRbpvkYcxieFsCze6I8JAvOiHufvvI/Fb/bf/wc/fO/CXVKwcTn782718a58G9fY23L7K
/1n/9N+/evyHf7utkFnT3Z/D6W8d/RG+/5/j56/D69EPmxY0gvODeVPz45sG3+aPAdhbt/7m//bD
/3r78S3Ps3z747fvnYHpwrexqmt/++dH+7//8Ru6vf9i+dfv/+eHd68Cf7fR9nWo2ursT95e9fDH
bx79HbSByQoKATwYADgYTfv24xPnd1CCw15HaPEGLHMNEtpODeUfvxEa/A6eAiBxV7JpEFyvFWzd
mX98Fv0ODqM1qQvDsbZm09/+NXkEa9CFbv/xXrAY//z5v1oU8LqqHfQfv2GfYpf+X8OADQGgFRrG
8AwozSPRe3pW2OhRECGDFsdhu17KZx8MqnPWji2ZdyqA7QN4NtokrPVTY3h7L3Vb3Vje158bp05Q
P4zn7+jF0XXaJ5TnUVxDMqGT1f1oSJiCUk1noA4imeXlpziscjlW39Y+r23A/WsI2CPPDNUSMaJ4
OwTPGCvYoSK6p7PamrAwuWmTG07NZ6Pg9zAvzOa4LHN/otOGjuLZQyEh8yblg8g+7Delw+cmZ8Mg
nE1B5tHsPIjllM9c0OLvqnInnaFa3HRPSFk1NEOpaaSpXzfxUyeachM0C4fuU8DmTFgH3ThtJLIJ
GlAHSHaMKGjNk6C7uLCjhh5F0LOPOLOteXaJtk1W9SiDbQbARMa/+31vdEr0OA75epyQHicJIemI
8CioU+m6pc7nAfw5Xen2H4awIJgrmufGT8b35mQT8ijcVTUdobwj0ZGxoaCQX2u0hj2Aw9Delrou
mxQEwlGqJFIGOfXmWABcVLDnxU0AVvWm1uxoESmSdU7Mbv3OTh/hlySbLgnFrW3cHcZ+MEG3pFHn
lSkgwl5qHaKvqO3YB2ydja0LvEXJe9TTVLInDuRHU6qLqx4yHBbl+pZXOTPllV/NPoJCWedA/fg3
SVBuZI3aosNvBlU/9xFQuSA+ekrIILcQql4e0AdXZw6pPi1BUt5CZorvVJUkJIPwFG3zYfZB19rP
pXI/xYok4qV0BI0BshAgj80j8PjNOYGp/xeM7f+dNfv/0E79YIn473+ZgjM7dfvaHNmoH7/+Dxvl
/47iOiBrKC+CsgE2CWHFP2wUKou/gxAJKUpgkeHxgVv830YKNgrAfQg7AAcCGCPoRP9to1znd7SJ
ryUJ+L34FyDn/3qu/4WJgrt3ZKLQjwJWYqAY4UfjvwCEnly0sYu2EVPrrb9K8111HInYvJmcavjs
WTyZSiuiAGisRLLECNEn1+akZn1/g71kkl0AsMj46E2SRregqI34Ho7KMP5Z4r7VN5Etxk0iImn2
uqG13lNuvHbL+rCZ9hCekWXqLk6JhF/QgDIuqgkcoclbrHvVL6pzc3cyZfK5h5hEUabFXLX2Ke5x
xP8e2ynsWepNUQmd71YI/XewqFX3wtNKAhzZWICTNR14hkZGHC0++9a/L6GEuUGKw20zAwmk6AEU
6xO0Kdql4TkYGdzi2YlsonamM1NezeR5sMn3LrG3Y1SI3FP1Q+GTD8qrvAImp+ESBtwf4p0wg0vL
zBng2d6CzzD+6Djqq0kk0ByTX3hORsO6TBcnegGt+ye/H5LrpU9AaCaDlZiW8CUG30dh4jlbpAdP
vGURLBzEYOOPfqcLlaKUOvnbRoJP58YmUKKJ4qrUH33CybJDk57Olmoa7ccFzT8NSzED1e7rCQqr
HYmKDwZJUb3tajLtm46wLm1dKfaaQg91LSq4z1r7yQSKIAgvZ7Ep4mK/dCQBx03vu48e+BqSzK2m
LuYQECunbzyeqmnbFaDA2U0zdN4PC+kLL2tYor9RgJfvvIIv0YOyS8kAswNcKRX1TL/Q3syvtY7V
g61CP+VNeWuLIMx17ZE4reI+fEzI+LK0A93Pleu9Ia+IHg5eop0dxChTWJZbSPt5/ndwBgcs82Gq
+S7w58ncSj5xkUJeafxcAfEiU2fWYgdLrpqvvIIs2a7o3WLAZahAgooLoi8eS8Hj+2lwHe7l0Hur
o7fKBI37Vi9ROD3V89Db/YwyoLprJuG0FDTejYdEkuPWgxh23gKgHyjENfoKvCsddVzC3lNeO3vp
TBX9Dnk3WGfQQDiWbxwD+/pJDsESfQHBjFMdhApQGQahER/CNPZKtaSjGrt23EFZpug68PpCWr7L
aeOxW/RE4MIB6AuHcjO3NIEucKd19y0prGH7YAS86ElOg6pePKDAHJtWvGrQmRUvnUbrJu0HfdBO
UoGgNW6ips9Lx2ncq8JFJ+5m5Vj10qAyLkLBzIs4i0k2lp6I6D4E/O2m5mG8q4NR7ajVLdp1EwGY
DOjuQX8NiiBUqJ+GhUVfZd2zm4K7dMtA2vu1huhEhhJr/U3YeQLZYA2E2OAYmbnLYjM8WbJd6rK9
InUtdhzMGdBwR+1Sp3NtujaDvhvNwF643NAxbqY0mtv6GWkM3M18Nti+tTEfZ2PUDWwcv1oj6OuW
Q/+lSOyfnPvsboL+IZrq48euXti100RY944B0VUDYYM3anEeFJLA90JO3nPc0AiciC2AdQ4s4bWN
g7pNDagutjPcty1zp/DFCdTygM4Rfd2QYfiAjN+YzVqFOYOE1W5ovBKxW+KNn3zhS6Rse++HcAuM
6dYuytn11ELqXnvxjQNRvhIIsrnd8ToeQes6d19oK+tspBU4XEZfbqMyBq2iX1GSSnh0uTvMFk0R
jkgdCkgBbSpya0Z9cAf4QtxoZwtm9m4FBwXZCPRwCLGqMAbbqT89R4E0ecIHczOpKdk0oHZMF1c4
WTjOt/NEpm/BSOxVEPTqcdBTdUUcKBivKbOMjHTaUr8uMtATujc+upCuZ4CzP7O5Btl8Z6McNHhq
G02m2Feif6ojVWzDkKN+HodstwSTSlljUJOA5OoHTpR6rIis9mMVzl+EcoohDT1CnvtSfgOORm0r
YPk/szgyD/2gJqSHgT10+7nBioBCsvbLG6flFIA+B1lPIsZ9yJtXtoxVl7r45XXLu7dsAUI0Bo1z
GoCqMl8FBLdi7Sf0VVdvCOD2VyAesnszRRSkcMT/TDkNb9A8IPejquQ1ZOVuRqp0voTgSMSVFWw6
ZdorXyfQ3g5Ge2tC5l3DaS1uGTTOdh4J6NUkO/UKojm1cbWH7B04u3JNhblCqe4bsPzzJqgofezt
uBXwjz/UjLdXbjh7N/5SxF8aJ5R16ogk2vo1qUTmF0OXJWh4OMi24c8WNYsvaCWcmrRB5/wO+h3t
vosGD9h0cJMRULI5+5h5xk1nZtuPfhM8dITjRiQOfSToxs6JLvtt6Ei4elQ0D2PkPI0qiK48wcOv
CoDjTFTW21aOBsKi9mLg81rvUzJHQQ6ugzllwfSdNAampfIUxfcNBQcHc0K8cOW3HTNZcO/JqUMn
pfEEITt4Q+ZxwMndlADSpDBdcaZa12z6AuJ8BI1StwOLDSJ3Z/FSprrhrnTXWxzp6LbMCC8atW0X
L3roWdh/oPXE/7QL8/QHA4m8KqixCTwQ6aLbrzMVzuMW0tpuCZVZW/IGuEa49Lh22GcTM+WyQ6XQ
KiLTXusCYiQlI7xHM2sSVLWyHHV9FMMXcIKVUVSgJ9SLeek56wtXpfMEmArVzrS3aySVjbVTgsEg
JFq8AfYYFq80BDDbSWMWDF8H7XZ7wA0dbN422U5NN2S1GL42PXpwosTyK66D6hBrcGOGYdk810Hb
xDuyqgYCfeuF9SYBuGrbtpaLzMSiexwI3kJbFyCATMIBqbpAhqkU07wNgIK9qiE7m1s0ImY2knMG
XH2T+qM2ZTbEgIdDFXzcEzJXH5YyEB9bM0FftZFR993SAo5V0EGYdqq6Li/aNtp6ffPSIgpPK59E
116FtjwV1PyWRIy/yl54L8RISzbDEJitqu1w3dilTjIJdD+OfjJ/0jrprkRXi+2EpqY3Ps9+FtKK
7NgSvdoCCUiHRe5DDCzFdSzC4TEyHcwGvhDbBrxNZg/64pKkYMNs4Z5RP9V1+CR1HOcB52OSBjOJ
v9Op0mky2OilD8TnopiHpxZ+DUvBUhM9AOnrbfvVaDmEQnFOmqLZNoMNhhvZaZWAjUfRJ+uDmwKX
DjRWdlCp925Nv5Rfpyl5ckUZHyS8321YmgRw4JIfek5sgHBVFzIXhWygNdeiDQZ4YsB/R1/cIhFF
r5YukLceBMSzKOirHTRBGjTljpSmkYrNc1yF04eKRQOkoNEmnLokGPeg0O1yEfQhLozlG0lKyJ2O
Lk2D1m8/D9FcZRGiTZl6dTcFKUrOk4XonBvMV4OuwEQOKVbvIVxi57PxUFhItSvNCAs6hp9s3Pvf
F+HoF9yMY5sN09JgAQ107FqQBBWT5+55yN1ngPwpQMmWfYR4Dv9WqxmINma66WWkEPKMJrFe5SgS
btqZ0NuZNfq2RHr8VqBb/7rGVySZT6TzYRFL+NyCoezGn8EgmCYacPHcXeDHyGAuX5BBQQgNBZtl
u3hkeBpdS3dDoAJUFpZpijP4GoX+ysKx6vOadr59m0QbP+JJPylSdCnkw4ApyZSsXPotBhw7uFU9
mhPu58KZ2Ke+RjwG1KU7xnE6IYE6pagtWyQXRFfJW1CBF0hVgIAR8HpmdAuLhgjGT9Kmq/l4nYge
97lREwlu3dFZ9IYJz4HOcyMn99pnYJ3fRmNSx+lI45pdxcHYbMJCQ2fUbZps0lVxpVyxj70eFzLi
AlCd9Z8wL7lhSHfgsXGioAUKYWz4a3IvPNt/IJbMN9YE3+qinm5nBPIPuvf5jah1mQqRuOlgrUxD
E0SpiPwpa9wGPoVLWB5IfgMOCJuCd1deDWUl9mHE0EQUiC9j3TwYOvY5APVOBhXYLxDcEZnEqc4B
zSY7kNeEVwTz/hMH1HtCJnbK/MHSL4Odyhe3T+rrxLrFror68BbGNITLDV6aLfGc6lWHfXMzFaP3
6kgfyjfW6abvkw6j5QoN0XOJUGmy7n6cEQ7mbhMqfgcvPvy61guWazRfCpL5vBn6e3cwvPkkqnl6
Y66Pq6+aQL90JZBV6vdlU+DJWhnRq3600VfDKoFCtV8kxdYXlXH2jtdMZT6DBW5vJcN6kKpDCLsI
F3gMx84jB0CTgyrKFGHXXwGSh7JfHHWVQexVYgsDIRcbtCDDy7imU2D1Peg3++nVZ35BN6Uxxfcq
VN4AysTOzqn2cPWksYxE/MG0c1S+RoPwyW1RxpF4AIwfSxczNmRJbdDDhQabcrpekqQjKdLtUwnE
RFVEyL1Jr08Dz7DooSkKF00tVkv24KKHvbj1RyWDXI8FepbEUtlgQzCptzH8P+ydyXLcRrrv3+Xs
4cA8bAHUxOJMSiK1QZCyhDET85TPdnf3xe4PsrtbpPtI12d1Fr1xhN1NglUAMvP7j46sr31GPzpc
S005e0gGYKQS4Y4NYK5xtzUvsy+zmq8vpMPKYx9QbVUf4cP9MhTjOh61Yvzo5H11kSC63VnrmOzz
ItBpN6faslWJfTSTovuiU5X7ecSDR7V55X7ShgLTHW2qh0RLsKtIyYYJYg46ZXqBxBa4VK/rlKRF
KC2rOtp6ZZ79RQY7uJKnqnPIL8p0T1wAc2oX6Qz06JRChaVWenEh+TGCt+rXCfd+G1YcC76IfHLb
0DQJJxKrqGq4x6o7anRN/L7Srnehz07y2oCgsAY6jRXEpa7s/Wo0sglBVloA2EFlapfaDIGFTigL
EvB174KDaKGe1sbBTM3hjriR5Lwa6XTwtMC8XXWpdnOtjL2XDh+9el33XuUaOx0d/Hmqe948Jc1L
fy1JSy4Lrwj7pvOfglz0O2Xqw6uFGvdc6V22X0xUMRBw5u9aM3TnDIzmPl231FMdSmGfrF4hQ4Pd
JhydsSoi4NQlQqDC/M4Lv3cQ9YSp0n2+4eTOWiGSxGIl59le7Zjxujx5VNQNu6S0g8uBdLQ4cShz
q9e0/DCkaXmSPV9ILDjTnJwE0UU9msZpXclZqcYlOWdzPcfwoeVxMIosdNKh2QEsD1d65fvJMUna
5rnIEdwWDATkEN3ofSWHC+rJHIeDpEOIk+ZYjXfTtFngHEqjswNm4qoOhj9i0v8Wlvjf8h1vOJKf
8if/KxFHgLqfII51V3/5Uv9IjHzvj/kDdNSMDT7czMnYxeD1nS0L9B+oo/cbROUWy2EjUUODCWv6
JzViOb8RwkQjE0ZtTLab0u9PYsSET6HQBTqDBqVNnfe3QEcyA96AjtAueDo4saN2IHsWgHMDJX+g
n30VpBo9gC/daGvqLHhlxHVjb3JMWupbMp9yWdjA8SygVJQv9LMTBbu4Ab0PtIIWTsURiiQCV49G
C8HQejuDeTTJZYl3uQ0ivbPGNrR10X3jPKxK5kaZ+sNjMUMTZGFTW7WdnPA6L0hChSW9kbmg7YP2
E0pvRHs2jiTMxB2kYY6KOCpqTadXNjbxhoz+ow18xjSeBZk+SPLeF3Mg/1I51fgACTtWt5zzRucJ
xrAyd029WPUtDVSJYPbA2/0ClCqKC9vJvDUC9VxcENKl9qLSo55nn4tU1y9SpvqEUyWlpDvQte5b
kmk9sKRtTt2DY3VBc49RSB9uGldUz1oLxHfyZpPaUp3CjzqWTNsvBeLXFuDEbFggXFl4oYdeXQ8d
lXQMShi4Y3vAYxg7vWzx/1erFzoj2TF7iRCnvvGmWm/DcmoKbx/Ya6kdh05Y1V1d4MaEmG5HF/fK
4BBqhY7r2GPuDaIBbLMJOUO5E6HRpZbFC/DJU++X65WF0Yt5hEH+W8PhaPxis+TK6wYM0TgbeZ8+
ar3l1lHpW8kXNOV9cbCWvJk/NI6eBwk2w2Lty12u+yp/EXpm2ReW6Cr/a9twFH8KFlt1N14DAnnW
J37TbuzrgL7OyZusC0Iy7Ltprhp/T/r68irYUNLdIJNywCdp6/da7XjZzsbmbYY0yZvJLleShbrh
NEDA7bZfQ0IZXRIqgLLPjszlgxJ9asXdkk6PA69auRfFhCuwxHhz65nJYofoBYg3xiu7WDH/UyXC
tK7NbxwTB0ZAfZoecqvO81AhTdWjMtO7G4wknCHDfJTzUOwY3PqGiUNWGf16pcXYnbUtaeMyX/29
oecMTKAcTEmlnpv9ru/bSl0N0udoraAfmP4XzXB2WS6DksJDoyn3k1GtH5pRbwj3FklxIZxmUWGR
+3l64/W5mRLRKJmkBoS4nyt/bF2ga0N906fGtw64b3lh9JYp/6pCNmlDtenVvWhmwz/NM7vAYaKz
Dog0tdf04No5OE6FCy3OAebvK2/2ADkTNtUwzTutBiCyoUIXkFKFWrpMqlAPaEANnX7oukPtkOYY
SafxtMMINuYfx6QxnvNObyZuVB3YKjLZx6xT33kePZhmSeJfROXZgu8GWjXhuDdpXViBNQchNwU1
01w7Wbe3OzV/aG0zEweNc95dloFAxAwHbRtxdFiA3EZXFGHmuTJlvFvA7CryRS8r00rX0PdRJGDw
yz1AcQ6NVUjBXI9Ic2mYL1rS0x9ZbtMHW47eEib+2KGRS5LZfiyrWp8PAM1zRXOtTgh4mmyHHjUn
oxmhJND7faFlTvZEvAFsgD43Zc7zqJV+jOvVeOFbnufbpXbtu2IY9CWcZ1PTHoJ2mo58cIpVpfRf
jLmtm5M9C9vlCxdtGaPfA6nLO8TWuzQ3F2s/ScipcMbiWoZFY5RqCOd+kd0RsH/qiYgajGpvDuAi
edgQeWPGSvhm89kUtTwjjLGtW7NB97vvjZV8JXsZZIBSQ8tfVOc4d9RGs5Kbizt6h1o1s7WZaNpv
Xm+bx4lVvvkkxtnIdj49V/4hb8kkuCzJfh9CazaM9DCOJoqWJKkf7RQa+LqYtWa5RE+q1M71JrKk
xSSJL0EhMvPAC9T5UT4VIDkhNXRrdo1BwzavikrzVo0jmWt+HBvPe/Htvhw/UY3uDHuLr6Zh6iXT
9cFJFoTLQGRWfpxdxumTvbjLtHdSh8xrbB86oKYFdOxIJuSLzB50fZ9z4H0FKWdaDcrZq3dGV5bW
jS6ymXunNX0dd1YpYNZXMqFZlpQyY7iAlUiztlzsrxCxKPfDWRhq6qLJKNNl5eBFGfUa6hktl7eY
vscCP4vo87GMXJUnMOCDWr3FDM084QgXdtmoTRfg+ml2Jtc+R1ClNv/qpVMIrXtl+EhSi7TDrqtY
FKputiKI97T5nWgUZoBV72v7i1vW+gfYmbWow5UYHIzWgSYSFpbJM1sPS+G42kfMu4Lzb9kOejwX
9pQdi5XooZidrwSAngox3k7IDdZDLlf2x9juphFTeWWYiYw5mRTIIEyrNO8xZY9D1JjARbtlWQwj
TrHuqeuizww4wiI31nD17DE91CP7WbTlVd3ZPsllS1gKq00hHDVlHBwjw6VVreBolyhKs/Gg0tQv
n8qa/OEiLNIix9RbBcSmmGE2Zn7fREEhsuFrntJNd+5L1Grerk6apZL7xNH84cVXQuITT3nDJNxQ
bvsy7NvVlB+LqlgsM8aPTS5KaHFzm1NVoJmqdk2yzsmyC4YhozdqSbxk52SZmM4EW/X+Ra+ts3uw
TSppOMtQyEHbETkR47Kz2eX6JGKB8O0d5i0z6TG3AdqUcR7oIyZlrJeLM4YLadzTYTW1ZQUdGZmJ
Tjy6KWsTNl0vu6qEpbmfQUBo05wMvRlvZtnNjEyWlifdp8akTuhyQCNjXpljp7nnDPKpvPWHspYx
TW+eh/Khq9V027gIVR7bpNOn56FmjCpDrcPUFXEuWvPTaqYtTAmjd9fdO4nnNn0ovdT6Vnd2kZzx
xmtyZ2+m+uckcOp2B37mPcKRB1d8cZ6KlWfL18Yb4RjhKpZi+jw7fRWEMkvS9Rw0pWtf5JwGykeE
Ctn0Uk6DeG3lkDTHqp6q6XJxeY1PtM7OOVVWrj3flqKZgFg2k9NxY4+y85rSpXCBEWyWR6+UangC
+OKT2nqedp8WUTgPnSAxH9mMYX5whVFUkfTXjlgFpTf5MS2dFVHkIqeWJcWs9NikOng8GSDJ2mNV
VfV8Pwe1Iwg8EG3eHX07o119InaIPwr68J7wmuRP7dl/Rp//Qnn109HnZezyIR/7N8PP9jN/DD+u
9RtzCmw2lm4iO9Du/mP2cdzfSC7BB4DAlkGH2JR/jj4asgqs5oToI6ngn4TR/XP4oZvhNwczzRYS
ScETzoi/Nf28t3ug2sAhg6QDwRoX+kvtp4JikGVJ05okPfxCa73lg9sWXRZvIHykhnncc4Zz46JF
aBUOtSpeZn32vv1/9Npv6vl/6dM2AQlhLoQ6saniWMOy9nYOk8Haa76XsxTXaX/EqqBiT8vHo9ew
iUTCzoY7uNrkS8vJ+hcy0k1X8uOlbWyAmytjuxEefoJ33g/EG9rck40bB1r20ae6OSQh4SvC2X2X
wqf/8IT8KXv5UYn3dt5EGsikyUclEZy4LmQ47y6G5pJ0j9Jv4kqz13jNxherwZD6P7kI8zFmC56x
9z2ICCe6tHK0hjExN05aXUysb5b18POrvNPrIA/n93Ongu2j4BN4Nzo3/UTvrUEOSznVd46myEpJ
28eA6sXUUM+lak7+JG6rLviV1pWX4+0NA7MDFSA3ySb3l9bmt89KTeCFRsDsGFcOupCoqRDCOBPr
f8w6mH5IfMJd9ompFj3Ka/3FSpS6WrQ6eMxsphYKg2oUNGMhitjQOrXEJNYEVtSIYPmUW1R+hTZJ
DBSGbOnzIY16kx0HLluN30PJE6rGL+qItIGvU3XUlW6ZnFq5qut1AW84maOqOAiZlA+EdaeZXjiN
qR+cAmYCiLvOHkkeFbn2URbWR+a1Nj1a3eiWISizZ+ycwoHns5Bf0oPjOsOvGn/+8gByo0FVyTLW
8eUZ77OgYH9qrQQ8iIXsyyu6k8cdarxf+dX+8k7he/6eMY26/nuT2ttbNORLL4zBGGKQgTYOho4T
hs4Bzl4mfc8xSEY/fxbfylt5rSAet+wM9G4suByP3l7PJQDfGUEAYmJeuHOjRN/oEkcK2k71XVk7
sbG2/i/e5X/zIVHUWqzemBwDIhvfXhRUFzeZi4jHK8dbxF6glFnPzGIFt3LN/6b7evuISOwIezAw
j7F1vJPHQY2rOq39MU74k7a+rwnYmGiJn3+R3+2tb1ZDsuUI1MS3xfrEcvhugRqMxoRop4OTUXL9
6BZKcHTwG3JcSPb0HxEiXHZy8uBfgyQwYvAoOUWmZ3qP7jo5N8RC+f4fN/c/BwwOGKxdP8FWvx8w
XmT+8vaEwQ/9Ca/av22uNEBMwEtCZP2tmeZf8CqyTZ2wQKxhAJvbO/EnvGpu4nL2HlZu6r82yec/
jxiG/RtbBv8Zm4q5rex/S3f+drFBxLl19QDUOltwHw/tu2fWdIeA4r38c+7PMCbekoTjwqr8w3fy
b7bU7Wjwryf2z4tgc/SBxoCa3zei2sSupBCrn4GqsqNchyCkBFa70JvZ/cUL/28/Dnml5LRvhY2b
FvZHsDh1VFAFa/BsEEbYhMYcTPfDKpF3/fwD/fUywOFbxIILZM6de3eZcSaTv6+dJ5Tphr6Tuhgf
F6fS7V98b2/37+174zIMHzR4ODhH3lufTDA2YCPrSaE7DAsnsT6lPl5sYB8jDjJt2Nfe2kaTqKqT
tVbNLz7k2wPfH1fH4Av0jvaMjfzdga/kKRw7W39C4JPEFklseajpq8VEDtzslsKMG6qJrlctb3/R
aPvu2PuPS/OgcIzmoP3eH17ntWZ2hnpqzXQoPhCiMicRKK2B9Bi9IZAfepwUhXFZvgx0l5m47BKv
2teOOTCW+w1M989v+F+fYJOEhm2o4yk2Of2/fa7cNaflrjGfxiLDXN2mj22jpRESRONvXwiHCruk
Do5JlPZ7ifWsaRl0sPWkDWW7T0an3U00TuFgStPTzz8SJ+j3ryUNRXj/N9sIrj6i1t5+KEkKDw9w
dq1WKyWfDLHxEKPR5cXx60Y8oHcqDYCiMrDx9U3JBZWDK0mKriChrl9dRFcFpo0s7DFaLLHcRB8g
GCTyjZ1rvQgAaRmmxtDJSMlWJrFLmluNC38TmEyrMv3Q7HIfY5aeVu7ZaqXuhf53mUqnAFvCOemN
L1BM9rIrJgUca6MQM0MLxGsINTudREiSKUivRopIf04sQ135jhovyUNdl71wSj/fz+3YvPiCk/5V
ryEXvfMZIj4hklIY6KxFr48m2SUwQN+FQSWNC1CR7tiC987+Eio3KHnuceQ/uJMUUKsmedO7BpRx
wJmy6Zb0StS/c+wpnF1FB9N0Smyze1ynWQ9Ct+k0JHel0Lxjk6f9qUmaTKdm1a2XqP0uw3JUDW6Q
pvYGrCbrspucZZ0ePb1U1llJdy3QQufT50yT2e+dTrs45o3cRC0GYYZ0DDmunr6Orpvcq8khXn76
rjFblg68KTLcReOLPehakbUX7WBaqNHsP7RpuJos7a4e3c34ZySLxIYYohluVXlLBdl3WZsgjyRA
5mYlA2KR3do0HRo4u5llr10jHkCV+dw0WPKtO1PZ5AAeYdRFf1/wigI6AqNrifswQ60MyyHo8OWQ
TziWQ34W4J6tvjfsYjI5T5dO1jj+BO70nTATq6cG/1FUnL6zIdI4mxoIVb2cmx9BUWyMm0bMwEbA
uWbqtZ+SabKgGgjDGmHqqrZGenGaGiJsoMYZ2YfH6g9+j/Kq7pv6TvsVHOLgAKc/GMHpD37QMZFh
Qa9YjdUVB5corVmQCKNrUn7os66o29jhYAXNWLeN1cS2xaXyUOQptuug7ZcyGodWpy8y0Ev9PE2J
qx96K+++0aYwoyu1Ov8qyAh5PdWG8D9Z3ZQ2cGFu9bWoajP91ixwndc9+oQs7NoEctxMJ+0GFXae
HNCjMgRjvTLbyPClbh68bhGKWARnumOfcNIbmErGIsSDxfNSD4V3mDp85Ei6bdxIWWjOS/0po6Wc
YjJFjstmecrcY46XYQpnZxvfkVIYxdmQWfvkwpO2oVCYzXaGcg0tGoxAkj02L17zmmblMqCGsBYF
d4c2hRdp0SlBDRhg0qc5KaZuPwQy0T6s8zBZj2DWSXKTDyNEgb8S5PwEk+tYj6sLR/d7IIbW/UKc
nzX5kCerYYCdj8KsP7W1EQDTL7zuwVWht27phslQBMPVFAyisqJJH+YElUPf0aQFoN1VI9RF5s2P
dMdLjF51naqRtQbC+lLrU8W9zFI7kkbh3q5+U8kdgsyRetx5qu56x0XpbOQ6q87kwJghs5tsfZcX
vduE69iYl7CDKosao6vuDOi+27ErCvQ9XZ8GMS3V+cJGmVDcWTi58W1s+UL3BB9kfiTpt68iNA/4
U5HNIl0X85RdCVaWPlqNkbSyJu/ZbXOB0PIAHZLcpQiUPvaYEvRokdv4mSNC0/mKSPKP+hROIZT2
ND0mqed8qDXVAlmmwk7joFbdvKdSJHf3ZEM7OI4lyd8RzvwM+bGXP2PetjSW+WK5NeyMFApURmUe
lX2izVEu0wlZqnTEDSMHS7ux5s5HOZvpZ38YuyZ0Si151s2i/gK2PHEKmusCIZlZfM1srDlR1uf9
Z1fT9aumdaoyNgY6ZPEvDnq2m3V/fUboISDPncJrIpQoBKd5hLZ9dgI4pljanTzjbSZIAY16/6mf
++x59R3xmplzM7N/yPZ1ELT/RG4+16dmkXV+yFxzhn0xlDjRsaWPex/p4RQXlspfHU84d+jnqw+G
NlrQ3hplyJOPSyCahjZ/MGBQP2eLYX8YdW3+wgpVFDvkwYEfs80R1Fd4nQnPO/lILVddjaGmMu8b
4X0k6UF2TUDu7WwlcaN3MBAQrlKDpxz1e2XaKHMmWEq4MbeFwM0dVZHyQZektudD41oSKiiHQ8XL
IcLGQ7fPmygUr99oItcBjmiN0ErL+RpV4XxWHE7X25X8u29jXg6XW5P1Q8UdmJGU5vAPshzN6opX
h0TiQplt7Np+okg0UUvBQvsdj/FhgqASWzSqNT6dLxY6OSrWpgWemfi19MtaeBhZhiCzUAiuGmsh
mRCbV2p16msCl2lL0dXcvHbA8VqI45L7gsFXvLh+1zJ+uhwz9tYqnSmEE5IInPS0bOIUfi858P8m
GhWCZSKpXNTjZYZlhBC7vJfFviXL/IlXRhqHOSHVDLqjhzXsUOGWkWc2zr31XQT6/Vz0n1n2v0yL
Y+1/P8s+/t//05X5+vXHSfb7j/zpTmSS5UBBJ6NH4yQnYX7ZH4MsDkSXmEtmUpdiLAAVhsg/51gb
27XOD8B1bB3zWKX/OceiICJiZ0OCHHQN38VFf8OcuM2p/xoxvQ215bi8XZ36Jy757izrBSMLM4e8
qGyK5zGbL9GGn2FqUbvNLz98K/9mmnW/96O9vxjxDdvn2Wa0YDtY/yBJKkfMghJlfzTUmlAPAiq8
ueilkXPSGOpWhmazmAZWp6D41qlO4vnj7Zmwdoz+Ue+FJlA6MieHvoE84U7z29E5lWlKnIvZOr48
SsIesr2jSqmd2l64y9lsk6E9ut7sXSGJbuubMhvMS6fPh/Ra4mZYY7bvpd2EvEjOaeuusnhCcL3G
5qCcfm9onHpCo+jUDlu4kltBz/ZDDip4ztWOVR6GcRhu8wH36X4iucG6GBtUAMiOWiGONkp30ojN
6Qbalt80QHEVkUsT9zNKZvhC3FKWhsPLa+2wmzK+CqxF1m1RM7ISRTqzE7qdQoLe8gui2aymdM/m
pBvxpBf6FA6+nmlXM+DDiTSSeow7BMsYWZRul+RnuhyVLidykKWN8BBMJSwUwN7JDCQuErGOThAS
hgzd7ff0Q3OyqXPcNzNiLPZHbmLo6wUgqtOP6UdKr5XEsjjZnwqtsPE6pNprWoidYWh3UIIuuhD+
0l4MK/tgo+3mPDFCs2clBsnuURtsv6mEnW40rjj53iGfx52tSQNddT/EY7aQ4j8410Hj3adu1sQ4
CT9idcGkgClxp2XmUzZugFxxD5p3Za+cKtCi/E6WC7KWsZxOENFxXqpizxN/ohLbOQXCQfGdsgL2
aOKikksjw2kvcne8IGQv5xhr7kEowamt4VCLVkDZbxuWdjMt83Ga8I7ms32setnFZTnfLW1xVrrI
CYnX9r2o2xAtB1GxSxIHZGfGLfd5RrQU6v1XJPYFG/ZEpnPSHwUmqSt0zve2hEiH2n3JevNi9dKr
xgeHKHt3ihEBi4MhGdlb5xarRkyRUhMXhnY9GeNe+d09etnrUnUEXhvmBbv8pnrhYl4/UkvUXbn4
8yycOvEi14M3rzQhyxtDcfWmdi9rd7p1zOyrEZhRmnXdYzdOD9ao082+Ug5VsZmOyQdrmNCdJEfN
Rng8Yvbgu8OsahXFya9gEEwvj5W5Yp2iYJa/iTTtYc4jc1hD0lg+iMC+qUrmuJSGtBAlcMeZmzAF
uxSE6vN6xJXEodulWqgF4w3niJpSF+RD5EyA0GSh1ILfDZyxYRos117eFofM6b/2iwmGkZCdRAzx
g2WacVepfaKMJWzK/qoxxCPSCtS0bXCeTXUpVX7LYLAy+nrRpPTrJUE4LRhMuFBp74WkgShBPbhP
rFqEpJ5+NJuginGvcBJX/cGvRuxswxN/6CUKfWrlB/1LoJXIqrP6VuXZN6JvHkY8BCH4yqFr3bOs
xifXWo6DlXOml1oW5k7/mnUBBW1rMu6tUdrRWidavHbWFfqss7fyoRVqpkiQnrXLyqK4GpqW7HS3
uLWa2j4ETYPztzdDkbW/jzMK6g75Rzi16jhqtR9amfcVLHRPZ0J9Xsv0vjGIaMoWd94xwMH6tHUH
uNCRGCjVpZ1aXcRsoCLLKr9NqyX5TcGrKldOWRqfNbkqyX05JcGU7BLp0ILQfK1zrBCpqWHc0py9
Q1mysxSEQSCxCDs/iKsc3qj3zJtJWfwX5tQ+0xEtau7eEnmGNwr2YhbTXhUq8jOU6Kt1Qo91JjAI
W2sw7PQpuUMuZIeq5VXFHXpXoIQPu9yZo8mpEPJZzkdajcmwQOcfDbPtR0is11gs7kNSe7cmuMVt
Al6/Gxpp7orae7SNDtuhb+09jTGgnZdoSNtjkXU7YNvTqria1blQs6WdR1pmqPuSbTpUaX81IqAl
vYKROF1EdZgH+W2t5Mfa9X6X83qQhp7F2OqtyMtGK7LQjsasGl9UZcSNRP6C0buBfR6HXdqae5t/
vaR/zcHjORUnOWkXi7/yl5JS00dpW+ofM5FkRzxY+yRtdujQcywayR0c8bUrui+tw4OOHCOs88zZ
BT46D8xsSO0JD9HX/BFvZmz2sxe685BFndP1rLvpdd/6u5WgvJ0rsgXtjy6veejRTulzZ1xRDIDh
fO61G3qq+jgYM/i5iqQMq2m5t1O5r9we+EpbdmTfO2ERTOe6rS4Y37HTBN43OmVZGkjBYF9MzWqX
+wZpeEpvT77ULtpC6mfHH2rAhaQ84mjKjqbM79Kqe7ZN6wqfxONgCR7r2jt0sFFzpJT3SQat9bVn
wriWqFg4Y1dX6NqvZDY2YW1htiW6ee/37StdHI/EfNhfMSjoseNSzYIa7a5kSjksVr5n83tVXv08
NCzRuIvWE1aUY2JWC0BEc8xGzueFbIjgYgQC1dMBcZLXdUmPxEF9m2purokY81jYWXM7iWI+Gy7+
ldLwMaQYUjymyRZj4NEQMFaVxRfFTZL68kF6hRFugchBj4Kqcpt7k06hmOD/K1VX34RU/T4YmyZc
aJrKS16qrZEvcnKJP1OJAV+0wzbbjTdj0KcoONdOxnT0fpKc1fD79f51V5ScF4LxI2YcGbklciKZ
OVooRbJeeF1zHtOgO+kcXDdKlvwZ/KMS1TMyy+JZDnLEOe88+WsT7PRafSbh9k5jnUpsA36xC7or
Uzg0MOSlfalbJeLPZczDyW61WLC9EO9w4df5nVN3V3gFHxw/t3bGmrrbBjijxTLtexWsSWgJvaL+
R68efFc9O4AwxGzZh6RmUKuxMh21VGtjYxJ4j3v8Q/DTV03fBDF2jeeUNyLMDX28JJNrZVl3ifGZ
hfb7bFVfoFvqa2PJ7x1cEtw4jjyYwo2PgLZ7OTv5wYYOjmrlPispmr1OMMd+yGCuDcFtb7XVurG6
4dCrZQgl6Xq7SU9O5YA9SWQn2xxvaLp+me3liifcvnQnQSQdTsaxSjcnVnA9onUOyatBST2wSwgg
X7F4XjiUCHttdTZKfDlEDPxeo1cLLONc5U4XWkH54qJaVF1wUwz5YwMDb+jVFV5X7CYNKfdAquTf
VCiYKXHPlX5UuXOLbOpuUAI9mv202QgTjyMGB7nNaAr5u1T6y+Bjx65HQAa2+RDR7Os0mx90byBd
xJvPojMeAx5EYerdBYLbKfKrWYvHLiXPQwgeRVAsYgLa56bQ0PKrxLyu+WOWU9GlHMrsZq3GA5ru
JrujyQ5AN/M19DWTO8uv+YzZ5pRlLeq/cq3EfarjGr5iYQbJyEsHUWanHIc6DsquD5qRMNsjcPe8
I212unwhTaP8NGPFRP21upj4IzsNrKt+tHWOhJZOZ2xH8jhJ/lL2NzgPkuAX9MHGQ7ydTCBqAC0Z
0TZxkrkRVz9MJqk0+foqEOZaEAkZAq3Wcc1DdyknZHKU961LF8Ek9b9gbL6rf95emOwsiERcH4SZ
Gu/rl5pumEbPcsfINijOYgCiHiSci6FtIoxAaDq0NkD5XKyQkFHhCu471lQTmHXFFm/pHmpay54O
WltZTyUVy/vZNqQeemJIY1Ky/Sr2V63WORkq55zpbNfCKjFOaauEE9A7R38cO3LWo1SbltufT3x/
/VaZbF2L5GyHNHJkYW+/1VZ6eHAnb4yAqqqPvRNUHye9OmoCTeORPhfvySWnQt/9/KrvWLBtpoV3
c3FKY77xsdi/42bx5g1Wqs+ELRRTlce2bKwPIEB2j4B5EUnYmRPkQO3kvElCLEwZy+oDoLG+VBHP
fKD94ul6Sxh9/4NQEzGwEyZku0CTb7+HKQ1IezA7nDQ8zWfhSf+8lL12VTCA3mpNo4E14TOOMKP+
KknwL/P9d9DB3sRn6PLADd5e2sg0fwysZohwBKSvU+o3LBdSdWlkwd80EcodGpt+fgMANN68TM7W
XWahGkGL8yc9/+PLhLsQj0ACiDpW6kJ4R4kSZ/xVkOv3v/zHN4dyF9RSiAAcLD1basrbT+bMluqF
V4vYeAj2VaxON8KND334+nm6kPv6CVvIHZuG0ca6GUX+kUV///PPafI0v/+ogBzu9wpBjzUYAvLt
H1EWAj9pupWnZqQ1lfVjlnD8aspxii2vTghpmzsEcc4F4uGbRjgnQilppvLz/gjxjGiqz7d9OZNh
O7DM1V7QXxC39A1E/ZSkY4VZayANm72yvDM7lcVGXwFBdtmnAbiRZd5uDhAgsRdkkerdfQ9o4Kz1
Q105F17u3lIgErtGF7vo6pEqHQHY+9DVulPd0qjVFEOUSLHieffZry2LNjOOiJc+5MVOact2Yp9v
Ryt5wjS9CxzxQCjiF2WJsz/5+H7r5Lpy50+ds1zA4ptcefqUjPOz2S/P2Fg+JZZ5gY/prLG6kgeE
z6ZhvlyM9jQJrQ2pnn9MZxTeFHvqCf2a/4+j81iOG9mC6BchAt5sYdqT3fSkNgiKkuA9qgrA18/p
2Uy8N0ZkGwC38maeLNx9Zy9H3RiugbS9M+CBn9LUdtuM2KkyVKntru/Lunwx8nuazd2thdpPnn9q
7k2di4qhcP1S6fCSz+53MaQX6mIOCPXPBWglIYuRi3z6agyGQ2v84F15xcUhQlP3d2A49+VanBrN
+WRCY+uZPeYNTkaTfxlXXjj24gMYLndSoyW1M+wyW9s7ufZT8Xw1jaLhISn/dnb3yn2acqh526tC
nVLKUyOuzpjNA8Ut2T2/PAPIgipYeM+5ZX46VR4p0bxvQXcSjY0xnP1X2C/TziOUk4OcKNPq2BEl
k33w1S7OMWPF2ZTDo7mWHyor7rPxoZJqV6SS/TEQHGF1z1aBqo3tAXJEok/GL831Dv4UML/ywcp6
u05T/ZpnxqmxhzqeScjTOqV4PPhdtwOpylmmxLFdsCTISiQIlzEt8vT8hYHyTc3TEKPIDRG72znC
7GE8gUu8dGq+Yi14JcGgdsOwUMWcjvVP21neDtjJJS27PSa5s9uIhHhOy4/TmzjViou9eacl2GSY
3h0T2CS3ZEC02HIQHeMKSwuFHzPBZXUKi0ji9MQeYmZdwZ64nctHy5/OHIivZO34yq+Nv9Ny+0Ql
/Jnj6Skgxx0KMr+7PmDRYkjQymKsrUTLzOKQA826Vl1/AQ6/T6GQoFSUkpU9zBCqXneemBj6rG09
Eq9/s1HHjvYgtCdUmn8srrf7ufljrudfnT17LKnXLdKbZj4Krrak6IqvOZhf3SaFxLi6SzzxXuje
tud+MEfr2lHryk2jbbqL1rrRnFZX3ld8Ad0U5ngDCaIQkjLXDvRsx9alGJn7dHPF/reOiV0XDx4x
9LrbzPd12Ur+RPEKNKnkH6ewLWT3gbFDjwZktsuogjTqGBNDp5/rmI2AD+sHTBE7MhqOnFMrsgH1
pcuTAdhW6I02K9fgWU3iA0Lks8rHKJsIxnupVZITQSvrudrDLrU/7VEfsFrnh80H7WDlwNGbAFzY
mgDVf9V1K6mh4sdet2lRym/vYqrTXfnoLNnXVJmhMIb9aC4Ho3H2fcokPTnwFtEat259BJh1Jd/A
Lq64jF3x3fXgT0YtMYFOSjQKbVh2vW9E7VpdxVr8blojySmTLGr7trCVHv3tPK0Z2I+63ulBtx98
40ts30ZufIitL0/AmuxxbxM8yz8mshj7WQGH8yyOB2rs4qkVWtKpse95wRm/XDEkwgv2RuP+dTVF
B50d9PquNlbvzgPb6CVprSlxRa99swcq8R5kKoLE0L4Q8nKe4WuPSMK86QH3xszszyxKWwBMRf8I
UXLZr8FWIQtX77CtSHxUa/VO7gSeyrTgaqeP9tUAUHdDRP4za8Zxk5iLKmyLjtL+acJ1EAXl4lDq
VszquFVpmiggoF7f+ZGxWPq/ZUMkOUHtQelMa4S4xdcfuoqTgo8jsiuIWTkZ22Qnx2PcF/qbY0rj
WdfLKWVl770JUOZJea8Brmtl3trSqIPI5EWe/bFjnLW8+XdW2cOpLPv1QUt1om017YxR660m0cf5
qtBT9kM9Hd2gOLcSFxhooznsKKuJtpTTFSGeh0LKIVGkAX3l32Zl2sCHUtiZLgpEnvJ8z0R5Yutu
Q+foDNQPRtu8Gt+hfn0OC9gm0J1V6HiTGY3uoJ0sf3icFvVETcjFXltNhJ43dz/mOv+xmlntjdQ1
IjloqMHNkKJwGUU6fwW67KLFa2vtd53bPhUt7GFDuc2Izt3wpau+PxFd2oww9zmePxMxK5A6mrq4
olXZfw22DjtsWEOelKD+ZDhRoYa0WNHzdV7ZCloxtX+gaGAg1+9Eza4jhwbtyK01x9rRB0YTT7VP
66Fs06WIstRefhW5/SMy3WkOgaeMxzloxA4Oc0u8oEl3mYZgEZcSaCFsqWWCw1b1+QP6Cdgo/hpu
hfW09mq88wU5d40KPE/CtUz1Ge7vHN6V2V3XbQINNtTDYyOMLI0HX5vAUvk6onnn/55E4yWVrPvn
pW9SIuXlxUkZZix9efRzWWhH6VhyiJi7g2fJfPE6a9l4Gs0aS0EwF83TvWvRCEojXtCtYr9Pqwtf
xjnsx2VnT/ltlYu397XuXaJsLz4bdx8+X2zq2CrKO51a0qLh51oV0QenPnJnfDYC0UW54gZYSOU+
DUNTRxO+XrxhdIiHVpHa/6Bk2K9bM9rEhi2qiZfyCl+XsJpHRGzQk7F0+RMH/51sp8GqOiVARp4T
69FSHgKzpXh1nLv6hVGEyNiw+cdcOfUzXcD5m76KdX0NOoxWoS8hBnr68qBIXX60Ih8iDqLpzsRj
kAQoXfu2DKoYa4uKfLLMt9JQ0By2QB3sALvPwQHls+f4MIDnIs9HRYjNgtniej7AJRoSvBwj6QR5
af1FfbIXc+NlEy8wB7bzOGtIEOSi0Eeo037lvn/PPQ8n39GhgnYMeJj8B2XvGLHLvd+h91n6uXL6
b96aryUPiDKbO3Zfx3GDOrIteyObvHjwFEtmUWU6wvroHQq2m3+lk7eXNNt2rL175HUHatcoxnSf
8b28Pz0lfBALGPB5MbmJtgBOw42N2Jkd0RDmU8rHRWFUbCu5HfHdPkHUA84J/SQaPKe/YdkEW1xM
T60zJgrCzAEWUNIVdX9kN6KHyq67s1DbA1fICsGNJl9tUHM4jdU3T//mIHSVrPng74oO92PGhzMH
tRMPprpNDThT37ivBrwwU+Jv5jrPrglFuE3Hk9mWF2UqFaF63yo/+BnKYIsBuYQr2kwsnfnOTyIy
XmTGoQTwMYJqjbSKL6CWqQd6gak+VcGp1BCTtXx+GHz/llVaVGxTdbBlAI5VLvvFLmSyZKz0WGrw
NCTklrUFLaBi2958I32zM9eMWNuJcGzVK2WnQ2I5Hc/dtm4N9g/MEBTO+OFEycUvxRBWhfeJ0lLl
dujcjAUhQU+V9IMNIppa4uImqJ9hsUOQzqEPHCuZfyNHaD14QrP3mnT0T+TK+ZROdWS3jRdShF0n
oDJ70vwd0Bi04FawEFiGyCOI7B15F9owsKG/TK13UHg7olps+s84wjzFvhLMf3AC1XsNueI6t9ZT
XdvLY9X6AOyUBoB78W/9VDfgV+z2l6vIVi6NDNcg32O22Z6Glkk1c6q3ISjfZ6cgv5uWmJM2++ql
+ogpCeJYZa2nDHzsLlPjL9+dp6TRZ/rqFt+brp1Y5b+2IorMneUL76J3KqExhJMuPwG9cVjYquLS
gFaAsjisB3rohx3uO7AAEyOrwkkXTxjdYjvt/F1jQawDWHFb04C1huY9dnpX/5lAxD2ZJmwdw+sT
63+1Ie2OmzPsK+55TNmsoSkebEvtHfzBUwftU5P9LgtE5Gargf5Lwr1URv9cTPhO5joBgkdQLU3z
eb/gtvo9Q4FHxUwDprn7UJKtLrwmCcra4alHL6ZrZy+WJeuXFdT2uyvntt9n6PDiJt2ug989t1q8
zHWabC3jvFjRCl2bh7kec6NnYcrD0lTpowFRVchgz3zdAzIqnthjhtR0XN1tuC4jcFStfxY2u2pk
nb3eWbDpcGhF4xT8G4mDiXBu5w9bafd4pxch4+nnEVw7rKACQhcsgEiANNtNZUsut+uBGW0QPTLV
7LNZKw7kNCJuLd/SgExb6eYDWLqzIboTytIPqww74YZIO4EHxdPlea0QJ0PX68EWqGEL82W8WaZ1
FhPfgE6WL3XbXSzWnuTrtzDo1J060UZmzz7Ny8ZHnJ7jbbGDc+CN1bNdTzXGL2YHbNJHOahb7Wb4
zjh6DawiBnoiFhE1vf5RrDN3ycw6EgPC2pu2Rjya5vdQm2/Yvp1nNu8MVBC+vjxjhUhXANqc2zv3
RDUfaQOPTq3zV6fluFQpUzoWxfaqrUH3FGQ5gz7UtEQ5PqzNtU13XD5HB9ZfBEWi31kEpUOsiAPL
2EXHPWcajx4396jM80+9Y1wMZMuqyCkv1po2iXCYsZV44MFHdsmBXOu2qXs2XcB9JkvxMCgo3ZyC
51TjbR+8f6NpTJFXBk/e4mZJQZd5tHQCKrDGEd1pH4N2NfdA6it8vCpa2/mWb8HZcbvmCKqeeSzg
QFRa2XbC3rfiSc7KE9dui7FhDv5ahXZrmMSBu4yRY7Tf1uSeh6Ycb1WHNiC995lHMEcK60iQOz3W
k3UyWtZLhpX5XLzjO2nxPpzZ3Txj0L0RSF4eZNaAU83As8Kfu0had/ZZBQxT3bMckQg27zyoEb07
70+rywPSXvuNp/I6RdPY1ocM49ghldkL2w14iDM6PEPIDoTinO30UnsqRucICaD5DBwmZVl2kGk1
i9eLX3vM2WT2RMVnXb7MAxwYP5se63ryX6VTsiUHkBvjyyiSvtYNng1bxyc8vS+TWA7CF+4pqHLO
VNPaHkB3UUjZpgezK37bW7v86ZQNxKB1gtNSbb/10fRPQQflJi+/hsFGBvL6r8Yab5sOfmLOXO3o
NapOKgWuv6n6V1w3f9PiDsrmHpu0jfWNZbmNevKh0cKOfMqVl/gljoYFUPjWF6d8Goj9LRmdSTS9
+xUfExyqHUb8R29dZHRXHkxbvviLuPIOFbF0KYGR4jAJ9j25g0fdzNcIfEi1B46cIDxfSwlPEJ9R
cEWo/aWv2xhutv+2CuMf+0bcgV131E37hi8OJFpVfNbogHvOv1pSUKTANsxto4U07V6pOwyoZOtS
b/4haHKeUwWLUEsffvcTqvk8szBn1H+cbPuGUg3npK+u09A3YUkMM3Q05zcudH6EZ+fHzd2yiBqJ
50pSBYdlqI4NoZ/bRu6rGstfzgR4AjnR/qlr7Lwz/4l0y08BzIfRwbt0XKoPEAtfqhytffA5tYup
f6RQi98Eenicm/3bMOhvYARuWbOEAEAJBNjmAkFMGyPLNl8Np7iKngta0+sn1t6/nJlZKHDKc28t
a6QsfLV0FJ+NBW4TkZJ65ILB5+csxtXpqz+ZzZVTOFqcY8bm28OISGkO5iNCoODEgiUkrMsxx3e0
aFXSZj5PE0J4LX8/gCPB3wvrdL1Ma/+WD/XLBistAsL5Osn6o7PzA++iE+oO/2Otb0vffjL8YuHm
hMvZAzlxXCp4NdrIdyRY4sESTYSMxo5j1hJn6F+kGt/qFZkHFv0T9GzG1H48l0P2YOnqIDA/H9Ia
OEauixt8vnNg+g9+MD23Zd2H4+S823iMolHLm6jUm49Wd1Ba62u5Abm0WV/1hdzZ3Xpc0vrb9pe3
stT3boApq7CaT3esy3edFEmoiGzmvDEXtgV3EA90EJenNkys8gIAAlMHMiOfuA1x37FJaPdllM/l
jtLiWyE8fq78dBhQp7LiiEFFd5hVXWQO4JU000ZDQ1FanD1r86ub4YEQE16aDJO9vXzLsTtAumby
KPtup2iG4v8iznY9fOA+fx/y7S8Xt322O7j5bKHqJEuHpJo6gkyN/1TV8sXjmxsY7JqVZ8idL+eD
IcqruzBRQupLQ2fROAeyU2D+Yp/PwX6Xj8WNg2HBiWizmFj822pDYnW3utuxMU2a2a0+g9JU4WDV
Xay4BeHqDUJ/1CyAGZSMg4Dl69SW33U2XTDvyT3H3F1v4odoWkXCfpG3wR2asJ6cRySEZ9Den0OA
l6+2q5CrKwZeA+S52dUL+l6HVzwuAyQ6E1jyCFXg0NUVw6M9jr9AWf/AE3L2nLA27ooL3MotQ5KB
Dp+acd4680lxK45NC3wUss3N5+hN6MLh0IZffnXqy6rLCyuvh2xAniKP3GCVWvxnz1nf1ALOxqrF
V1PpFXsysEtuesLTR4XKxoOwMxjoU+EBiPbzx3yDgFsK99sXxsqjgx8LjDZNfKGeyKHh9fWwYTn1
MEf4FU5VoN71LnvtJg6twdBcXHA3caFXryAEU74Q7QEbOhXjZepEbF+RRdVDpg+PvfLBdVlnvdOs
OK+LGlOe/JknbgG5qF9yUilQRblfSmDj3SCPyt5OQzUxQ+XsgGU62RBVqZjYOv19tnmq577JxG7C
qlHrgFRu1rFUhRdqcCzvQWJBfAGzg82ed0GhoUz9QIcOtS2DRjqlWxKozvODbrUv66CIBNiZf8gM
DgRW0dKDvplOkvrLu6aBpamW76AggEHDynLVB9QzG+wqYeNbFoBxWadWf55sHndhZRbaaV3SP3LE
AWEOW/Mb6pL24M19HQmaWwyVnu8AClTQdn020g0tOxBnWlwgLXEwB/mqB2dwV9a+7bU+UmNxnUod
jSx1EB8LbjarJ14x5POFqYWGmbA3dhplMix5+2vKVxbcu+vG6+RJ5k4ff9+Ua/07dtnp1U276bbW
enpTmtEl/Qg64pK6+CgMA7oow5ZQ4TJ7VX7OdJ6Y3D73M6ooh3O5K4KCGxCzXDf8dlxhRxZLv4uV
B8Fu7CzAXhQTNbEnx/Gyjvkz1NUtGhr7uy799SA3CJDMfZz19U/oNj+T1rnHwXHe4LcUREQ4MBt+
/adqsiKizMCgGF59bRX2jy13b9Wir7Fhine8DR9FACOuZIrA1HS/bvqeco6p+QOSyEgMMQC3YyKh
TdM8QO7O9oa2ePE8LeiBq/mrzgzIqRsv353nA2m151ErrKPOpjNxLfNvUBkQvE2DY3ZenzW5cRP3
8V7p2EXIIwwfQ14x+QFr0jP/vFrmdiL/94abvqAZGI25ol6WdeEc2gZjuzCXcj/873NBHIP2HDap
B2+YVSntIWq3uZKTqMQgUwfGscn5pCqaemyrLBKBrINnj6FudHU/FrqNi9Bzfos8fbRtReqxLLwY
45TzOBtz/0DtGikBKgVCOkl4z4xT75Pp09DCYisbkbmtlb6ktWorE6D0yAPC0rwI8uqEZaMfroNq
39zOUdx961qDRi3rutqNG6w/18qGLnJdukMig9KSZk/uFXQuHVPc/Y0744F3NcByuNmOe5qIsEaZ
MWD9usvYuTFxbK36w2D2j+1GhNWBnptsA7UVqP1WNLvWbehZW3HXOUrI4X3OFG7JdNsFLYURoSyc
ZkdQJuwNZBVpcL71OBXGQlsTs1EndpAfUnN/N73g6+p1Q9R3wZsJcMvwgxcNCb3O3hAhroFo6scV
t20s1mA4cKMHThTYhwX7G8YsjVk2t7v7i6nyMTQ3ZsHSSFGgYEjW23Ccgx5Jo/ki97VHD0dzcuqH
1iGyVxceiRVtPjYbVjVoari+1X4EZTFaHFaqzfzSlHwPVPsgXU4WLmclVAt4uTRAON6MJyr7SHP5
KdXGWQ79nawKqbgtePOs6UXxvfV6scbo70i4QbK0XJ05M2U2/WpySZTQbu0khSkdzxgJS9tfoyHt
3nGsJLNsj2uZUvag/0Cgeh4X40IjhInOMGHxXeeMBKR8bDEZwQSJlW0loh87eO7Vc91MY1LNWC35
jf9hn33Uy3za16l8qsDHRa1bYfYE18uPrJMhsA7Z5p/TEYeaQ/YPkVZ+Ww1NH7k0YmtpjzD32Lot
qE+9vFn5L3BceYRAc6IOMYEnGfObfbB0fk2nvwCXQ42DU65RZDD+wNTi0RWYa6QV+aHz7E/V5c+d
N7B5g6jIM/qcoaBO5nTiVHkQy/jrTnzrpjtrWKAjzWxe/WcxAKj15vnhXjEwefl1QR7gW3Pk3LJ3
+uKXt019aGIoOdaLd5gdA6vmcswN+9h4eb4HJvGyLZif4Iac53RtdwMeLI6QG96Movxbp0T3nOaf
NpDGc+wrQ/lHVdRno8/uWrb1nuk1BlNIuljJbEb3TcO54lWGuviei5XXYeKzTfVWNusTQ9gcmrmx
48RxDpo6tgekTt2j5GVXKtfnjUH6BQq5XU27EA80RKCxNVJ+DbQHXTmxDM9O1qdkPbkYw0oVtDLY
xqnqR9bzsHppYeib2C41tP7FH+NW80Sd0E/i/qN+KXsLMioEqm1ApTOhT7ZCbxTwLLK8Dn2z5tq+
mcRsMc4SRTfZ+Y4Cc4TSvT4mLy6BihoYOSlq2Uu31+P7ER7OfBqlqfeTZmp4oVpOdqHIXcqRyCyh
OhmeSOTmJIQHeLllb0Vuvh3nUSq+ko5HaA2LzBKBJueUqHq5t2z9F2rpyNWYH3yerVcYOtwiet3Y
M9j9TLUXXH2r/9xsVjp6WjxC/2hDHqMT/jQ4gPoskiy39eciM53YWt3LhtcAK0SysvqZbQ/HdT/2
L8XglpjMG648W4U6oFL+vvbH7As/bt2Ubf2EV20B3PKY9zCzNT/YY5Te68smE88kJsgk9zNyYnqU
mf3qpflT6jHJjdsPSqaTGN2gJZude7ziDPXvfgayvOyPwNhO74aXHdfcvLpl9u6t9rEO+pepd06q
F1HldPfbpN58t00eCe7TW2FaLFFZsUDfq07N2NNfIdbdskwoAeiye6sU2m+oIS3CvTns+sEC6DcM
WoGXzm0o0iECliCTPdn1yo/P5vas4DbUukZLzppfSD8MlBRCwu6w2JapWx3ymYhJx2kwEqX/qWna
2+b2V331VLSYrPnguLN9dJ3I6RaDN8pLPHB2bAKCKexVNcaOyRFjg1mvdTGrFUEHg/XS1AGW6UVC
+Ws/snb6GaqGea1jN+hdms0O08wBpllxvdrzTXTCTLzaI8pQi6TeeKKjvAuIfC7lxA67TgbRc9kT
84DH6UUmxRiJbo+nTVNJTvOqMYPim012vv0WbLtpEMfVt5qEz/xUrpCGaRjJeL3aIxHTk2ZbH02L
U5RUOVDHiU4rS8gHbS2/xmJ+65S3HiERpQgSZRblwlnD3pmfgcpR7p13UT2BiBVtxVWi2zvQNF7i
IJew9LN5nIIjxXg7nHVDfOI052vGH9OFKS8v9o16jJQNAbRNS+9cztquF9Sv41tNXwzqb+5Bm0/c
NCJi6L6VtbFTlZti67GXP7rQPtZJ8BsLBw8pe5ZwTS2Pw2GR73k3xhJSafm52PrffLTmF1u2RBqI
rIYa7aXs5LGHrAvDPbnZSO+bs1NyqrIaKE9rtd2KPLOeTdIAc1hNDk8a9tfRiHmfsrA1uN/i3tSY
X6i0YgKZGLw7/31qRsGejPNqFVSs0QeeihQXUkQlVxGjd1JClpu4vYaTq20uRV9MKQtlthx7n6rG
bUAe1uZ+WlnYea2jGRHmIkFAEQwip/spT0eU317HR6cZNv/inYwc5rym7MxnvwW7oidX/gCbfWu/
jJoNYKgGY13P0vYyhFUAL865zu9Cly4qEVuY3QkGVc1oXkH8OdXD6nb8kHZbSM1o2b3LZhB68bqY
aJPJUpFCObHoD7zEcNoZ5CjsLC4Xi/V4RRIqjxmC1m/P9NYumTujdxMSxXWROEqWfA9WVySbn3XV
VVZa81cKJhpt6LlpQ30LvEvheOuUeA4jHWGbiktxAtbmcIIqy79usZTte7twfRO7wFYUz/S5iL9N
PfGoNzCDHVYDFvLHiNJaswt8Rxflfc/EfP9rNuO5bK21WpGeHaaldjA067A0gdbB9dL/2MIyWeCU
zOPdxOY3lV3TXJbcl+OJnRAOIyMDyJKNLb/X4sqNPxSb++/BmMuVAhkp/R/Y1dp7rlK9SGyuAX4t
gHyHLWM0fZbK6CDVb031YBkSDDbIxW4PWyldH3QR1HbsM6S3e1dl1pBgBiYGghELt4bPKamKyGdX
+otjyHlvpp4YdxKeZ3ngmUnjA9BGle5oQli9W+DbQXCuNt0XX8x6RReB3+RFpnS5+6GitVf7LKei
18PFZa3IhTq7OjpDjv6mTVtnMTOzDo4LzPUJNX6khEf2wMxkFEvvs7XGzZ9Oyni1vTSgnJQraIN9
3GrzEMpJFA+962n5EVQ39QAQlbvmD3JMvuxzZBkMRqUrGGxzJXoLIbZqAXKwVYerv9RqGK8O2anm
ZdKI22JeaerlqWtYSp8mcuC0NAIutk8QEQrzQXlE5JBF2HWk1In6EKgtjb6uVV+chM5G+YOA1SoG
Lb/XHwBiM8vrelUiWevAAJ4Nd3U+52xUa2INArMC7O3gbuujBQcfHc1nfuaO7ELzycBJMRhmLO62
0ZMuwCdghanXlIOd6DsR0lRmekQ8OGGYVwMzu3x26821D2Ta+WTYFHMxit7vvIvHIe5I1pqbH2+l
yal/6VcZa5jffNZbdaldi5aJHbC75/Jnjd567uhhMI8OtA3vcXPBcBy4oeOLDoxOKmqPJpyjcGXQ
VbUcIwAd2yk3DhyE+QtQXBQYvXL7N1h9OUUaLPu7h0Hv/XOJteePtvaCJ6aTdQd2CuqCWf8BLjR4
Dp5/GE6kJuenpm8m2jqWllqlyVnnt03rbIYEaLQJKp+Glz+bNlIYyNYn2TeScBztF7tmotIpnO4b
S7oTeRzWiM7hks+sZbFGECT3nDullu+i0fzGLGL8LkoeKaEl/3diMlFpgClmx37vHalDr8Zm3D+Y
Fc2G5Gwoq8Klz7tza7iV3RXI/p/VTtsdFI7FO1L6gkutxMtrHf3JNT8o4uWDKDaPeEeuFjw62eSL
8gimimN7SSEYpr5yls6hp/X+RwhXW56hoL9WxYIvdzGJlhHXv/PlT63bqH8ZP7d6bBFLUNrymtPK
aHcy5TDMpopgpv1KLWQ/YNKqnDkx+1XbyEUUI3qFY+c/3jL47r3xNgDXb/jfTVX3t0UG082xNQQd
AAQs5JCvkJeWbH3zSvCCEUVCs3ldSn6diB1XfXRKquZiav/mn840sZuPi6jNB4nL72DXDRmdzXU9
QnBOM58YGCqWMZPOzROaVXUCZ1cpBjUL7xYjs0ZxoR6weqV6j/cX7wi3TgNLFRGH/w3vboEPf4UZ
u/enNmXtMd797Gu6iBg9angk1swtkq3K2zxPBF4sc3KTqRuq4VCsBh9L0C8FNlt/1l5J+WNMLi3L
OqRWk19m9N5bp5N+sjkceJGB/2DYzV5jvAL6FZJfVqcNydDq45Sq9UXknXFDyEAr7weEymikGDWG
MNJnUEksLk2JAGijT6Gw7V3Rcmcbmkxe8WR1n/hsuYWgJ1E2HWw2k6Wlb9CDNpVxf+T0lPZR06zW
X4InVh5bY2FHgB8MIAwpKEeECZzcomCTh9rTjrted7vLWGz+HAbB2h3vvT2fLmBeDr2OwXOI8kF5
6IDhX80O6EkIzFz9Gt2OgjPXbnzIoMwYKrQng06p1dV/Y3Fi5u+1DuXCzrMr1hr+M5u7BEGXRe/w
YUIKy8Mhlfo/6CZuFBSkymk6MAjp+uDtbWpTkDMpzfEXmPQtybGQhitOTrUIpJv0LXPISfdB+VrY
SbiN5pP2TW21/JpAk8aur5YbKWdKx5jv63e2hfWaKGPC6KlrOEVZ8Wb2YyVc7uGGTvNr3FNx90+f
ehg+AWkxRt8eO9TEg9My1rklT9H4X7Jb+lfcT+Kh8IgtjwNfhIhwAt+lxqwJroIZcl8mejQBwiqP
BJ+9+t/pVtifmOv4d1uTCeLmc8rKY6pBaKQZUi1/DuiVwocwefVrmk8XurmpheEEzpw+zctrO6/5
ZzANaFy619iYTKhKbb8n3WyfFvgev6F7FJdaiuZ34RoDYp1DYlurDA5R89aj+dSieWZxgtFO13or
xtSkU8fT2/I4AYz6V/Q9g9SqM5VQEmbu0N5q2NkyJ4Lk5BmfzIYrp9GlbsUKtvWLqIdJO9hsWR7R
XmRiKjpkYt3K1TOn3Ne5dkxuVgDtgxC8dfm6jmn7V8j6W4DdTFz0ty3Z5DMDf3YzeRo9+awMq3Pp
jfjCl4IiODcPCOOO7hgNLEUxl6RlYnlDfhtyUBVW11EXVHt0ZeBQmh+3oqabk87x/KfIAjgbtT11
b5QZcKzcsPVEbPkqQsASUohubOMTDgn/Dy87e7KtFG/RnHVgUvtJfxuFV/x0mE00EnUi8HeSjTAb
Ps+Z6Rvh6jwWPoo504BW7HJaTRachDpf7bK2eaSZ1j2XW49AdTCwbONjyYEC4D0W6GVfI2pwQf2f
l9h8ISlmp+Uc4bIxbqa78b1k2uN7/x97Z7ZbN5Ju6Vdp1D0TwSAZZABdfbEnzVuDJXm4ISxZ5jzP
fKN+jn6x/ihnnZK2daTjvjtAowoJZ9oyp2Aw4v/X+pY5TjmpGG4Wry0vpdswNTqQp0abOz/pzRuX
ZpDG1PMFNuZfP9dHmr4tXpBqg5BiPkPYpb91UWs+ihk32oaiXHkThp2u8cZbYMFo/NYgWgRzRgTD
iFk0txjGPgLRI8snj5AyDVr+Jq74+BCBNyI3gu+1Ecv7lAawXlapxOErBY39ocH9u0LqiOSqYhsT
AOcnOrIJOv52KgQI3gvTQYUSx8kDbKx245ixcwZKiFkXIo8mK4Ny2GleGR6rVsRaj3C4yFFqifjN
SdCysic2Fv5Fgfl44wI135FCuKQkVN2aZQNdQHem0LgaRUKgFWAZbmXJmrmiOko8YKZl36wafLn5
Fktm+jDk7NmJgA2xFE1+4+7MYjLarabU/RONslSgXkx1P/AiM5WZaTXg1nXtcs1GIRw/NdKVdO+W
eBUqPNhD9CB6+aN9vlntElp1Tw0lvecFdtAhshUJyFVqR0quC2M3n82ObyfrZ1V7Of7ElDvSmpS0
+KXnXyATNzZiIFs+13q8qkU0xTGBOjkGBM4N1AC8FixlWRzk+k4RGHCE09z+RLRgsgFR79yHymJx
mbHqEquYvdwX2xxzPI02bOVJteF12IzzHnGVvB5mFdQb0eaLWB3jaHStkMj6Kwjblb3VRsASqZ7C
8NrtAG+dWm0277qK0kZKu+g+1C6Ogqi+qwsEyrVXJT/MmRhljaH4gbquuqDyz4qdaFKVYxirJT+t
cOmCFyQdNoerQIVM9AyXfEp5f2byNagqFTQDV8VcdDdmNtWnZW1HexqcjybQj47AElN726AHuHFf
yGRSW/waPNA0S/iOJHUr7WMBpbHe/vr6D1GHzBo3Jq9WhLZ9UxJDfTV3IVEtnl8zwnsqLKD/A0bp
So8OO0p4O7wPevnUXABca6xdxkghnSQPKS4//wXUv3kjCoy5qA3iohmvwBOy5LL0snMj74+P1CAL
/otNZEIH+EEzLvHOE9E7qiI02jWSLPGQLGMFgT3uRkeIadeqOZYXytV2ctFO3ujvZtDgZ07XaoVL
pucGJT70yzWOTz5QQzuNCZjktCINLskdFBlzx85YtkOfHJfhyJ//NQvQivHVqQdNIGCDlFTgAmo7
wer5PIHhMHAnhxpUT46w3w6I5Tqg0BRHCHHiYKhj0cIUBYdUrpPMMIlmGjfd2su7whbHyDeR0iNV
MFr0ZwP1tOR0dhL2Ej3KOoEZUWWkiWL8paa/9p4XhECEMnGXtXNSnlEcsLIrpGk6XgMp0xgbPJ7u
LoCLo4+htrX1kakWKeTAi3o0+zmT1zTzXiByTpN7I4uqhhgg6uOrBmEPoxqJ5pOu+Z6uRmQcwEH6
Vrkg4lhIrabKn8U6D9lXrSMV8SQnAYrsvJxGMz7uUo5NvkiShxtSJ+vPjCFFOZMMz2A7pmNHTcqv
EaBYiiISqW86+NQ2tc9ipm2D0zLKI1wRqhFYrCMiZE8qKaeURhGS6NU8Uys5IncAG/oKTaBs7xx2
IN6WZRH+wa5SiKTgDTByYrdP7389w5rye7NLmyDpiGQhB2NV8aeLNftV/UhvsreOqAHRDhZW01zJ
iKArZhWvhXEQCoF+pRvxBKWh73i72NLOZhBY16/ZL/jukRojgS9hyLJHAI3Up4pwmrK1nCcKrc7Q
ituAoO3q04gwxz9lZ8/ws+uR7gt6qOS+sTRDnjzHKCewDuY3365BXiKx8FP2iSFwDsqKaUNfMMHC
rzuCBY+b0bS+scr3viSVv409A/lUhLNmEfIaQXBjlIy9IcjvlwScJT1w3w82Hg+LbQ+liJWesuAm
iGlgYzJrESq1P2Wtv+IcZEZ0YLYWOyJ3Pj879v6IUXVbZPz/fy4/81hApY/gID4DlP79b/+1uLuj
p2L/PXtqDv+qV39z87+efzt4Kjbf2++v/oVciqidrrunerp5arr011n8/Sf/q7/5P56e/5bbqXz6
5z8eiy4HEXbzFKD+fImjMl08mv85wWofBU/1AYp5+YlfACvAycp1yVCwKK950GvxkP4NsOI3PP6r
5vNJkcdZkNt/A6xM6y9E2ni1icoGcgVt9D8AVvZf0hUg7j1N4Cz0VH7qTwBWcoEGvzCCWgLQi+2w
PcPfKn6H3rppI+2481eL+rXEOCNGhhc7NKFP5lRMiClchNQEvSF6u+haOlkbq03r5iQORo8NHAEs
inK7qm9dApqaDdClYLjULH2QazsR+XSYTCrhnZatiVp/ZUtiMZFAghK18GNCM8Rih2dnRwGljo9p
NcTOuhQx3087b3BeTaxPEYdF/qCYrRtQpdoMvXpNZBjbSGWZ9rhqyMBtmX4T64LUOuMb60k8PBWd
IcTZ1CkvbFaR3yhDYLsCmUFYCuWA0lwVme2zfxtomK2IkXDLYxubA1bEZMgQXfpy6e4Psa5ZOoxU
zIhoRhTfRmFl7SyUwGqrRFSiV6oSNR3TE02/aDeRe5vvP53QIA0u67nV30MTFU8RtN6P0pearc3k
AIQgTnTpkXedqb74kkN+po3dAgqxhzG7mEgPzU75jqX9Ki+oIm46h/DDEzvNsahac8zKCe7NILcJ
K0AkpqXrzVuB1mmhP3bePQ44y/xETHY3Xzhx3Z1rhc6Ep2ek6ISjpkNRWvlVg5PRF+mJjDs2wiUS
LsSsi3GrAL/xJSejvdshQApp4fdj7t8XYdzbuwGebXbc+JTrVwHhINa2ioCKoGCnNDdXnvuI7MR/
dtrZ9wNWva8CRQlNp5QST+dVFFlCSC+PjY8Ce4OkamiO4BhAqxFmVtiUGxwWcJ4XoIlwiHfmg9JN
zg5nCcVYeDPUa8Sk2ATkXWa569HktI6cRuH1q6uuOYaRZvwIe4PKxThEiP38Jrwx2qj5adr2XQs1
NcE2YWK7TVtMRyBjvQgUUZFH3CAgyGmKz4uWdV0vEg5pfV5WmEhFbIFCj7UCHjS7jyXa1Y4YuSiE
00ztglx5BMgDrKF2zMYvY65A8o9Vlz9K1NgkElotK91ZOYjxU0XpgDSpKNuxc2Lxn+Y9pjVQAPVT
KDP/0R+y/NK1bIpsYo7RJwUF+dmdW+XANHrfSfhnNCB2kBLxcidkfeQT21DS59fYk/nOzN9twykv
e8tBWlXhviGzti+8diNq30GVFlYFGm8+PMWpbGsLt6lAKLsOnAbqoqBgI6iRUpBkwUvESjYApjtC
5ocBdan7LkTSrGw+5YG0w81SXsZcTEXoig2OvPGnMjknKKP1SWBMxI+qAri7CyI1Zqump18Xk6l8
3apWfymIc4KiVJpudIIcqS2wA6XZJdm/i48slUhTWlIHSMNqveBJNpNAKFZXHqUHMtzlGkzPBCvX
KtCp+Cg17oYwgKCKbHbu7uIiDb4S08zz0WkcoaFiYSDwuII9Rj2KqRLEzFikqxBz27IhDaoLurTZ
nZAcbesvaQczHujwskecQL9LqS5B1GDX4MmFoehOejPVNxmyU1JSUTcMajWmBHYMYIe7pVCysYwU
2U1RqZpWRoQMBc1GFiDiwgRJlKPuFqBvbmbZBiV9SJsMUzs9ROh2XJ1m8bkxqFNC5Ez7CGu1RANV
kIACc22m2L/xYHpg5naN/qtBs/4rlmSJKm0wFh0/241h046RtdRCPGw1aRcA6FJuoy6Bsg0PjdfW
Z+UYzGBTtEOsXTKVY7lpSMS5YcCO5hbdO5FXgW2HwzaaKhzzkaOl2JS8cNjVrLkd1j4tmXw9YYUa
tq5bluGlH4rwpE66BESpdIObqMrYaI3+3JHeWTEnVzaPwJtSwIT0Tprswp9VjsghS1EzVVMcALfj
6wOXbXbibOdhbdZElmc5uQEVg6KLgpFkeBAfN6jUSGZ0ShUqbLlLxyiUY/Q1ikTUoYDK0TRpXrVb
28bRQqPTKk6xDZjNNgk8urmBXeKdZDYVWKFE2tUskQn3WLVGRvN1NFMcxWlQRAhMqTrfR3T3EFe0
AqFkxT8mNjOixHlYaIMGYLLgeyORh1AMM+cr9mScCmnhR5saP8biDS5DYgJc1/4xUv+rVnzl468e
OiWRn9hD4wzDvQ+ZWFKxCGvzx9Bm+R4fE/Ihac4u5oUEPTVNleQnReUUC7By7rD2zl/TTtaPIf5j
fMxoNn6AfqRoPhVC3I9FTK3Bov320w6c8GiE7XSWolj5Rhx9d6F9s0Ix7BeWpjQb49mtKvRKxIkW
5g3uDPOzcuIAvJ0L12Y18NNf0NagkbC1hPsVGfPPxKDhaLpMA2sqr+3RkMZsWOnk6MslTG5axUKY
9AdriWkCAjzabvyZ5onTuYwZwGyktM+8NBFRA0NPrSDq1W0SYCZlX+u7i6jabiGkA97o2FbWMGF7
J6FXlFbhI5q7BDZHVSJPcdJ08oAXz0STN5GyrH3TtiUA78AbgO7RmVyS6e2kj6zviRYtrpFxbs0O
6h2S8qt5zpwRSY4aOu880GafnKvA6GO+LCM7r1uVwkza4JSxGQMJ4RXHXWLUCCd1kAnzZDKgOVzX
xMqYa9eu02wjXKXzTaKs8oL6mZee5W2IOsCdY/MRY8sw/KDtG1TnReqnxoYZmF35mOou2kxD4lvL
T2IBSafQegjQylH8F1OGkdhUNiEzFdo9fwOICQJTQ0h6+FnNrWFv2bjn8W070UrfpH4s4mM/GgIV
rRSzvLnOYGpZe93ijMczRF77t862G1gHQ45EregKguZXvU6pATJxpbrKd7VDU+eJxgAnb3hkOBzB
2KOVvemJjYFk5niZ7Z3rCJXSz5Z41GRPEVlB4rYyr76AwFzUFz4tPX0SIn1Ec5OxtoA6MYtcpLsQ
ZYl7Ri65hTdmDorgnIClNHgoaqPWm7Ad6YeOMS2RNT4sTlSGnT8cjz5bZ6g8Y2DZP7qx7dLTIOmn
5Mp1NKpQ6AWecZQ38EFOfRp3FW0oxu5xWhmV2lXEBaZrhmkBg24mSvO+QY4bHQWVu+yxosgZ77w+
zoEwUuePkJ3IqnK/6sE0v2DCGuVR5nX+T9EhETrKkxi0NiZtDEoZm/4YRR+DGTRE1rU7r+rd9jhP
6wSBBujHbo2yOmrWeNqrFum9EOlZGMvuyWABfUHhw/3m5pOgPOdNSbQz66aRuMh6TTGfWF+JUQVJ
77pwVOBs4L5Rt7DnvtiXXoPUHCMIW9pCOUFwjniBzCGUYOa08lhkwxcs3eqBOSHqdk7feAx1Mnpt
JJtD710uMmy4L15qFVusjmnFaq1D7+b6suq27FjFz8oSCWt3HeWsvxFrWRj1JSYXogwT8hZMF+N4
hEU8PWKBYBM/64y8b/AHmPVKvpt3NkUMfmnZ1S3MhyjcwZZoISUOA4Z4Qu0JnEYbAaSU6tvPXKoY
HmyvKHKSnzydtaWfAQ1lSd1uity1A+K00ACsmkoNelVr8jpPTSowTPyuCD8bZumW604FiVhT/6V3
g3mcdIUebGB4ZcHw6k5yp8Bu0o+YyM/sIa3i1YQ9vlgj0ozzYz0UJeHXeYz4B95Jkl8QqquQY6Ze
Jc8S/ENI6yz8FFtoVD1EgMKkD2rgZDaBklNS2NrF7IWwU+M83YiuQpEGLiFpVpj7824dDM3kElKK
6xrhiB4ee4y7rKKbsHgKyijV2wq7avxQptTekF8EBpuLCVEA8ZTKbEBRAkDqvW5tgSyvYc73bTdS
/3XcEmMD2w7twLhxUJv5q3y0DIRmk9XKdVY1PUVUPqKoERIrEjdhPfnOtVPbFsTIsi+5pXhXY6u5
Y+kZ43QN6pKK1a/AmT+qK/zXigaX5VP+qa2fntqL7+V/h8qBhij1n1cOjmDeP3032Gs137tXFYfl
5/6OcqIWoCz+p13hSL6QZDv+R5ST+ss1XYn1QZFQSGQNAKV/VRDkX4qIFfqzHgsb03pRQSBIUkvK
9EuKExWEP4qKfM0oc1yL9x1nCSFk0uPdPyS/jZU/IR2ILwNWwtNaNS1ujZqW9pHPD23L0ajvRFoj
J35xm65+lSdepiWaC1j731WLX8f1qI+QNKhYzZnck5eQrCzvaUSV0WUYbG2zuOgdNCoZvcp6OFdR
9mQTa9/4bOq1lXz580MDzJJKupaAMK4ODj35bvUsfWH1gP0+VChQx9yydxp/eLu2KzcMLiawoMh5
LVxEgpI/iQZWLYMPAFrmgsc6uAk2QntOxqHjzvm8vgk0dQNlTyEClAClmiRULIVzYePLoGlJn8Vr
ZuBVqcrNh4Ep0l3FQDnI79CkVDFheeGZjI0W/blqyur/4QnZEsWUMAF7aZByr08uLBCz9dLYC9qj
9apPWBOERLtTbUkXp4jd19ndhANvovsh6dZrvbjxpqbzz99/YK8hY89DBWS6cnlo6Mpc8wCb7kye
nYVFcCkYFA+F0xUPY6Hxp7M/OE1pP37uM8e9MnRV3AvErr/mNsqflBrfGKnLaDh8RrbLXow7AJLR
OSDEZ4grFGbjfRzU4T2b3/ZBsi/dBa0Mjt6/zt/SwQjdtD3PY8eo5K942JevhPJC0ykCA2u1k6Lt
p20lB/0BkvCtq3EoSpJB5nrCcg5Aj32B7ijwrT0EFZJK7WC8Q9orgBq07d2fX43Hew3W0aNmalMb
fXk1SQdpdbFSjLxEN1UDndbLKvuDofHW5RAWyvRFiRdJzTK7veBWdomTyAbKTG5qgDmVE2Yngl3p
TVy009mfXw9EReIvmTao3R68q8VA3ga+4Uu7ntGbt4vgGkxCN34w3N4aBES3kV2GDYRrOnjrWj2w
kkqiS1cn822clcF5s6zS3r8W83XN+PmVcphNLNihS1Stx8fq5X2DdROUZAFd4j6UxqZyq54Oq99A
Q7bd+ksOCugTAHFH4GZsJTNx7OEnr0v4VUeK1d2fZef+Oh18By7FdT5HcPpfnw6QE6KtU49dXk5j
H17ucW8k4/b9i16u6eBFZqqluepJyvXuEinx8ppL0n5qOo97KUmiomBOt6/IP4dp8oBc5/T9Y73x
FJXkY+ogn6DDJw6mLNbCGf2CcT/4SXBC9jiJPVbwYaLn8rccXJEi5I8yA25dBE0Hoz/OQ6FFKvd6
6uVptlRysroMNwyuAtyZaHD0SHsriylkK+PHzhcHnQaCudg6nykrnEjkgbdV1cafYGH2hEaJelxb
RhzfOJ3OP5jdlpM5PFkEMsQrSlDWLFxe3367kyVtRLlXsjYu56IvH9j44GaebA13JhAEgAnn5v3H
8MaXg8/Gv495MAe1oRgRWNj7WHJO62iIFyr8mJ2VHlFyoVUqltNp6/Zr00mnc9Uo4/r9E3hrHLig
QKn/0CmiePj6oruS2h+Tyt71WwLajLq5GMMw+mCwvbWM4LXxCNlWApGqOpjUmwL5Rd4KGIC88dtu
LGS3wQMEJ0HOGos2WtKvZZI6X6eE5cYql/RlsAl6+daOhRFsMitVxqozMhA071//M9r18Knz0tEK
gxTKQvbgRZhNBJW6sveMY2+DzStEyhWlD9S3IGwmdXRPCSqni9RQ7+YzvlTcHch1UR/xK62veqh9
2OICNvCdM59ThB0+mHCfV5q/nSIrHMEnkVfJOxgkWIf00Gix76LYPHVDtCDrNOn706ZvKKM4I12F
uim+qnwszup6iD5bTeuSpFU1KAVSVvdbRCjyBAxAcppnRnn7/i18awgRSQrRl6Wyzafu9RBSZYdW
Tom9AaflqMkRQcWJ1128f5A35kaX5GHWBDb9Nu/wO4qiLKC60+9pqfUJ9gA7vMtErFDu+q0Np2fM
Tt4/4FtfIFyyhDCyshO0R5cv+4svdzn3NCPMZj+Krj0zW0ymTRLbaDOB6Q11PmqKtiFhbZMYzAvI
8eMxop7+kz9bENrfP5e3Ln4pdnm0DZRpHeZZUtQvlK9qqrAhMSDJcOfK8dyUuQk2/kM487JMOBht
MHvZ94CTdUwwza+vu82l5aP43GMCcdaUIEmxqhv6Pj4Y5rSiNgxBJdnUBVIwOUzYw7LAR6+G/7Q1
1vPUhtu8rsUHT+ONDwknxV7QoZstaEi9Pqm6rd06Mur9ELKvoKr+tZy7p8ETDz6qLTXPR+jpdu/f
dPONce0y9WG2I6mYjcbBMZOSVrBTlHtrsFFMlAj//dgmHwLtzKqwTe5DuSBL5TkpDejImUOt7hop
/LY1i2/Bsh55/4TePJ9lkuIlcFiJHM5UNI+IBMz3eg7qEwZ8jtMVZv6fHkTTneSb9Lw6sBeRwctR
b+TYH+oCmuAowztaG82tGRbqj69kyUuXDC7o3559CGUuCDHOKmcAWYgJ1hrUs5Kp/OBKljN9PY45
iGdbvMNAvZkyXl8JATWF4ahh34pBfirbuT3xUQbBc+qdLPvgBX1eyBwejMRZ0m+4HGang7GCMDse
7LDeuxB4ppXt2cF1ODrRvQUMdN4iBSRftYytO+Fn3cnIrub7ZMrw1BY0MOU0A5NtgOpsSEItTuBJ
0ylCd5Yk28aCU7R5/xH/VtngnkNKJ5abggoT9+F0kiDemXBLE503+hZS6s6cN0L30ZnjqMWMSm4J
QAitM9A1ZI/wz3aajoOGXd8fDoTlTNhI8JppijwwB18/IwS7KR3iaU88BkReB9HpLCLxwcM5HAjL
jtU06ZHZTGmUuA7W7hMdfqMNuv2QA3qqh3i4UAI/8pTH+w9u7PKUX46C5yMt+2KWOAt2/OBIVKkI
GdLVkgdjp0eeLdxTwkctTJQIr9ASEKIyhNdk2IdXOT6WpxaUPW1xJb5+cCKHc/jBieiDkgD6eVCE
RbuP7Ka54LOSX1Vy6K6EGC4qw1bbKpjCu1RBoesmiA9B0e9QQkJsVITErAsJG/GDJ71c+ju35jBY
fITEGCPp21PuphvJZPvDB912PSAChn0JE7ZFhLlNEgC6sBv+dFZb7od0oBhTlTQl5YvX4wzVkIcp
o9njGgHjWVGYjhoIDO/f9bcucZlq4OA4iK2Een0Qf7apwc/VPpiomofKzo/4muf0G80djtwQ2m1Q
Ho3lmB2BgREfHPy3JfZyiRbKADTSS63BO3jkqUHvQLewcxsPg/04SHmeNdP8yQvd7MQD5nAOV6Um
wU8DpVpXXobiaoqs4Mnp83rxZw/EXltmgen1/dvy5pk5qNOWfj0Ze9bBRGzFOd3ytGGPE+izGTgI
8Tm9rQA2xsaXnq7wyg7FdGzk5fdRY3rtcGrRiY9vikR250VWVt8/OKPDnd5yr1jaoMJkQUUA/cG0
Q7vMKxRs8rafjKUbGjZfzQhI/ZLJR5ZHl+vhoqimptqO1I/Iqy1acIGuGXR007JwuDTKCLjfbHu9
A8ao647IKaRFaECL60/BNSVPH5zxWzMLUzaTJdMkq6CDmYWPiijGItuDtw9mdMg2hHEP2bFJ8J1L
Zh+SJ4P6B+Rv+LWNaK86fOFP1jywaeaRErzw/gkdrkWWO7js6MiRcAQZDwfPtE67MVCYeEyYENG6
BN16pMy06z8aO29dNypE8jSVy6pkCeB8uRxJPSsHi7Rct5UvoTlZ/QAGHr1IUI3GSb4wHle07WY4
eGECgzmtM2evUreQa1KR/rjUymVD/2W7KG1WhL+dDiqWQM6evmi8SZ8HaPGuezMMv0VEvn764xus
bfb8DoVWNlaHM7gb+nZCq/6imNzxxM4yhdu6Mj4oTi5372BSpjRpWQpFJA0ce/mMvNjiuKzWfbh4
F2Xd2cf+YtfLKTFfw6GuwxVMyvT4/Yv6fYZEU4oY1WRhJlnEHhwvn33U9UN/0USy+SLqskWvng/Q
iAevsxcodVDbZ9Qsq4GZaJh+YAVuow8+RMw5h1fNKo1uFaGu7KXRzB7MlOywwrHryguLIGc6ptgJ
A2zeRvtlrGf9xbHa4Y7kGnoZYYKr5NG28XMhv6za5mqk0IUYMSBO+iLOfECrmXZz+qB+qLuTTAcz
sdYm/PzPwmjc+XSqUnFKDEIDYKxruald7QCkTWcMh2up2nFvzmXyqYqd6pHmgd2uHbSJ5bqZPViY
7pzbkExGLLxbJ3ONhy7vkmsyMhJkonwlQY6JYF8M4/RIaEZgbxFRLO7FKHWPIW9P1kmQJWNz0Spi
MndV52SPU2ulBJ1TOo03hZV1N41t1mC1U/YcK7OT5B8K5FDTeoaO+wMufhUA4TONm4rOfw5JqgFV
JFjOnCRxMXwtFwP9JpLGXKyLJEmrjdtb1jfAnxKtItpc2rlYCC6jyIJhxMHxjqMKyLvTMdbwkfRo
dcdtjs0bWEscuhpRlMooC0G0awSxitost4OH0AiRA8nP0WObCDzCmKjJ5YL7x7eETSjEGivxDJhv
uvayo6xfBERx35O5jD/Aw2CN2FMofLOGRVBtbRPqe+F7UFggF48R6ZKdgRVI572HPavhj2u7bsFj
Wr75Ey+uQN1mDcDXUE/CU2sXzstKLDPyCmMJDjLfq+c94B8wnSznMDQDO5AeWqx05AEmUEtWvsmr
edfGA76B2LaTW9k7dbfR2JoV6QwFbXt/YCu6qtBuwh1oA3R0fcPT2RCKWl8bmcUnU6pUXqsBSeHe
bkaXyc/HMoDSpjFTsGFdV0OOlfPXJG4Cb91KLPY4wDPIvTGwGzxCOPkITdCR+dQA+GZLZIzf4IuQ
A5QLXFpHOOnrx0IlzbyvIMBma9RgLaFL4BI+tejTms2EYw+1pBWbJtnkpnM1Ici8CeaKEQRtEit/
B8IBGo0eXeDHtS6CDY1URrX2y0asrcZD0zU4VjzuiilfoN611YMhLSm8QkWZkC52gznpLV7DrN6G
GUSScwn4AmdREQff7TZsxS6wcvdToabx1pokrEJARWG/oztGdgpG6OQWpL7HJ1EkhFuyj+2ven/o
r82CLh4csyLMttGo5Q+VjDDn6l7LbTZH/ZnrWOURZEXe0qGHfhhYoUVWBH/NutI+SMqhjO9QCCOy
9bs6vI2q3DxHQmucVSAkAXU0JnrzzCs7dVIYeXvbdjq6HFsfQA8RnExtFQWl+1Z4OemFINzTbYeJ
kjkEfWKAd6qHzPY87f5/8cM/6JW8+AItBo6/7RaL7+Of/7j5P/+bpf2B02L5kV+6B4egbkqWNLFY
ClIiWKpKv3wT/A6dIlbTfCqUhXORb8jfqgdDir88lBB8yLA1OOyiWfs0RdeG//yHIc2/2GOQpWPR
J7VRD1h/4px4Xhn/+/tMd4b8cJpNrFRtyub0EF9/n6U3t4o4DxhWQAyNvTsk8JK9EcPcph9Za++s
yeD9YXlAVLTda7SvviTJ/sysbTRLaMNnZhJfxzP0ctzVK3/OdXNijtKAP0RbJT11TYMqFnMDMaWW
HuYb0vdSd9PQISG4uQ4JDqldg/DkUOdEqJgT0wdgyRqEbawt9D2ddeM3c5xsLHuED92kulEsStHH
Q3e2unVvlV8aHGGPgRG5D3ZeFz/+fHT/dxPtUMp9b9x+epoew6c0fWpeKnaef+jvkav+YhvgLZ1I
CcWZsfavkWvzO/htqFgujUTJwu7fI9dCykNjS6C9pBjCXphR/a+Ri2Jnqa7Td7ctmoL89J+M3Ncl
F1gBBFSYJv0eypRUOQ7z9PKpq6WvJYQTYsV3UwGQNvAHa4OXUn+wnnu9E/n7UK5y2NQvsoTnKu6L
NWyODT6zpYfKG4TXxjUW1R+wrA82Ir8fhZ66izGCu+a6aJ5ev4kVu8E+qlIDv6+VYSxu7C2RY97R
i6d89evNfqk5euMoDrUq/FqIEngKB7u8TnANfkr0H/dpPs58y4RQ0ES794/y3NJ6Oa0s7RMKBWx9
ac1SFTm4GOYasHQ4bdeeO/2ouvMqJ6EkR+xOUkMsFzyEe1qyqkF0eO50/qbLCO8NyNsEfygw58/F
lQSgA+ns0/tn9npfvjxLZmHqz8JmdcRuj7H7cj8CxM6BESmp0Wamv65a4uwCB3IGziCiCkmS9hsM
IO8f86DM/+uglOyQnFgmh/xNcBLmQ+vHGL5J7vBORpxgJ62QzXoa3eYIvXG5GVQ1bL0kHk6YYkmq
MtU+D9V4pKw8PAkVrLjACbzt++f13Hl9/ZQ0ugO+TRJ1E+/rwVOqB0lHpcmp0eXGNBF2Ou3s2kQM
ASANNWgCC39jjY11qUHGXjWxdYJ3HfcrlYnPHsKWtbAtAIyxD7gYwRhrVBe9kcu6cINXjkD4yvUV
CVuOcebZCOx7ifdqA14V7YERgd7EBJKtiemQH1XLfx/mXJlLRW7ZRGPHPriyQbnt0IxiyRyfaedb
AJSrwP6ozP16m/f8XCmXSDqPwlRLJ+v1YJpJGVEk0YWQtsW8TQty3Wag9KwhAczDC3I/mIh+n/PQ
LKFUdAnXpCyyTLwvB69tR1Xpjg5vVZi666HqDajUE+ziaSg/GLNv3UBsnYtkcynEPFfcXsx5dTol
oqxMMKMKECmIfBD2scw/GoGvt+vPd1DZVI/QIUKIwUD6+ooAWbVhDHaEQpfO99EgxkuXEsg2gSFz
1Jau2AkzsnZd5yKeTj33kvq33M1qQB14QTQ9vozhhO1tu8CxwqnNrsJMj5ReDQd0bvzNs3S0QU/W
7WyE5lvkKs2Zk49im8ZWv+qJk1xLbO0nnibX+f23i8/ti8rHr0tTy6cJWSsDxF7u8Is7KPqkGLuQ
eKU2BToWAQ7DjJ0sMZ0p6RPIkXBDdRdJQsj7+wd+49Gxqlw0nQI9pW0to/bFgWVtsVNHwLkOJwun
djXM5AfFxeb9o7wxkfLpdRCW2A4N48OSKzkuaZ1LvJE9ggu+WdN4NI+Wv8l7rdY4VMIdVtfqg4O+
dU9ZFguCAh36LYdiHyCQoucTGa6z0M7W8xgn54b2kk9pL6vjOjKjz50FlYLAjujk/ct946bybWaZ
QeON18FZzuzFTU14R+ZhwhREsBdhQzm42cbFSvD+Ud54wTWfRviufChYSB284F4LSoVmGhOyI9Dq
SzkeuxUk7zI2PtTdHk5erOFMhggdbwpKbFEOh8kUsghpSxuEnfkNff4mhISjSAo4GtA+r1TRfArc
ttkZHnM/4fO3IT7FlYt8egGdpUewT+kzYu9dY/uM//B2/zo5lBgO7nE0Q8voe3G7tW9XtCI4OUAY
IYiTGVsdjskP3pTn3c3LD+DhYQ6eaoEYHJsRiIecfJotsCwTp1dJkuQ8zQ+J8MOThrzvc1H0022V
4ighNRNkZhd21zBsHApG/uPILm4VRTbRNCSO7Ywp+8onw9u63hBc9zpm6+Mu3FTs2bsszjKI6/rp
/WHz24ecdTVrYbnM1bz6iOxf3y4m5imtK4wdredtPR1VP0aV6nte3IgAebd7aP08Ys2DXR0whIs3
fWhMfLHdxFqrhNv+tYQcay4bPGWuAtMN6JNl0KeofpvEJTUGoI4CHM+a+C57JLV2GDp0kn0UrII+
AoQjbaxcGHR7glNmshPev8CDBg/3i884vR29rNiYsw81A9XsZ0RxAjepOhOLTkRhkMtKt2MU6lNW
HUDMsBWtaZnVWzY5w0209FQ0ECY/A/XfOPYHM9Hvbw9mAYdOCapDuezuX9/xhqolTFii4nyvGO9T
x/ppVLD3p2oOwGOl0weHO5AKPd8ASskWrQF6cIqv8uvjZW1i4/+kDTMM43rszfNEERgPEIToLBL0
jpIFLwCaXGEWq5JtkWT2ytLjB6+lXNZNr18YXgkmfdawzL5UDF6fxkTwz7Kr8LAlZ5RNRRJQfFIt
anyzO+9C4E4jlrgLmTbFGa5pEpt1VRP9XnjYKICqETRhfi9lxvRRZslpVFdw/A1b3/YJzP3/y955
LMetZGn4VTp6PVDAmy2AcjQSJZFyGwQlUfA+YZ9+vqRu92UV2azQ7CaiQ0uKTCCR5pjfCMt8oKp+
pgVxeqiSitJPQaNTA+2rGrI48/QsAU9uNEC4YMAj6rX1KuUHaphYxFV1fuYrvTiSZQI4UFWL1Ock
mhFt23QYhKGIqVS/yrJsd41VTYGXqMqZkU5vX94JRQ0V+gsGSODK5ZM8OR8XKFSa1Xlw9lvN2n87
0NW0tnU5TeGc4kz9+u57ttYh5TziaAwZSauSuvN0MIqNQwt7jEimX/WdmYyJrObv6gbJWJS7Xh/s
+ZvR9kNpBDgN3wuuw/FgXoP/H4rrcOBtCM7oGNdoPtWITKmF1b1HHWy9BBOXnbkJTgAr7C9OGIoT
5MQO4DnVOFkks7mqAqvMPKD0FbrqcDuW8zVamn7WeZcZFt6YTOzgtl0R153ZVM9WDdsJTKpNbkpR
A7D08RsXqGgslMWQLU9G/HWwkwmyHlESx0a59g8nl6HAjVgWInMIu53izbKoQZtNJ4pBAA7R0Q7u
fTIj0lM11PvyzJp9dADF9vVBpQLM8aEB1pwtyATrBDemZIU9XT+jTsc0GgRBMEnZrh3wMsI+Pb5o
pyne0YGnQ+fhLWc075pYmFdtFwkE8gYPL7387syzHHd75XfmWUCewUGjwgoq+fhZ3BR/8JlvGEDa
oS/v9DPOEwhO+/YwNUEROQ2+06OKJcq2rAg0aQX5Qj0HNX1+n7kGDBTSA7AKLPNTBKQ6mUDTCxoW
CtH1DUdJc23reEB1pFvIj8U/c7ybdglI21DPcPSy6WvsBC2LkOoB4nqlsXucmP8W8P8pgQz/mbwY
LHSe+6c1UPn/f5dADfMNtTIZgVIfIeGwWLi/i/eG/kaX8H1wTRaBCbJD/y6BGtYb6AhAFjRVVlYe
6/p/VUDl35MZIb8FnIEanPknBdBTzSOiD8Y1OaooZREaneKdas8cUdpK16AcV1q5CP63mq9mOfYL
o1sMHztrHN8rRPdXXmNG36ekpDsMqrT7Pmd2hDdK1+t75Eibu0ybpzYA3iHuoWJTTI+ccpChliM2
bSaaLoAQnMCOQV/XPHM6yIP174hCxlCEEQRnzBfSaY59ct53jTNR9EN43tKQK+tSxEmUngAVmnIb
1gSieKoFcTZ8ffKVb34P8LQO+tKw9OXlJUonhcTu+BzwZm5mAwchhJkW7Klwk0bgQ1fLd+sMWm0c
r6cO2NjrYx4f9L9f9emY8px8cmnP86TgoSXHxBcZhWY6thNKaW2rf3t9oMdC0OmkMpuU5iV71jq9
UtQudVKlycCgwWscA8RuyhHRWKzG/awalVuxeKAgkoUIv8baBatFCehah6Ujoo7tSwTzrD0FeDwA
x1wnlG4S9OFo+w/5Qat17V61SsXyZ2Olwx4VXn3TGGh8+xI5X5wJdR632ekSobxmUI4CUkXZ+uT+
0IbK1KsaD1gs/Faw4g1CkAGK97S2DU2bN4hlYX4cVYMzbxxsL9NQKdv1i7c2Too1pFVcAlLCoyCq
1mnbaQPaPSJux4fEXNgxqE8i3KE4SgT4fDBRb8bGQEo1Pb6iLt/WzPX8IPIGtcB1KJgOt6mRaIrk
LBGq2JdePK3dJmISzcpAcrx4nNpeznIq57vNUcbAkE1+hkmZ2g1hfqSFpHMx/tmoRya4+5Xmw5LV
+RysHB01FnT4RiJ/Dgk+dIca57J1nX+ZM7a4QcIgMEQmk9oOylzGr7xJV3xvS00g96IrCjgCBIfw
dMIRag5nC3z5VY9tJX+8nLFRQAQILyijRezBp13Tx8zIqmsbB8FnvivE+ijMdS3OPiKAfdHG2bzh
ytbHi6miD6jZK3L3laoDwSjbcv5cWQ6KS9QrMDT24uFD0Q3rh6wxrdskQ4fwOtGctr9RYzQnQgQF
yw8lbgmHZB6XcWut/bT+jCdwJRtdqZUfMWV47f2clwBDgLCmOBOM/fKhdmtcORN78SS0EoDEDlF6
w8JIMQN0uwgT6XJXWI5MiDrUsvFbLQ6k63Qd8EhDpgDjYJxJyNv1bV8JfWMlNlIFtO1xTkXzzsqD
SbGmWz1Cr1RX07Lc8VsskCJC9FS2ChDMXFar/4hNQAxAJIr1XwlCuUimmKPxUKeU2MM2043WF/k4
3IPinj41Wj2ZyHXznYu4LdGlz2oVITrShyxQNMML53Fsu8uSj0ahuizRuYYGMUW7vKUOZLmd3Qbo
mLRfenk80yHCaBv8SnNHh0jfT48neSUP9brXOd9dedTjxqFd9fL4h8kpPv5PuVhtjgktkZaneBgr
45IB5TXVfBuRVQzw1FlxQ7QuEfVGPNK7TTNpEfP6oXTCMeL4A11ISYkKkS0JL88qhrCOpsSJeQjd
eQe98qeb4UFQusLjEEox20SkDILOr4Z+UERfIlw7+8okywmiePywrMseq/HN6w/F3X58tPBMVNS5
Q2XlhG7n8ZH898SAzeSN9ceXd3PE50B5MCfW4/wUQknQSJLTtsgJfHyG/4Ze/9Rl3PufY6+P6UPX
3f/j6qGuHp5GYI+/9i/dCJrG4I0l5pm6K6xy818xGJvjjSEzCs+mLkT8ICuYfyEovDdgAKmDsaRg
1bB3/92FtlGNoHrrcZPApaCe8kfCEfydJ8tHytbi6ACAkn424TyJ6/Hy6RCWL6PVPQxEEvcLqLLF
z8UgvnOK1ocnU/NCwMJ7ng5F55xLEDKdCUdJPsqT4KHXtKxt2/nQWajLTIAOMXPgsP+/DAIzBy0n
rvdTfLlb4y2Py8UB6bMJc8Z0QsEGKcfXB3lh0rigiV7hWCEaZZ5M2kzvY20xRGNyxU8bmal9rRvT
+9lsozNsidM54xCFQU5hlPYcFdLTyo9dqVMSTfUho5tWo0iLAGDQ5ADMXn+hl4eB6CITApXy3PGn
EQj2IPDWHNJIGLcYW+CeqlZi//og8o/8HdLxHipKdTLMtym9gb4/qbxl3jrMy2TurXJadsMkaF9h
ki4KeU2rh8Vo2jOM2udvhTEz+TJda1tDflEenU8WnN57XTc4xt5Gqy4QoMMDCGrnWtAvvRVbm/qS
bCVZp8ISjqixJC+N/ZiaeaBbLUojBDW+qagpeoD5uS/1+nCEV8fvVJTdOq6KtldKz8LCHfYhhs/i
HQqL5pZzpH3/+jc76S88fjTqHZRcDKaQVPAky1hhU+NEj8nvMlXfai70782wxllg4pkqqKJrS+Tn
pZvfzPZox6EedR7pDzfhHV6p8QoQ0hrBtVSF87UpNTq9RjwjZzej63Rj9tifgPMV6eeeIAwzuD7p
90ONGPt9XqSW8r6bdZ2xe4KYzesvdrqFSdo48eguUvy22cUnSZvwyohe9LBPlt7aOd7UXZewXPdQ
vtIzxdvnXwxQvsUZL7HUNN/kz5+swsh2O7VY+n0VC3WjGDHi390yPgDXtYJRrM38h4eTfDOGAb8E
cdCi2Hw8XtEuqPnG3b5KHQKQaVx2rjtPGPgB93x9Dp/vL0aiPkCVgAaCZZ+sxTnrMxsc+h5q6YrT
BAF+gVZg8MeDyGOcG5Brg0vh5EOh8oVxa1TvjdlRdqZDjyAlSdi+PsgLq4FuLI0/kjTawadHk26k
ijY45X4U+DGDdXX9LI4x1m2t9oz+yIsjMYCsrqgcSnJOn6wGK4ZrqMz1PgNccpVhiLLFUKLZFFNi
vHv9nV74OuhUISZAj5QK0GnNsl1UfcarYL/oCmilMh/p4CfDmTv9pdfRiYhhHD8SUE5eJ7WI8Xsn
308VYObJsvtdIjTukWowb/4Pr0N8IltWkpJwso0AkKOWvxR7xUuXXT1hQt6RL51ZbMele3nayTeh
Cyk5cJJ6ePx1bHWtTUNk+9rx7q2mWK4bBw7EVOr2B1LH5afWzM2ZSseLQ9KKIoowgDuc6hYkamwB
zs+wI8MRF2XPagtVvtzT6an2yyKQRFaUsj7znsRbvMnxZUxAShuOoJRr61mTwnEGESOKuettDVTW
aE/qj75OEdPr2WxTGOWAzTMBah1ORiO+GmqXfUdq2qowZ8A0fkM4q75t6mp6hzbmuvh4O3cX9mx3
X2j/ZfBjOYIQf+X5M4pTPQYMaJy6myTHnBAZUQ8R5raBJPy+T3TzrZU73XCTjfWIxGJR5f0HOLZw
50VLETws1k7UKPWSm+MvnI/JPbaTGLDrqQmCK2XRmIHd6tE7vdOyX0jitv1FtDDdm44Cxy1WLE2z
hZWh0vjOp726Cn3wDWQCrlV9wPS8b5mMwNHwlDb01ZG25EMpy3bRuNG8fE4PY9G7b2sti74iAUrB
q0RS61DhMv+rNa3e3OGXtnyh9OKIEBsI2rgocccPsA0r0HgIU/ullTrYSMRSlyGFyHfl1rAf6KtH
eIHX1TzY+CLObbune5TT0G47D+/uxMHTje2FgmncLhziLZZ4U5ivLpaasFGWLMgcO9XBL1hTgkby
an4Z1UTjv/Rj+SuRJmsdx1kRRJRDPrbtAoAZBfdmi85p3gICmbWfJh1vxS96e/yKqUmzbqAIz9d9
ISD0V161/MTqDuZJVPY4wAxJSd0Vr4v2EocNFGGXqY6oAraVsPcxso0VGDyRVX6lWEkRAqBcEOi2
B7Q6c/EdYd21DxFiVm0YHN14my1O/SFpIsBQAq11y9jDWFugseiTlox+m1ru1ehkabZf+jJ/v5p1
bVyv+B5t7ETT6l3nzoWGS5vj7rqmvcUMsIj27sKdRxOoUbfw57FWbjBY3FHnQCEGhu/ygbYdsk+G
qIwL4eb5p8VyV0ziSw29zzn+TOg/5xtTyfJ+Q5iPP0Y3VOVtbAvpArW2zpcSV5AhhGUI8WqgboPl
h9Mp6IdntO9ZkKL/vkSxM4ZzohUImWd2ej8kmfWzF1i5QfGI0ZE1mxoD1azM2eKl1Ukd2WkufsVN
z7HWF3gchpkok3sc7GrtAKYjSu8apWe2V8teXH8SCEyFZtFlH62pNESgkFAiGi0wtQ4GjpQem96p
UoHaxQo4CAB+17Gjw9tpy2U+YFLSzuGADNQcQuRRdsRDsRIOY6J8Mpwy1sJocGyYSHNb6OhNimXd
ulQYvyWjl7KR1GHZJZxp/SahUVD4mMep2vs10hQ1TFy7+2wjZFzvkfSGnLMshfupoM7WgFNZqMB7
JtY3G3vMvU/LoKJybbTIKPt1rOJwZKlxLkK8Oso7UMottU5Pg6KTOYM5b9okKX/k85J+LFJKWZtl
YqNjjuDgku1QVvpVLHWVAySoUJZfS6RLfeyXW+AVfAtMvUpXIr4Mikl+alXRD7un/BmgrYSdoooB
arFt7B48WKFL9WvHTkYRmrU+/wDULOZtkzojcraLvqCuHMVg9trEKqZP80it0AvxcKwtA5VUkUVX
CAhgx7sgCmj7Ha3MhA5ZL37fwP+tvVB74dJ6pfZSl/fFsd3H42/8Bf7X3tCZtKiTAGKgvCLb4b87
Xyaym0gYIRLEbUsB5An4X9P4EZcwzRTSVPpmhDv/xv6/IVOAGEDPk0IgBRjnT1pfx8GZAwyBOrSU
qZE1FxeCwkmgUSNWRC8dA/hk6b6nk4EG7aCWyZlc4PiW/2sY2ZgnTIe0oJ4Mg6NAH0Wrqft2kfVX
itvHh24SWjiqccO+XZyPT77ACyUeWoFHcQUnJ4UuBz0RGnqIipinKIQoF+sUIcHrt16dqYLrb6Fb
7WMviZVbUmJxRolUbQeaCVPZcKO4fZO0F6ntRAAGTOHVhEFVaYv3nVmV7oWpzaa3hV4KP2KXuwlx
WyC8Cus4kid8FIlq02wSVpi6HscxiNTEUKNwdpYI6lgeFx1axFOjDGO3E6mWmQUV8MHUxqAzBsfB
ta3hap4uuzFfph+aRuMM0W+WyESLAbiFNwajasyjHtIjAootC1elbXztqnJJp7BNVZOMbsbcCA19
C2KP3foO8X+H+a2XuqW3n6sinjN4spURfbGWSayfnBYTbyPAEMpQ91A2+X9BJ3mqeHC3toHOw7g6
XulXOVZ+KCRP1TLDLsCOycWxNiLrwhCvdnJ8JCxrxubaVScnP2Cda5uh2hl2pW+SuXBAX8ALt2YL
QYOUpoMLSZDoBQ2WwcQKrNVdvMDcQunek42oyUWJU68HTZ4Xj3w8kLFCLFEl+GyWRWsfYnx+003W
YKfWhGh1avG3PsZz9IBuyYL1Gs6Jev1ryUR3q6EBqx8U7r3Ub+dVx7elNShAowo2eUFFF0G/RTaK
3Deu8C/cyCgm+1lLs/YAIzBH3THnCl7xMHTwB40aL/kx5eDqHqqaICDllls11GIyivCXojU0JVzJ
hA0QY5U5ut9zGs45ZzVCS1s075ccu7KqBtcU2EU9e1epOTmwXnGJii5ncx7LD81Kx/DCdioF4WZs
JvFnplzeKsWVMVfD8FGGs/Z1gdV6+2HJFgbMFayl3xaTOhmXNc5ueYAkjDKDTKHXhqLFis3lpnR7
w4ZAq08jnOjSUtMaoRMokpc2DTz73RwnDZDNvqwa4GZZ7dGCpAsjxEEDvt5RIShwYdnM02A33caE
0Utbu8j0Bi3AooXCv427uV+/eqOhK8jw5eagfijznotbdC7mbbi2Zt4NxGLde9vFogHZVbt5+VFJ
acC9tWDnabdm19slxSu3Ug7YN5Ayoq/kW3bjBQmaXvGmGokNanRuIjyecbAs0+sxXWKbSV+s5tDO
xAvt9Qg9YQDk3qkSMedMqYq8i7s2y4EgyrAvMlusy1tuf3T+B6extXDqh3GAQQf9WQaLbTtl2i7t
+tTZN/igd1+J5PvpfTyqUWHA8EUU5iPxrFngW6C0NV3fZCjybzWuFOJSGfPcvctiqjCcPqsW0QAc
DLVt2PE2uFEsEAaTruqHaZytfl39HnmGevxolqbSNR/hkRgp+rDEAJQ/IZbExfA+Ujxi80s4C0vn
fl8FrkDrodLxlL/FMpTs42NbzyYs7tQwgB7XXUO4mY1OnG1ae1URA4Ns3eLOntGhJZLPRmgOaBUn
djBqzWSUfs1R6mHfraUkXAuLz4OLDF++R0hNjRHUp+Eeb9euhaHioFinvvMQZM0uVgDcygYNOzcK
OywrlP2MzVEbdtBSUC9X1KE52Bwc2p2Sg+vcVUXqFP7gOpF5kYOHuKxiFfRgbvI5fEchtSGhMPXF
DZcI2wLoDGvzaEBgoCmJh0vXz7EDqYmkMfuKC8MCqGxcvDEu3nuV203RdTyWUULbdiooM5zJV4+v
S24VBJioHAMcR43Epo1+cl3q6SAAYNDbQ7Kj25TlQJ+isNf08+v314vjADegJEjrF4zZ8Tjc+6oo
TA2QSd7Qu0XoffyYwc7+o2v5r0vSAbRObELl+JmuKP7C8IoYRmkVzz7Q0L5s1fbQd1Z3hWXVqG9f
fy1ZiPs72ZfTR60JEWjbMyxZRDsp1EWAUObV1pm+Fd70SnUGhw+rrqHMaj2JJ63d2lzU+zxqzuky
HheIHocmJuAUodTKpzvFcdS4jdtRzhoTVlRssikvtqKtIcWo3Tku00tDIURHc4kuKNJ8xvHHk9jI
csQe3F/z2n43aXlyNWhYQ8Vxf6Zm83w+5cvo9N4knYJk+3ikgXQGKT0Y7KAXegSLZ1JNRMusL6Yp
KH3UpMvVkiX7kRTm96f8b7j/TzQLbYpjrwT8aSX+cX1/34mHI1vAv37xr3arbbxBbggEN/opdJtQ
oflX4K/wI1qmMoTX4fDSIyRc/pdMv/uGbh6xP/teikjC7P1X5K/xI+CLkqDAH6b++Cdx/wmEgHxE
knApvREjE5NTAD5eOqJGM3WJTEysy7ggK7RH37PaTyByzLr5JGK0W5G5uB0q6jxNFpsBjRBcQ9R5
3KbaeLANytJ4y5Thk5l8IXB/hC78fUQ8PpdkInPOqkhzsVGPn2sq2lmtrNGQvoGTL/qx2ludejkU
y/ekbZSNWkTf0KhHgaRYb5qmu8krcluzqD8tq7ocnGLnFJYSdo17p2lU/iYI82iEXKP2Ulw5cQFI
aKB0QUiPr0/Uh87kYM0FZD7oOiPbhnGORbZHtOA7uVkH/ZzsMBjzbWIVZCXXZQPc9BKTwr+wWX+0
n14lxh8ZbL4bH5A06R5Yhk3/j+1Q/bwXSCf8P3DAkGf+f95aO6w8fjw8RTDI//97R+neGwhyj4Lb
QBUIuLk0f2fSmvfGgHtFwZxGA/0ZCav/az+Z2huK9AhBcQxzZ5Nq/3s/gSEF6kBiTh+YvrbcoH9g
nHkCe3foaULnYLeznUnmH4ESTxsqE05slWJDXInqBTOx2V7feZha7ZXZExt97Ya3poOkSRMbyk4M
Q7pPqdDsn0zWC7vn+Ob5/QwgZak1aBpyFIYMK540dWabBL7s8JxeyCz39aq2bx1NwcwNGZgzG1X+
qb/36e+h8BZAKxipPwda5slQpQIqSsXesHMahzpp60x+1SK6eyZEOUnkGQgaP7coABR6E2jMnwyU
i8idXJV3qufIQn2lnveIebTprhCj/XbCXNf0cc7ODL+FTIeN9FLayqF1BnSWrCW7HudYuYvVwjZC
w+6aNnBX27vNFw0FxWkkEQxaIAAr5noaahkiGnsbLzxi+A2hPT1krP5k8pjbzdc51a0N1j9Vusmn
bmnpIWeCfLOyqd3PuPPi/pj3dZC4DrqY+jJbywZv+2j0tdhuLrtKmOuW+iwx7gB+K9l06tqYFwBM
++SPAtXHWQNtILHRVIm5TE5mbTZ0APgKTpRJPP+wETPcRmjgn8E1nFwiIMiIhelqwGlGl57lfzJK
2w6TnqJMFDhxDxSAvOtyiWYzWNgtd6SC8E0UNHZ9V6mzvRdr2rvJLWHakKD7uSYGpMLRJcJvEx2s
kdV0Zu3Iu+LpGtXBa8D8VMEuUUij8328Rjs9F0XR8Hhrj75TQzKq+o2ijtu27dRNUmTK7ev774TU
JSeE3UADl8NIFvxO+3Z4fEJijxbF1+kg3Wll7mY4k5PJxnXR/uBuaVafwkD52dETxJgh2g3fIena
6UbLUuDFzmQlaIwipbQd89KmudJR/w+yolnu3WjVk12j51jWqX2Pp6DaNFjbv/4KL8yZSTMOrjU8
Lylqdzxnw1plIpfKu4la3q1dIXYp2X44CPO60b2frw92el4xXUQggDk4gckITlleOKBWxWo4Ct57
RnQdkQPuyqpY3lVKZJxBPzwahJwsBo/vIjUtOU/0Uzm7BB1sxZbuhxVWjPWmLBov3Y7scG5/TQER
6dp4OESPFf7FMuOHFbzkzRwvrhNQFcGoUC1itd3OtoLyBEKC+V2PaNaNnTmJFdB/NnTq9mNuhWjD
4V+jekvxthr1+UEdqUuEnqp1B9Mp0zmY0nG8qa2mwz6M9l+xGXXsYIMl6tUlmMqxVWhAVPqNMO3I
e8cPbXi7i/V9ttwCg0WhNBd11SnYf8Y9p5Ww6xVgP+28tz0LhXA/aZNp9/qnegaEl99KXqSsC5Pj
2DoB4OSu1+qrDbAUQJ40DdKbsvNdNLFAys6jdVfVRfelmAtl1y/G8mPthb1bKS5gbwko8V3nLdnP
uehp3KaD0X3vai/6QrnJvqFFad849oimoEVepm+LETXBeZXFyrZ18/vXX+RE/flxj5LsArEARoRH
yGluLbDcGwur4EIBCV9uraUaL/FAq8PYQ0AAl07qE4Tf7k5YrQh7Cr8+EWW3AT4cBetY4QTYxqN9
QQA/3CHzRgitcP+EEEvJpF9/2NNbVk7602c9OcFQqiOZlgdslhtTSHGkCNA6zDavj/IsdpEHOSmF
BHEiBwCp5njT9+CAxqTAEZM+3/Kdym8a4s23vIUOEN/V8VBUwcBRzV1YgJlWAI5AplKt4eb155CI
oOMtymOAH5ZZkQSKyHT3SfjSpDMF5baOA62JnKBAavBDt3bxoZkn56oErhfoXYXLrBHj8FzR2zsz
/vOzjzCQzIPrDI0i7ZQd4bSRpQwmMY0CjG2LGl97ZdVtI9WnKaSqlXZOWv2lAUFwoxEvAdOkYccv
PK/VOBpqHwf6kogQG297L+y282sq8v4snPLM/fR8OdE54jaUvGemWPKznk6wYOkk9InjgDRrDKGY
VEEPBOWPFy2jgNAHiUUqDSjreJQCGn9XTLxV0uEcimV7Jw8/50ys++K7gOCkq0qQQIPieJTJrRx0
XXkXz2uXwFLyFodFhnp9Sb40inQKA5EjBeLck+uwjDiqZdE5QM91DU3Y8xuL+uaZDfjiKPQAOckl
Xfd0xqy4hMUycSQ5zYC7u4Xu534Sw/zh9ZeR++d4f2HQxFcB+03t8hkOFRxWatklHwZpumlbG7Ox
bfivuzzL0W0B6fPJy0zECOgQnXlBWew4HVryM6XoDgZ3CHMdfy12sAEZlYNsafnjqljrW9GiJQO9
p9rUK1icmlZKsIqh2g7mD/pXtwREURBF6TnMkVx+J7NAYxUQpMwhpdD48aNYs96niTmkcrKb+7it
HaBEZrP3zGU+A7J7JPEfjyWd5tjiWKNhhHK6SO2UrohqYt9bp6v3id3u9X6VDaMTkEaYoIUqFKG3
iPWoF1aXp9BuCvr1Jd02g5xhSD41YnKidyV/5cNsDuUMVJ0cc1sOyN2GA9wgDuU1FWXgGT1oF9qT
oFwVLUfslrYCZCRqIKMIIGMxj0Xm2buevtweLewpPrPtn88rqgpguECrcYPYp84yM15R0xLp+IKP
hNhVjB6aEqPLuhrIhL++kJ+fm3AEiOWonAH3A8J4/AnJHIrZ1EREh6JRH6Z6EVeYBuSkod6vGgjQ
mdjn+ZuhvQZUHE0jSXQ41c/2sKAwVnTH/GVZQWQqzVz5QmQa9Epg+Wem8USfQsYnvBRsIhfKvqxb
n9z55UhrJAf9BvKjW/1GdSrQQX1zsTZFtEUTUt1OheF8wuBM/zAALT+gna2GuWadY9M/Py5sjQol
yDxkp6nWyz395Do2RijeZsvidcal+YxrfL9L586t/bZDsMYfjGg9FIVqbTR6u2fC9edTLs912BOc
7eSv5skXzhdTo7nClIsmN2GwkuT3SFwEiTKfm/DTw1duTBOYBfRjlKL5d/yaQ1QCBlRQ0yuz4YdW
mUoYOWfNGE/fB8IB6G6E1KTwg85dfzwInYlGaweqjJmz5m/jNcPDYU6Uq9Gw6jOr9TFFe3ro8LXA
kTMKzsrSGUY+y5PvluUW7Mgav+dmLVGUVxwv2i2RQWlqXGDO+raRA3Abi0VND4qNpDcaWqjWQZ+b
NSuMM1RvAEAkdh/MrKwhaLqqvWpFjlhjMs2j855zx0J93EJaCTqDkn4eC6+K/bVbp/oGIHbebAuc
AM7pWTz/ULyXFNBk80NHefZeptnEJd3sQOlLsZ8VxQvrUSvO7L8TpgFdGzIcIKmuDetcoolPpg8x
p8oeig5172psv85FAjiEGpSSkfpZ07sxQ/YwwIFl+IjgX815PiocBUmR9F9os2AoRot29fNiSLdL
YmWbnnZY0EwmYG5AWUoXKEmKnEuLFqaFh0xZUWAfos7wJ8OoBOiFqckD3NNW40xN6FmYz5vBC5Eq
ahzQXC8nb+ZNqVjbLENFpshu8Rno7nv6+YS3qXNh9iYX8WzpH+amTG+jZGyvbL35MzC4nFy2G9uM
8emAsLmP1+ZQFs5YREYD6XgsthjVN5wea3zmfni+UiAcEMVTwKDpRwvueJQY1Fs21ZBztTYx/IYO
6wHp7bPmW/JhjzcaTT4kRkFqEbQ9N8SBAVON2twFhBTT59YpvV8D3e192kbu7ZAaGG/pfT1vwLwk
36OSogBEX2C93rCCNnj9SjzRwZAzK+9C7gxIEBIPdJI8JVrprVllwXzVP+SRHwjkxmPUSYLl3Egy
sj5+bY4x7iaL0J4y1ylJq1mcsYyVgmqVh33u1Wpaa+nbFWjJoO8S5AWnZIyroHPMatk0+mBnoT2U
jn6jDrF++/prP/vSxBlQgiRdAnIQa/r4S6tGB3gr7YsATeT0yubuD6ngjtvXR3kmEEGWgaozrTqa
5FyKp5npQkBbOzRgAjdH0K1xdW9LpaX7aZXAwCjLedfVXDnB2mFtHDW1jSH8NKV+qZdm7lNBULb2
PMZhPoMVXlThuMEaKetlUnnJRVEgXdrPrvXRtJdpE+OeGL7++M8uH/n0yMZI5WxKorK7+fRCSGu9
dyu1rQLLXPAdaBKaYBEiRL3VnysfPl+G1NiouZJkEMJAUj6JXuY+iaLF0ZHWnyIEmyKLtkgQ95Pn
+XacDr96x+rnHbdR0YDdTfVLeiQaVTWCPZf7Rk0/0SMEogRCaDgTUwCcfL5yOREwj4Qjh2bPM8ne
ctBEHJcFnyzr6cpEq0U90CtWbTsXk5VuSATc90YVZZ1vcuZ/zUQlcj/PHeVrmS7qnRhq/bNZ2dnH
MpcKD8hs3xWDvhYhhmDTZ03t51uGj24jyyxR2e4WDQWvBDdKAmMbsrppKLcmYq3xTQ3prAB7qNjS
XdXI3AtrmtH7Yl6/QWdTfiG/ULTBqFuIs3luFH0SSz3nvt5UzqHXhPeDINgFsj2as7FJXPxtYNfU
hhG4XuKY+JESWvq2V2bfidndCwDW2gIArNYI6ChoPaR6O31cM2FGG1NFssCfWqtufCOdxZfJm+J1
WzlJ9a21erQr1EbD7GlQCwrYut0541ZrF+tHiwSnCDHtSvFJoDpobysLvo+f18hahaJ2Z5VVxqV4
NY9qkR5caOLfrGSaZIktqT6ZNCUwio1tdbzwIJW2iC3IjZONImp2+pi42T5rPbXy5xGyBmaCpP1h
RCn5rq8qHBDSLGs+DEbd3UVAOQFa03NDwCVZiAvqaMjfwpoQn5BuGJtwdPv8odEn8c1Nluyqjvpk
CmJ1cPG4Ldfqhzrb1QaQXrkczLhDj88barsHyYSogGdUiKECJFceWqG0M/Iq1fpJyRQw6Qa8Bf3Q
WzoNjbwqwG1iIu2mWzHiLeJzzzvYjK/z+2WKvPeWM0zoE2MoN1LwHYZ7gZHH6sPpQJLBEF1xX1pV
s/hZtq7XVV72624cVNyPONu+JJOdfW6bGgxZvHRah5cPfThQqaZO2g7rIPErgyrxZZ20WSAcIyqv
AU966FbMuj1Qk47GmLZ9Wb71yrZ3NytG9RU99Xro3g6DgUhxkRdwEhTIJVVoOWJG5sRtWwHGvOdV
VXv10JYAG6viSOLlVVj2g/NQo0s8BqDTp5Kqat7N0HAG2w4ik3r6u6KaMocLotfM/ehWto0qhpKn
vtV2uQgWCv5hm2caGeu0oI6IPDgB07CiPh8iVmLgbuh1cvKqdVMLTahhBoXAwb4infLQrPr+UkHB
p90qZe7M27mMxG2TKij66mWWfAELJ1D4XdfxW4lctxvYztwm2wGg7/UUkfhcRWuW3I06wrefhlFd
lABTiSnbIEqIg1Rb5nHsG4kLOrRwGtBzlUUaHWBgRNFinG2vu6Rs3dylKf2gAD6OwZ5c9eY98DOy
cIKr5WEeXecyb9B12TnVNN7mZdX1kIAJo3mcsvoqcCZCOGR2+qvYdYn/tLFUDlpqOV/Ryhy+wATE
sUoGT6hHWplgY2vCghawevntoC62eZkvNiSpRrjVFeA+L9kV+UBbIM1MoFaLaaK1CrJX70MNHZSv
tZUsC5jjcblJ5//l7L1241a2cN0nIsAcbhm61ZJaWZblG8KybOZYZDE8/fnos4G91BLcmBtYmFjA
9DSboarG+McfTLX1VYRP5mXblrqKZQd17JWaJBZz1Hw0ds3sQgYuZFE/ZLye5gCRebZDVrBnXHm1
h9ADNbekTu4xEQg7MXj7QSlIRa7mEv27sOcS2mNnyD5kItAcl3Jm4DFPubfQRI8VyVh5TISMhmHm
Ls3baQlcd0nf52RzgazdGPNUu3Mu7dpTrnUD3C9Y0IC80beQRheDsN6ViWy9kCEO9W3hVvqvJCW2
OzBaBfOJtGbYzta5bbB53e+UxEqNoJtl7kaIoWYCzRLsWHbwEtP2oKYDOWeDK6v2QlWr7HkYdDMN
rZqkQN+JjcII2MKnAlvIoSt96UFq85cqKyt/gfWth+ZQ1N3O9Hp72/g7I4vmdhTvmacmTaDrk9H7
Amq5ejF3hdpFnWHVD87aLb/L2snKnTMMxndzWIgHGxODw2MSmZfDRdG9KiqIewnLBvl1WFVLo7Iz
OvXoD8ShFOEoIFLewYNM30andKdryxsrQntcVcjAGiZGNplHW+jnNLtxCNW/CVE5uwME1mz9szb2
9EjeBE2ijks6obnQlH1tWcNEcfcyH7vHVc2tXdppRwAly19iMliIM0bKo7JOM8x/kjeldd4qS9nX
CcOfHNMc2PaFr9hz1JqKXxXjE5Lgu3mon1zJN8PI0V/rWwy5X0uzOND8RVNR/FazfEehe7AwcQcm
ucVO6wbdFpNIrwxd0sMqvmXMCEbfnr29k9qPeVe9CA53sxVXC/GOj02e3UyLvLLs8i13NBIymuOq
vTbjU5FUkWv80kgkqjRCcvkbxJLtSvJwswqT7HJ2dk7mopHDxZ2nCh18NXoLHSG3AVc8Nn4kKSdX
3QJAt7F6O5ImV5HzlI4PcY1YBzKVN18wMrgCEOXPGrDxCb1M0Lep1V0SO3Oodt0eafTTKKudmrAw
xqo5xlPJtpvylhzn3pzLw6CYK3dYPQ59/0K98UQS0ObOk04/1NrpL9TF2TfL+sNOragT3jHRrSve
/wOuos+W0lxYmdycNPQHhJD3ue0crOLZTY6GVfXhSKdGnk+WXPGVDVE7/Sm65BIBxFNceZLp4vCs
tcnRTDEnyudp3UM1PIjZcBk2To+V0PaThBzfms6hV43nWOQ/tb7G30e3wlK2+3rSdzGzIr8p6x1T
l++zot9psK7zlCGL2qiPejaEnhfXQetawNBK6HCb6PYxxxya9NFIYVajdwoVmSB2TNcIInzCz7iz
ITlKbXpRuu/GhCpRyX/lQ/ku4qnyZ1GzyufrJC8ib8Li3atu43Ieg1LRDnmiGT/cjBc/LzXp9NN8
qaV1mMTL1YS/fUrU1qSr7w0fUNSV63tm/JgYu0/Wcjsl1kvJevJHOwtXW71IRqt7mBDWSHApu8G1
X58i1W3eTa24WGZ5gzJvb3Wd5UMUocsf+lddEUQzZMVdmfWkgfNV5IkaqOv4xsK/bdylPBCz1ESj
wxYHp/th7CeijI3hVzHihORnqAEHMl2wM/RnB+1JUx+noVWvezV2dhzM7kvKp2Me1Mk6Go6JCFFc
qPFsXLhtf11IZsaOe91ZpHYNDY6jpaHc2DmGbTGMvqDJ5ouYOmafiuK9zgvY11X/O9erp8nVXp0+
xatJ/JTShuIvWjzlD1OC+JSBhanGQd008XWBzOObXRvKDx3Cx3uFzm8JiO9ZRl+lBkGBKnIG/qWW
ePee2yLXsOiUqSEpsLxwEEv3MHtp5x3EkOoN9h/L4gSp0DXCHPtGoN0RZYagRh/W7/m6JU8s6ZLV
oUSbQQp9Kosbx+1sLVo6gKnS2M4WoScNPw8Tgd/ehA8CQshmwuK4b9T9ALeRuUOraKEptOw29qzM
DCpWReqnUGhwSXA3WhEamuJtZjz9RpRYt0VqidWM3AoCOkqGvKfcbNFN+kudakowYV0l6Syq7pLe
MV4iFekw2lUC9Ngj3aIh1SoztJ8IXOr7Tk/nB9OeZL4rkhT8fqjzfgq0ElUITI91IgOid933dMzT
H4NJzJ4/I6S4dySLK+zQ+SIBxOmV7WtQ8KNuDVSZEkDncqjnjsRWYyWvrF1yysYiHfrcz5wVA7Ym
Lsh5Q+EZ0+30XVcFM4fLg5vjzcY5iGOn4qE8xaEaGnFhKG04djapRe40WlmgmTNliDVr/a9WmDN/
pHLtBzikNTpJ07YHv+c4mf12aYoSCLnVll0KGxMPMQhFfzbuacVS66XlJ10pTZg5njOGxmSAmSnO
RHU76UW1sOeWubzqnBWK16JJ48FA4dncdGywBbEZo3CQpRjJlZdjWx8a6oQ5slRG609ed7y+Bo3X
C1ocC82sU6ZvmqcQU2cXQ/9NGTR53SwiGSAaQKYO8FZF9aWuAvs5oYv86LgVR7udDwrCnYQMlYBM
M+LzJmtKsIRzuopvx2vF3cossiOjTFufyxyOUwiiEKOvEvWbpWS67itWrf3E5N/j/45qe2uCbh+L
xdCqA6aTFWUZfb+FCfE2n0vr0ct3FJsyuWy6yluwrUu8kS+UHAkffYJ6jQ3M4F6A+BTos20veyhQ
618pXdm8OEUrb0ABuHlkbjzlLUZwQ2qnCdO0RkXP7urKRnxD+/rNamqHOqOI9R9s3joWYdrKye6O
kvItWbdkdIxQmtrv4jY55JXMvidzbchQyZGgBm61aatm3RjfUKA1d+jzDRa2Wba+refVN4j2DZLZ
chvSQp/BF7eMWY1YuNXu99yDe+OvC/m2BKe000EYWrlVSGp1lQ12RsoVom0ttPI4u1cSMXrhFC+M
XzN7zG9j3IIw7csX27iwUHHf9Eblovvo6+mNPiODnmKsw7BryY84YpuXdr5RKelby3/w3S4QF3MG
u3oXdmgwgbmx1qaGEDh7ODzt4U5DZfRz9cjI8uWo6D8bO26O8BZGlNNScbBBovD+pVA432faZmlX
k1js7ith5iX9kgsw2I9ZO4Zxrqc80YlWbDeso+b4vamWxk5pmp7AHFgyImpXaVkXSQsl8Y5pZN+G
zrSOv8BCEC+6leE92slU3/HXyteS4F8OdRhGj6lHmYsR4DgWKBi74Y/W1fEDkiTxOvRYKkSL2Pam
HNCAJqg1U9sHmPHkEa1ietH3dVruEnVBhdk3JhUtGglGBp6XAXssi1jI08HcYPZzfR3yCDlr9qIl
aflCXtTKruHM/LulLXrGUXZ12yslwQZEL1BQKnjjdT55ZNLx22rd5M9DNV1naDKLSC4MZhFO0rIH
GPGwXiRlwMFNaGpoJVriY5m1q+8TCQ5OKC21f2lasxmAHEtHDTBsTy/XIq7NYFamwQ3x4efnJMo8
a7g4Vfa+cqyrHDOfQPYyT2Fc1cqVSpfK/MVyj6U6ZiMLVxt/ZbOscQlgbF76fILiSqiKhaZtVEYE
6uykCB0NZD/86aJ/YFhCC+DWU0xlW8zjNypaReBUEFNlJas1c6qkVnpHyGXyhLuAeG6QlXKAJdVE
CBXySewm8oGD25vBO8JBWZxhlyKXNIJJmz28TMtiRhyOqarfT8Ui/MayUm1vNa56qQ2whcJZOORi
53bqinAibfIO/WxDIkpOPLIvh2LxfCEtehHhNdL1V1MZrmAvGGZUVjQjYZtK56iauZJEmtY5r11t
1wRyYaTxc2E/03ey7dXX0e7X3/oi27c4iU1xWOfOOQ6TnTq+MSXx/ZIi5NyXSz88KlQSXVCilnOC
uLfbkshMJ8Gxfco3hMtQ89+kDWt8DCkplYjtQJ98wnTHt5KNC5JX2WC1YM4dATMiGYVKPTEOxDrK
XiVdYR1F5JIavET2iIwer1AbU8EmrvN74ABTJbeVpGGWcrJiie0UK6YTZnI7aKBhkavGFDdpIg0l
asYaiSpxGNMYNmOS3Fk9zh9HWwBB+oWHEDHI0eTq/qisa+OnvVZ+r4bRetdUDhnOpxH96Gi0nOAK
KP6sr9m6N1e7+ZEXXmVEziyrYCmVtbsYkXr+AqS3jwaWHDeNsPmmCmpiG6Cxn366U7HpFD1Apkp1
/471TSxy/g37foGNQx21NjwWmSmkx4+wr54jkI1zTK48UedXczXNR5rjMxSHry4CsQMvjm0kwGzn
40U0ia6Q0o0cboEot0ePhA1Xkx7+fStomk6hW5RwEHlVTNSQvDPT+Xgdkx1/gENRBTZGge9pruEl
39QerUinEEmRLMWkwJ6Ye90XdaG+4+hviuuqddEuGsAfaWAlybxEldK6WELkmJE7cS8osiuHFtxV
G/xE2mpLCk1zk5Y07sv0l5OllcXkuTbbqHFNYR+A1zZN6tIVr0ZaKo5vZsUyH4sspi0CHTYp6bO2
nwMnHlyu4eUYx4xFq2Dq2s3DMR2czoxkMTmP2rgOacBU2K74ibWuXtmGt22IBrsR3rMqNSmWAsm3
cfT0P8jZaeDy1HwRWYdHRDzm4o+oV/FWcZHxgikMDhp1ATc+qPrK/g37X8t9DAlwvTXZdL0XiX0N
w3R9sJzAUxtLD5EUkwdg2VP2Ouh198ppO9wVnIZLiB1g+ZLiNU/yV5O3MEwoMfVdI5giXq/GQhmp
b9HK1KmAV2FcW4NHsJRZfu+zAvZC01uks6sEpeLKRDejwPhORyXIVjkcROt676bTNw/JAgkiarV6
fSVlWIVTMay1tlOXiQIcU/kuhlovMxo0di9/cYFa/QUa/4uqmdOzbjZSAXjMwbg6aWtEGgOdS39i
MJX4Pb6jtV8qouR11BkpvPiCxdFSY2USwjQq80CStPFYUH9RZ1IUX3N3OPe0krpzWCqpRGI0sz/K
WHUH+Fh4gw/JnD7libFidzy5yVWGJY9fEMHN5WKTBn/wOrP3x9op3zScUHHqt+TTmdWwfewfJnCQ
+CAssEeyHljcJ1PUpphyNzcyJuFE1VpB7Vnxy6aojSNd1isqicLQxgAzplncaeuYzb6G+F5Hqa1s
sVnFrHAYtLK70VdAM9TalX2L5NZ+kiIn/RqbwnX0gSGTb6tU7XNSzL9DuQ8/fzOgZki0ObgzS3NO
R5VDk2U8fYwNnJneI3EnHv/gFP2jyTDj1ZmEvMVRRzzgOj3f0IfOz+1sGxPeOh5mKjpkFYyjFehk
gMXqdCGk27Z7Wbbqn06u/TFe49LeFeWqJrs+l9WPuJdkvaSljiTZUyz8iTdbjmd2NExVFmT9N2qi
1p4vkTcfM7TmLyAWSeZTbJaC6dU8H9eiN90Ay2ObKecky9dcMCg5WLM6V0Fcd/Ktao31F6r+DMSM
dcRYQ3r1c5kAknMUUS7++yP4YuNllA87GJ4CfP1TcQMNTK1oxLQFpuJ1v0Vdem/YeQ/nOAOfZtyU
HhDmkU8RQUk22ckovdK6SeOraYIEf4Jxpy0soDl3xz8W9p/lIevIYEOlrDbebl0WNksXNHGMyIhT
rtppm3n9+7Y/aU7gf2z368JLgkrA+/14EOiKkeLIIdqgz5P2uEC/oycQ5kuNj1aop6V21ZJ1e2vU
zBMZOteRUlZP+jiDGIOTXHYEDoSLEIB+Ju31v3/cp/ni39/Gz1JxZ0HZcHJIzTX5XRXASLBYOELr
dZ/urCZ+qF1Mv/99pZNYUMb9XGqbYULmhRIDaezjY4Dyluv4/pDTPU8DzgKid/54iKcDq2py2ICy
Ca2t1W9wO9jZfEjBMBbJ64pE208Ew31fOoN6LRJjicg+qi/dQWXykQM/N8TBPp/5uV/sWCg6iWSF
1MW3qm5P7n84STOMo5KDoiGlI60uspywIpxMxW7uhX4Ys7TfcZhmYU7peWnz4yPayvEyU+MXr0q8
sKCRfWBYkQBxGeoR/xickdbKTJlmu65fzuRp/fsXb3XLhz2K54s2ANKqCp+RIKKPP7idSm0aJsRc
7do4uyZLkiDxMGVcdPtXM6rZuff5xTqDew+jYiOCGwwJPl5vVBUAPm1uAtuK5U1OwR41ptlFkIT6
A6w7a9eNq/owOXobAJ83oeHgJMPGWf1HEjwfFiNyNmYHagepGyffsEp2BFH1XMXSxuG3gnEPGrap
3tng7gcc7+0zdLXtQZ48aGjikPwAgLl786RKnWPVSvsFTMUb+/rWJpvre2VL53oyi/xMrfrVpSBZ
s28ge+alnvAgXGwDR/i2oIpJ0ph+pqs4x8YUh36ded4Zzsjn/RmQi3ggLEMRHfFSP75Q0xpnA8+K
FrUboki3r8xwiw05c5Uvbom9UGMQwsPj3k6entJmGYhg2nKgrVaoz7Nyk9VafR1ro/3tv64Ii0OA
kEOPWEXSqrcV8z9LuJNxry3uWgXtVMiLtC/Wg6JVuK4YDPkLo83D/369bWdDYop099P1sH+M2xFg
JRjjxdpPYzKSq2H3kepV7m22Iq47s3t/3qNwx4V9u3UysGVOuf5y0CZHE5yoJboFWms9fsx1tzvi
oeTsC1GAVY/J8Lho7sowoi7KM/yU7QF+XAn0asgGty2A3Mq/ZPL/ecBtXLcmPUEVVFlt3RhTnoS1
3vWXiaEyoDAodP/9gD+R8rEDpvrCeYy6mls+dZudkkZNXeT+gRYqD+uF9b3cVfv4Yv1TXk4DA80z
z/dviO/JDW46Fw4sqDlQOE+WRENgyqiPdRuEPw4Pvx8Oh70fBReTH95P/pml/rfv/Me1TvXJ2Epm
xJpwravd044L7ff7P49X92cu83mR8wT/7x3ZJ4U4I6xK7SVXmcXLjB0UcNyZh/ZJd/f3JbEtbmlx
cLBPi+VmUhNBr9IGXSSe5+suWO7khXVV7uYAskUgwnkPF+PAGDwJ1ztl573++yv5vMNsdFHy6aGl
I6c9NVIDuOhRM7dQgoHp/DmW7sHTs3bXD6v7n58ml8KfmvBNdEP4UnzcYdp4NJS+w8ty6fTkRXBK
cvx5/5XNz7ascshhVE++JxvZyVV03B8NdyFSm8lk+dQltfWwmDnTviI9xyX+zLjdtC6kTHMVwhwt
dft+/mdJr/Y0m4vVZfiM2+PlDJck6CVgfwdBo2QwoyY/ykqZwhy5wy7H0GkMM721j//9FRKduuWG
2Jvg8fRXtAq7LC8SOFobIkZx08HM629en6pnDvPP64GzHB0bil6ELxxKH+8XZVTe2Bl9P+5P0wH2
7Yp47zyR+VSZwCvU+CZxHUCSCh385DLQYFxdOqIICgWpTyCk3tx3tHd6qIxd9cuY9SrSiWD61uAa
pkHarNTXrFXdx6pq08c0MfVrJiIEIIGECLg8WJtUBOQY1uDjAevtkqYbznVSXzwawEiaAmTyyBxP
H43IGTDB1NmAMgHyugkpnabtzryArYT5uO3hx8DDIQBx43uevupR9QTm9jqq81VW17FdO/epIUVE
H54/9xhOG5ABZnHmA/vq3uy/0WMoZDbZysfXjomU4pUGIKCVjtbB65w2XJy4OnNvX60mHUkDSgr2
CLbdk+84w5F5YtJXBHltksjF6Dmfg8TcUrcYQwmP4rxN9Sg2kgr5FBlH8HXzUl557aL+1wQyPkHd
8FA46qws3J5Oblkh0Ej7S3amdMxDVwdmhcSJxz3RQeG/l+8XT1ffMlsQjmz556e5bt2sZ16VpUh/
rRmfWRwvI3tCbf7vq3xx0PAKN2mFDhOFvf6kvks8WUEWhTJWLV0fCsUufi7AYT0GjJ56AO3PomEt
22hW4hnrxKwPJfIgdBhtEzCFdK5yV8zHAXZ60MLTynwNV8ZrRPMwL3uvDYeqHy6ZA7RhpzRdiEXW
uYLmi6OK7pLDA8iQIuM0ccCArzprqZYFunCcXd1DXoRkdcXg8L9z4KGc4/IKecehVWKhffziEe1K
CyiXjd1YqfFXCccL0XJ7q9Aq3ufSTA76mpKy2q/2AcY+I0ul9s6EsnyWqvAr8E2wnW1jxwPsZEG0
9gx5xwVanofCFv4CO/doNYsJRBWLNlTc9E8/pwYUt0LdK/qU3bMHme+zOxcbgUXjH50XioYsNXYZ
89CvqEE1WCzdPpYGxz30EtLZFIcpdV6WWSTVjSpYdfm3eTkbjvvF3vVXToDYFvENvh0fn2msdTSl
2E2C5xrLN0Ym7iP9IuEs4CeRpk7eM9YI6Zln+MU3gyJWRU2IlT//O/nqy2aAvTxxQmPLAQUEo7Zr
MXZw8txUPVPfI8n4vDuTkgV25f6l4Z+CaUyxi7RKc8WfO6g6vqVJ0vHSFKha5iXMNVU2DOcFUkRs
FqqieMqK1YvUxOju61R4cA2MkBQ55Roj8IyFmlVYzNbamj+tNsoT5mYlBFEcIYuRtEly4PYIgTUT
q9bGsC4TDGN+6kVDbLS9Gm8NOFYVKcOi30gI8wrDAMtGfBwzvETzJSpcP7RGhfQ2z9XzQoobNWDb
GLbv4PF5N2Dvngfa6JU3KFzt7wpGXFfYFVqQsGN1vikIL28C6XbaDUzzBPNqqWPn6Axd+3sky6Xx
Z2xa4WovjuhhCiv4Y7Zjbj+Ng6W9yGRuvxsArUS2tU67PCiOW8c7nX0fw/OqUy6HqWW6yU6WX3oe
IYH4YljVQ6kmtumj4TfwzkynHu/2cVWs26bAYiRKzAFzb4l14682HZpLBn2MczsSHY4pnTSGPmJt
N5dwV7Ca3AnLXoXE6ZShhUbgnEZ96uyquIIm6FWQsAKU/bAAba8G87P0JMdgGAJ5jGGIk926iWUl
vliEUvmemJab0V4KY7dgEEqCYWF3me+VSf6tj8mUCJlv9z/tpsJPo+eMyyOnRCiGYXLN34r756qH
FHj9Ndwrl4CTtceFsorroUUrNujZTilNhhZ8XS1EarOVc+DOwzrsMVCAowhPfm1CDbXM5UTkzBK2
rSufcWeBt6UAmHThNOftobTIK72uZomDVcWI2S8AZN4Z/xCs0gk1IyNpsNOjHDO7iRAGjMey8xZ9
j8PaxqabVfjVsFvd3ylDNN4tt3bttKreRmY5enyrcyHIGRRSwr+cO+za50lpYEWY7WxGi1q476BE
c3HZ6wsZe1YJo8ca2wWXW8yLrchVpvW1nZNxDgZVEumbgSvCQ6ipr/20zmDj6jPUT/gKLuDnZHnJ
rTosZBumZmzU6BexbQpanYFo1Kh2+YsdBVyha4pa8VcSGTGgtDU57JUsGapIK/S53eHzP3fR2Api
EcjAql1I3ULkAQPrbt1V9oTx6lg30r5YmTAwiRNaa/DlExLJtMGoQGfTxrhapWIOYacWy4++12J5
aentMAZKYZdONP7F7uu4bFt/NbwUaXNXm8wP+9Kzgi5NinW/yLm30W1ie3zjjtDp9x4UbRI7qniC
KdMqjh4W5JXWh7WVMIUTlu8S5b07PSYOhqkXnFKm42d9Nl030PNfJAfWzxRwv48KDkk4XZXXqSHc
0laLlMQejVtvLLDaymY9QYeRJe/ZoNZPU1PQsziCPPhrU0xslL068rFgLuupREyaI3zwPo7fTIJD
vpEbobuwXybnd0eBxuRGimKKCLpMrycta9RX6YLd+5oKNow4IfZe4UTGkINkfmfB1XlWKOgf0moC
nlCnwtqIqXUdKASYw9mwBu0yH6veiArVTt4X5PXPUCyab/8uj74AS3AsxZ4BBThdMFrwj6cTNCkg
PTGVgZR9rj6gXSJzWoykP0CXsWLT5xGmdxNz8lclNexLRaJw3ntm0kUtUhPq/mTNzhxefw/4j+U+
6A1SR/zmANdBAD/+qCZ1x37G5Ao6iDCfFwYjsEQs1bqymxrfWFGZ5q9pLFtiBOBzEc2daKWHF/cE
D2VUjeqnlarLd9POjCVYlrT++e+H9kXlilqeiT2ze7rCU+zCQkVsVSvYASoJNygpzm8qRS3e/32V
z0c4orzt5Rgc33gAnlRBGEDDIpy5iuIMvt5dY+UNyWb374t8kuUD4n64yumjZoI6ZRpXqfy3B//w
GkT392cuce5GTmqRnpCfPtkuUfiOX4a/4d9Fv6GR+o/FLguRX50p+Y3P7+fjPW0V2f/AE7ab4Ggw
cEFsp6I1HEJy24/GASua0AjrXXf0brS98lBczBfpDoOqnbdvdmWkRc3OilBG+fVxuXAjyDdnPuyv
fphrbj0WZoqsupNSUBuIiVlMSpwW3WLkdJJd2PDOCQK/eN4QplDU8Yl6wDMnrzQX0BRT7JWAEcr+
YA2WurPzuboTLZbE/363G6h0slB1DdojDTbYFtPlj0+6sGo6L2xxIC43ULuSHp5HK+3mbYpX+7LC
CRwOyDqJp07pk+nCyhPlzMv+gkHjMHD3zC1RHQbJqVSWWfviaBJ+vlZYeX0NnQWapxCbEK1E0SjC
wnHle+zGTu93ixjerTl2y6huFWsIhtyQP5EA9ndSinVjketLTcU4tEjFiVPel3phVGiPLeRvTtcp
3V7x0uJgu7Hb+WnbIU7pxq49F0P4yc2LZcnAykVsCqZME3SC5tXrmoyoLtGbFgVq1mIojGMdC/ne
L/10R1XdxoGsdG+kPV/aX7Xgc8d2sDUflXS2B7hixhwZk+cqB0srxofUBn333W5zrq+RWpjRvz+E
L0AMDO8AU8HcGV67JNd/WHOgjN04e4w1ym3qitff+uga1Rh0Tl08CjkukHNV7ddarNmPFEhhtxRS
/z/uzXjEJr+bu///w/vfzPavfgW9KwMdEmKBpE4dh8YWP54EQxmglMlTrpwRxIu0mJGisjSovYLC
K5cf89AUtp+16zxFFWDVT7HWxduZB/IZzKMdwjnGpAtjsH/qmShL3P4KuFyB1Q/5EbVe4+vYp14l
ujlf5kbrHIiTVKOizpa7IU/nZ74IRD5aodw6dRyHE0YDEUOr5YJOqth5WmzvocWYx4EB35llvO3A
J8sYKJyNCQ0FiMypg4KmQLSbMCYLZGGYm/fFcIDJgnBzWcsnUy/PIRpf7IMMyxlFaRyijM5Pdig5
opys4rkMbCCgG7i/7UU3LPPFmVewbacnt0Xz67ogqbgjOqd96dollZcn+DtnWQm4E88Cmo2WWLjo
k4O1JpAmhV0TQjQgSStVWRN1zuDxNVlV+8zO//kJuxszCHSPXp9fc7KeV6ecF4aBqFdHb/yeaY0b
iXJYvlmrZVzC98yez9z79gg/3jsdMKPuv6wE+BQnOzN5Bo3R12DJjvSU30R8Ti/s1Np9l9NbAyqb
R0KLO4QGpgyH3MoPsetMoVEiMfWVRanuVq1cCNXE7QFDaecMsqp/5gXgpUTDv80PmEuezqy9sYbE
ZoDK1b1Leh2dN7y4oVDUP7k7rWlU9Z79yzbaWqevHfo7C3HGH7uo+iJU6KpsX7h2cgO3aiIKIyYy
D22HGrPxN5vMjClJ95NsmuTeXBfnrZ9sdY5G9Mz/D5MQGN1sXLxW8BY26o/b3pL3np6kgJiiaGC6
GkQ0yOPSJPOAuYpj/MkWRTyIcUq+9eC2cOl7RT96S9/MZ87BL963zk/xthqeufwpzCl0VeQE14P9
z551MSDcQs81mFeMKc7Rgb44nFzGWMA9kA62I1f/eNPEeS7oWDBtFGtu79TZHS7r1S4fLafIHjVs
ZkafYiHZcxyMPul64rY0rORKaHZ74dS9PMAuqG8Kj1z3Iuuag6Lk64VG31WcGQV/3oPdjSaMCyuH
AhvcSb01pBBPB0wxg8WY1FdjFgOSRHW4anKstRyhpOhzZXsgzco85yH8xYKnJKL6cQ0dW5HT83BU
Y6NfjQZagdPLhY0cd5xdAWEogRjYOLcpMgd45fk6wKp0Ou9NEl7y7KlSqJGEk+2iiavFtSLcMQ2h
L2CeWsoFSq2d9JpxZv//vB9jD0nLZTAwozA93Y8dIUmIYZMMjMItrwEwktDW+uX/4W2AgLL9WZa2
8Y8+fjZeR3c+StRN7pYLU1QOCl4mbu8zFcvdILqZPjgWg19TVJ4Ja/3Cv4NTjekoNifYe3P4fLy2
DW2+VCYisGIP7zYLH6ArYecyGFBz/YGMlGN60cTzDlHzclt60Gf8PDa6Z4QQ9j6rRHzfFWtfn1m0
X/0sC0tz6jtnQ/dP6W6J7vVMMRtsk1oXwSFhR1hfmHUMDFF4Brw/PX8zewvtUKWzEfe19jQWajFH
mDU5h7irWkR9iThHsf9iMyFMBFNDhp0QcdWTjk2ZoWMVKXKfNR/XxwrsJQIjtA6Fa55jT3xxKXoh
nC438qOn/d1r/rdXWzQDQ5VYBI2Hl0WP80OoZ1lxbCb7XNXx13f045mIcMD9Cyj8Hfuf7FtpPIq4
S80hILLTXG5RG1aRx8w1P6Ra0t4gKh9xxExb9F9KMzDb6e0YHarwjJci78FmmmpNnzrox5pPQGN6
Z7hNAmve4V+GpqNIRIT52l06Tr68rDgmgKFQ51jIeyrVuXHlYNi7gRHUDyhw2gtmLeKlROX5TVO0
X7rXqt8GTao/eltcMgYtd6skrDRaPZnhgVKvKj6SncnBMpRdsm9yR6i7OBuMe+EJ1YKlr0IRHzoW
ADJOorJ8ZEy4tSglTNpAaSXjS6lUqfTn1ot/axM6y31RerO2S5nFjf42dzX8pq48VJ9qImeQfJLg
yMjSB6BeKHPfsrjXO/RRyfw22Tw+P5/mYYZnJtcXa5lxU9AqpF7855nCYTzYHeymyZj/lDobyt6E
/LMgULXLJyOx7XPd6LaBnLxfGJ46WQmwExghnRzGqOaReZkgoTzP+ACIZYZm7027trD0C/xPEqSR
szizq31ByfFgGjFcxAH0/2PuvHbjWLJ0/SqDfZ970htgui8yy7DoRVKkxJsEJVIR6b19+vmS3TNQ
VfGwjs7V2cAMWqDE9BFr/es3pooF2P7SkgxjNzc1tZQ3ocqzoPVfWqjtb+dYtQFlR8deNQhCEVco
/dnAYGvFxLfbpkamf6lVb94gBjB3Aq0XzZxaeZc5cN2J8vMDmO+dUE8sCiU+9M+DV9+wwkzpwNAD
B0n/mpCSZAUOGa9zPIOfI7JUryHSu8hImDgY1KQ3BUXgZdrb41aTITLCz8vTdzOtg0eFyS2JEpim
was4fFRJOah6JBdNhxUX2goMrc9XLt/eWzeUqKGqyrRaQvZU425C4vNAImykr10t1xgCond4SaoC
tx30/pG9ZKPiu+KVRfwgo3Ca/Y48BWrbXmuuDK3HpSUsa0VZaRYGHSioaT0ZcBqDtTKrLvLOUPs7
doCqldBRN/KM12geUInOSRLf1JMd/mxaMuo2wrOnG9PUq/M8ktKknTOUt7aFl32iePjgPQaVg/VI
y4L31+EUFnWKwCymagJzVrpVVRjtKyCstqozggljxmvMseQpXuLRQkyiDyQaGiaHJ0ILvf8ahw1B
jxUmJkGdKtkudOLmHJEf9UvpnKpVjwtIDsCscBlQ0gOy7B8cyyBlluuAx5BjQrUOR6V6ZVShPUSh
jJ8Vs6OCtAQm8Ri1DfdIoMidAGu1rqQ+a6+1rv2y6071s8mYH6zKmd6k3bRfGAnMT5+/p8dINPAu
hRG4xlLeQ2HcP1PK/tZpyqoMDAU+1HYWbTUEpP8O1sbUqim60mIs1FbE6eXYIdRzOOCWMA4MNqnb
wPmwc5yDAkx/8rs46oqbrC+NU83UUa3p0N/R4KrawjJjH90/yZx3kKdnoJiezORlBKH6NVkZYisv
08Mnx5ox5nVGe/opSAR97GcVtyR04NQ4WBi5ZiA0NH9B6qQV+iaN5KQdAY1QpYcOu8QdXpTU7t57
V9ZCG99yfRifCLNcssNFn/SkkKZuudbNlJGRq0Du3HoGQZInqtRjrBqnZdQaaNpdngRUmf3rJP47
d4YEhhHp2+aujzUmLUZlblzp9CAsqbtCztKvO8LSCCNkcuChwUW8x3j5xGtx1L4uZwIVjG9zgZoP
KZ8tW6dB9jbGrV323WX86etWs5W6ci4ioW31ftxA49k5Ey6YFSnJfpeeWiTel+y9JfT9HNjqYGPD
Kjh86iErVdE4yznozXA9CAiVmCPr9ndbmG7oNwRuBxBGKB0clRGTwF9mUDUSU+A53C6EklUj83k3
5KFz1gipXnkmk8cQrOyyHqxuE+VhhSPPOG7TClRoCkHzGKGpeAAk6douzHoDuUess6pGkd+01YaA
SxIZ1RbL8sLVL9y6bh8/v/HHixQXCsyLpmAhnb1vc79Vi3GMvKrxLMoZQj4fZmK71m3RORtMX6u7
Pz8UrS0vmm5gl2UddCvY4CQ1ibZ4CJgDI+bUJpy6RUSOHrE4+/xQ737Z+4+Svgu8ZYEtubL33fK3
y2odZRJVFbNl5TOGtdUwUakhe8tqrV+jaXZWlGwV6atd5QYIv8f1mAKSkMG3GEaNBFI6lRqjMLef
1TLtdnORIj0fiupJN9BsRi5P0hWaeZvJTLkB6tZuBWM3nLOj8syserEZk6xLsXDI1Z1hT9UuJ1jk
spqK8hRZ5AiTI8Rn2dSWagk6+GFLrk34bAIMZkHiTPabKvM0X+HapNwmIeSRDfzLXtmqRJAY6xAB
zYyis8ftc0hLZl/0EEiL8ROszIBuTyOUsxPS13LLKlfjYKpnpUbG/KoaHEn2Z5laj3pbGj8/f1xH
2zOXQBoOuOXy6dHe7y9Dhsc6L+cER6C4j661Lhxvys4Zdt6sJ9BQPSCROTq15Hx8UGwREAtDjjqs
CcjiaCNi5DEzIeL4lsYtXzWh6FYtNtMvczLOD2brlieYy8dlI5dK6hcFJ+UtYuiDsjEiR1sAm+Ww
H5LijPgD7aysKeLR1lL1EDxZBDP/j5ZCwcBwWoxwBlXijNFpNSrUWDmF8B8hFZwQOCndwpJ9pB12
pgYBkO2Q4sNpRRyrYrC/JYVCPfFBfnTdfPlEGWLFjuXnoVqIXIskYXoFE32q3csmysTXSa/SAPGU
3LVeY63CJDOvC8zNbicTWiZeLuOlXffNBrun6fvnL9wHqx7nwSgPTSRzvUO7/W6OhgEztSzQoi7+
bscZxtfCDp9V4VGZfH6s4xHKwkT97WAHtdmEnJ/XjA9UeOG4lpF9jhRnA446YJXS5IDD0XeeMPZK
Li4OWbo9cfzllTpYC6m2OAGD8QlRjgfYg5EmEFAxgAGpib/HruI9xVYlyWbGPbHu2WDKOR6eJoac
NyPTg7vaAxrDUNJ4aAZrOlFaffC6sVhBcKdRWV64A9hIqftKyw2ZB4kGm0XYinVmYR5+6nX76AGj
dSXZneZ18QLYX1Ecc5a67D34DnSLxAe5zZ0+6TXGmLAg/T7HDSMueF3XRZblWxSUhL0bLqc1Dmoj
/cZIUv4Bge7EcKsiBpIlUXz9+YP54Fa874Nw/peRyiEdQXasS7nDcxEWGF2LE+qFnVTW7vOjfHAn
ALCxYMbnXed/HKytyIEmx4wI5plcbJhmYrDXcxrD+7Y97UQR99EFUUnS7ZiLF/9hC+oWHkNWj6WE
7AHvwsTATuA1k8/3n1/RsaSVRu59PG7ai0TokN5tiWhJesYKaCQk5B4b4Sz2CZl37VUMa+V8kgNk
p2xspn4ji1mixu7l4PikBjpEZcn+3vDGKN/ivNXJtdKV8Otm4U50grmpmz6p4S1GbbIEtP38zD+6
QTD9oPlAPjaOxK2kUWD+1iLcKmY4sm5jLpHU7qkErg+eOOgnkDACAlRih4zzQha620ZAnLEmcozk
1GZtKASJQ8+dtROf87HKehGLQGBFAormzz4cO9UWvkGS4TmknYFGQcG0lRorv8kz3FDTQsNgcDbm
lZsXzpVuELOYFLkShML0bpgmKqtO7SmMa6/9MkL6OtH2f3R2yBBZ4nERMMBCD3ZbrZw8iaAtx1K0
DgmShnD6ps/C/kEVr7lXU6g69i7G+OC6jA2zWLdp3t8Ru8ts0+FTCfGBUrPGd52RKsnQeef8GvLx
KcrFB++Fq1MeLikeJAkcNh6FiMAM4UwEoBf1rtOR787GqY3+GBpnuESaj8uiiO82wVX7ayLJLt4S
Dl8HuVpj7d+P+OuWc7fSyQ6EURtFKwdHsOu4aOR1geVuusIpXn7Hcfdp1hRjBbWqPLVOH7d9yCII
aUX2yrtDy71/Trit1jBZTeyXCmf4Uprt4mRXJb+wgp435jB1Z3Bh1kqcvbU02Wtz9MrtoIEyf/5h
fvCiMNAyqU4IFKYjPtwvRmTcDZKKCpcVW4VDnRL9jXL+tgYUvsvFjAd4nk1boapkdFaxs7azcgoU
Eurua7VClA4ZZm1XxbzTEqM6UTQeV6oMnXG6QbYLe820Dt5iDHI9q8x5ZooC47VtCvcKF1bvIjVG
QpDQ3G2VdHBPDHg+OCgPhNHVckdAlA6qhrnM+8bq8GtqwpndCfOsKzx82m01FlNQhUq+KiRmASee
wzHwwoxPR6C8iBR0KvP996GXdqLj1FcFY5013yXvzH0BteubWw7mNR6RuGPgG+e92LbElhaYRdeC
3MIuC4+ZMH20ZSt/NLgBXGsoeBemlDN97/Tcfvr8PD84TfoUGi7IhAz3Dp9IkXaN0qolnHMnazdd
YcqLqsY+cMgb4xnK+qmEnQ/wPRI50BpTq5OcxPPYvy8VDIsqtjig2UOrZh8hRzDVzPkbMiKRsZnr
2Y/SjKdbTRHj04Rd3mJYZGbuKixbax2hAtDPCoqdeF2zs53XYZy84RuZ4cIUj9hPf35/jregZXeD
QkZHqlIMHJAzUsR0kFUA6zVFHSh1hbwWLaBG52LB9OeHIqIOUJfvE6bNwZ3pLSp4WKmsIFgUrTFd
9PzSjXt/wgv3xFV98EmwcKIYYubJU7CXZfw3UEEmAHmKylzCKbAShZ1euD9mQxfniqdOuAbjmg3Z
26jVUxYuH9xOeGuUb0tdhaTxYOXG/ivFHFHF0EGrq7Voem+Vm3nie2YvTpSLx+w/BzsLDrTUvFgf
2MtN+O0i3TyGwmMuxwqT3MVvd5RveY2YcIk8bVs/GQ16ZhyyZ28zOqE1rB1WpPmsTG3c9xUF00yf
gpPUWbvyFLxwM0aRduZKEeCgV+s7QZoh1tyiq9ae0KtwpeC1+lza2G37Pdx5j0QF2oQTK8sHz46B
MFNyeMYIhg81Q2XlQZPIwjJIRks+kizZXRhsCJcW+YN30EfUVTbH8ZfP383jfZ2ayIKVSrnK/OzQ
WM0VAHmYC2HtUBXhugQA9Y14UE/VYAaPZL/Be7dbWLhxqMwIH9l/ZKPWDUmjeYjLo0lHozDZX+xx
RquPGmX2IyaxO4w4LTBo07xWCkSvUGlwECkpmxCCKO5u9ObmJJPn+K0ljJCJt8YbBcBy+LkoZGZM
tJF1oEuXbTOm41iRwmB5GGposxfEcoDHL4l2VX1TGM6m07pqCUSq0hRP0NARft6kzrNUs+QmCpsO
i8kuffz8ER2v5CZMNqZRjCMIpTucNbqpyaiqVBEWEdTwbKcSOURhmqvJxqDWb1Nbbj8/4AdlGG8X
exuIF1wfx1nO6LcPjDWX2CGF8NKsqIw19kM29uUQJ2JM4p6phGWMtrh2CXo2q3MrHYdN3RC22I+G
uIPBal8wdj5JbltWyf1XCBEX3wfIjM3E6vCrz5Rcw6JYx9ILA6oSXaTr/ExKGX+XVjm/FQmz3o1n
dpisJSXiknVfdN09EFVWbMLQJWQhZWCCAhRryyelbo1XWNmNuXKbWVODcYYkrDFm+HniVh5Xj0zV
WBGpnUFYeJD7t3KoIOGptargcdcTSNI3KaOkyRp3OhPJtWlMJnJFOW602h6uK89prVWvlsYrrsn2
5vNzOX7ZLcOG4gHgDPcOHHP/VEpce6mv8atsRPmCylm78DrjJ3qg9kQxeLymcCA4pWyqEMWgrO4f
SJFOlPF6caB6CANNS2LGqEwnPr+cj46y9CMmTCuGpkcidD2MZdXS6CSN5KXoc3c9FlhEf36U45vG
2sg7h55wWZIPNZV6X2C9YWtJEMmiDham4QazTHHe6Nbr50c6vh4AA5sxFbdmmT8c3LWKnnhxpycE
NsnzC4BB4PuhOWnO9MEFUYowfqdCoGB3l9P47dtuCewytCpEZzsk3lVUjsObAHle1Q0mNAOv5pNI
29hHa0sucTdDqNe6foVBaxWIvGauiSHiRSoirOOTzjmxtR+fHL2DBn+aXoIu8DD4i2VaC8M0RVRq
Vq9hkuo4ozXGXewm7fPnd/uDueICc7DTMs6z+EIPPkwDw0aWkETxidxq+fxmLfFjTW/OIXXG6yEe
yaRX2DICaKT6KrRl89A1tXikbtX/2GoCI4VFieVCE15ocgfPJM6BBgbGQWx3MBtMdR53ti6SsxOX
fDyG8fDisVg8eXtQMR1cslC6KUwqAsZyvU6+euz9fuQyisGdGX6KqcagD7jqJ23fvRpNMazwvul/
fH4Sx08YJJ/eif9Qm+N8t//6IU9Gx8geiZDBjjZyojMEuOiw8a9O3dUPtrHFm4csYkpuomQPhSqk
87HmZuQTurIgMcgq0gVGi9JWuyBCJcfPV1rWr7SYncgHrDKvpol6IAhVE2KUSQYtboBqz+BjbtzY
CT6/ER+dHWmkVHrY69HAHir853TA+4yURahWLv6RPQZtWx1N70OLxv4B5/f6PFZ7NQqEgcAGuovY
YuV95+Yu2pCJ/oFsl5lU0c9P63gVAvrjo9AXjjaGQAfPh2yKVCptkgXN2KXw1sxsZ+PY/adb0cIy
ROkCyEjHCJVq/y3QxrhV6VDzgAmU8qNMo+KCgfnMUN9STwBsRxfEoZiBuioqIY53+BJgWWqWORyi
wBsILexjQ2xp0f8YV8bN10KRxF6PqJI/7F9QHirYaQ74vaM8KM8gL2HvXbvO6vOHs9yWvRIIuB0g
CjiKLxgG6cEHHKXOPIaYIgapm49fqyQyvhrYyD46RqPu4DfbvrDV+mzEwR3Lu7n486cGJLxkXvIN
q5zE/kVGYe8VuU1rBSVlAVK9fFu6HRkyBVlPn1/pUS/E83IX0vAy8F8+4f1DQSKj6G8wItH1Aveu
zM91jRSrc0lpbrR/nvSHeonkTKznWJpwEjt4HxsMZryyX6xmXDvfZezO68oeXCacs73Sk7jfJlVn
BqTplRv0bPRILoQHjeGvz74ZrXHz7u8+vwNA+8dPm5NifABNgCnU4Q7lDmw8bkWUCTABcRdDh3dz
AJKnQn7J9cELrGQk+mLMDHHDCZC9N0Enf0lrIDrfLQzzNRJwELfSEsPL3BrTBRPsblvhnKIHmWbr
8PSznG1PlNaE0UDTFTPkIG9u2SBSSKSz0Lo7SBd2i1qlUq17224700foAEUMHJbQMKlN9YMMsWEO
TDFgcBG2A4bJTj1M2TlFKLTQnEU4QPmNy4sqFGKg24G0m3Xemkm0knahXzeKF8b4jvTNRYeRFc79
uXTfMjn1Z3Y5pgoZTfGMhz88VoTZvV1fM7RyY8yxB2IZvbozZACRQHmJnWi48CTUPkT3kcE7KgSB
3d3gKM8FZttPwgl1ovzq6VvnNMariAvluVQjKyc23ZKF3+mJ47EXdMo1+bwK6e7mUGI8TZVUXfaL
BdGq7Fv8iKFk4eycqDPeSrBsYmU3qzLajiauSNtM2HL2K73EZc8tSowFiL5TV0qje88ZMQlcIMK0
byWRu6avdioZXMqEYuymlSYLlYbdNjTAbCTNqUsn2153VkVEVhrPmI5irsljGkH84g0D6PJ7nxWZ
jld7M+Of1sbjA0xh3Vw5o1p/rfMhy1ed15KzAtu3dvwC8nu1QijEiMPSJhylGs9RS3+Yyu5xJpXx
ARN35lFxWbX5JuUtEVAQy7FYe0Q/FudzuajryjnPmD90bG5EK/BJrXpsYnuft8y2VmSYMsera5tw
rjEvcfyjg9bHlb1I45BmzulrPDcjHzZ2/LovRgJ5DK3wcl94FuFIkLe6x87LZhWL6p5KE+w5IXF4
HIpXgM5uvPfUrnpMcAeDTQgBizeETvSSgYCqBa3WwOKOKKIkXCyjv1VbnLuDXDr1Isxn/ACHUJZL
4HqCYQXfk/RFODhfcROJi8CQnntdznV/aXA3+XWOWLLwjN6c1zOCSjJ4K8StQZEu2Qq8iM7C8kvc
9VQU1ugDDLMMf74UHG9hbJaUSyz8C3/msG4L5zGu46SEbCyw+1fVlm3Gg+r9+VGOOc2LOguOBd8O
flD0IPtrrl46TqQXSxbMEOFrO8rkPh10m9gCCKmhNNMzgAHvizYa2ELnFjIXXWklBsSldetoafx1
7CrClIDkvAcj9Wxm2PVw4iSPd0AkCoupLCCSBcKp75+jyQR17lJ6Ea1ChxREiy2xB1fzsooi88s8
WtNXWEP4w5AX6WdA77vPb9Lxo4B6RxePfgNpJpjM/vEhbc1QKUxcidXSvSnydLxvGtU7cZXHtSH7
kcteS4NiL2XFwUYP0KNnqoyzQBmY8gzzJjQ9Yp/VB0tYGye3HiFPXcbujL8VYbQTsZw4v6g3ddaf
AO6OynWcukgjRmLGkJZ+/mBj1PTSbQcdjVZoTOEPj/SMVV7MzUVlEwT1p7eWjw8wzsXsiq3fO5ir
DGY1pFThS8RD6WxLIw1/lY3zxxkPDDCXBpMOBO0rhIP9B2h6k+U0DM+IGG2TzWAK8yGKGnECAfng
tlEJAn8wmoLhdzj+x6yezKQSlKoO+4RQk3rekAO32PU7J/rY4xcSXv9iFwE7EoPZQwfI2oC94BA9
HlgupUoSOdMmLKEff/5sjrlRPBFm1PBVljIJVHD/tnVWI5s4Iq/ew2GFWKkc9CqY1WR2111IVeQj
UBzIJKKLIkMsnoan1IrLmIgpAxZ0WFbdrjO6tD/xoXxw9bQpDGep2UC23pv838CMRlapiR8+Bip1
bq+RXLrrRMPX6POr/+AoII7u4stBQQpVZ//iE71qiO4EJXZSjcA5rxuu1TTVTtzjD94ZJuxA8CBn
9EaH9GKrS+x+iLXFgA27wSFuyg0IM+q02jnV5B2DH4vuHoiXWcNCMDskZJZhUbBtVjQSTq/eSnJl
HuPZm752kSXPdCIHbrtOS76IUETYmuv2k9kn1kPV0yh/fmvfeZP7LQ1nYrCoMsH1eEkOFnRZYl8c
RhBlbOzCovMpnNVvMunaHxAUI/hoyOAbf6iG3L3A6Mt41IYqlue9HU1pkLmteR8ym/mqJQXxgHmC
PiDVi243tc4o1ylupT+RZ0Mc1cF3L1JvKpvNPA/qa9IOo4GNjQDBj8ss++WGQ62vClGAJUbmbH/9
/DqPH67OiIVJC/zFxZ/04DLb2B5LDRZQgJlvvAJqNLEdjPVvSCbdE4c63iIXfNdkeoksBc7kAa/M
Aj1GzIP182QYkX4+q123diqzEX4ZF+Z1lRFhvS7IbP0GKlFCAx+s6pTj/HH7hncmmwbMmwVvOjwH
u64m3FgIIRqJqH7MY0JLSI5vNoZTGc+6TMaNGVbJ4+f3+LhfYiVAsMETBeQ+4u0RY9LwLmEN684N
PNFwsKwn7LqsqyaMZnbS5JTS+NgDbxHOsOzwQJmSeIeD3YQmQ01NRBNJolX3mTsTpqzNGXFolXA7
YzcJQ9TkuRnKndQ9NIFuUqb3jpd3RJe1qbyNhpD2oigVLLs0WF73CXEsK6NFWAC9AE/dHfOm6mfR
5PWdnIeCEaAlo+8kO3mYnxImctugbSYPMmd8RWyW0kEXV+J0XYoiSS7HMLEVn9jICjVUVxL5UrlK
pq1sE7bMir7H/KU4U5OfxeRGm7BGGtx0q5pA02hOpm+1UjtyoV6G3dko2CX9nHXrlCzs6NPAhp0P
n+EjVAl6jeXnv63htUV4KUGHpJLNTXMJYNahTCBo2USUsPr8DTkaIYFbvJcWCHz4Dg8nrAJVlatG
fQew7aRXiY44bjHgqs/IK6jOaHEFaglHvw6LBOu/z499tIlw7CVGgwUA2JT/279MpF2KQDGJOQoT
k3PYB1XAPzB270f5zz03lOaf/8WffxYlzs5Ctgd//OdN+Zbft/XbW3v1Uv7X8k//96/u/8N/XkU/
yRktfrWHf2vvH/H7/3381Uv7svcHuvSonb50b/V099Z0aft+AHxblr/5f/vD/3h7/y0PU/n2j78I
nMjb5beJqMj/+vePdq//+Iui47cbvvz+f//w+iXj3913ry/Hf//tpWn/8Zfh/g2YBACMfIS5IfD3
X/8xvC0/0bW/2dIXEyGMuhfvUd6YnA5c8iP9bwp5Rj4LoYn5z/JxN0W3/Mj726RQhW/EhsVklrrg
r/+57tt/7W3/eiQf+9dgmcyj/20PXCx3GZLBRWHdxiz8sPIl5SrB3RAOcD139oOs+spZssDiWK0v
CWERzptQhzqWq5aIrLJ+NttB0ae1COF7nU1GxPwSRXu4YVLhJVjSZpmrySA1PTmTBW1C5AxCNoVW
vzZgMOYEGUcI1Zh2W7HJLgp5ssF4D3NJQnOHOF8hO7AJDIUzJJCxErirX8djZPOrOyXKSVYkqrtw
kk1lZ5rcihFbjh8CEd+UbFwSfxmnDPAAEucMqw7CNZk4IEhKbUPaazhCy9Y3zhGzB68kuWvrFnYx
BGqsMwfYdKg1BQHVgukUOdtJzKdiK6JL15hoEVlXI5lpolW6PMtzpSot6zXO0bRfFVaNfIldB18z
n2Y1jzaO3pDho80ufT8+RXEZFHmtgenHeQlUgWNQAU2m1rAK4w1pA+GW7VVVCCyhXGuAt+uT75uU
v4A9MjJKZisDIVIN4VQ/UMjL6tomegN7AFhRyMTnqcbOrxoxHsJLDCFJ4meVW84wTUbX3bUNQ6xf
U2Hmeg65gATUC7XJumStDJK0ZUw8kp6MT614CrV2lIRsKP1OhjnEtlGoYwkokla3XdW7UCIZc9/z
uKzua+OgBb+oFDNJMC/IO+NqzNwuWmFckFe+Xo3hRdwJfMGrDoMfMnnngdPTU9SBftGoc71N81x/
tVoHInqJeCtdJ7zA5Srtlkzwtp/a/DxTG1GspcZfFDhPOnDrWEgDZ4oXICCBJ3NO7Jr6xB5Enhy2
pvzLyNLK1thEc+Z8KWQoidDFrDP188JOSJZUW2YygI2s/b7XAtWw+UxcpUPml/ekpZnpgJe1Trl2
E4NY3XRWdItIOEHuWoGpT0Xydkb6agWXxEwZWlFIdu6NXSYRBYDuYrO4Irsveh1CQw5bhxRnNtMe
4zvjRRBYaHxTS4o9x++BLATt/Gz2+i4vmtmItyTaYcYwtkwI0fCx7QajKA191YnIuMm9EYpBPeMC
EGix4KTmCNFRUJgWqVt6FKZ1MIEmT9vEVcgpG2UsbzvNal7Nrk6ZJcXu1AJ0uVipTEapdkBvdkQO
NpqbW77Y8ZG3ltsIyT8XfjTFloU95NDe1DLhV+MOwQ9jAkwQBvRT420Y4pffPQOmAamQergdFISS
KxHX7XOe2eq9E87m86wOzmNZ1RkEptHIL7HJKbQz10nFcNnhNeX4DbNHInUBX4aV7Ghg+UJAW2BN
pObgW4DKNtLSFqJ0BUQVnZO4tCSXDXaxMy0Ug36LMO/Ozbz6W2qVsvFLSO5aUDoTZw1Ri1eFYPv+
e4UfAPZL6pQOZ6VqTsVlPSvzxhms1H3GO7MtFtdgA31VS/feQuMSEhmKPmQkW6Yj7e45abo2jGwi
OY1VXOhWe1+QLZVe5aItyJId5iLzAoE4F2sE3Y5NPNWTIosB7fCLceanNvEUeae0XjtitFgN4Rjz
AU4zwXs1g2fzShh8pprfkEqFjy5Bo1HQz6UltrrXSEfjLU1g2a5MpJUEGnE7SH/uC2yzI0otG5Nu
3FF3CZHozdXUSVe54LuVzvlgYriKO61XYVmpOJi2BoqOzewctG6P4oQ1si/ET7RAsn8ePUBa3xqo
24BoC015yt0+1ieJbr6OegpINIBDgxmsU2o/6CvdOdnlJKESGesLGH7xmTfEtvg6q411E4msbkBT
HfProPZOeikaYRpb3e7reot6cFTt7JtekR+75AHnBp0KVniTVInqZZ9wzQu9i8I5oFBqn+ImSZRL
8k/K7i6PbK3cSbkIiwk11+U9ZhOokus5zbMVUCHG5UbhdUxYZdt5m1QYulzrKNiMO5E1qkOkfdh+
candSf7uQgSJeqbE45ZeDUM0nJ/xCusr3YVOqOovrpqSr5WF3Zj7uiqz6wadbMGNmwkmAqjllaSs
LfTAI24RYvBg5+mVVQ34VMdYNBLlWxkMN4nHSK57Q5vZTBurZdwL+Uq/aZs0nLYVKWvDtplkeBsW
Efa1qL2HaYf2VQV+t1sS6my7/Gbj1wfjyIudq76ayivB3rS8Gqp6nomMCN4hUr34jGhf4nwl2a8Y
z9sNu2fBvgujQGNR2ThKYYuNhC2L3jEu+0lu5qntXzASLl+FN7rJlYL7hr2JiU2p/DD2bOJx4bNq
fm8PA6+MaEKEyCHZsQPZlvUqKtgAikUcRRpmYyhwMKuq8LAH8Zi4+2JwrWjlOkK7iAy07JiVWMMz
Y3TizUeYXemG6J7a89m+W1ZVZJgqQ7GSSdykhwkjHYGT7zTPFSETvK5nCcK4YSPgzD2PpRQKccOJ
UxJC6mjYOY8FA58zlXnAfIe3gbQDoF1j++65fM4LNeJ04I32HNTQne5dtSKQNh5V+WqHKapXpWun
cz0Nc3dV1rpbbIyy7OvrLg+XJKHwLq3mgl+Jm+61h6cLdoPKlL9kXVM+DEpjQwjqbfpMmHpRblxV
gKdREIlcm75OtsQICkJYqJyFja7fkLIyIqWuYi2+SWUyF7u4nVj5KT7kF1YS47tRdEl0hsg1erN4
ytzQLGaK07ewwb+CeXvdVrEX778aLb5+jnVwr25zp8dpOW+dmTXIy1gWHbOytHVrZ1WpfBmtEp8H
Uq5sfSAN1mECOeAOcrUAwD9kNYp7VNiMexSpqT/DUYZZEKUd7ImCKPVuPXGv7/TewOEO+IKoEh2j
5gd70MiMxU+h94nyxMhhVJc0x5HXfeNY8KsDt8HdhZDQ3HmBK+vqPnUcYexIM4wLtWWsSAbflGOW
TxUzrMlY0HdWxo1gMGcyjokjs7+SQmskz61UmTK12uA7mPk4vohb6kRlLjUiJ3EjF2tI+hHLcZty
8rE2Vz+yWjgY2qiyffG0oj23a0M+KX1e3GnSnnTUtIkJdbws+qsIvpXqR73j8hCxNGjWUdtWeLqy
w+6aWM1+kTQuLxunDX/hwaJ+6yj9StylsSu2ScZOghpbj8ovXAGtt1V69W3oeoZWo1WFj2o0NL+Y
KBfhUwVlH1dPtcxG3IESqX8fUz3rHwrbThzkb5IQ1K0e1RpjPEjtrnEC/DvALmgBEJYwWIdwAQYG
yLrfHXp9ZUUKF+VLBNH47rgl8o5CU5svkZNgxNNUfX0KcDw6JnwIug5GPd6iUDsk0C2gau+SdM28
M8kuTKN0t3Oi4JUSjvMaRWiz/q0h+3fj87tR59Lh7rU5HA9dJXj1ckDUZfvXaCljzKag2X4xiS82
+23APe4gkZILIJR2WLWj1q8I1fLWBjXiCbHIQf+N8gmEBh4VQC6RrdqhDe+cVBM2/1iAjoWtrplp
4wil56+fX+IBlsFBADMWYBUxF3LJQ6pu3Ja5hDdj+0pv2kE52ej3G1CrtUj64uX/5VjLDErFxA16
4v7tDLW4EXVUYPlH0bVqhZI9VYOnXnZ13J1iQR7OBt8vDKUEoCsaXSywD0AaRauGOR2xYKRNxMFz
cnLq1kydz+qKcTAcq2FdUnWvqjHGCisz3B+Ki5WpNKqFMS9YFwbXfBrhmr6UeGicz0pZnwoyOX7C
yMYgBwMA8gj4ovZvSC+EQZowNx/ZbLHu+ig9M5U43Lzf9j9CWP6PuMke1vIpDvP/I8KyuI385/8g
GUcIywP90B4gs/z1fwEs2t+AKgAXQPjga9gu/i/Aoqh/MyrFo2b5D9GaDlL6vxCLpv3NnG+BxJnH
wTZfDEObf0Es9t8LOdVW+c8GOKf8+BOIBR+w/bUH9jULz79sDSAusQjsvxulOjP3i385UWLa23xI
lUtUzeZ01XUFBVXtePX8UjrFdG3ghKZdymbECG+IPHmt6Fr2y5H6mPhGaoe3IhvDx5ga/VkOSfm1
iHKprnW9MwQBHsTH+1KoJPXaXt++FNjiGL4yKDZuHbqkW/UIhiGJwuq7m7JVKKgbj+gdKiwsMv3Q
NItbg4lWd6ZDSyjXE9Xqd21ozOlnHk619qR1cSi3NeoacJc4kuMVpgURJhRVpq4YHtnV11wrC08E
itDsr/gXJcm61BR3YxIqX636tMBHkLRcxFlBXpSasXYGFKhs3lLpdvak9eU2rmg3NqOda/FdY5Y1
5sAEhQMgK6Z9SdxodoWlUFJvYqdozVWCPJhFVTb1D8r2GUMYu6XhEkmR3BSww7cDGEV02/83e2ey
3LaSretX2VFzONAmgCkAkiIlWb1teYKQLBl9l+jxOmd0Bvcp6sXuB3nXLov2to5PxB3ciJraYScJ
JjLX+tffaGaKvmYONSAGGi+jWLYEMg3zhewptT2UPgLFZ7MgHFr6mFaUWHorPJsRUoe+2dj9bc5w
OPERbzvkMzfEYNECEPdDpgc+ZzTjiqjvcGKzSA2dkt7atvgYNCRQ6FF/hfpDe4J4GgI9mGP5FUuJ
6HTAR7z1UmmOm6arHQwZzWystjUwQUEKV/REqrJLW2NbbUZVYKo0FwUjwC1Uj77ziNiQN04GnWpn
kTg1BxIJjeENSRZmNHYIU/dg/ou6m9O0OUNTjQtfNNRZ5xGcoRCBNYfR1z4E7IZK3bEL5JyH0he0
rZOH1UaK1UKzNE8tt3S8G2lQoDx1FF90z7GNVBj315LKoHXv0lwWBBzN+Pg6aYEZ2pJGowiiugk/
taSjEyOVp+YD+OcpOt6y3vFGQtYqwz67aQaM+7yWUJnGH418oXewbApqS1E/UnO31elaC8T+YLU5
GkYDpowwkPP44wzCBuHLjmffQOL3JBrRcoEvXO0BVj0TIg1HRkB3ohbvQfyS5yVZibRtmVRXegKX
hjnUUj3mTjSeYqjrZpuQzrwIjMLqWjzb8vITDnXdYxplJuBkXNjP+sC4fj8vbvoI7Sq+nLOSLJ/E
psPzm4wRs6fHioKBcC1mSTfWT+uAz0wYl8Qi2g9ZlOi5p5ZpejomyRrVYYE/+DFOZBd6aZl94E4p
Vjyp0Y3IrvWBjlUCVUHHAMOCnjaNXp3Mhk/hjqqj61t+1aYT+WfDVbJ7pesqCosko742IlM+5rNR
wK1jVBmkgKa6N9uFHZ44lU5sDFZVpcB9TneVYNFSPmqn6OLGSM1Q9cVSd4/gTC6hASa+V9sFRGDn
TkNs+XwH29rBECRYZsadvfXDsIuJtOw65a5rwkbxR7ThzznD5mY7k90rz5ZFNcHfNKOr1wye4mrp
lfjczBk+BRRm6fMUm9ldnLtMQGv2vfQ6BqPXERhTDzo0i92S6gPEbanmD30fN5/ZMZO6UbPMqU5K
ThSomVFYH+y2gNVlTJG40920Gb2lcibhg4+JtdMolVNzCK3nMRmNdoW9xFml9eDBZp7XupdgUBVt
KBJke2IvNg7qlT0MPQeqNHclDeoQWGFm7eKkcJUTUTF09f5zw3fzywzF4F78+xv+5p//Vf1xWxX/
/O8/HsqnPy7lP/9P+SWpn1/f+vwX3259+x0ifRgEcNKY26H24fr+NlYR/I2GhJGCgOKW5oJK4c+x
ivZurSCpBxC7wNWDTfHXnU+tgBKPu3ktFagOUZFjSv+veuR/MFk5DunFVosZOAZ+FCUoU2GvvL71
Gc2CL+NGWiUm9O+u3mO11U7+aBonap7I8yzEgtwfu3QBec77cG8XsL+QZMfGYcDUG3uBzC7u1Clq
LkmTgizZRfPyeW4GJQDBrW5NEXVvhReaPLZXfdKK3lBFYVlBlyIwTHz9qbFWAjK17werznQvHDTt
Mk4iwja7rE2v8GZPvRi48AqMlClPIcPoIkfH/BUusXFu5IZ5MFp9+qCoEiRjEjaDjcbRTidwUUA4
ZRhhjNblLTRA1dxQws+bTk3EGQkPaKmcJFe+SCSzz8xJ6+uxnKat1RvDY2oOybkShfZmiOltYHeW
6dlc6VvmHfhwMknAMMpesnbxnGhpv1pZiDKX/v3MgCjp93WrVP53m/Mn/eRrkoHDIBbjDJubCr42
vk3HerYOGllur8/J7gIYou/jHpw2k5UJYtHNnqbJP3+a/9T+/2AE+d3D/7H2J4OvTR5eHwT8iz/L
f+3d+tIyQ4XVpiEu45f6dhDY71ayGCzGVWVrg3H8dQ4Y/NVa8WOmuTKQaAD+OgcMlckrhMPVSYAW
AMnr7xwCR6gDA1pkVYirVo8lHV+bozMgncxlUmdcUehDis95OsaHxUzcAGPo4WZU8jyY5TJd2nAQ
TjVFtrvvntNPNukRIsDyuGm/+KsDp2CodsQ37EU9lxaYlGdWsXpZlUv/mDBSvXGlUQe/uRTY4zrf
xrkK+rmhrufKd0SKQgmBMEe79AwIN7eQlwUkZSwoGhyH3vhWPzxUbI34VsAoKFKQahzBAYRMTFJO
WEarVpt4naZQeGaErpJNt1gV1bmW34rBKbTtHMXuczu2859Mh1dEh+/RpB/8UDS+5Tq318h8YeOt
feX3X7dN+oj6JyuIaBzS6mR0x5gBT5n3VuAsiUkx0ivqTcv86d6K8ODyBiOrP2D3TRs0ljPjAqPs
P3C6EE8Ed7HVN+Uo67cMGY5ACZ1Pt+7kF74yQ2n1qPFMZifXFsaSXmkv7XmtpMNBKZriDZHTi1n/
d9jaugxIKFuYIciqEz/aZg1MFrfR4ozkthJPIOFMM9a0w1LxSKSu3tvwdy6KXiEbBMewcdnhZmo9
y6ETGOGHMr5qmKZcJjYaE7+hI1BAASFaB9gxuTdRZqNajkKHLmuou3hHoE75vkCsbHgyMuxh17mD
NW/n2BhSr6Hc/vLrnX2EVELUwcEdr0wI36uNhs4x8v1Pzd1ezLxphaf3WbYVmepskaPYHiKTcdOS
8Xf56/WO4a51QQQpWLxC9sSg81h6Q2cBlbRCvqDF6o7xZkbfg8YhxIkozD47obypHItGufXcyrwf
VXFQHRIhnW5XivIce1y/aZnf//pTcSJ+Xxd8+1CoBSGdcGySxPH6Kdg0ZLSGc+HF0kpuao6zDemX
z0ubOacT42s/X7Wdv17zePvqsGIsQqp5BJzhdBKv11yGuJwwwkICQ5G/Z/acbUsiL99gmf9sFYiO
LORCqaE8fL0KrFOnTdFze01eE705doYfila88fx+tsqq9+WHBQGG0vF6lRlOdjiU6ypMtfaa1Ymg
cul0f/uJcdGtIgGHnBsuvderYOJRKJOseBOT5qEwjfGz1kjz6Y1FfnjhGboIllnJhxz4cMpeLzNp
oq20wfoi3Z4TX8VPLjsRyeLWz0LLLV5TNfrYRlOunkSmqehBni22tYk0jD2DZqzz8X3fGWivyD4y
ce5UM7t6/9J2nxCRgRJ5Wrqq2XcmruQYFGKK6+tTCyqTtHZuXWGT2eSnusgd4yzSSeR8j/HCXB/i
EBcoz5hVjQSBNkyh8hlpmQXINOg67bg0V0u1ARZEXqsFvsNxehJl0nV3TYlRNhCGazfo/Swi1mSU
To8dQWZpILuxLL2lkClpiG09Rhf1EBkn0yyn/CNDKkJVuspW2jO8MfrlujeaRb0LqzjSGTXKbtmM
ria/uPhyR1spi8Xx1Q5HzRM7yZn6ZImMB0ZK6kh+rq0XDQoxvVYCjD3nYgvHyIl2s7nIj2oNtSIg
5SXqGEHX1kW5Ko42uIU6/SFc6mEJMnQxWtDljMPPTZxi4mDUp2oOrMS028CkYr9dFSwIm6zY1bbK
zETI08w5HDGWRe2HAphJUxBWzO/gGjUKdzijcQ3b35ycinbQaF20VpXbaMkrYw/RkOeTtdaydzIb
+idUHfVzNRcVuF9i9qFHDoLSbLWpA1eJ6vUJWsQzdxvcQ6KrbkLKx3ytsN7PTLeQcvJIV8Ckc9oV
T8Lye0F1dj/NdfYsR4OZkB2lGdQTPv2dHCSbIDfNa62bNeWC/wxtQBZqAgPubCimHR489bwBEFs+
Znoyq+dTlcbdRptwX9y6M95gGKmW4V5vOYQPOsyYEeYTzpaXytDiWUZoLSJBK41JGUZ2p3zSpEsO
rFI3eAXWgF73jjEUj2HCoNqjME2S85mpaYWSv4M3w8mtT95gyxm0bFLLZ6XW0mYD7SM/TSJZDYwH
HWbx2EA2T4PR9PgV6clwkmhZPgdRI5YK9VPe7rFoLBEzaFY5+WyuWduEmLKAiTmgOf6AG0xDeVHI
jmLSwoi8TCbj0aoqR9nEHVwHRJpK3G9je9Ly01rLBsal6ZgeRqXPHuFKFyN+i5HWebUwgTUnu+ky
P6qUioOwbLm0k8qOHmYb8tyJWDUPm2JW9Eeyz4m2aNUK+o0sJgXaj1p074tmKu19beDXcEjDZh4u
LfSXvDrqWOq+numhTk8onQnWXU6ukD24driFeyCSTVTWjKItTA5AV5da6d5jp2lOu3LuF/uyH1r9
XsC7qy/DFvXendbB2zg0fZUcFrWBqNUDNhLw0A5lTDzWhHwsGWNRe1GrTPdQcJTWzwYymYNwsrVh
S4pJ+Xl2k/HKiPNYj2Ay2E63WW0COjBJ2Nxbk0QRsamHWoPFVs2EB8cZ+dI+eeJdvoNMblUB/utt
40mYLQYygH4lzbl5fKM0M8oY2y7N0V8se6Iw4ih1fceJW3SsfYQWcFpcu8fjRjqnTd0OOuS4woXO
1w/l+7zN4yqQlO5ruHNhLpe60zOKdvTGfFJTGvCdOc1JjPezHn2cnGbA6m1Om6fE6PCShBFUbaB4
cT0Tk0jue+m2il+mWDYLeEK3fKTwPExbByZcVeqhh6FhawRTDmUgyeXA20zITO4NIGc3iSHNveIQ
bRIISOfnWW0TLdaEdjEylq+zKEiQgy6+mtTuQY/zSp7j+EuRlMaGNPa6Woc3pr3wjQcEw2DhvfZe
MRe7Qe5czaNvOtgLBoA5/bIGxCx1YFj12FwOYbeIvSVqEw2lNcJwFwKc2itE2zxIy5lPVeLDiVOv
MlvzhyHOP2hT4VYbRCZyt8BtML28ZBC4TVwHlreVFsg6jFB4kCK0i2VKEuA+xWpHP1647rxItwoY
aKZ2cJK2MM6EqyinZTPqCw/Cra/yotGzLWaDgPtRMZJijCQvhyGGl2gSpE66ak8nXfnKG9F+mk1N
PFQ1PBRvXBrD8hCWC15ckFKw3xgSoGfjlD544xQhaYozhVaxFqvmU3VhkuA/aVufXTPTdPxWQeK3
wJH4oyCIIjpRQSR8OQ9KlfnqqCiE9bDmF7McibdrcLPUPAVz197HTFqqmIrUo77pDCP6lHJnlQcz
0mPNt5SqsTxZCeUiQmDpBkU/VzehSHQ4uloSs3HyPrnNusm5c6c6/Fr0zAYgrlGzn9FpTY5nZCQK
7Za4jr62zhCbeyszig8zhR2UxAiTxCCe1pZHJKGBVFCJiAsKQymZf4XkjfFqQ8eFt3MJUj9SSIaD
fpdD2oSGrBbO/dI19ZWl5OVdlbWmRvBrrFs+1Om68QmThgpnhWKeNxiZG86VXaP3ONH6ycx28zhL
Zbc+ECZrdjUeYtzTVjsZCTfDgphFarlZ8ktgbJlxqSooyznsexzyUnQTXgELJRQdgY3FUAwOa7oc
JrrWq8qJQTPA7dWzfQ0vVGw08h1UqdvFTdZfdSib4j1ChzIJhJtNmHn0iYS8lMtZYbxVq3Z0CURf
TjcKsylIiig+O/tQ8Wew1WYtmuFZlmuaA0eCiOY8mOypd/YNJkCgBpVuhJy1c2t87ZFtw3VD81EW
mzZLBJrzl3rvP8DTP/AA/q70/QF4Oq/Krn2W8qH7Hnt6+UffsCdF6EyYgYpteAmAzdT3/wKf1r/S
gZMdZ7VYMfF3o/n+Fwwt3q14KDwNPP0BTf5N7tfEO3qeNVUFRHGVa/wW+nTkikkjDkIJCI06kw4W
eeZR/z9g4SQmPZuCXhjtHXr95R750643c7X0C3PUqAFG46poRPU8LWTiJcoyHUojVQ41am9yPTL9
NEuyfi20ov3M5OdaaG6e/r8begzPsuvl8x+oS9o/tn359NCh1fj/QUKyJrD+/fjj9qFcHspjlJN/
8m2nmeo79pmx+mJj2AORAZTiTxWJ+87ATm3NKNCw8cDP5q99xkwD4SjbD3iUMFqoEKtC90+SgwIB
AhE5dyqZIwAI/Ce/g3SuLd+/MSAHE0PMXm3GLkj/EP8d97fMnfWoU9gZoUqyx8Yle3GbNPTvb4B/
ryHNdR0bdy5iLm0VGpdlH3XrtCxzAwM39RIUvphmGWP/xVyW6iMU8fHbwfe3KN+P3wlLLB42cd+o
w8j0fd3mZjr1PqFfjDxm3Sa/u6mB+/r8DbeZ1/jSt28EPAy6ZHOGoNp+vUrcGmT1uYzXSW7Vr6y2
gd1EIxBfZA53Kgbx9Krf7aw3YWFWXMFtNsy6WbBZfJEEfYfV4iDcOo0EFkxNCgkvT5IpiJn7JjzU
6K1M5B9+sKPFjh5io87LOBstRGDNmUn2oTC9yyJDRSbCZGv762/2wy8GeXHVia9WwC+IztGz7FS1
7OnfPaNulKuUKjWIRku+scpPvhK8xRUEQ/sOqr7+/XfPTytm0elogz2nnlPOR6PbSYxF/JaZ4m9B
YC8/FbMw1iJhl1HFcby4BkbQz8iRPCAMbY+XDn2la73liP+zxwZkpHJYYNoMaPz6C+VFb+WolzJP
1qa2y3rYKBrdzxs48TrvfX1GrPp9jAxXi/V1VnB0HekK/aqqZrmXRbC6Mf2bwHB4iHXc7UBdYLXY
SzcAVA8WYcoSJf9Z1peNtpsarDa9AgxG3uoTb7tftm5TbqFwh6BCAzT7GYNOrMe7sIecDuM2Ipa4
ExBxUfz0PqeRhMBuq5XiyVGLvuJtaIQBghKSUK0hxTA7t5vZW0oDtW5pFe21m6pNs0+SBXu6sq/s
+wiSV//t4vvbE2b9xq9OTZ4IG3U1eF9H1se2opwGEf6RJp3/nFEVW7NQ4cRX+dVq1HMtBpsM3q7X
tu2kWgTUKclbMbU/+eVxMWaMoQJNrhvs9S/ftQN8RuA7aNqKg84FFEbFDfCNXfyTF8awoeahemVk
gkL89SrRsigD8YOZ1zf97OuDbp1CYBkCym7x5dcnwA+n6Yp7khwEDAp8/gPPNxUIKmBl556ZyfLJ
ngYYT6VlMGOH6Z3clFaovxV1+ZNniJkgtzPTAQZ+x3ZhSj0lVeKwpKZxI/XmNGyTxJnfuCaOVyGn
hUqOSnN1K8Bw4+iXSgAJEgwq13dU0bKgt5IW3MUeByf49RP8cSEYrNwK64UE8g4L4tXpJjPA3ZhE
Ado/ER+0xdI822ynm99f5VvBgPsgW2/9Hb87Q6upJJFRQcjhELzl9X2dBoYDVey3V9EhfvLDsMqP
qvxi1ODa6X3hzaMoTivkLiS85MobE5vXs5H1aTEK5LqxyJikEjseSKZu0jcRkcWe2y71VaIVRaD0
+vykFU/62sSXsb759ff6Zg79/cnBPcdQhGLrZVl89l8/v3ISkTWCgkCEluC0rVrC4cTpSuk3DvKH
cu/07uqcMaBj0oltBnR7AQ0YuDQ77A6xUtPUXM9PYq6vfjOA6zpBIyIHrZJs+mKTMD1wNu2YkvUi
+2J+bF1ttH2t0CUSpkpmXxc8c8xgEB3eFQ4CpXQrjCWdPNfoWglOVEb5wcrMGDCnxhvO04zFQfyQ
6pDd8qXEQX2xiUbGKWK8sdzJ/By1qx6pn2O9QVoUwiqckBaeSPIJSAnuJEBlqchQbnImps+zVo+r
s4IucM0cx0p6c42lpe9qw5h4UOUynJVDuOMQyvL4U+6AqG5wASfbB9FzXQV5o8l+0zpxMYFTaaj3
Zn1EZ8J0XMsOCxNe189L7rHPOROPzK8Gp1a3TB+sBn5cHBMtEUr13FlM+9GsocsSpt47YF4dzj6A
AhWYA+GmWonQOYgIqV8ORLBXlddYkPE+6vGKBU3hxJlrL2WCC/qsWfUuBm6qvAhjazC6oi0wYxNj
4othHkPUiZiRtOgUHPjuZMyqKWOkYbJPonYNjXLr0vhisAnyQHEG8QjuHo8f0HOFD3Y1gEx2Cq+2
h5f+fO3mQnmaMg2NTl8Uze3QpyZ2mEJdbmln9cTv2sYpTiqhjTeRY+GkX6cj8hCotMWyQWfUKHcN
VpAWwqdE+4RqO/6szDUytdrV6/smYhY8eG1nt1GQjiOSbVPHMttvSrutPUUvRtNv0KE5W0FCThz7
etM3xgFK7wDu2ivD567EjfqznRWduUHTEMbbNKc12PVLbcxbReTYozftYChbpY2AjDG6QwiogG3r
OxMlu+65Kp7hCkOM3isFswSowhH73M0M4zrHM08AiIqmezITNO2nbUG+7t7BuAVWpZpHnU9wQZdv
MwTNlzx3Lf0IpwwxlMzDvLubsTdoT3pAMLRPEBm1YA5n+xO0yhD261CnN4QbJ8a+nGsebOnmzbAv
MME1vbQYInVrqSPme3gZFUBtbVLbXwVpOiixW8NMvzDqmpT30GMJE9YT0NwDZMwuPWuIDNd8EzVr
/QigXeAQW8p+IRaA5IvlxOKNr5/QEiWQTqJRigDsfFoiT2hJfTXDUyg3SPcJ+RqRO1mgmjEAHWFj
ApvL3pSaFzc9RlvNXDR3mh6ZTWDldYEn9DTgol27ix1tLCMxHU8OETVwZdZJcc64UG/PY3LUi3KD
E8UYmbvWKEYM+VoaWmVC3Q/TFwunIZ8YykDOJn3ZarLs4JpukQYRrV6LUGupPs9DpO+LFLzrkiMn
brc68qOY6Ni4tpAFOmloyfsWq46ue5b4CtaZ5ulWalX2ZhJu5GQnsSzxEPmA6J3w5mmcEhIo87Ty
tDo1l0pFc5RGkbtZ0OWMozfoMta6U/z1IuRq+ZI/hDxWx7Nr2U+butbdW4IYVGJNk35a5/5d82Fy
hobkwWKKLBimJLNuCYceNG80hUT3VZiK9E3aBMIaFEMrPdOSVKpuLO3Fa9fQD9xYaBdO0AFbMujz
XPRP4wIH2zeGpm9Pu2wFYEuqVBjc0xCF52ZEnbpBYj5bfg2PvwiQt6NKRpermieTUNRkow5t+l6Z
Kq5si7DpcZN2kVXvE6dFRtZUDvimPhruJWAOEDv+5Xz6lKpl8uo2LW66yXLGa1VEtDGwyZtpJ6wQ
mkGvmwiWmMI1ky/qWr1ScnUJD3WJgQwvSh1dpiIvLujIoeFZQ5jc8H8g6RxR9jKVlEmbnVZMa+kq
5rYKcRrA3tQnCDjW9kurMohDNuDc8KR07BaVsfiESMvGvL0S+XPXNBg/lfjA0akuoQtFxCnL5GBU
TrjqfOYeeWZLDWGktlD8msC+R0Xv7dTrmNzdGlra9dspGRp132laU3khPIZzZQxLfde1STTQjTjh
+rKQQo8kVuQfOrtT64Dxh347Mcwqg1qDd+jJJqKVaAuM9jfLvIiHmqsTDxdyxZGpKnqFv2anVZD+
tWbvNkmFB0JLJwTvsee0hsS6fFBsqvGt3sXx6CeiG095OazGS9WyPid1NUk82WPKucGvrbX8WG0i
FGu1Y2QvgT98yc6K7vq0Zb5YwBgiv3UiXOc5gdEt7/iYVrWXBRJrNpCSWp+WeBb1aVeoxHngNE4M
WaHZTb7pZY/Yui/1OPxs8s/6gBGWXe+1VhsjdJXOMgau6E1m+SQGWX7aqHp0A6huxRujAGr2bakj
ULXCPFPP20xhvowsHF8Gpo5DywbN9OqAvXdl+2rNaHNT6Y3S71wQFXW7kJm+7OcU2exZmVVGeupw
8CSbSTfndFNB/7Y+WzpqGdXLBisb94XkTt7CJp+TD71qYoHQALaHm7EprPA9ssmuzHwjK6V65rZ2
g14EjnnrXFlRU8vHMK6E/IozbA9DxsisAlYC8lav4mBOTpZWA2tHTaPrnsLZop2AXcV3MotCgo4V
Mc4+DtxhtcmTVDE9C5FAjo53JvBMjDFuCkim+8hrTIHBhJJIqz2kUMlxGYAjylipT4hQZ4ZWcqFS
Oxm3iWr0BoSGEi1OiRWrdlKapguRTRkWwy90q9f3hKA4PF0lG3EwiccRnxKDMzRp6AY3pci4w2iS
K2oYpg3DARUpx30yUZTNsWItfly6I34g4H/vZWKF6Yb5xSQZN3Jv7Xo85hN4FXb1lWRA3F6cJI7u
bPiH7ElOivDUMWwptrz70H0VFUlPwE3nQi3CkBWqgMmQddSK0Ay0WaR3saqNRrAYrYXIP89wJK7n
fn2+eaN8KIqFd8TBsY5LzspfzBaiRfp5olg7U3bNmREpIYAhhrsoMjBGI8oDUsWHvh2UC2T0pBbq
rhRfHX401cOLNieGTohQ3QyhHkI3CwENpq+ImK37UFHFcDvF00Sib0j96SuxM8/eEFlSbjDTTT8a
jHW/JPiUlWdZ3XPKL2rJLBofxWk+GGPZ63DUlGxXibHqvcJKytZHReYwMMpji/iMelW8yDwuPcQK
MA/bKVE/pT2RFr7NVUr9iWddsVVweQJxwKvkxiwKQ+4jbHiQMkitIMNc2jT1Nl5dxKIPi2V5XQuP
1auUnjfdQqN/m6PmfjTtcEx3TUTC2E5yoqoEICydiUOMIuwNyMLEwAv3LUqoaGjt91ZJ8tpEkki+
Mfoki/0y15vDgpsqNHSj0m5FV9URNMmsfBg6u+T5dJP7chFLhcFaA2m5nUzAOillNnn0BCVpoCjL
nnqcAHWvTHKzZHJZaAbJ31X9SZKOvuAovBSAh2WGKXPiSFT/mlishA4j5iqi/c+AT22nveoNNnmg
D/2s+k4ZayitW82FvsCe1D1LtOaHuidk1qday08Hehtna7W1mnudOUyrT18yX/26lXqJtnjdSQFJ
oMAiXgMtAXY9rzsp1aI41RZkzkpH0XMweTnwmCRobz6rIhmKbRJ3irvDEcJcAjyesfHvs2W+XLDK
oZaH851tZ2YUc0C09IIwZirMyDNF3VWXOazJ8tocWqaHKIAsTOZxKdD3EWYa912llMMG+5kkvKLV
jhIMVUvMWAx03/dY8cb2rbbYxt7qSmEHTl9HH0w9nTBLNEL3Ys6xXtohhYvETgkxIvQAkgS+PxKR
+f2vn9ExqLLabuIFS1ysC6yCYdXrRxQ3OBZHxMh5Tqlpd4pYwhOycvXMs4pUvcvNub/99YLHgNHL
ggilyddDikAUwOsFhzm11Wxm8AqHLP+yKJKhPPBf7FVL95YS/SdrQftjRLZm6jElOQKnMmEMXW7i
EGNhbr5pmtLZ5uS07heRlW+07T9AKzgSkq4CCEqaNz79RxiOW4ZJaxVI7kKn/uQm2Xw+O4l849n9
uIhA9vIyJ1qnPschFwgomecN2BkVcZ9+LVI9vsRDe9z/+hf62SpoIBhI8c4I+xi/KRxJa0OT48Vu
PpxoCeJITS2L3a9XOeJZA62slqQrpGJDaCRA4WgjQN7PXKuVa3hRx8HfAiBPlIgafvOilZbiO/1c
UpQhMLQHT0xCV29SerllQ8+OfEufZ1M/42pqxH7utdnexxqMYh/myuQGv/6wP3skcCIdQEBmakgR
Xm9aw60Vk26aB2931wbC1z2yE/vkf7GIjiMcQOqaCXS0hbTBHfSunoEzW/oQCttaOsFc1/iP/Hqh
H14LA0CabcqUjYkb0urX3yZbzUNkF5GKi1vBFqMwnOMTHBz9xRzxbv3dxZhurrO2dQahwt14vRjJ
ACBXFlY1IEiS/GWIWnnvfJA6ppO/XukHrI4DzMQZFLI6MmkQ79cr6aa0E2ZSvcfuJWdlrsY911l6
QcJSdA7txfW63lV/971fT01o3cDs6wznmCAfQTjRW4fpQVLUYYCLSbXVTbbzy1f7D0/jHyj2vvuV
f+RpPMg2fsjzP/ZtjnawfcXWWP/pn0ohW2Me/pL/A166xqL9a4YOweeda3L9gzUwh2Ae8tcMXTPf
EShprtNSh9E7oOtfE3TzHYGzDupDZrbMo9eZ/G/oBY/u2FV3xxQId851dLneD683JvU0xk9qQrz8
RNqe1mhUps7NMAJ9xlPjvHGwrm/vd0XPy2oGCjZhcK3/eHwLFNpkW9TFtU1zvi2uSBW7GA3cYI3u
vDJitHrwWd84un6y5ioQATBdj3TssF5/wwL3AKD4KbseZvtiStzqZOqmHTZI4BaVvUv0DH34W7f7
Tx4rdzvsHNQUK03i6LEOYnD7SstJq1+s5WToMEOc3I+d4pzmmIe98Z4zJTl+roRMwhZgwfW5MiV+
/R2FbZROmqvi2r2whq1jBQZ+V9kTlxZIp9emT4mwvLL81Ec3eD2l/XunuzDKEwZwMvRxgNU7f9Ee
3MVLw6CPn5zoyanupuZj3F+qw74bvhrm3kk3fRd0MQkct2Z7IeLT3PEbQmwHOhCwp53TQpoDFqTQ
wOtNv+3lvo0D8yzFDHEzG08z2tHhJoZiGl8sNpTa3VLvHGcXWtcGGSP6lWpeO+RLtBp9LW3xWF8h
N99lcdDbJ+SMAFtFMQCz7RvXTrg3dvbBWNuKArX0hftheRAxVsEo0fNDcm9+zB5Xk2LlcrG+5Epx
nogabSbWiZcMYQG3nx31fnZuLOehIbxlhnha1ld689ikWdBWhD3qz0P4ubNCD4vDqN+2xn6oSnyg
IF03n8LlKiyDFhYsPA0L16lJYlk4f7JT5nHGRyU5ldNBiAXsCOW5dqrWB4gP7SXtOJxXAKOKUXHk
btkLESPp7NQMA3u87xVfmDvkCkm1Bzv77nS6/PaavVKP/WyXMLiB74EAkRrnqOVoUMRDHnXFNVkX
zBJEuAbgzGEwqyDaMgzJ2AH5OyvXXoO5wi1WF2/lvf7wXvAykOgNp5WKBR310cs4212Ha6cwrzvn
ocOcyO8wiQPdG+FsIpN549b92WpIEDnWYCLxEh41EJaid+T7SHGd9+5dGNexZwusBcshPZtQZ7yx
2g8HDZpr6BLUYhbvPelrr19C4lQGGukJGSIlgIftbGB29p1dh/tuLEDcEqD78k8O29+O8o/IdsQ4
syoFK0UF40bIDWtB9d1EEz+NUjUzO7uVs3Xf2ScxlNE7wm+wEHOyBqcp1MkyFhMkzfGExoe9XMe3
STFcCWYLtNOOsS+6rNoAVgZiSq9/veletD+vjnyGxrQFTJC1tXw8LkIS3SJzRo/cG6BGu9/xa9sG
3o8nlh64ho9jmqmezNkJ7NS9iqFSGGCoFtcb5RmFNSYteIXCsDdvuhPMLtJtcS5PtUOztw72biGE
RgYxETHnAhfL1a0DAAENkqeNAexmjb4d/xpPOYitCukIzNhTnpSz/8veeS3HjWVr+l3OPTrgzS1c
+mQakiJ1gxAlEd57PP18qemJKCZ7xOj7U6UoVVEsAgmz91r/+k27LdcaleyxfQuv0VbeNd+zLYaE
K/A9ZNQM+2zZsAEJgov2RUf7ZyH+fDUgk4nSn8n93TMSQozXMHmxruYTCJ/yk+SZBHdeXgHGqKoT
vBu78ikjuOgEDmEgoYDYBtDsM2dBKtQ810T41E59rQ7jLvldvvE5jMpGgfj3u/ZHIfy387yr95tQ
HEeEcNY12VR7dbYBzqNN45e7ci2sAWfqdxBn5SU9EtNyHl6kh2I/b/HcB3o6pvIqIJzqgBXMOgwc
+aJsFHK6Yj8u11bvlQwJazfDiTByl3SfqI45PZGpUyiY5+HmYeMDzw42mHbqRWhG1sYu2Iwn6Txd
ZsxHDBv+M7Y+DADjyK37FeZXyvKgTrsF+5vgYJWnOfghlq9ddylqR2ls9SU7Bnbpq2t8fs7VoXyQ
mapem0OyEvwvrtttX7+/bhpzShELA/yX7lV9MOatPIAyf42fxa30wKDhIdm3x/yIu+Ra+KY+t3Z+
7pFtYIhECNlkM15YWmewfEFyks4Zv2PGl5HwVDrttGnGE1alGfoJyWlah/8va1a96RmxD+IT1ZAD
yUt14t4lgcvUcLy2yResVQ+ZTrtPdhoqtO/sO4bpCdG2rnjp/Ox7fRW2/cb8lnzXv0mH4QhqeGLj
UZgHnJOJhAl8eO34imBLU68Wjsyay/tQl2tFdYXSF5LVuLjW4GWpJ3a0+3byhTTyT8v6+SpStRhc
SwjJdxsVEL0u46diXpGKHMDet8omegocHJr3NSDZ5AmiXZY+2med4XNuMwjc9H62K3bxqnatc7mZ
PNlXfZLP5W9g5dmhXP/9RtMk3t1pstvg/NxM7fHYA6i6W3crtZzqBaHROTNXcb4qpS1eMGbj67yP
YXbzgtmlBG61lpeHmzDcVvEmM876cE6KjWht9XHXVq+q9WR22/amMDtosyMqzHLXoOT1z8r0mRF1
5bZ7nx8i0tgbWzkXOEqLKAFs9RfiMOtHeKreZaLSyqdwfjGbB2ny+HOcaMmfSSIHhYvZe5rhMG3E
3apBMyRfl9Jta3cet2WC+NFrMjeIV1nkx+EaaJbaJnIkXjtLecjK7SA+GblExt5xSQ9VvYqS2yJL
9RczHl6KY6fGTm9Yrlzgj4QfqXvz2+p/c/J1tzJEL7mgqevfWslW9Ct87kT2y/Q8CCt9fpupFfVi
jTsJPPGCqYHipTi0N6QdZiofkZNRYVeYgMNj4gQApayRCkOhiVyzFJnQsu7M0NZcnZCGMZJgJe3z
6WJEp6E/tGbsD+ZzbDzKxWTnCVdr/KKcui8uCOzFWfH2qsNboIW6K/GDXG71ZYnES6F2CG2mZIMe
hAzFQG6dpTa+2Dk+HU2DxHZThNMNsunfFxdijpVvGafNJTTNX21D6aakjEnE2iCrvZK/YH39kdL+
8w3EpsZEDX4jd2N3g7vCx6qii0W9hTYcXhNMW+1eqhc3Loqfiq7e6vwt0XMiBlSbYhgQw9a1m46h
qy5hs7YqY9uUSvDFxf4PJ6TQS9GoUlrd+G601/8sc4SR8Y8YTeJFMoNvDSG2PoUjdq76PrwZYEVh
sOoUNlUhP1upcIxr46zp0EaKUDwbs5r9l40sFR5lDdxsqi6DZvyusmRtmkImsMslaMaVSsJFpI6d
rde1b91iRpaceTOXWPtiX74tKh9vC1QvwFUJejgkwxvp/p9XYWLya5hlL176uGpxoWpFZ4DL6aA4
Vb5oKu+r2Zv1AEIRFYuFW9N8z3gXQmguYZn3F7xnBbsMUJAara1BQKKz/K4oCclbkvrF/kmp/OkT
os+CknpzQ+Kw92gmQ6xKaSA/XKBolKaTJ5tI/WVlCtyv45I5arLurSO60CIfAGctOwG9U8QjaQia
ldpV+arVj2p3CarnQjxN0w6p01w9z+1b3fGUTNco24/dW6zv1G5PtZwWu3RZm/O6qA/zsq6IpFG9
BFtyCZ+uWM2dF+ZmXT44ycao10yXWfzo8MwH8MIYJ9AErdzZiHnrT0V/0PR1Lr6KWPLUqnCslzVu
i6nwXtJzLIjHWjlGs+UbbL3qix5eeutilM+1QSe0NjgR8wGttqz8zMpnbfbK6QiFadTX7HGDcc7E
jaXtmEhIxbuF7XHTohJ8MGG3VvD+shXeRfaQbVn5F8GzhG9m8iQvRzm60GEbukskANgj/fBWVn8H
/UobfkjlsVDOcf2Y0d6Sd5pIq2is3GHGBpqqmY22cQ1hH3dQHXLTa3B7ULTDXPr9z6gEAi9+SBLX
VPuO6SAxjSgIVwSERTj4tecCu+lm3cROqW0q05PVDf2zbsD2eoz41jjVnUa5trMzmc84pOPJKCtr
MIo4oHG+rdVt5TGgH7UvyOCfdu0bEZwgvD8Metxc7nbtmiiP0NAC9YK9FGPIWc8dQGy4uqVS2bMG
fSaWKuOLt/ZTNc0cAR4RMx4W0pszyt1RowVVE4N35bLovxD35bdI+cWDZWGbOA3W761wFFNbxZm/
D89Kh8/3NihWEuyb+rnLfRaUdnrF0DIzDvl0kPNjjLVLqp1NWgHtPEvfg9BRVVhSvk7R2GwJUAyB
dvTtnJxafKWVhCs7b9HG4DQ5bGVjD2tNeaKqW05B4OjW2cJtDmIAA3Ut9AeoIoErCk5rbhfSbCtx
W4jbqf0dFr6qeR0uzb8CfSVy7cStdR7SwxHZYjM+RAkUGg2TdEKX8MyW+v2inrEYtY3m2VC24eDE
zQNJUXD/iviL+EH5j6zs4+LIGBU+O5RbkSnXPancbOsqnAtFvsTQ+WAu4sK7zzbaKfCwNX0fBrs8
QMVrXojZIM0Wyl6I6n9GGxycxWU7wZvxc1rSyThU0T5T327/geEo6PlzoDs5YbT4MVSuDCl0ciwq
9ut8LJdtYhyi4vCAHF1CEdtD6VHVDQ4FWEL8nobOS5UX5Jq4jfLbvpw2uVT5ymBb2Xcr/jEnBwvM
x3KCcjXH1yj25GkNHfIktQdDcKVwF2LToD8H89PQD47JYESef4TqWakGGqWDumDA/lDB0KEOEKXc
yRFtVM3DPP8w+z2sFxqmi4DXv9jvB7esnaC7iAKYXYnR/LYwZbueIMHZjMcbfRUhPg0fW630gv5N
ikc3wQxBax7hj94u2Uw/2KdY2/O1g0xzjY0ADBIdcgZTe4bF87O07+VDTcgCAm3xqMaX5sfohtIJ
xXK19FA2D5mu2mH9AIEmSEbYOyut+UVMiRUdCLldx9B+CTHbF82p1Z6lMFinWBXJ1UPdeT80qAVa
/1ZO2r7v4k2k8AOJWqimt0Ry8ckUdYiZeWW3S+RL5Qo3RRtvVqP7KcWOkQes675ilLdWCFPJeZE9
vWHNJERGUB/zahvMmyl1qx5cr+9PoTKj9yan/ZemPBJ5PbjCtNLSVR9TM68TrBKIfWkp8/3StJ+4
mavi+7P8JlR+tKzywBdFN7kIT73oSmQu+whPstpXRs8qyZP0mumQRpir28O5O04LLbCPv17rstFk
qwiSkh8Yq5tHaZl7dbpFiFs9dekOWNXPMnvxiCph4qeEG9HdV9kK9wKU6rz17SHuvcjw9bXlth7r
Q/Sahnb5PdxZfnlMfwgnuHs5WpXL5PWbcQ2FqH3owVL1jQHucom+h0y/BVtc19c44exmOHmqE2+q
XfKN4ObAmc+N6qrfii96vjv7oZufFhw0FIYwIvBFxsDsY2lTUsvnqVXIF3J/TW+IKwwk6sGhQcSC
X1Fjt5csD8KazAsKrhVmuJaW1g7CisqAUD+iR35qBWPfiukXe8at1v2wroAfmnhrqxayWYZ4d6Wn
VTd5LJC+cYEv3DuhJpdYngzxf1tR8tFxlYAKgBJKJ/794+dXujiozWQWL0lMVVFp/bOIeZoqDjT5
yw/inE9jYn2xZuII+fmzaYCWSIVvV54Zwt1RdUOQk2SWLrDIkCCJhpuLa4CoeGEl8OsCkbs9KZ4O
W4xALGEV8ZwuzxlrLCh8tTF/S7H7xvJTdTfIos92hnQhYdyZhFeDLJJpOMYaa8Zujn73+mkZf0v5
i9HuxOxt6E91ciqT52J4X0zfxEQ4cSTyRhe0+jaTBjxees2h5pRA4W2j9nkGksgvZjyDYTt5JZVU
so2bDd4x0wg3HXKXwxsDC59Xl8lDlMFdtmUf7dpa3gForClEzq1HM+mAF7pAVyvM2pzaw5PDC4/m
OfhevgdP6Xv1UnqaW+6Yo/B9TI382tO94TX9lr9Jr/VO2sjf57PA79ppDJxYtE2sE+hCS5dfRbhe
yElfLoOwnouNYuyn8VysTGVd5W9D+nPOD5O8EwcfQqiYPOC5K+B/IjH9iqv1oF0xThbLl9wtbiS1
zSIjaN1K6c4CxAk3WbwuFN9KVxOSKZh8OHAPDv8cLuJj/ZrCAnjFWdog5Qu8EysGIo1AjaD6v8Zv
f4dAaHQ/PzzY0ImKfENAPncjc4dmyMwwH4okV6khA6+TZK+qvjT5AfEGeL9ILjHpcrxhBGeLJAMn
tvrdqnEX8YbqsTDe+vIIFm8uBzgToIyoAIfYriIvWnx4XCHtG5Z1ZAFdslfhBRpxeWwdimsQgszW
rx1UTMlNck9+CK7zi5456ewjdNDO6svwLL1Hl+IZgphyDvfVmhPa1ofIx1fGsb5nZF01drkPHnrf
8DjHTfFc/dCeh1XppwUhIE56Zbl/1/BT5oFrYJa5seT2lQ1XtlpHD8Y6q2zxR9G6xlrfVI3dQHN7
0H38oL4XZMxiAOK1m+4dJJCNk1ylV+2QcmoH5aB5liN4+SpdkTTnh3vdZjNxRL/x6GCEHwkADS9U
4ijfwVrEa7APHsURvAPUR/wFiWuVgPEQaIKp16HcjkdlPaz1Xy2rtceA/03+luzmmIuAMkd9RIfC
G7cw3PISSNGpN85bDFIquMTFWmRmNfyqjPM8bGblGlXLSpv2FoKH1uHPbq7bbApwSi/ia/EtPeiv
/Ujwux0e8qeaGLIa8NnjVxO4+s2X2J8kB0Mfotci3ODwEeJw49pqd4OwM4dDOYqgdS/tvEXiY7C+
vw1rY2XmTreA2ntjtIoVdzinnSM9jb+038MBR+kYxj8/iegzZpSpB4IkDOtGd8gOCga/SlettpK7
Y5od4CMaqss340xSqHb0O1JtAuH0xJkS15xdsfcDbRtYbpPsFMnXJD9QNpJEft82Gs8pEGu41vt3
NaaeuiqMiDFFqleteigDR2kfRlqTxOs6ly/2BvrRFUTYbmSpsxcelwDjSZch4sjUgvEdk8gvuojP
EIgOk1mClnbz9UWyfett/jHpgcufm0aQL5e8N3rbGHnDg3hC1jow74hSY4t2U2r2utyfitIztVx2
Bf5yclED4lXSL3bsT4gUp8O2oSDmR9fNwOvj6TRKM5VjH0kX6cUqrNkTtYoJK6lR9HRf7FOM+j4t
NSjEqAwsJPgK0MAd2CZmgTKkUrVcJjdf19v+OO3HZ9lLfMsbT7waWGkvkpNH2356rFBCyJ4ERPwk
n9RHLGDMEyh5MpySlLwpF62Z0dAJY85jt4UjxysTPcPP5WkWbUf7gVUPljl6R060nZUuWGbLs31C
ip93D1mLybhn4MDSuX3iTTgl0ZZ1tnhK3m8v+sP82g9rJXkM1eM8eLeAhNN8qnbya7MON/m+85Zt
uIpX1iVdCV63m0+kCazAVr/xfQ8s78/Fj3FfHWV/ZF1Sjqpi18nR4JEM3DbxtMUmBmqOV116WLrT
lB6IvesTVz1NiQPii2yG5TBQGH95gnHGOK1CtGNwb5zxJDzd1saDeOL0w+8lZfiTeGK+Jr4o7wJr
ZLYDJyYbOnhdFpIAMeJH9GLrJ+Wiu9gGOqg7/GVPfeurNvutK/vLe4MdqmULT8WblThV63C+6dPI
e2fa9W8u9G2pWS9b/SW6tKUdP5aPtELYfJwxD4t+D8Vt17R+WSe0v3jsCKPN19s3VHs5oyScAjCw
eS+94lA/xC/AJlvz2G+ttX5Jfofsz+O22WeP2s95Kx/SN0sBOLaNE6AwvwvTNnlSiAmzXLWnhbY7
aacpt1d10ffZcG7hm7fH0XIFPy23kAnnaT8N5747xYThqX7c+L3uCgoqDD82WXRYHtxMWFntylIQ
Wq6XeIULFtpEUAy1cvTvANY6EYCJm2NAmvC02Ok3q7BvzALcVr25O1X9QZbXc+/L80XGzqqFneu0
fO4CP6JD1j0IXeCk2sGKn6twGxCc9QWu+x/eWSYVkJAUfIFvSSMf31nymQ0yCrrlsqDFfBCUuCAQ
Qppw3J7goHba/F+vEbdwFNyQwT5UjGDuitqk1GdozkJ6CQCUnS42WTGbeluK6a/ZRD/694rkzvuc
HgJwh5oDQyQJiSqL5cePZyWVMpA9mF6SNqjcZc7fNLnoTwqZrM7c/RQlFsyZLinqSs+C+GDgEIXW
smBL1dmuEEqAPbWM6mcBs1j42JXVd74Vtj//fqL3t+HmuMZwEHRd1G82KHfoej31YtIleXypFqtk
tNPzmBLU59LsOMso95u/H066x3JvxyPHjJnkjQZh/OkC/rFzpJWVL1WbxReTZLBdVs/7KQlMP20j
9DPx8rPW6ajmhDDH2VwYtESm4QMNFwR8Zs1uaOgZ+TwNGkc1WONN1gPrVcaehLwv9jjr05UhRwzP
KThvEsRFTbu7Mm0u1EHaKMtV/t5zPMnOBjt7FB7UlXYNVuY298oz89LoGm7L38o3lnqGovH3jPAR
PB1Vu4mRdZ7U0ieAArgmgwDRH3MAl9gXYj9NXUoSDWky0I8Us/9fe/WoDmvrkic74gGJXdHqHVVe
nTkJkbYzAyffMp1h8TR8HqJsI3V+31BE+Iw+rZH6mujhQ4FdkXkWArzjN0rixbUHJkAhMu/4V4Vk
8bfSm8+ozmvCV28cWoI5nEEBInEg3rfUcuxH3zpWPzhWhhMnToQBKEUgmrvxi0v8h/Tyz3YWWiGO
sDx7zBHgUKt3a0BKuhbwayZel6rZF32euooxaU4WsVFWwiQTJaX/GAr2zyqlusrFB1UK3hMrLTcM
RU5/fzRvvfPHk9EIOhJv3rGKfvNL//jG0gqjKO2j4irLMRrQMHtQ1XFYBfFPSe6pWp/moVwn42R9
sVTc48DYKjNKM8ELGeBiHXS3UhRKlVt6GxfXwRL8Dr8TUKRksWMdkz85lgGz9K+i4D4/2oyu0APR
MDHh+MMt/Wf5Bkm7ayWlzq9JmQxeY+xmRcc/uaaaT/LU//t1/Q8Hu71IxE2oFmD3H4L7P974KZy0
uCKj+Son9UscFRTYivmbzJEnBBxfVab3xRk/HhABagPl4G1buasElVoRAbfD8RqQhcBYuKXWlhnZ
/P0j/dks7p4VYsuxFuM5gRYr3T24iapMrYTG4GoeAN2AXu3pEX+WUSeJgdefos8xaXrjtZmdtBZb
UE+j3oHQWjz18aYsdgkBuNZDNe0qzUuCVWlpqKv8TPPk3K06r5/csT4qzWPVulmINHE1CS7mo23q
djGytF0neQaNorULVW9WyUNeW4FnIURvXOmddpKp9USp1Dk6xpSP+aP0bGA3qntK7FRHai/+PHtO
B1tEvxN5Uu2EVJ+D03dOycgwO5aK18XrKT8mhj/+aeKX0IH6PkC9qf1a8UJjley6fC0Gq3RcDYdi
1X9xkT/tFOwR/K1APr6JYO7nvqoo5FFMiORVTBfH0ocHZnz2YsmTM3TNS6+VDxFw/t9v7J8b9/HG
3ij/jJo18LUbFvVxESiMaCwyNBdXZpIJbeDkzrmB4lPD8cAaWtUVFWKH+mFak+cdenVZfTVe/vyx
DdoqDOsZ6UoqLkEfz0AMlxA36am4ZoL6nJHS5DRqFKA/LXDOTWSZyOX3HoOcLz7557eUJRg+Jt5R
CuTre4FT28+olIequc560247cyXAxUMZj1w2FL7AF//DVTapAW722ch0DHhmHz+j0Ik9gaklBxvN
ay1K67bIsHGo37GSRxKGN4KEjHCxGCGRQ/pFIfgfjg7zFKUF5QelGbKaj0fHzkGOinhurgI2yMws
FncowoPSawj9bw7G+7FOEoaA4TOTuZe/P2CfLzMSMklVEEDhLMPS+/HYshpX4WAWzbXN213dYvOB
eQvrRY8TrtV+uU7x0z4+zRwNWAwzuhur/x7ItghogOKntVeoFd0aIGvsNpOAFUIv688EQeM4UVRE
tSip+cXj9IkLCgWcT8ktBsiFlaLIHz9oxKcxhIoJWJ7PkNwa8TGCD130177DTrZReItlRtJTh8ET
ZhRIcNPa9NR4g38BFMwqE/1uEcklV/Vry5z977fhU3nO6ZGarbDbM9jHG/Jus08qdLiNHoqXub65
rE7zezTUra+XVWvLKdN9igED6jqjTMxLWZk7mug6+tbFMsMuNVf9jphnL9cp9yrlImtZ7zU5jLcq
+eJUPz0x0FWxFLz5kt0EevdnOhTLqBNTVl2tCv720jIxsapacgI5/RkRqvrFjfu0gd442SjOeEAl
idJM+XjfrLZvpQJH+etsTAqUcngrGY5/X7yD2m2D/PBkyubNMQrchkEATNy7dXbUGqVs5Sy+1pDV
Yju35FdFmi5ttGwifAP2ugpbjbAnhsBqjV+zxnkgO1cOU68/BOhjT4jkUz9ACMoQRtsOejoeKy1W
dti55La+vKgmpjZFk+gPJKrBG1rQGy/yTxMirxAFb1YYCRtOA7QUUFjOpqNVa6DdhaU6WNTCNhAp
VDpV2AppUF6snJS2m9fBsizqqjJIBu5BRwOS48+L4WWBbF2gFcwaklej7uZjF39Rnn7unLhk0BDR
x7A9sTnd3Zk2VvG5R+Z3RambOKHJSHgQ69I1MolcdGzc3Djpgm3fpycW80fEP6PdidZvsRMPeI57
CiEV31TZcpYGHKBBUu6rUIO/2LX/RCXf31naOug01GF4Tt29+LVchL2FaPqqjUK8UsZBeUCGKHjh
0JG+h8iYTJwSNgFBBVkJcKowXRQb3n3yowS3wnjIFVrC+Zog95d0iTf4Ce9zTJ83qdqv4qxt96oQ
7rpAktd/XxQ+7bw8iOgBCCiGlIGs864QV/qiESJtHG68Lmul8GjsmbDZoQiB3bRwJMpMAtP/+2Oy
TCJk1AyoRvLdMfH0gKdrDs1FTrqfS9b+zqPsWxakuIIHbIVMvwQx8v9+TOmP5OfjPaLq52A3Rp11
W1c+vuR4/zSynnXTBXNmpTjo6tUgZFCanol5CBvSQ6UXLT+gRurqba7D3IGhGdtcFTrV0Bnr2sM1
nIzRXyQ7OSLKDPxVXIV+rZ1hFwQLgncIGfKbQWRj8aYjEi+VXQPshwJIHh4GdNOZuiY9c84v8nRE
2EqDtw7mU0fkzeyRWAEjZ7Ce26x2huopl97G2sMJwem1jUpyQfQO+TeLwAf1VQCunqtPerk2vxW6
OxYvpKiPyG0kPKud9qSZXj8zD4P2w7BU93S8EBMiN6Z3obqkYOQEThTTJjUOqv5gNE8BKB62YZnq
melDyAk3lxnkjFxSbEGIHyCqoXJn0xZeWXsZe8XaJjB840Y25Ud5aYHEgk0dOuRKqr5YnD/vBfj5
8XLJ4k0XTGj4x/uWifh597rMOqko8CcmIM4gPoaQa8uRyI6/PyasxJ8WaQ7Hm2CxJ1i3f/14uFjL
czGu1fHSq/4on8m6DpYH4hDsTMR4vPU0bJ9M7cUwf1jVIeAmlsE16l6iftsqr4r6W1J/TyNAV3UK
q9+ZcIgCu148Nf229CuYb325C0QmMU+S+TSjR1WTbyExOqhPbetmOsCwTCB2j2yOCWrFAHNkTDdB
fxmjQymvQvOltyBKVb/ktnEWBRSDO9T2qLB1nG9wqpWmb1awnaPG1tD0YMTkzAXoOnjK1HYbAgY9
3C6c+RYxYatjD4AyAs0BL6fkSAyQJJioWSWqBnyTuhlkUlRhCfPo5KEtKL8l7VcsVCR6nqyXiZaq
Qf1F4C+SnlUQvtRlvho49RlUu+FPZYRMI7Gikf4MN8YWYyKJW/aUlDH38Kp9R0Awgsg3dvI8QFnK
HNk8N9UlSX+pjJBJuQUV2NwsFq0QL6Zz3LyW+kWENxO9lDB49F1t0e8iK4LulieXgJNRrY1Vrvrq
FRIVZObJzRQ4FDyx/UogpAt2Onh0vTFle3ku2fmcANcYCxH7bZrWP8nv0nWKXObg0s2GJt3L6BVU
4hzcPPL66iycmQ0Ob8puyh1Q+nhVFg7JGCMrQmfj/9CC2sBhk90SPh9bpeim5tsoPwvEl4QeE6E8
cofRxRknxAMscvV+ZSTrrFhZdMjBFq8uY/xutQCTG9nY1LOfNP540+QRjToJ++TPl6f5oWugoqOS
a6dvYjQzlXvty9eJaS5c3DFyjefx12KQMuP15gqJIWNaXI2sdBtkTiFvw+4lNDfZ8t0Yfiw8mSYS
FpOi4zax7iMvZR3jOWE2aq1KcipM15x2sOJZCvlVDPtGuKbwo9INndkkb9MM+sA+772kOurQRYr2
Lb1NlSc7bTeFdFY5eaH6NUjnIbuSQ5cwcmw1D8mI2Wx09vUyfSqiQxEcFWklh6sIO45wFSTYwGKq
s637W5OvLGs4ksXyIBU7XXIL1c+1yzx+Q86nDE995uebvnyYzdWk+lX82KQIBC9Sf+oZ/wffZF6P
ZdpolmeZe+jsubaWizXBEhFkqK3OWPLfsuz/rzDsj4HE3X5jwIWj08PnlaLvrtoeirIr424eLgtj
wBiGaZbgdFt0ZJZJuBUk2bhZan18ULtatds83BeTHLuBRdh2dMvYrRGPu3E6WbwI8ObqlCLYGJTO
MfQcNkMeMEixe2t4NJPisQtuU1wZuyKDUG4Ct3lpoWx1eTStMFwGhyGdySceCUWkJWI2E32zOkWy
KyOv4cwOqE9MT687J850WJ9LuUoHCFp/X1w/N6FURugOb92gJYraHw7SP1AxodLaRIqE7CoH4njS
SUAivJz8DwwDlwGdvDQgaTHDt6lvW1sUw/6rHvxWh324J5zATSV4U0DeevA7CEvrpcHAdye70sKp
+7A6gQnMftWp73ELgbDr+h6JDxBxg/uyU6TLL6TjTJ4qHvS/X4vb3f90Jrg5yAyBLAPqz8dtZlwy
HDSSIb8umfiKQwx790zfRWqsudLlI6Ej4VdF6q2s+nRIXSHDC+ItTeBdG17kStYusgoA2o6da5bF
SLyr8VOpLPOEdw3yCSyo9KbAnLVsA9KGmgcyTR4VNsNtbeI90er5UyhjF9WZc0MJVAxO19zii34b
E5sWGujpi6v0h9v18ZzRGphUp5T+MNPuC+t4CbBLiesUMhzPxyAV0WqYRNkZSdJ0pTHuSG0eFvJG
aJp0OLuJlYenDqJFyNCxL7LBV0NLWs2i2K9kzE81kjScFCtFPwxavK6K0lqZxk0JkydQMtquXbVS
pa/nEu5VFMU/Z2wr97OUr8ZZ/sqU4la53H84hJncEjyYb235x2egnaspKNUlveIkB/fXbB9nMVn/
/Tn7Y9jxt4Pc3fUgJFZJJh3+OrUi447FyP1YairYNPxDNdH9GaHs63oGIJsRxqS31kvdPxRTVvnY
8TQ+fqmONMoPk4lKaBwgfjF7ckQIDe6SYB6ONyFVGQomHPKQ+AnmmtgexAmVYPiWy91VvirlP7/F
N0hdBssy/wSB3r3FVWzqkRYtwkXvoDeVRrR4tYgLo0Wm+yaqaFp06oI+3GvTDeQNwwZxrYnpZzia
Xzyg9041vEy3+YUOZfI2yKBX/XgPO0sNcNcshUtfZyutU4YVweyxJyzqptRIfZfkavYXuHlqSnqN
NCsPVtxRJKCW8ELS7fFSYt6CBeBXS90NTry775j9Qw/B7kFUsKr4eGJFNZLI2jTCpbbmhQzp8aIs
9Yb6gPDZaUQCXHSvA0mtU8A9zCNhJ4ImOMYMV2oQSPhShOha5tPLF4/j50WIXp5Vj7uHXfef/O5/
TmGafoiJ+qvCaxaYxXGhn9WVfhVk5rhbCGXTA6txq9TEv1PF90zlu3D8qfSdRh5dIuymcq8wK1XF
QsD7tsupFfR3Etpnv54LjH9RR/w54f91V/kfdsJ/3LtP7iqPPxLcm9ruR/FPX5U//9P/9VUxtH8x
xKOnxsSeKSZGe//PV0U3/qVgFQygwOIN0H0bKPw7A0eV/nUDZkkCoBAA5zc5h38nkyi3EBy6c77I
IIvy+r/yVblb99Av3ZBY1GoqFCmm7p+YtXkkzSHIz6og8YZopnTuNiopnPu6qJS3ri412KohRIRk
XEoqfdK7zXo0PHWEoaZHuvxU9uXEyAfajzXl1YZAjlDfV11KzkRWxdPL3MvJN75nfDCEcFkvei2+
JvSVb+GY6ODLc+5as9Q5A368MJHC7ItySr6nD/MhwU9w8dexBZcYFpl3SEog16KB9zZVM0bL2HG1
1dOt+up3kxEE8OvEBdtfxDEzm6PeDX5WBTv81QpvWubsZ9uYhYuaTTn3OH/iYGcZzxZimStWNS2N
fTGi3malNbFwjsNzVFryepSV4WymQIN2r2mN5EadGql+sUzDSTIn/S3Au9BNsrgaQJiDfXUjNPRB
wQWRWzvIo+ZNV6eOKVuo+MTUmD8mzAoXXPhGqIBDDY2ggZcAu2vKCSv8P+ydx3LkQJZl/2X2XgOH
xja0pFbJDYxJZkIDDodDfn2fmJ4y66petM1+PiCTZATg/sS950ZEpy6e8GAJyKr+M7lh9tc0XWmO
JqkkLoKRSMVNB2Dm0TW4VXUQlRc1xskVriURd2bg0oJ/oO6dfPJxIveq/Y7GRT0XDUf7ppdt+t0U
NXdentTboJypjGAT4ue5MXRXief2yXaKi0FuFF69VzEO3Ydbjna+K2CLoLgSeYeeK6YoWaYAhdtI
2NzbrDO91rMdYX4N0DwEcxVeQ/D3x4CI0u0Ak+hAGl4K/Z6KXhEPdiiaIn+Yw6LZx32S7SrLyv+G
ahTbuk/juzDOESS4id1fvD6wUWY6sGUtOV1lFKuXMsjEblwsfeCqLx7GpsxI6BzqXdsM8H3Gcfpl
PBaLK6jCFfjvqfxYYgQXdOrudRiSYYf8pH1ze+KzHaDfrybOGUxmS8L8EnfiapK5tctcjyTCQqv2
J/JH754S0Wx4YAb6xQS4ywJNC41W72JNsfRJsI+6U32HtaaMJ1CGttllKuu+TBjh89B3kaW3BG0R
vVGNDbrqqTv6odU+GmU797XEGlOBaQFEnWACicSpDJCWtosEFlFb5lwLVhKpAt6d16V8C8MQZwwo
oz0heDcjB9nrhWuCx45b7W+VORn+RarJZ0WyJrEt2dyvi8w1KMzm4bIgVmCy0Fjzr6BAEGstYRKs
MhMxU3M88lwdstd2FXSdY7fMx8W1v7nt44tOYMrzJvxuuZ0pI2cKYYcCyR1SHElifvB8Ef5xQnNN
c702kpRCb0DQ7sVi63U4cUhu3qqFjywmUfthDJkFs/vwzu0ktzLx9T5N45NJ5JPqkLll1fLjN+6x
n+KtalR/yaOu2tUV6ZEYdaICxa6c2+F9tCUqGRtmOSYhx0r+CPncKnG3wCKoSDyGuJM+TmX21pj5
RftIajLnBb7PcwGLyk7bQ957mNCrTZiPe7/Prg6QyTieulWaA8uvDC8TsDjONf1CBsEX+PU3HTCy
CnjZGVF68JXlvoxf58jbeMXwO3Xcl7RAtw889+oLv7kXOkK7T8300Nn5zwwJM1kRDnunjLjAqDmB
dAZFKg8uu/hF/6nAozNBRbwIIm9lhmTTLgzB/LLDHwV9nI/AiUFjLD1yKVeFF5MRGSly/eLO5aWJ
cGxDLkjHjkGtd7AQZmskL3youCeB0Thb9irfpY9cWSjfXHsnTY9lUxWHOqxfXPixJz156mDSvP12
UsEYq0oKFNcequ75Nu7/EHka/hGRg1xVeyeEdy8jGbyIP03zLL1ha9dl8m5PLWObIVrTqjLySk9D
tdymgGNjzN6X8Dn8cFkXHJgwlteL+vQGyByzA66oyP/UdvuUV45aG5J8Y+PfzWMJOS9Dqu9Vr/jz
XtLwLs3SlxzLDgdf/RMX/P9Ty9JV2fHVoFx2jQTl0o9PARrp2q/2mdWvZeuyjiRXtRxsEFTW59JY
hOtaV3DoqzkccO0yzBx81LczUyq+XAT84SEdHLWzJtQCKu2ezDJtcgsnXNd0W9tP8YiYjgngchRu
dm21hyKE7MkMX1QQgWvuWxyynFRj3oAiC5lGEjlLHCsnm599JJn/YSsA2RHfVaad99yE2yyqH/u0
ui+0fJRkUm6sMD9pnzmsJaJLLrp0XcUDAg9WvEUyZej2s/vcEfe81M+iwz8Q8L8lvo+RITqSuQua
oQ7YSKNEpDuutmbw7oncxI6j1P04DBcl+l8U03dx6DGXTb4McpJxniYmh1FAZ5mdl7ATK0aRe9vy
rsAmQYpo/ynp+3MZq7ua6Oc+F2+eU1/kSM5G6mKch/9TcFn4khWWxfiflA5rlZCuPCYj3IkF8o6y
NzIo2USabT1NB+O92gbSeilQT2dTH209DW45T6L4YNCdT5V3nZSf713yuAUsrinJkDM6E/wWAp5x
qOUAXTjgLzJhxYDVScKNQMKjRjTQFlzJVWNbNdp1M70soS9Ote8+lR6b86hiGGpqftqSO/MmqpDn
FAWoaU7giOfb4hoMeFgTuEL5YhFl0PisKKksTplVz7TsKQ6Mft4a50uNfr6Z3SFeeREK1CgiSLvN
YiBwmBODZBY8OMQLdFle74aiTZ4FyEbgK2pavoagf4qb6k0a/35xKudtIi0hvMxx+MrIYl2E5W4Y
gxUwxlOIerJEWtRFQIt8JslVPl2ZUpr2LaRjXQ0uX1MnsofKur3T6Jyb+c5NSnYpyIZE8OrO7XoZ
inAdufkvmzwNTr+02HmVylfBVFf3gElvht3uM/D1wzIxRwYsvp5x/SYLN9IiD4E0b2HLyLRI8q9e
M64zdrgzHUEN8ubqCNAiZSOrHO0NNyuH+zPUwWszo55Wnho2nSp/Q4teR0bgegCise7MdASLm/BA
4c2jpHzuCU1Qwsc/nz10hXpO8/S17LJzzBptDpBnpfUDu+LyDvlFb3WHEi/GVEFUi0klTeuXmfSN
lWxwRS5OhP88PRVeimmjak85fRzbDe+V3/hXRD7pEDdHW1u7YgQctgzWB8htZszNaS7M3zxW14jV
mYZQAe/915QjrxVI/bGfy9zz2A+YJ6cp1TodcTSmKvtMif8lSGJgwyCCUxLMZ4n0s6vAECnDkz+L
iqGEhRcyxQCsMRgoC2bRhGO2ythSVB5r8PrSTfHNKB8va3S2INXGI+Trdtvi48pDDDMIfFZ+G+FY
otTH3KYfbLf+rS3Dt+XW2T4h8GEj8tZfqRmvnZmeE33LrCbmgB/o70AwnwtydjO2UG+JF6DQ7LOn
fDDDJgtHhRoM4l7X2OuhwyZjj8NhsMj1u22Rdm4Fs65fLLoA10+g1OSvk8doyS+Rt/dErHv9lmj1
EtI7E9zclh00elJkrI7OOMOqzEqE6PNqTj+MJCSmLE9E4j66KIRXIycKPojgM9JVzqqDbcLslPi1
CEsQlBebwc/aHSoVPuQs+V3ECltFyUnJhnQbta21Rijy1vXlY7wsV0gUI7OUNlqzh+Kzb+M/k/I2
opofm2zUK6UDAQopxwBo8wFPnIk57kSzTef6o+qy7DQ6FOA8W2fpzR0E+CQ5JKwZ4oychEHrnaWQ
B6Zk4/RL+ldG2CUIC38rRP+gAvvNdUNoVexjEs3JwUrJ3B5Kv6jOkPBJpYqwAQI8bJq0OM4wu1e2
Z12F54c7p1KfNsTolYUwfW1p5hlNiSWP1BjQhJWLZ7TBk9DE+nEx2Vtu0gPD6WuSgdr3WxTAFYdu
8N7GFtuhanD2qY0PuWysQzcVr8FiZWtHTWxFeFDlbN78cr666AxafzmUwfDuJ8u6qrwHu48wLE2v
44QzGa9mY7yf2T8nSZczeZ/d1TAu52WYzplj/WnJTN4kKatoKznbsfnldJQ50VKdFycAv8B8aNO2
WFnA63+pPt4Gmt9haG1/3ev5s24RJo/58sXv+hWOyYfbWXdtlpJq3LjVynZEjP56+B1W5aMzpxfd
eRNmisrZEJUGkWryiLmRGup+EtjZSSxyE4fJ0bjyklkWtj+MV9V0qQmYwtSSvNT+nO6RmrDSweCe
ak0CFUqm/IaCVhEQRTDzFNP92q84XBMXC91TmOiTDvyN9LNl1+ckFm/9gmPH0j4Hff7iFKZf59hM
F8/5K7GxyGq45FO69e35BaT/vG0Ds3ea7A2v01NZtNT1HLm9IQatgy/nCrODQz/sEaWkL0D1LZzj
peeYDXmpzWGMeK8Revc0jFX4EQVVB/O3L/ZlaMZdM9jRsfYG/7Gl7N7qKdAlEAA5Ha05hhCVMie1
WfjvTbc4f5Tx7PewSWfirMZgOdRNcgjYsXKGLPC3pkmyeLXi+7xzC9DJTathcHaWOKVuFH97pe98
WN6A1pwyg3B1peLsgY6KmJp6auliu3RIMELMAUkdGCxe/KGinRtKOstoks6fgk6DMyOD90HVQKqF
39/6iXSEEusRp9K4oiXoQOH89Fot7ic9lD/NGDfnocnEQcjQ3RZDPh5Hs/SHdjHiLuh9mP5TjWKY
MCoCfhnpYHqfKBuZffsfGQqNtVf4IsGvjqvWT/H3ESYf7OYgbH88zvoLKUW1txKRHb/6uh2+bYKY
TqEp1AdSNGQJ5RIBiirn6YTbYCDpPLgZY0dZH+ysjp9z04SYwIRzAP6f/hDxaAgSCHQhVrc4mPCQ
WRXK8CRqAZ1WzfTXFKm4r2LoXnYQn6ZpHrdNBH18dttZc9xp/yfu3emBcqKP1rpJ3btELBmNy9R5
p6lgXZD6FMcG+vu6lb45GKxwb2Mr5Ffj8OFPWfVnqaPgeakXs7W7gjUr67M74zjHMi3ewszCmwCd
aT91nRLrNmzsrdOkzVVE47TXbR/SYTUMdDtks70U0WEkw5yHlqT1Z5PkAaSJljmrpLkEgFFHbB5V
b8M+DBz9Slp9+gfu3/CZ+5Nz1F417HQ1UzK7rbhCyxZXK+65CuPRnNJINmxol2xFzOWwn4YUWDIn
OvET/ky9RuJdcBgA1DwUXZAfZeN156hPpt0MvQm0nWfYp6jpMIYxmLTSa95b6KRffmfeO/J7TTOe
E3opMA6OB+kx8bPflpNzrqouSgu6pR7EiGvF0RoVrT+vpqFkUuL2+bebNvnZbVzsbMqhaLQQh25y
OyAjzcnjB9/ql5tEQJ2GbmivLfEFGzR59/za00vu1/5eSxjnAfzsded7d61DL9ewWR/xB92Zuvd5
rcUYHDrkVedbYsdu6brlt3BFuZGuvIkD5LTnhikfWzKUfuW25xx9ArqYSAE46GJZXdt+gGYY5UH6
GnF8HODaRygofOwA69kndsqdu4DeK/DupmKsMKLEbrUDMM1ayLtxdWwB0CTI7D9V5uW/aCHCnz5h
1j/HY3xplIs9N0nn92K2kxfQpBMKCy9g2Yv1Ng0JbVKO6bYu9AvQRLoUnAyypa5J2NHXVXZvBQWn
9uR1O60n0A+RqR8K26rugwTURObm2EKaANtsNw6XNFiWT5TiHL9p7z2mMpz3diHnswsG+T5q5uWT
+8GlMg5RCxWN26PyLgx0Pq/MbrmryCH8pal/+k5RQlKzXhRBqw9sIV0yVx37tZWUcikI+rOc9fxi
BR23DJ1eR0xKnSCRXwQWPLxWuyWLu3VjdcOZbiU7RoFCjOiTBmijPsWV66brcLHsF1WnpBDGTb5r
LWQ1/hSBlprDfjPkbY8XzJLqSwxzseEqtbYdcvkN4VAdZQEevZJ8wzVr3up9DuPlXEmk+9IT8Tmw
zb0aq2ef9Kh9hK2OGoeiglQh+HR95T4vQTesbS9lIkqcMJ1xk/AjkgUFzwIgJRoi0MEExL+qyXJP
Mob2mA91+rz08Jc7G6JwG0IYDKKlY4Dgz/KF9JkIvF0TEbNkz17wICzRPuq6KS+OToqPwqih39V5
E1x73stdk7bYEyrTiztiTdL0YIM8hntvUt7uoEFJEtrJuSp0Z+3GSQsD8omglZVpZ8z5XpG33cbS
tXmpiCB5zeKyc7E8R+V9682w9mIWe5fJ4YW0g5oBdk8HSAfv0pGGOvQBrSzgZuB8b4DIDeeAeBtc
tbPrQVwltokQRHbvUUTnHOoGVEBXUP/409xug7gpT8pu1bdcSCV20nK5jTibe1yBXAqwmyQit7u6
8MxTNQfyPWSf/lAXmiMqppu96qb0MHXmv7Kykum5cJf4GZlBvTeZ6T7sSjjfAp/ivtHZfJSiNb/J
FI+/RxtVXZ9Z9rMKM2CymW8s2M0LuqBQRLjsfeazateW2fQWRBUY3TjhRGbmoXnCRxlee7enp8za
EaTKjH/uMyyT5quDJ/I7lowzcaOU+jBESUMYZIb4ahWPUXZIizJ6KSvCi27steyhtqaI0VKQ+PZG
k6eVbIe5p3MrRzZXxNlxRFkJ4CymPgkJkwyYn0N7GvejmL2HNLfDF7YQFAGt0/c4vzJMxgGF4yot
CAnkltX5QQ9J9Oa3BOeYEo886/rQX0XEKnFgKDWcFq+uKGoJssKn2zexvR0Y2JzHJdSHqS8nyJP1
uLeJEvyMTWH/csUAobWS9cldcs9eqyFG2MVJW/0ksu+OUy3jexKS3DdBgXLvwf6Wq4z/f10Rbot6
ML9xpJRyXruW+fEuapfsRZXS349phmWzWnJQALnwsM7JNUGiYi9r6R7r1uW4n5Wnn9uyHLaskHCJ
1+k83+tFiWtW+9N34qQkvyE2ec4mkuA25ZTYdz35cg/JjFSqHoOuWEOlIVqyLFHETJGoo5VjF+lL
KyJxtKwSxdZsxHGeOJHITE/ajzDvf5Jhjhru3IjpMdFiatz4FyHstcyHTTjUD3GSKGDm1gINaKGd
kKrbt/0hYedIhlFDDlTcx9Zd4avgzBoSI2OeZPrSammf476z+EalDZmio4Ww2gmDTM4EiBPsB7gz
I+lGOlfHm/RLp1r12iQWo6NUjMtpMYzj1oHIxFYWTLPCvgrkyvTucj8GccCQLR3sXT02y17bgFQi
l/qq1h6F7QKHfWA4/EpTF58B3DeYG129s2ujnsdIyNNUtjbLW9fxHhmfNcDZnXk9FMisdISHCjX/
rZ9LAbjIruKpQOi/TVUbPCdNnFDzg6l6UY3jv+tG+Hssst2bN3r1wYxAacu5d+CYJelXvKRCoGD0
gurqpRUB6GyaP5CP19sUVg/YF1ZQK9fNoluBESJi5AzxtkQ22nuHiff01vetf0+LIevrbONa2cTk
6hXbRcXTrsIi0967mW7uQ0v1AZjNGjVTKBrCHxsv/25bUsVQN6XpGQajebNzET72ZcJsuFP195Kr
+i9oULWjFOlfx0rxTpSR+2voegh9QdGUz12KcHZyKgR2iWQSS36zwEOK+bEr+/4udhsyXLz8BrRx
0/vGax3iNzvUhBbZokVpqXumTDxZJrK/sjC3631pZoo82/XAjSXD8MpYDMWoyRK4NjVpn+HcuFv6
w2qXiD49ZpxKOFZt55Xn46cj5+neZbqE5C0yT8JE5mXpBoYvkyvUY8VRgyJxcXgUyiqtH8OItQN5
6iMoQgrmodHDliVA/cMWod2P9VxN7EzkvBW94N3pWpJNVq4eqwuxtobgtP5R90y/pDeWLyZV1tat
I/vEWrCbV4a8xm3Q1c1rWvTBjsNO79not5vMnYtu45kk+e2NoV1uSSdtN3Jotz2BeKemNfqb79Wh
JVPmTzDa5cYYYT340bTcGbwXO5miogpmv7/Wo0Xz5AadYUxSetRqBDRSzWhoeCQG5NbyEmXRi87j
6akKVLUl+MxMcFYtL6GvUu0uabzltbRQedFUjOhY0e1qauvRDTVq61Acl4WNqOhkvJEkYD5pLr91
owO9KcOk/qwQb39yyIwX158XMECxc07pay5Z7S6InBy1MoGvPotU2x+3jBcURywxSBOVL3Xc/VTR
/6EDp/FOMVK52C47tJXVOiXq64rlUk/y3lm6cXU/5JPzNfcwiZxwOqGeQmFWNJirk6FrIQ+p6cGv
QwKRy44J4Jo5XgHUUefVJabDWvypfMg9QMq5W6kziY5qZDlQmy3XmPoWtT+8cgox7KBF3dNaUV3Z
y3mWOP2xhNaM/5yfopzLcDVUNoijpXAIctbTnB0c7qKdv2Skl1OsNG9Cu/KPHzBItBs2dVNcIo1b
0vGql2XY5nOsV6bq6tOk7XMZ5JrHxH93XB0chIPadi5k/EBOmqLyzdx43zpCIFb0rOquv3m+7Ebc
lZDCvhPf+irCNH2LGuZeOgZYWFlm71WM8Wi52LEXEbVSl743RQ+ZKUyAoDViYvfk82Uz+56ZBy0U
XaFyLHAw4VsSMdZMiiVYTyZfBwNENavB0z3W17EEUcSv8jR02jkPBfM42t9xlca3/r2X96pT83ud
s0+ZKLxgdfNno7PMN0Vb81H3eh/o0X+ebJKQHYdZZeQsdKIgJDGJ2wGSuFi/tuUSHnN3to4UGafZ
mT7FYG6/e2lAe+ThfYk2dszrLTPbi9NYn3Fdn8MWBo9dHicZPeVT/ZiP+rrkS8VH4ZSHMIofk14H
bwRol0Q7DjH+FzGthPaPOZUntttxst4pO/WqhzNV1uZp9JGAD54AZiQmOKwjbX3Z7P2RirpEN/q9
MG4+IdtyipXtazgfOaXg72waw5HlchSsBan2+8714JFhk67VjlnYfJqEozfZ2Kn3kaNvv6QeRNUs
dN5JMzPrJF1IMYnq26hJjU+GV5qs8P4mE8MQyTC7KwCxdHP+0s14ShjFo+2diD9guDFWR9N4rIHD
sPpkyU1PXXbw9h2PJVDvs4Gf3DuL3nJvyhmKFH0bPA/H/puriT/CauIAfD8ZoyOCpY3s0vIRgYZ7
R0vKsFdHMxxPP14QRnOrT0F14sIa3nNiKVYdq3gI+IZRPp350Z7S+M1qfbnzx4jNoXFdmobCYuyy
snteMXzR4052NZcUYafqMWmGZjwQ94ZdotUFH1LDcm2s5D4PcxCBThT1G/+2n13LZDSMly2jXzGJ
IscaFphsTjdf6BZdgjOZita0yjfs69h/ROwPf4omZT42t4n5tGaveQLBM7EzggPpLNV8ZhRcWxvP
A/BaLXjKeS3AYFpCIHkzXnfhqh5fSdTSlw4Bzpcv+o4ZH1VGtPZwwv+0ykynKffTd0IMu/M0Bw0L
3xlnR8SyeU+oBYCEDi1GsgYG6FCCWQmBvIhiqvUwhty3S1bC47OoOhiwzKN8ZvaGEpt0j4XGuvKd
bedG9WWepGi2iZns+NQmDvEJiON0tWOPj68gZxn7XJJmfAqJhb8G4Viw9C/EUcxFz1Zpkk/sDlvG
CTVYxwY+LdIc4TN9TKpTTLR0uZ4dae7jwsvpqmY72xaFG755aYCDhaUksl5Rp81bSbDfbmg4iAfC
/h7lJKW3Gg2JrfYSySsFo3tkcC1SqI4NCdmwOynQUmvW0a4qR/Bz6IRQB7mICMrIJunehMHJUsFL
ScZ8iKI6ye80fek5I0l8F8POAICd77KZGHO3tqy9HxfBX1sX2cNSemTY03g4907PC7gmzJyQ0MCH
31cTyVEkpr3PFScgS7dhl4lSbHyiodfc2Px9LBZZ//PnZaM7PA5EGtugG1qxDYNxfqk9ePR+HCeH
GVUFJq7Q7BYSne8sGatDnD6mRBY7dfbutT5TiTANV1jEhudKLs3Bonb9ICyb/AsbRwi11wBeWJCZ
XOTioupuAPJmNT7U3qh8WEyaPc9drx6HcPltZ0zttoz7QEcuhYdxxJJz6ZCOm7PtEn7dPElKzae6
LvyHlswUYjWrNlgnThB9j5lXHvO5gaFG0DJLBs4w0Vrir+Q7XJPWmb5VdKE7jgPnmGjw50VS4TUo
nSVlPSr9a9Q1KRKEaDipvqJ1UVr+ViIGHz143sViZ3BqhqG+I+E8PLIqTHZJUP9OY4UU0cJpqegX
ma7yM9rbs9TLhr+/B0WluhCykw6x58nob1csywvpiva6D7M/jmq7swjKcksHPl/DKiNTLktCEqQt
6ykN+/5xZqtzzcqC8SeBruw22IytUgIOnx0RIP0nszr6osGnfWrpfleRqfzHya6ZOS2Lhjhq5zSW
QTjXh3Qswq03h94fHn8UHwjX37oE3iFNfsqoSUQ7+tFDlIPG7r0KdEDY+AFkU4CsTlSzXCuVxI+E
xfu3ZzTWpHCu0ruauJoNg3L/0RpuO0wau2UfVBkklMLJb0wor0/WssfluCoJD8fsFcqHqg6bhz5P
+7txLptrPqbOuB4ilvwoneWRHp8Nw1gwrCrb7i+mqvS9Fx5kPD7BnFXHKEKySKrXhcnXO9M4Rmdt
gyiflnJVLwqGC07ubZkwVmHZGVwyB0BTPgqgc7pQ69B4/XfcuqQ3ZaBhFruoL8PSxMcyIjhhtmE8
mygwT71HToIz59mmNQbJX1VLsr87rk8HQZ8LimZYjQvGl7CNHp3UnTcZuPOnRhHTKVRNeIMK27dg
BHtAzR8r8+DH47TqUStYSllrhbZp2/SBa69LHyA6mXF8ZJQn8blemLKQeTv1K+ME2bl0h/LsD2be
9E4Gpia6tcyJuflB3emk265+Z7aIRCaBC4DU6YywlVCJQGV7OtvidVkccz972Fem2ap+Sbq8fdIs
pGF1afjuZ8L/cSt9qyeAi6FQm8DaelhlUlm+atW8jl21megj7sO5a08WgeF3vQWtvExa92q7Ztr1
Wd+e564Re1by9qoqh+aBmT9/q3Qm2W8YG1lH5srxW5Bb074oLEJkqMLANZWtuu8XTkeN8hHwGJnK
5DgH0VeapMFBOi0ie8fvY4ceLH92NN8XkemBf2WfAaPQyAqmXqjHi53YU7JuODr0Kosy5wf1fL9h
2H+NBkJJNtpNAsQQTG2Ufdugi2L2Tv1AmWm6kb3L6Kl+5bPwepES2YAr6u0gdPy7qKbb0Wpl00+D
fOehp5EPN5KkWRLEVE6YC/w5FJF/cBqLdbrML4M1I3KRN2B3gceaSds2To2NsMRv2s8OGcs+RvnJ
CNS106eiM+uI9nkrWRxfp5qMgo2uGu/Hy1I2+h6V3R3TtfxuQP+19UMHNFGrj20ZLOw4KH/Ylbvu
VHP6u+ztRSiJnRae6P4HP+W/uXBuolHm7XAYItexcMPYN8Plf3HhmMpCDd/32aGPU4ytQtfNMctt
jhrDUmyHRkVvXZQG24au7YL/Gs9prxHm/Q9UwX+1P/B73KBD0sL4YLHdC6x/k/FnmUymxhr9vZdO
kPHT1Gwzp8v/Uwj//wXc/8u+oaP+9z+zJ/+bgPuVEIafr38Rb9/+wX+Ktx3vHxiPbuY0xkGWh0b7
n+JtOyLf0gGOhlvDBeSGQPuf2u1/2IRukBnnwJuN+O7xOvxf7baQ/yAHzQGq5EnLC1zHlf8voZgI
9v7VvSBRiJNbJnlAqIdtaf+bsHks55xhe/TUtsFSH3VmYBkS34oKJ00mcZ0T5oo0EGotmpK+VCnP
viL9jMSKuyj9xXaIGIPKHxk6avbPABvtvmQIN0sOcRFELHIZWKILx3iHLkd4DUbpNF/GD6tsvPk4
goKGMZpgSl6ZKItfBmN4a20Q0eGKfPPqa/Yr4qOSxF3aS+taSFT2TmoZdl6FXEDaR8uC3B2mxlh3
aGqhr4DnLHxbu3tqDmVLeKWM9J/HOUnLM1YQNpKDX7lEUnGfwotUWeWvgz7PnjnxkIHiCZwLSu+B
tLGxs8l0nIqFRV2SmVso01BZENgq+M5jLwKH8UKNrC+xpSA6zI7zv1Zvux8t08O7Yqpq0Pp2DKl4
yBIGgqYDjkIhXOKSsZoG2hE5ujgPUTOh5MT+QrlvW7f+teqUdYjm6mb49fPiOw9YUWy0WmgORuzQ
aLhHy/l0crt9RfqbrNMwafQuJKopwAJrM6EcXZXvS8vl82jDTkVYS8lb2esylNmv3o6Lby/OyScr
FwSe79k4jtEv2xLqVz5RRW3yBOXkZk6H8shq1B23k6m8dxLUl6+Ag03QQiFRWZdVJmdMaiNKPaFK
BXqOqi4ebZNvAkY08aqonOKiAxJYV0Wj6fXaoL0Bn+y2ibbtEnX3I3E4eqN56tNNgSmmwXQ/L5cg
NDbcuZFQ04MDYWLaDK00BFWmkuPb7zrnxvEMY6iTgcMiJZJ1iOQPSVi/KxhnQ/2tBewxFQ0OYZSe
i9rPaWfi7mcWftamqjk8VwV412gra2THxCR0KejumiWcThZYQY6U2KXHeECuGo43uk2E0WtcdeMY
3mlgbtiAI4GXBpWBwVrr5MVvqbBtT2lfVvtyEtlP2JnRXg1RTerB0PnDS1YF9tNogpgYCqeotK22
NB1WSB4c9zbChhQRRvxrLpLoP9g7kx3JkSzZ/kqj90yQVI6L3ths5u7mY/i0IXwkqVSOSiqHr+9j
lQW8Vw3UoveNQm0yI8MjzDhclStyRP2mZat8qgHGYBmOWHe5OlZZNCE4LoMfoLVxhxc3liqirxQX
Vrga7MnT+4zLDVa5Y2aKKBbelukyd/4NoicjfVYP5rWLBMN8jfdpby/NmO4qp8r9bcihG5ZO6GFA
G/M5P7llNOGvkRy/2wF/xnMaEhLcs3BkscgOwvGPy6znvWhk/5n0WfiULfkIxFhfPDFxiPhhod0R
zI4sDfUhtKgWmAdrOrBvQg/vhph10eJP52jKOTuWRSMPnmJa2ZdRujyNo2ajOjdu/Gs3aXGOk3aZ
KY2I2M91wg0eezcf32yTdTy62hj3Ywd86Hm0izDZZAhHxMo91FPdolQ5GZ0vF3tbc12jjLcPNW6q
y8CEXWcro6p58/2U9ht8L+ItqwL50pYwLtDlJ+yoRRGEnPQSO7gbA+yzxBy7kHVK46cbHfvFHzyi
XnKWTDkVmkinqIjKASgvM5fvTkVhB//FImm55rRVFnun7+dfVgHVpC9pg8EEu1CwNqbBvhrLB8wx
OWH5phg/oOTUt6Hyg4rtbIb+1i/ZTPdtP5Q3cvBwik+Z5pEnqha8bo/YskoGe8SWFlfCW/tJp5N1
4kdA+PBuM71VzD763rOzwGJl4EFIWKIEXVqSQtIbixFWHhzb4/ehNLMz7/S+AgLXJpp41HtJPn7G
kfTQNfts+iL6Nr4KSpw/6ah3Hlga4BbTTHwkerpF35Fk9CpMBuxpD7VVsyhG7Im/fHuswM+HSzHi
ZhlRdeZUswTKlASdIRLDgMmZaDk4KPHYcJOGj2OaZJeSjTBBsJXFsLz3IQEWFsWZixycqpqgc3BZ
GseQJ4btNItL2RDu83STqIF13ujHWBgrx+qvlqFwnLVmOHpu4h47GRvy6CQuH8HK9zu0qyDGGf/3
YPh/kxKTEtm0fz8pMb0WefXxH7sPXf/rvMR/9ve85P7lMZJcZmdKKGwSlQws44/u/+s/Lf8v37kg
byMwuzGN7w5x1X9OTA5TVoTMRwxTkLf+R/X4Pyem+C+Py5Sh12YMvkTAw//NwATt9V+DlaHgNwOX
xf9j4m42cM1/nepVkZXO0LrMG7UCAm+w1gsadH56Cz8+TjL8cgskkKCKg31pWA1XtKK0JjtYMRhU
t5xi4gizs82wdNJvlWxGK8MPESFMOU0cXi0JppiUzknGEG8XzOzHm4stoSZlt+qTzt70muKJyvvT
df1pZg+wViwctjxd2sOggXXUWj5m1rIfJw1oJEmT27ymqLqPqYftNJF7UluN5bYsi5vxNjLYWeqY
N55j5dx8Q9c/dBzBN82c3M/z/JJUhn4cnjhtuCuzZNwFTpIiSHMXO7iCZycLNmWxgENYAve1nDQG
RqjLa7elyGLRwNiSABdhYus/pZH+LVogJi9EgRVC+W+pwnibtKO+swO5/PpW/u5G1MC4i6Popy7Q
izmswEJjfy7jwbuqUC7viXU5xzKjAZJTs/mTh2UNsD+ZnJPPinXBo+L7DyiXqNypf9/Q8DM3wXts
lPM9SXVxpEtib5vKaez7eaouGRftJde4CBqHn+otN22/iBsOUxDmx1QGu7RMot82c/xtRh8PcF0K
6jpgaWX6VkeafQaEIn2XFm74otpERKshX+a7ulXlWXBXsNQsSUr4aShYeUZje6eXqbrJu/A37ll/
ktgrWP64/TjD+SLvMM1YQdFw+jjL90EapkSJZcXYOGiSvTAAxmAtBumYzZiW8asrvWj61DpNAFy1
9m1TCu1xzlSu89TaqX02XXhfBZa3LRcnpxRbqaIntEO5Uc+gz2fXFtd1TttbLUUF80RN5YmdSXBr
Yr6NrMgbpOV8uU265uzhj6KBiNfWWUWgx622nE9LGqLeVG5xyrF948D2DqYmq8ZEippYue8lo2YN
wXndT0v+guyRbrBC0WzHzoKF477FnrpJoLGwkFlumYiz06W7CO8eSvF9Y9ObAQPvzOrx2ivsa+A2
DNVmJXvayFt5AxVqm0b5VTWgB9AEA/063UL9hR/F+UGQY+ZQwtEDHy3N6kvW+fRm+e0N6YBbYULM
G9ROFeS0S/0UStJwoF33IBDQKs10JuOx7oNjLx5M/dj63b4xM5P9VyFYQMwzn6eN81Tqh6EYbhNC
FxMrYh5Hw65DPLUTNnkdOu2c3KSQOKaappIGWksj3W1Pxd82XnBh5jI5KFxAS9fyrVrxVZQ31ZGv
amfUdKXYsEcE5PemIKY5TNgVx0AcZZ7pk/H85c7P+LmZZItvlWmIqVc1j9w21w5xx9QFG/WeF9Gf
DKexoFV3jigYGeKjILYUc/abe3nrkp9vipBwxXLFqXWT5b8eTxWWAxm9djmW604QMIX4Tkhijy+O
0SrpEGuo/1YJ85GG92LF+p2UpnOdydmsMYP+1krdsZcDISRDMjp2+9q047cFgoXwgAqPrkeQdiqJ
ohKfaPWH4hzpWBO9p8L5nLElpDdqAfY/5nrYz7JK1H1d2EipVo2LFjrdeozbfWjPuVhFbnPuJ0iz
Ei/+UVdLJ3aywaQvTZFd6TJDMysVIwSzGouXECkXyW/dZ5Dh7Hk7a/WYFtkPZLRPdCoecWDW78tl
vGRUaO0GkE1ah3BROFgP3syGWiwdTWN28tCVCUDl1LXOMjP45BIV41kydmxufLL/G7exusPY1GFA
dk9Rlds4z/ElrFuXmkxbDeXD9bpka1VL/FBJqRHRnOUDf1p848H1ThOXNW/vLtuuYSZBcZZYC7yb
wLUfs6QjeJRHr8pCQ5yUnI5jzAJPGfu6y2V+ykQTnyIOCGvPlc114s4RYxZFU0201g0IXzXeqdaQ
Mr60Siw98e2kkrdJ1fPsz/6EM3cGixqmYfqli4+8FpdFzGOYzy4lPPZPlAeHNEhOla4PJr9MtnjU
Eekmet1aWs6L9os0xE1UDF/llOt1oj34IHTkdo7zRVSE7VJKpdzg5AfkQ2s9hu62CYpt3LGDTiYO
jaARGxYvctomHEDWHD6hZ870LyhBuaEY3BHdnwQfBPivxLGLnepZodt4hcxIdbGP6zLuqJEpONeE
abHGIbluSjOsKzvDl1ayr8hvCWtgM++ISuFF3BZU4iRtAyfBMC8/g7BbljftIyDgvc/4tDvG1MtF
p8P6JTbjtep4q/We3PZUvPnWW25Ve1FwcArc5SWMir203lBMD0M73oTe9JRaBD6qjpwKV8lqGaZV
7Yc4gqr77kJUoURvSQNuB8IIXmju0p54dTrgxwHFQm7rMwzx5uGwuHEX+zjo7jhW3mau1E3cen+S
NntNiHEaM5wKLmLc06u0l1ccetcD4vwaI/970mXngNA9x+11Gd4s4fCSz3RnWuLJAh6wCjsc7HH1
s5jHVofUzRnaKpBMKGKavd8g8WmvJHLkfngD5mLJMs7GC5ZM/iN62OvMPiJUB1OmNwFR37jDNyls
ea6Vc2iSDiUkyu84vrD3ze5i16MiHVfTyp9tbnOOzBhXdlGU3WRA9wRx7lJ9tXZ+TOFa4zzaSJSN
YXYWPvJxF0/veRStWV5wgJh8sZ1ZB+FM3belZR0jWx8VmWqLnLt0wKNJzB/6JZvSKzG/4NQG9JTu
EL/Xlov5X9pjc7Jd2IJ5ah5MGx/MMt2bjCKPhQzskMTf3LSbTAuQGhpHSkipHv4lwkuj9R00zTGj
OJEPbM2lscazdKxZM0VLhMsbihgVeHbwRAvnR5fZe0ECfOGxkZJk4gbszonNzgOXgYuDJBSQxKz2
OBv8FiXOG6pPnJazaG07a1cWN5Gmj2NR5VuhfyIVnKcKi6cz74Z2PsBC2fnNssFcoog9YFWhQq+X
xzQEQ6YWii29rItRhARfrx1s4mJg053xqPKuWbRcz5gNWC6m95xN/3BStjbl+LaUwwY0LTXppgyv
Jk1USSP0nfrym6/yWLh8JjULEE6m3FrYiOQGo8Ap0AkKlynOXQsXHM/hPeELatCGUW7F4N80YVuw
6g63OnMfUixqfBP6oWXQIAB2ZxEeXiZn42fjsaOMehXbeuOOeu9MFGPj9SEg+DhBRgYIh98hj8pm
o6t22KD0m8Oivdc4NtWTqbwK3raOr2LsHavA2LTnTJb/NIv81amf4gXjO61IdT1tfByCg9XfY9O+
AgxxHYJeRA9k4vRA21041iBcgrS99zr3IcrNAazY+2hHd5zJd2Rk3dEis2/v3TwBVFlvlKevyzF6
QtQ1O5Jq35cH+q70St4H5AqUf0E193/ayj3aC1YhZtNd0YQEVHlrx1my7Yh1jUG5AVe6C+cXj+Ve
aHtqh2oz7Dm3cvRluZYf6BnI2A3mznb2SRQQB9v4tOUQH/lKu0+8oTnF9kHGpeQJUHnDcyVYcs3R
O6DahNIstY2wqbmWw/MC8oYAY5HHwZE1GN8bITnJcwE3MX4+3+XNkRdA48Lko/dBvBt1FjUgCm6k
sCLPVbLKEeMOtxGJtZtSJGQ/z0lOdRgDiXerCr03lXX0dfumMf2VihpGF7W5sd9FqnYFYkNP4nNM
ly3rcGLN0apZqJlpASaRNtr0kIohP6gPHHF7dsrbKOcL8a2ncFyOVU6wkN0dx1ZsiMMmJYrULeA7
y8bdV5WV7POat4akEgZlZVvUIeXaiC+tlzyE7bsso3lNKD3cLd6DiEqx9VsrghMZkd+hryjFE5j7
zlHaJHjC8JoDHsVbl9LfoVhHqnhuDXHSOTzkU3wGlR2tLfWJnkAD0IcOvbvZCz+d9EvZwbQPMjaj
rTwNzouoXRpAF64Z8ZR3RbYrkXs8gjgraeFFQNxriVK34j1LnOQtSnEHF1UkKRMc3Xm/dBwkcxco
ZNt1j8StkuesTuTln6XzjUaq2vV5wwwR9PWxH4hAYjXDpOQxXwn4aDwmgivhFZ+WL15Hns9I74mz
It7DJRmYrU6xrc3is5zCfDPl7aMzhXTR4bmNR/3ittnD6Hvdi6T5Rl7epUmBI5ignDPu8aff+3Nv
b90mP6NOfevWOnV5KdZkUTDchxuZdN/tBZTJJRRPEd2r7ll53larwlrjOwhXtl3vefNvTWpdI9br
Oxlz3EN8L24qQ4NUQyT2MGvfZTpVXYzgquQQOyspy+7MSdfamSoWx2EscMP0rt5BEybyGYTFe8L2
HnMXHrDccymdVoz1fWMt7xYukTXrAItlIiZ3IhjxIY58rESO2xi90skY7Hq1WNfCjXCL4jGxaSTE
dFFvnHLxfk2TNVhiEbXOhRTDbep3FmjAJaIjqqqJN65SPdB4mzodQUUHfH291bnbONc1c+5INIjw
Zh0fZD0NEVjoIvWf2UIEHSABg2/UambrJgnSfM+VBiOlAmM45RfBFgeauWtGU5Qr/OrhOhtAusa5
IOgZWrBdukvaGHwJy1CVOaeIbX667lVKMrlbCiz0Te05dMn47PItE6b11iB/IHEwWLwMPEcvQQmk
aaw6ZKNxXhrNIMfefq0Wjd8xiSvwA07qzTN+ZS/AtMqwMTo8vBlS+0Mg88Y7h21D1AyPFDxmTSnP
SqczrhpMpASpiAbU+Iyh0gZsmIuwhv5LozRXdFF6UH6rqQ7PSa+tdY5Vk2+Qf3kYmH7xQ2PUGtKF
v/wQFc09EpKao+2orVHeRg6Z1l1XaFwmvpfnBbQuH5A0anpGzMPJj2XLcW3jWcn83FZ1JnaBx73U
UaPL2JmCIJF2o4luIchvQ0zlbUrIPrScr4jXsn3sw1o2C25bvyvEQS4FrtWV77ROc2MZUcF1yCM+
qGNSYei7llgMJ6ZdVlprmwWG4XwdkpU8A8ppRxCiYQDPc8Bu/MMBLgt/cqroWFLpyjtlfhJMryWV
R9d97y0H3Lolvc8TZMWpi/KDu9BK8NB6A4BSngTOVeKImCdTPrXzvuolRDq/jzr2Sp5CqGh5mvA8
a6roRgYRyNKAnZ6/MQivMBz4R4wEMQEqnLIB30WwSH0T4FdiNVLAvccJX/iftS88QpdYrIdTAmWl
2tnLnJC0E9RNYMAz/r5MoZEB7fals6oHO6SwJPIb4kIOwDmtxE9FK9Wn6wqX5u9J/9Q9E4qKC59q
rSbbT9WsT41t6rfGYXGxmgrfXY6jPQMIGuIkhMqhZndb+U3V7yt3aR+yXBKFk0l6LxNc4EBql4BW
5yntdkE+UXgy03rnY9p5zZXUV2ZS8z3eBZb09kiIMOMxYIhvJZwfwHL89DDUjr7BX4QlOHpoKf2C
FjT490AxKfWE/uycOg1+ZxuUfvzSj9K/b6vRvRy7JdFE5WtSj0GrZ4SNWc6noCyBOdlylAgiuQ+F
XgQk7y0pj9oBPNJSSYK/AXebt5vYOL9Mftb/2h0+dVaCNpFOkVWPVShg+uSdhb1qdq8ATnJeuKSN
M1SvsGCGYONTHgOiALCKO6KG9Jin7mPB4/IVPHxzkk6dPiZ9xzzijZoN2WBQ23yG8XOZu/GrHmbe
3mWOi34zJxPr8Uple4zYy5Y4pvNVhMpTgGOc8lniGUFmTC2xkk1WU5/udD9OWt1yHamV6Bv5a8mL
AWMijVnv3Z71GDpTG+yCKD/byr4wOXi+XPyLzfAgWyKyK6FT7w3CP/toFUQBocUmCl6cqWGaSYmn
zI0wDtKPw/Ft8cjScXmF6BatPy1ofj1+TTTXkeDWaBt2C5d1Qu0xJHu3wHd4XCkBhd+GHb8iQKR2
AxnUAzKcOPpT6t91ENw5rIn6KJb3rHsYu5SmXYoyrlE+5zCcHnE15ydir+VJBIvY5SHOW4KdlN+U
lpP/OMXCiDM5ZHhd1aV3hPe9x1FQwhV5Cw0RVa6fJmjDvAPFBQ48+NONGqjqC9PmYSm8+ez4bcLN
JaIrgpMK4q3X3wueMIwdXbUdJyLfKASUfzUHFbcuJJrawj3sY+wm9cHxprGnq0I46C9RB62MtOi6
FSVX9wjcz/gJimp/HmBh24rXqS/33FbwU7ritZ39x46a1rHeW1N8BV7su/LUXl+aCBltQs22OJ4P
Q+wxVCSMHUuytcmwXoPdTOAjYMVqvNrl4mS7GoUIzg65ihuPEPXJ62afw08hvoOyt15YQGflzq7H
4LnAGzwKZ2vcu4RY8Gug6X6N2u5zWsrspgQn8TsyOJA682xz1TZu8arqef5RnlBvjtd7lJ5bm2jK
um1XJexvUWRCkmhZ1MRHgDtUk5VNUU17rs8yOxqSdq8qrOS36P3stiggFnkLmVUeyla+DQtP/YFY
6bwFddychSYBAI5MWx9p14a4t6zpmBHreHL+Yb0lPGduiacu92PYJ8judh98ys4rTvBIux2/aD/4
o31gbxt8N44KrzMmJJgVbmE+OrBvoPPwqYpKlYeo9e19voD81GG47CvLhhZe3U8T+tAAc26GeaPA
rNClNGWvc4dJesxKdx3bkGnK+jblFbhhjxasqUIBcZ8C57ETsdM8TFub9TYv8gsE4nJLTsQWsqW9
MSNFj7JqI7wO6RWyFqtwkQZbT7E8M+mFRzbEwfO4TNupoonTtbLvPgSm7dX6qp9yMszD0B/qJIB/
s/jeZqK+PIxR7FM/fiwtzWG21+YAeztnVsh4sVM96nsuHQ7JH1p+5D7wAnldOyU+/qYHs0/S9i7U
kLjz7kcaYEgltCnynRyyquo0IMVTOEVpaeGkJ9OXzxh7tyJpxUc4DwhLmbR2wcBY0A77NCJU2EQS
IWYM/jgBFz7u4vB2qCRKi1V2OzQt9tU9I12EqRqBt7sNGv/RjCmAB1bnbIvD5JPEMj5CjfuhX/Z2
bb21kHQONfXVXsllHDemW9M9serpptxG5lv6gI85aB0w+5ZknMx9kgbtyqv4XIwqw+0QmZcpLYjZ
pP4Z0UY+M34W+9o3Zsvjne44ok9TSnSviuaHiCAFe6FdqrJ6Zwz0M8+p50MtjH+0obwecfRzK1ed
eZtdRf9C0CFWiNS6U/6rH5FFoO4vRdrdzpfDDbnWe6eI+51J5dUAFevQL5NYVhGuXMASPQGQsgBO
pEDBac+9FV2ATJyDZyi4l2oS5YowXYBQF41fQA99BA97x/G6OQIjNKsZ3RCUovOgcKORWqLbOsX3
g6l+yzbmfY7qGZWtYWIa+hevQDpv43aHq4RdmudT9hB1XB7MYeveCoq1nWA3GoFKaJCHykN7lFne
3Y8jV0xB/QorhZ5nXSB3qhzUdYmx9TGmHyCOtXMcrPJJOzOGyOl7msITyZorTPLXrPGf439IfWNP
Z7SxV2WNpaFxwuk7RbhzZdad2Yhb7xA+w9uAqBgaRUe+kXcV/QVKXUVlJRk++MuQDFnuA7f47Aco
WAl3Gul0ASUfgkCkce8OOj2XXfbnQmyyZV2i37tM9sMxxH6w6OKeFeGBYuRDlkm1Zg/P2wkcfiDK
Q6G7rbZgCROLo97vldQDVdctAYZuJu1CovSjnkz04MeuoliXJx3Tkq2uCCAwVkyu9zRxEiC+Z/R2
XCiXDOpqRwQHwY0ty54Gjf56DMXJRcRbG3s860QPz9hOstvE0jvf7fMHp1qQ3PpoWg/NBL/FzDhx
4uijbVkr0pE9uzfj6KDqaJMcbTIAGE82vbLfZzzB2EjSVZTHLkIgMV4BNroexNPAowS61tSdhqok
pHyxigVQL7goqgdBWYhdLdeREzwQP/ukUmuPxXMPnRA7J6/e3qzc+BHAGwjLnLaa0T3OiXWVFt7R
rZjP4/q9odwir8zVaJU9gziQRa+pi61ekBObRiGt82CP1VSgkdtfwlQbqp3ytZTttyPEA/7oq1rk
tyrrNhifpxUSP4Hdwp8PUDyynXHV84z4aDJX/BnK+DQg5FXFqFbEUS+yIDfClLn6ecKF9zKV1rZo
2bpEmaZCHg42Sb7Fvwq79o2QCckMybKADfeybvuJOvepTbe8l/Fa2+NrqMMXXdaPHGcVsUh8G9of
23UTHccG35WHYjylDR3K6bXwT2PWXEkEpLtxsPPdMPu3Mv921YhjXmp0GSLwu7Cq1hMHwrfcuNMn
dAT/1uDr+c7TcQi2WoppM03DRUnPWwCDJABYUNcWIiltyF58X1ZJzxgM7fQ55QhiXbEht27FHFVv
der7H/ZFc1P8KQN+0eV+ihq7s9bMbR1Qu9htN01pqRJ22twzwlQKVKqxnb3vjqjOiTa3LscTXNGZ
feMEQbGQFWch5Sl7+QozRgz0mPKHYTRljyhBqIeKps0IY316lQqWl4jBP/aMNZE5KAfDAcphcddZ
T3BeDOM83iQefvad1hJnEb/eWSsgjn/T4v/PDPKf7sUa8e/NIOePMv/M/9U3e/kv/ukD8f9yAwe3
hcMDMHbCGK7/3z4Qx/mLYT10MXT4MEttD3fsP20glhP8RZOM7djuxVYbUq77/5yzbsS/w4od+T7d
yQENiP8bIwgGlf+f+n1pVeV/EJQdBAEbt8q/ukAafCrO7F549qZz7nnrvGvHr7cBYeO/wdj/tt+C
dd3//FkBPmB6I4WgJcf1gv/hONFtBwskxfpkqy5aWQOurtHmR0tVThZ8cbYtHOFGveaIH5xto4BE
BtP4GJZJ9dH0ojpjcLqY97LyGJV+cTBeeKkcZyOhMvcHOiA4+WYinxaLkx60dZcPLo9ChuC7QiWc
teY0eqyj+pwB2ln5E+0e2jc/cwf/caxS8ZVbTIIRxTRJvODyDxpW+oHHgEA0O5kZaiz2g2tMlOZW
l/2dcdv+h24uZhvHDz8jP9P7PPb0Kte48L1JAsecBZSo1uByvGw9uqHztkk1VN9zhF4e/MOSZ8h1
bWZaCx6ZumcJN9iLs+3A/MI5p+zTn4Wk6kR1FJRfnrJMg8LvbRfzLmNP1zN5xlZB1WmZWrQExxmV
Kk50qMucSXXDSsJThDdiy12YgqZ6DsdTOEXW+Mr81OHB5JhONw7vRf+2i0V8Zwpn+AKtAPnTgoCS
r5VdiQ89tQ50a/C/jGE8cdcez5AA7mJvvcXJHNwvZVJ/D0HNK3SYqWAGWWW8jXE0Lkw5zv57v7RB
TFUlIsIKkxufOZioOD35mQhfZxwUEBF6ieRH2nviFUPz4M7pguSwJEb/0fXosLHroHmAptBtwfbI
lmB3MvgQCF19hBvWsfMXF9tQf8KhSTojVYbLLW3LMD7VOC/YUERxUeAKGQZ/CymCtXvMD643MBOw
1PWl8OmwAsRzCgck07U1S+AexdJVz4TzZoJxbdA/SdunK8mLZ3JWsFCD32hizqMR1oDlSHsYY2sn
yoDtgQAa9cpB9EogH2kXpOxsk6Goi1C8aGmyeo1CF17akirrxyS6g2adK/cb5CTGpzjU6C0CWviK
biMycUJmMewcJihYQmy8TsuYs1UoQ48TqkDE19gyL1duLdz6S5aOugW4BGOBl+EEIQl8CILoSK0w
v7pvv5cicNhLhUlRs64PWxBchRpIVXeQz3eGNGyf3mu8PDwXeCjNjf4pusjLNjbiwxtHLNKQVWlN
p8ZVBcTjAKADU2DgVuAr1GUGtoYqO7X+3NWHsO/Lj0CKguNc1imKlpypp9vG8OFgPLM5UBY6jbGl
ohVjtc2nZNPxMr4Xvoy+uCZy79joxObDVYA+2VVKKH2+mubPLrOAxfVu4aqdxKF5yTwSZVpx+bBP
XGzr0ZVIRhvS/t7t4ngYknItoAN6clrcfVxzzaww1o/3pckDKM55UOarnjX45SQu+mdZw4bQVYWr
p6f5CrBCF6FC6NCaGX3gtxwqsFIZOzhb/1SBw1lyzvNhW1X4eA99aTgRYfLwifDYxpV3tpnG71Bo
utKy2uBgymqO8ytAGdZd6rT5qz0B9X4VMhbfk0NwzYHD+NBRWCU29QiaBSaIyRf8RiFLjYLFtLdr
0STxnK/YpS9uKbftHOi7pGFFtkK9A3Dp+GirBxKt3YMTuxHt4bTuAKigOua3EGWab2Vpec0J204z
bYYEp8m2AyvDEq6c6uEW59IFHlZSR7oyVQIhJxL5kO0Q+7t6645thiM7MaF7gpLiN8eWmsIFoT0X
Dnkt/0J/kNJ9HVTkivXoxmZPOHO211YLNpC9jmen13M7c/gK43EOtgvMbgiyrt1aTy6W26++4OC0
YlhCWof/ZK5gT/eE6VIxvrIvc9UBOI+JVhNerYJSLQtlYCxLHb0AFJmR21HZ8CfXPAcy/rDExWxl
nqsuVe46JXva36jYL9P3Gnms/4k6pyp/W7pFp0/AObLcFG7b+hzXHGfsHmI5edE9iBFroajDr1iz
rDITCX87q8YeH2NrTPPzXIEW59qi7y/lVgFc3aPZEM4nkBiIkHUiBTOW2MNolOMtn7NjHUvgJejX
dmAazkb8/skhy61iuIIP5vFXmjxOOOEK41kifqVVNCUGIwZHEsG9sdjFoNXPLLMAKrBClnPFArO0
BmeBF9ZbCU8kO2z1nzG2ZyQL5LYyeoZ4LnEWNKlsHxoUKLGJZtcFXEiS3NsnWrBNHUVreJSwquTh
R71UfkrzS/eNr1wPihUCfEtC2q15h/KiHV5hNgGntyvXY5OOVOys0wQQGajQEO4mWecBuZvSgNYj
C8fdcQD9NIRHZmVIdUjJhYNuNTpt/DLrgHVb1cV+ojYNcRP5tZje7Z+aITDuzVyGLGV9v4GINpG4
6MCKjtS8XDeaL3SP/7pM/tiFu5gNlSwm27uSqlT+9LpjHWuV4+04Uu4OZ429AdFbdxx/6NUtLwv/
tPTvx8IW11PG8xVwUjsC2i0y4fIJwV1/KOKYpDDM9eCrcbx03lh1LIdtjgGcKPGis+EO3cH99EkP
Db8dnNTsw/NIL954g2rTa+xPoXssMJzjaa/tGFTuyGPUJipQzW2w51KZpNk23UVVXGegx7wTO4jv
yYddO02cgWOYS+fAshgXmFIAIXVzA5uujMGWD6rJEBFKdM1NPWO4dPGzY0SSTBzseA8+7h3pBtXb
WLQtOlrpN9scPMA2TTJ1ZmaYfv0a/zu6Dohark69I5u+cCdHqP3dVN12RZntXJzE7KgJTuO+bVhr
mrE9ekFwcR7SzFclrb8J+7k5GlMvz1Uh4TsPdNBg/CeL5Oq+WNEKm1Osyc77pnKmCJ7RJRuTx+OG
HeWZivlV1YThAUjReO04egSRGn43c2EOWd8TfOIEScQ7ges1tOlO9tP3guthH7is5IakwGCEMf+l
hZtxF0PoW0Pycw5d4MnXasySN8hhVFPxd8UFbKIq5ktWbtyhcLiXyP/MkGkpH6kvDNtdIP2Dx7Jh
i8eadC50JBpjA6T2SwqELqPEi9WOpg3rCzbuJ5eJvps83GDiv9k7k97KkSxL/5VA7hnNwYwDUNmL
Nw96kp5maUO4XC7OpHEyDr++P0ZkVmUmuhpdDTTQi94E3MNdcoqPNLN77znf6eiZ0DHtLw2VGVUp
0hBWK4jssdPP93DbcB1NrjrVbi33luyMn5EQN348dpvayIpNMUMmD107Xqu6zk6pR0C3doFNgMHs
QQ5HZpPu/Tb+7ks8sJzmKvbJUsA6CRKJnpC61BZk2jfwKoZxEQG0g/mArFBj1RXwjZqIKIa4LB4R
rkyXEBzTpevS5kjeO4efgskVaTzmLjaDgeWU41NXheqE2jBhZxMkTiAgTW6szn4cuyDaWhUgP4eO
/TrEG72tWziw2VhGb7y8MJijvns3aWIQ4DraF6wZ6ruskGuHsBRXyqFzipT+Pg7KZ1uVJppQwzjk
XfgtJlnAa0008aqk5SnGRAt9rt97iTm9kB0x17s4EB+SI+5K9ySkl6XDYFqYeTds/JmXetMZvvtj
GbDdOyPbuhe08uKyce6VNbxgUiveJ40IYsDSf8pHD6VcUVdfdWAjOGu76oT5LT/SpHgManxj8cCF
o+KAETMXQ7lN0dJ7REYIY8CQ7z4HCe1+Ugbi6pdVYcdBbuY233ZrE+Mo7HDDZLIKNrQPIPe0WbAs
8g7IamV0PaxLM8t47dLu11wAPIS7ZGxrTPpsIdZbCiaSGicH1cXA8ig70DbYxwfkCd3Uf6f1gor9
o8D9/7X+X6ylCv/Pa/3HvNI/sn8u9v/4kr8V+/bv0pWeZZpUuqR7LYbXvxX77u8IyKn1hRSeRYoV
te/fin0R/I4PAzOIxQjYopzni/7m+RAeLQLLIssWCxtf819LOOIL+Vb/UO17XBCOFC6BobXrS66R
P/8HJ3fbQl7Nc4azYQPc6T2MK49xQWBqc2toayal3W6wDEUBDljIjjL/8hkzMxaxEGv1IJKxfDXr
KQiZkBm57e9RM6cfYCbLIyez+r0aOiZlhRW8YTMYX4oUk2oDnEsqyYYup36DcKd4gkgv94MORlAs
XvYrZ3x61iKL3wZPzw9pk26Y3Ec3hT8b5G5k49ZrdPnT5tgObX/UL0q3EoWYNK7gFaCMQMml7eq1
uMS8oTjY5hTDwSGjRHQLt/1F8zNk0Ucee7skFT+xpd4H2X0sXlQYFtdqhkkmmRoiUm3Xbj+ILxU5
xaNok/FuMEEcbJrK7m49ZcnPaNL2Q4944+qlsfuGtDpjPOCzbNgR48IiHdxrmkfuMdAuia5mQ2Cb
9LuTcnzQVrCMSoZGa7NP/QNRftkKxQjqjch0t0Ff1YdhkOFboG0BVK5mKIX4rwAIqYVv7pitL8hy
fyYhIn3uPWUkOBYocbeuGY83DoTvM4CyGVQ1JJbFS3eDsiXEdpuv3Vb+tDLZbzqGC/elxyRWO0V5
E2b4itHAAG8Syb3v4BrpHHPcmSpMOfYEL4j+4mW67p97ztFrWo+w9KK2PUFHHwnCaf+Y9jNRFV9w
6N1j0ki9IvjvCRCBvASxgjVFPsTew/F3M9oIXSVQwNdhhmo9uLJZ127rPqeJfMfdITlEwmk1as+5
qaJYMRqiGT2QRs+ItWzFfirrnyHAPmq1wjlkckbhGxektjdO9aMvXtxWTTge0uYKvohGvdMthJHu
WwU2cvlcQe8qpjDblG7VXUaua2sA6tu45Wye51HSW64EdRbAt349al0cEEiUez33AFGniM8DRf6L
NXjDy6i5ccB4zVennZ8ldcSZ4U901iWkDFX2emdLY9hg44N8Qze6qG2TERL4FiUbmq/2aA8n9FEk
KcIQ+eBQA0A9noJN3CjzMsf1uHWwqex1VXPKmFxMQxV7scKs2EF2TYuSBILxvbTH6SCtvL8jlASx
ggaetNHd9GryJQxxkig6Fs7SRGd3Jju88w5AwSE01dKj2zO6gHOzoHoBYjfBF0JLUPrFtLVnO95E
bIunfsncMNSsMFcm4XOhIp7otJ3ONs2vXYZj+GfHqG/VKWvecHqwnkXkNMcwTJCOeeCDTw0ImaNl
Yl8gT+SdyTEHua5kTp3XJiSR9GGkZ6hRdw7BF0/Pj4CKZoWpqD/FQ1VtHLj3Sw0D02dAat+imtzH
YuRXZoXQeXY/Zj/mvA2vJ9hOwyLcZp61K3RdnwsvCo6DzEwa+TVmDxz2ZFAKjxUoMyhV4rm9KwfV
PBZJok9/sHRjnFqQCrU+07QtziFDW5yWVvBEFkR9JlgEb65jedwmg8mfG9oGGjwbW3Ol7EM59OIH
UVExjoESmTiKnHVugZaUcc4ozlY24SQ2VqBc3DBJuEjfTd5p/j/gD3s3MIWQ0JTZt54w1E0MBuVo
ZNEj+paJPqh7x6mMKaQHozZfAhfsYXQoc3S/yVuUYbL2Ow7+NEQNCk+up+ITrIYMi4TpE1yHRlNk
0/Q8tmPCAFB4jyUh5RDPiBNARYRpuAdFULMR3TRFIHgnOmZqw8TqWzEyPE6uSWci/UzsgxBGu50A
NBLc9RERXuQSUu1WAAHwCOxGVX8KYYsKk91wMwHQP8R1kcHogWL6YAPCu3OWcNhBOUeo3FvpBWob
aND79IIhKCVabePGCndaDc2xyTkhB+3wasBY2poovaFnY3UIqTRA6K3RrNyTy8Y50TM2kF71ObLs
8ti7EoZ6V9oHuMuPhMDdTZbLeB4t9LZ1MgiDmaEZGiXRK9Icte1t46MFc89sSfr3fZE6u8ZFLqzD
t1JyLLaHDuK3HZxw+B/obp9MhoWPROkx2spICh84QIIg7yLDPHsBvwqnaFJbM3KTTQSmaBcNxgnA
27eTpvfSzmis1CQuTIiO0KDhK7EG6zZNanUSLuJ5r5AEojf+/BNfZkrAHO9p6qpuRdAWWUQSLWpG
Cw5hCrQFHHJ8+pP6BpHzHisdbYVR2E8GfY2dmQNK6cbhVyIwjxGzHNM0D/PDbBvyPXET/6ZVsbc1
XHRhohZn0uGBLIUabU3PWjUmWp4qtvJj6lP2IEGsb3zVX0aY3qc/+tmOdeUl21kuqKmFmo2Ue761
/Cy963MqUxKirW1la+c4QRJERxlZ7c7XPnUhIlZz5yoKwQQCxzfOaP3MaR+ljxiGvTc75m015B9V
iw4/MiPv6LaDc3Tj5luDstv5cYD7ewwq/zFTIRxMXLOgS5PobPitsW87D8y1iUFmExqhfMCUB9s/
6NW9L2jwRR0pQ5MfFw+yy8DzFoF76oHtXgrfd3ckPKgjgYfVOUbcdDSSIULY1eIWa1LjGYc+YLVq
GHb0TNjtujnpO9Jb4IAGUQItGa1h+0v4fzTLpppyvB5QkbNPEKkivUWwKk4BQcJIlA1ai3Pf36c6
oSXZTcMXYZMV/gEDuVtq5tGFybW/dQFjRnDbPTt3dgjtD7I3zV2ORPRoUlXvPBuDQBo/SmSuX9kA
NBxVhH/MTae4IQFcb/tW4DcyS6Dm3HxvlZNbtjUJ/bhjGC0P1JLjBmqbf9DQTj9aY+ao5x9tH2GU
PZ1djxgPgdSkNnemA6RRyRqqW3giwONYp+WhCRBXQA4ia4/FezCceMdw/yJhjybR5MBRU8iqKIM3
Tu6QUY50ofLJ4oNgtc/68QT8Sl0n7XrXPnSLHZbWaudG00/I6MdQ0QOEjGmO0/3UnRMGRlaVLJSG
DfZG6vYWPftYXcykvPWjkZw+Yzp3knzpigcZRVLzShvyonGXCBKAVu7iHZ6GZj033Tosuh8B8sK1
kWkDDDbs6oqsMTM/0Ak95tNcbnwC0usg+Blj58Z2yUPMO7JLiErbGE1PBJKPPTMbPmvjo4NRD/sR
qsfFZyvbOPPSzw+mh2mSD36IPHPkTo6t5ezyVNykffacBVZOqaqLxRJ2HaLqjGlY7ZPyLpjiZk0f
FZTXRM+swmOSttSQHSivTRnpr8ay0WgPpBKZxkL4YPYwOT5YBc7fjHmLo2GHPysdMLkAb9ZfCo7d
kDCtdGuYBb1kl+vXZwcxmO64x2HeESPkscjEHnsj42UqcHKu1EIZmESyF5H1lBmguVLUrQQoTHfA
rb7iYTyPMdFG2VS428GLXzrcGJnZgwysHqsu/9JN9B1mxI2QVR2XNO5REO1BNTCvySbE+jK5kgHa
Q6crihtiXNTO0Rx84XbeTCCTN5ZZnMix3MGbE2hHgW60A2drLBd0GzLp02lFyFXj2lCuk+0i/YpJ
0KC5bdUv8xTtaEDfkoHAZolk1auwHldO/oxeHS25qqGA2KcUIsvIekpbobuO0NRCK8JUIKqTRcPo
DlzK8Govy6ah14H6NDrnCeMIArPYSm7o9619DjqKGcI09oemqZ9IvrG3VofEmLSHNVbt9BbtMAmX
VikPUxyJlPh2JKiqBkffFob9nYNb/8C3QsAAMLGpOHHa50OtkPtEcGQcF0LNqG4zHkNqC7KbJPIg
CDKRG7P6e80v7QQz2jkoLxVtWNRmYucAQ9oSEa45vJXG7dAkatO5Fgz76JTD5C505248NM93hK34
z53vksRWjOat18iQQ9Hsb2sDdX7Gt90ARCajsejbV4s8+LWHFhCAgIWyDmAswyTjbEikWN4cEJYR
RO6zT2N5xcFF7W3gdNtOPYC55bIDFjqcPBYcDbxxic0AK+1+IM5Z5QEjGj7CmSyfG5KyQMB2a1fY
t1WYnGBmYJqJyuTU+skeG9n71HTVXQrJZVVl+pSVy8o06WyXDdEW4uBtwnjj3ApNL6ipLSKY6PtL
xDu8BOMO49dl8vqPzARWIsb50oI8WZHh4Bx1mncHtDPpsa/9e7YAe0UP/twNhP/mVT2+ihBZoa6H
X2Wfghp3gb+ILjzpYelnNwai0khrjvzNuEdvf4mT9qGr83RHFenyOtMfHTwkI/Twu7nAdYcDIrzT
Zue+IV/EdchyivZStNvY6D4xEbuLTpGfK3dISGcq2o7Vk8iLlxI0DDfN/dZW8GhX2QO74aZMcOHz
nh59EjpWje2azxA2wa8U5KZOTCmAXhdsugQNrWbcILzgtO3I+bkWA1FNXpn/sCO0STYO402WEnyT
+V2yNZPZ/okiYV9SxXcJ0i2YJzT3scqCSN8YFktY5KuIkHJVvFpusAUaZp1auaR59uAb4NysvdR7
sS0s6LTlT1lFSk8eIBIlyKoPnPGoLDSIHiJMgMHwl4lV2c5SXiBCYIIkehxPhQuvSybbLvTeQ54+
9ho3JyeC7CedELBq9y8cjO76wgzvyTi52jI5y1K822ktNnnJ6aeQNO5JsOFUAvwntkxUeR7mW1Fy
LvdtlMTNAMa5qV6qYMaCHKPKcVx8ohx48z1HToVHGExA6ywhk6KfKOhy7I1S9l9gDJhC85qOiHGC
3D9OpZG+Vb7fXVCd050kAgLD6UKzTNXk/SgLho+0oHFjFnmWn5gxhW/GrJ3XBUQEDjYxzkmaDovk
eYBj1TPacaJ5P8VFcGyYez/bPe9YWLROz2M4olNgKJreT5qg4DidkjU2GvmK+mgQO+hEb0CDaArM
rNI47mzSzuiaT7du7Uyctsvy2a3FByrx4hgh3DvVYG3XmfLtDSK4jvM7yk8IZ9HaRsB/YySC2Ia+
g8raVd7VNsMKh1+FIM0vE6Cyi0YRHuttME/sut7S+ZahaIlGssH4+qbxA0J6d+27oFx3opPfRkHN
l80Tbtc0GJ9qQKUHM8olhEyQnKual3SlZVq/Jno0Dx3ewiMvI0qMSNmCZjQy92j2cTITNRM+WgTa
Odh+0Ly6qqxRt1fpR9+6JpVXIw8ytlOestZ4qIioOPuUAowhqOkbVaLKWrBqZI/5u8gMzb2PJHrT
VcRZeBakk5WCcn4N7JyDY4NoM4CfeUZ7jSbQad1P1Bze2erb4MRdZOISex6ZaK3mH51bXkTtQMwn
yZRtHOhjQVCHP0G5NHyGrmlkj7shcABa94N/zrLRN9eFRhPT4sNCiTh6PbTmzLrzY4in2vPhncCX
12eIzu47MR3mpYm6bk3vOt/gRK1PwLfgrRVWi1oQrWWRZOHOxzz/7IroxxIRcx296QdTxmxdCQ+Q
JwzRI/QRB4/KIgePWa4gm4vlIxRbGTBlMUn3ivoNSvtLwQllk2D5YcB5rKqSFskMHIby3p136J+5
2PhJ+AFJZuRRqLG3vmTv4fEUQ7AxPJhIiVH7B6kUYYVlbx5hpznvGF4Raoc5wkgE0UbkcKqkl2bc
l8SeBmsxFvHJMNvk0Bgi+FmZFaDvvjE+VT8lu66y+73bxCreAgmznzPQ0o9Wi5QnNQKWK0+PqxK1
z8Ns0knStGfWw4h9wSDHYc12b2B2Ix0F25Imc23Ahmkr75XlJccbL5OnKA69W9Mc431lt84Dc3oW
gdwy6FzagTjOhK69lLV7a4vI4BLGciDGaAgHnCmIVUCZCcRHQ854C9JBWtwuho9Xh1S2y+gvNuEk
EpRfeB3Noyhr6250xBIzH03ZzZID4K1TIsT3njdV95E5Vg+Clg09AZn370MlMOQliYzeBvYtVPCs
CY8x4ypser6B6LCNHcZWjht1Z9wS7v8BEepO/Sofu+bXr+7yQ/3bMlP4WYEASaK4++///Nv2z99H
v6qFRflPv9mWRPjgSvrVTA+/SJTkS/8Umi1/83/3D3/79cd3eZrUr7/+5WfVl93y3YhpLP8R2oS5
10SU9583/e/arqn0b5z3ml799t9+25ILX3X9b8c2B5j5P/lWfw4DLOH/juzdA10hQTdZ8t8JUJZg
GiADxp9I+NgFnX9AZgKHkjTmKVbZHT00Nf8xDBC/CxsxIF6ZQEKIMoP/iu4PSf0/zwICZH8eF/An
UUrY9r8q/0AyktuSu8+NtL5KTaLYUhmtmzTOLtUc2FvbTb/jGlNB5nu3MwbQHfKTm86snBWahkuP
GOFrIOsRl/ocYMHq7OsQ2vW1bfP6tpj88cgUrXsIl7wT7CvyzkwLoqMILIIsVdy0cExWxPG2m7mf
ODYQ7Hvu5xAbsXP1VBpDNazfitjKdrbXiY1nRl+ThVZ6NEIA5L56LCa4KKn/bmnnqpTAH0j7dzuU
uoAAMUNfKJxrlKeffZV/hPQwSKVmNTYH/6mpGJVbllGiHiIYNIQgwOQdqm4wpR9BNr/YdfRMY/mj
IidiCaQ9kjX1I7a8IyP77x49H6uRuCXsfgdgojlySm9Wjt2+Thj6VnajrLeizj4Ty38iKOug0OfR
leQfH1uXxr5xMnsPHwel/iot43Pco+kzFvwvUi1zGa0D57foc5qdVrs+5upStPoM+82XMOIy8yJ8
6t0cgo2RuJxmuVl1mX+HtgKqFZgvZtHQ3dBkrVmT1W29iP8MIv3yQCrhK+XnNutE3SEgQczoDWCH
ZblwnExcjEAlzaKKvyIHpMCYlP1B6Db8GBSDCeII411v6v4epVt8r3Ml6DEaG85tcL1GLMM0WNiq
mogGRzc3eDWQD6LVU1sOhHKdJvz75KOqT5dc7zeAgKx2HmmoYs6Z288NrXgz+TJycQ0840Sjnbsf
JwXQ1vi7NOJvfB7fiRpwBZGNXU2jv8kUtyjyFs1l0yPIHyfjkGgDB48Bx4cRtHmIBvXgEYGCCsqi
+Jo57fZNShVC+s1pGvnxFVBzRFT6AsEKEU8JfISeFZ02e3rRfizowjMq15ZujlCaspPPwRs3TeK8
4sxkXBbzgEVhu8dC+xIaOc2eVlOgWd4VGJdcRaFcWljuLbYZeYtRuP5ZGqQ4Kx/5JdXANe5LeoWe
dc2q9GtIx5e05rozVc0XNRjjc9FTpHcdTxFbTQP1qHxy0b1se0T8B8/lu6gE7nbjXDPyZFEUDHyK
yNbaTQBBfFVG4VNYp5/GrB7Lnk+/SrkHGbGM9Gu456XCzsMCdqU61bSACdlhanwml+feHDQZ7vmN
lVjVZgYkivGWN8lDYYRZn4e9RSezKGn3AsDsihmFJC2C53FpQt8EYPWDktMCUKD7GqL5lfSvW5tP
c4VE5Y2ZP/kV2oWlUslD1VWPZH8bh3GuPup2pjCfaBGY9gtGcUrzoUSPWtDkTroSQE0pdoSmJXuV
lDx2gq2M1BDeCCgyTy11Ef0UM3xSHetLCvpyJXy5zQFVJ4tIoTH7S+TnN7Pier0peGptdV9pnids
Cbf1zM9kAtVdxTH8NxQSkBuRdW48u9P0kPF60gOt84p2lh0V63pEE5CaobHqGlwVhVuHH3+sf1WL
xhfBP+UL2fRMQnmK8nB+MVw6TmYXwoHgQ1q7dazWdCtw5eUjpxuTVwWu5Cd60atpSOwYvlvdlUUJ
VmYmGNJM5EIGcYwtvKYWEiwZ2QVnKeKKLGb/EbA+5mUht6TCoE5IfJcf5z96EaiaV17dvJVW82Ys
8XNez5I/kZe6gdP26DUcT+HTtg/UZhKykLuT5mhvjQRCBWvqC+muCD5b/ykEDIVlbHk/y+atj9kp
VPhDuPF3IenaVzm9EE9pTFjL9yZ+JduYszzq3nsKsznaNr2Z4aHLPiedm4DqinbTEo/CsahWO7QU
MTYXZw/i4yVMUmQSCaSz0LROwIkuGHEAZUW8snkp6enHMJ44G0F0gk0QOLdMCy5OGI7buWFbQqv8
UYrmrekL+9T5tJtNY35RLdMApXkQbQkcwxl6ZEil6wa45Ggn1bvUM8Act+ncXII+41lDXrQaNB0k
DEi3iJCueuC9MyP1GBTlR22kz2mNCDdC2LzO6H8QRsNHK/DqIXNmKZIYXrGZubfYNvJDPpfdowMV
BZFGCmLQ4LO02Q7Gvn3L6yE7DWjfsFBC5+g7G9OVgfMKF88plzo5RDbd3MD3rSfLo0TTgyPhqIor
vZNgL3MjOCJz3kbMItdE8PDZhu5TlVMpjsz+KZl5Xtou/p51+TiL6n6U2cfIZaHa4y+nMmHKzZdG
dnmT1tOL0bm3jCHrfWprGCB+rlcoc7JNFzVvJMkE64SJ/Qrg9q8g4n/ntOrLIP/gOXgjrJjnQHhP
QRH8DLFT4kAAim3PrN7JYKKGnsMHbPX3eTa9RLkimADUGnq35gIAFv8NIl2GCMYvdpoWc3PyTUe4
29XgqNkEiw/LCE8AEelFxNGXES23vsJqLpHZrJLShiQytm8jcYUcqrlGi9usJ9zuhje9QEumge3r
aluNRXpl1MZWakVnhunG0zBNjGhEwyXI7Asx/Dejmh2xP18wUVhqqrg/AImuDpMK5ZoJLmGCA3vd
kMQBiC1/3AsT5h9TVhw3NR8sGxaKzmgQGwiP3CQj/Q4S3rbG4LNDGThDfeCdsfrkk2yXUyF5nYPC
eOoZLa/6HvP6LJcb4rI49ynPPhLjJesQQRqRe6ty8oG+kqmMQn65g4DbGAMvvUF7wXOvBT7hS6Mt
4F8xdyPqWHTloEg1FVXyKR12gc7I7xWM3Y0JkKlx+NEpw5GcG+MLbX6K94x/XzFwXtlZ+BQL89qh
Nwe5R7CCL3kxZsb2IJhmdRt1iEiaPI7vcrgZp2WlXPft+JKUfvij0S4/TN6+Lee7NsGSmxC7tYcV
kW1NzlZr2gfcYZslx8aQtfOSytxULetsaIbEwnAQ3Np5ftMWZDBPUBRSXX0Q9NOTWCL3NOmIuCyj
ryRrefxYrjKw3bzzXkQjlZOjE5bVQU5uczErjxCyurG3hG63e8OhW5si/cP9xqMJ1oxBt2Dtpu2h
b8GTkk4ozauZejtKKEAEoFZGlCsQUsNp3Q/qXg9cH/7yeBW7ywwn0WwGLWtkEnO7TSf5bAqWnbxg
4x2ZUKyQuk3kkrCcRZbbrnIvftSG3e+mhgeVHEZAesv+4jrRF/EiH9GwoDKWI3acF+6lc8ACsWRl
m7gMEjgZgEDj0H/CecBxmvSc1Thbx6hRzVrq/fwZNjaTdLI2PiOw8zgE8QK0Bi861hh6b8tiSHyh
j/LTPhWx/O5KPWzTSkxrDj0vWoXdYRjtlpRcJ2MymrHt0szd6Y4n2BaEB0cl+9uysEQDnz8x2Ath
xHuaW87LI5IGYt5wTifQyFAKsBOl6chtzFznZMZx938txuGS/GxoA313/1yd/j9ZrNru/1Kf9vGj
+Fcr2vIFfxakjvM7MA1f+rRb8HqRzfB3dZptL+EODsBi5M/Unhal6t+taP7vtidwX/zxFziySorV
v8nTSIH/3fRcG72bzfDLdilx/16n31f5FJED9i+//63si/sqKbv2r3+xpL/UnH/+xePXX/8C5d2R
izjN9XheFhnFvyR8dPB/SKbrMehkIZOfuCho9wc2D2rOGQDJkBX7EiE9vo7ou+W081p3IWqF1YCo
BUxZgjTna3TSqdvDQI/qU1DQqLHWnU78X7LsBStLU3B0uM3jIsN5AAa9ekmC0G/zDY0yOIVp6lof
Ngrh/L6QRgfWILUQ1vrJZF5xFTjRkVDZDAwwsablJUqWoDvE8HO/LfrhTdBFnXbEy03+zo/yop5X
U5EV07qh28ySWnaj424iFZjN2eYlFtROQzsCJ48mQqDp5JY0cRNsIMXWJB3X3/ZV1WNJj70y27uz
ib7aqXEozHayQnERXJJOxwjqLH2OpQk6rvG7tVDJ+Fa3OcLcoPS5sLZ/bNpZ7ZKweue9Z5CNAy33
UBvbkzWcB24uc0WBaoyEqR/ewk8gh3E+hkGRH4hBbvZMWNOLafZ3tH1pNtm0vDwwL2sriNttFo+I
9/XQn5GUlLQDnfepS1AZKnRjdPC8e5uGPLw1WKRu3m9Ck/BcmpFYJWLnFSMwY0jp6hObSvkN87A7
Qat09ng5iEsK8CLULYOBSuCrjmuve5OFTxO2myQFRzjU9RpuCKwUdjTkW3dd7mYYkNJO1QifDB/H
0fPowrndZeQD09NvFFmPVwNiUvA+gEVtz0HW8iV0BVMbyS8mhIAsC374RnhrG+NhuljQI33HmF4B
G47OSDXt4YD0vc4holF71WYYbX23VyFc1Qx4UMWpcSVh6dsrrKEEh9tlbbvPtgopmsbuKWMwtgJj
T+Xlo8oeDTHFUCpBzxRUO2GDdwrsagcvRvAVohRgu2Cc+MFDQicSrowR9Jc2Rbg9hvZwneFFwLvV
fu08xnFjA7uRvX7XTeiLg6OwL5LiGDvphWCoKjnxgWfeDYiOT/zdpjgaTthnJ7nkCawGp/loMSk/
Vi7al11EiYwjndkIYXBASQ+5X17poXN2iQlunWUnj5l0xQvx3O0y17DuS0lMRU/+WOCAkCTw3SrO
mFr8tW02HpmwqKPqTU4ow66PDBRLswPs8WcLeiZBQhQDXmAQuqf8T3HgaW/mVJNPzUK2ynAQ+iEZ
CvckxPsdjSj2NN6D+Ubo6MGBmVv3c74XSKWdVtEngJWFFqp2XlHYeNVb6891daZSTD1GVmZ2MqYp
LD+jGgTCqs8Fyc/eJHJ3M2alrEktdVtyLL3cYD7eEaT1U5MoEqDf9G6NitzndTNoScxC3zM0EqWO
IVJL8YEuBAAaVsufSYW3Q7fqhgUK2ViBc5EBu1/DLlVRnbRECJrylYb2SfBzlnDFevNTTyXJV5Qb
TUJNydT0i7UAL1AzezlGcdqci2mWpG9o3mMCKE3bA1zE2dHtiQQsFENj2M6bpY5qPsn7DslTd4Bv
YsugG7cJ6PUzIRamrGir+WFwMOC6p9umMZhOKDCmCIDlTVda1nU5v2zxTlUXz/X6vULgsi+jfH4n
IB7+YucOBvGpZJCAjvkSKdVAD2uIno8wjzH2UcZdw/zMoeiOQGaaNI5qsadb827qc8BY3nSmeWzs
yKDwzkgbnXNXxOIk6sT46feJZOGMKujh0q3No8W0rd6BFhPODgOT3HlB/yuLMiQCWTJ91F352hpa
os3wplNeVxX6EkD0FiP2iYRCqKCSQBBHfuF8SC4MnDmHEm+6iK/E6wAMhGN0Mp/cBLrOUOgRrjZO
MI7AQmc3ruvNGxn27YEYzV9BUsUPrLfhTeDPxNJAbAcyOQHwbXwQ4ADh3aMsKqSayp0/0i6qdgZ+
kA+0R0kOHpA80zQv86OQbnb1G1EiQSjuaFV/j2jlOmyqoX9y/bC6Kbp6Pg1j3+2qUNoP2YyxqnYx
+bPS+sck09HJ52z27IzEy0uWQY5ZsRiO1tQOd2Tquc1WDRYu5NKWPzItA1zQZbANyBq5R1uWXicA
38IPC2ZbtXMY86Q8ZDjubhR2gpXiaAmew+UmQvRquRLPvRk1Mpwk9269oSXcuDBQutRBS2rlLL/x
qjxIRq7HVJl6TyLzTTxpzISae1FVB2SSP5TVrznv3htF764k+2VRl+ajDfEJVPO1GOtz5Dtrz2vH
3Uwgxxlw/gz7WlXr2OkOadOj88aYuipz+Ng0Q3adTfRJz8e2a8T0YE+s8VPmbjCx9uvYpGtrzS2i
F0+8BAJ9NBQitZ4GgXaH7uNlDBFXs+svrKE8PLkjOYSRMKJPYfX9aZ6Z0cqJHKFYe9XFgvjrISNa
FwFx67mcfsISGq4+lM4miZ8a+r0MSu07qQD/qWp4IkScLhdRe2jAonjeh07/TQ7sNVOEo7QAcjvn
o22aTZTGp7ZSK2IVx1VKJ4oT82tUDxvdm3dJY508Gxlx5xJIQl7kJcU9CxkzfYi9+oYAwVPsz+gj
EeDC+qpeQEscKELWsjUAKUmAnK6XnVPyTY5jpmxkFy0COLuakV6rhcE9FWjnzXt38PlZxh25dGTF
Ti47b9O8uw7CqHTU7kYiUSNmcpLxNnHjjHVJmA9xFgZPWVBL2OLJ9JYjSn/x6zLB7yTaad5ZKsIx
SMyraJkAeiiBA5V0MZMybTDpymPQwE3rojtw5jvGr2rrxgV+d/d/sHdmu5Ej2Zb9lf4BJjgPrz7R
Rw0uhaYXQgqFOBppnI38+l6MzMKNzKqbiXpsoIFCvShDThdJs2Pn7L12gwuRFOZ118+8hmXWJN/N
MS4OiApheF+MnLF33fcSwrJVEHmMZXCXBobBYp3rp2SOxLOPehzTH+lNUwPwd8UhVaRuyBskdwYi
8oM/dUjTsl7ctnOfADG3ZX80MbC+NqWp75xmCopNk7ZEmxMuca+VrC6r1hhnA80Hk8XQ1331Thql
LxZwqUYhOWeGWa/RLGOoAz5pgcqnc/I8gEUin6kbSMVKhza+082uu51b090DdrFu+8ZBGACNFeXV
ONW0GRBzZoeR5iYFQOFVoOuN+S7IJvtGIhDHnMhBbFZ5DbwK86fquenmIv6KiVzYtFGBJXpMyVCI
O/1iJvbSM8kaTNBD/0SNXtyj7r1vYNPc5mRN4MXg2Z2p9sPBlBNENqe5TE5/xZv1Wjs+DwYlOLb/
/JYSUJ1txDEF7G1O4ApW9Q5j/0PcZjzQnYG5NWuedFc1G9JOzqY+wzm0E7ElkkLfAPCMb6la6P94
5c3Y6iMkUZQ+VQU7LAXPg+LsR+xq74VnJMfEQ9FKgNCeU/GhRYb9TvpPvXFwSSEpm7uDqmpQYCYb
J+2esXzktg6vgqHKWYuD78rGCwa6Pd9XrfMsyTe+4QhkHUYMV0gSyweYAWxhkzfBSZcAiOyK1RXJ
O7OA1WynqFqSOTn7DvvJeiD3cV+owbprCPB+GGnqHa3Ewktp+pfCmJzQAcN4GCz2EiedpkehkvKZ
GN0oHF0PDGFmyM0g02C3yC5RPTOocILuc+yt+7RS8kUs7CVPAA3uDH/tjrpAG6cxPhEq/h4wX0Y3
Oesv8BLDhH7pRrl19ZLSr16T6upfieJ4QAcpXqDWf2pKPxQ+pIagyaZXvR122TCmewJS7Y8qb6uj
Qxv72vVGg7M2ij9k53kfleX0t01i298CgP1E10VeRqUSOQ/lyCsWY5x4IAO0OBGvTtqVPQT9FyHI
087RxBDm9JtDrfPY00xEuK5Ze2+Tmfa39DTxdro6+cJVSvCwZRePk8Nl+0WlHvQBMiisjlCXtsEA
EGwnOZQagAFVvrV5nWyryTe2ueqz20HiHaYzLm4Lf9JfUyHMne4WMAv88nmwlBEq5IOU/VVYjQlG
dQSo26xwm0NvB/1aouJZpxH548Q1zccC0X84t0Ya1kNK8prem96iQ2uik4qMIZQwsO+Dvtv4DZED
8DJEs3IZFd6R6DmBBujTI6r2/NucJ0s+h8scpPCuiczb46TTHaM9eJ9MOqb9pDM2KgNnjPjGOdFE
DjYVoMkB+cNB93Lk95l8SRvduGca/UiqTH1SVnyJySQkPrRPyBZMtb3V+fktfnEHPzAxGpoVB+9O
y/iA1M1X31bJnTBi9yRnw1wkD8nZZutY5zZuZTRMhKJE07eoCo6wm0YwvIl1zSiRdsjWyS8xVIHs
f1FVM15JFqhdCoQ/Itd0yMAr5D0sD2jOpPkYNge+iY3mMyvhTFHapneVgJnMMZ3TZYSZ8sYlKoEM
DyCmmUX+leMn8amu4ImXkaYf07pF2BHArgvIQ2C90yQriD3fpcM0oCQc03Nv1NfBgoKKZ4mzT+zQ
BtCEc5Ojorr4GaFWMYcs9kdjQYDXFerXNNjXE9ApH5Yljaau3WW5dK7lUv+kIxR825TfQSbwhtZw
a/OA/jpjBWsF+dg7jCN7qikROVtN+5RBlV25Scw5tBslZ29JtxfNJRtRypTGUfYPZt8vwKHNb3OC
faGsbVi+xqQ+uF/OEZX3clBOX1oO/S88zoeoQvlGeGuyy4Tthhoq15qv74qDLbNiK2gUYK8Pplgt
Q24YgE0AFMvSkX+SeEoGWaSso51nDmV0vLR7s3M8+H4YORHiRv1qmsS9ZLqW3vSJ/61Kh42hV8EB
z9DFmgiIUDWjjjHP+UuVwX0QOZDP+yHaznX6Tp8Eth8Jk6E75fYJbu8ecODMIHA+IMJ6G8RCpay7
tkWoGMAhTM31bCTe7UQZeyIBRZIFN0ONLr4nxD7vE6frF6S/uzdpFrxFHskjaQFoRYk51KbgBE9W
Pmhwkz+GZXfuLLXtNZk/oHY+F65HtAcs7B22FfFYe/kjjaP2qe2D8ZYJqLaZ+sH65Hzw7kvtpjLK
7wiDyne6/c25mNAjQkoZ9X0VS3dt6KWDJyZfhnWzf/QkbgsAy8/wH9IQ66X7nhmuw5TA1kPNrM8F
xMk1iwz6ZHNGAEUIEnEnUGD3HMLfrIWd0tvdi2urTx6RiNfCqm5la2qhikb9nJYVkQN0YCuLMHen
K+wvINPjI1o+jY76ANQtQPhJChZO4T5iPJfmat9p1vcBRxRqUtGmG7PWHUKdBvFN4eVj3U6au6yV
3YEjm7th42Xm3kN6lJLxj23E6Knoomy1YAIog6Zh5wqidfRK1zaOjRp4tpGQy8Cov9UDrREiaWyG
ZyP6SNsujjI3OQHrX7NivB8YeryDs+R6G5lp7YOc5s8sMvFXT769aku9uSB8Zq9Eq4RW2Sy3zTKi
9CyrDSsd1Iw/DepkzoEexkSKGWBtx8l7pjyiKLdFeyMrKUCVNvaZzKVqXQHOIP0SQedbmXIADmTy
pSb2clSf9aYdsA12mZLoywLvXPHl1r6ctnriPBVJhKqVEIWVXCLAgz7w2HQtEeZtqd6LzlA3RCUW
e6QGYlOL+aUnH3RnTT3R4HMm+GjT/qHFkbbWEfvfk6mneHusaMOsV1yqpAWexPH3iMjIfEgZY+9a
U+9oKSznOmuGDd77nAlrqTWkX/s252rWeI9zxtb2vftajuRENQBWPNMX+yma6wODK+1gdAEDltT8
ogPFPNjJHlqAbasC3jy6DDNC8lCS0ZE3Bgnk0Zc5ZMGpHCx3LxDC7E0j0yn8QeaJoLlz4drQacFb
OLqpwx7YiuNI/XQT+J1JpsuisBYu7Q7oeQY9fzqaKGDAwPP+OOtWlf092MkKmiQqzEg2Ae3Rot0U
yqc6isYg2szW5G2GllmE5wCLhXm71rSJ9KAICowdIfcIXAz8EHje2PG07TI8OfkQ1g+xOVo7QVDa
hBdBJn52Ir9Zhk1FLlwUedSOrA9LMpifbSYbz7yfA/nOFJ0lsvWM0KpbBXJFGqh963YrnPZbFasn
RukDmNHUfIuL5qOo3FtTRA1kBGd8QiPRLs8WWkcj7UOa4LdqRlKTu/YPnV123VVJvl1EmzupkZ7W
F5NaN+5YH00Yf+cITvVWlpkHLiyj8xoPqLXViC9YMXjpSJzP7eRdDVFkHTmzd9HJRMuvVkPdJlWY
u4R0nZF4q4c6KR1nx6iwn++imE48OVO4bzBRm/gQkJk6021rzRkZ9Tp/WTeyoF7nWd1G9M2CIXli
lJatcuDe6I6DLCtfFOIGTtC6sgjccoX/Mi5jlbWkiftcGKN8xDaHjLouJcxeMnF5d5pYVj0IXMWZ
kLm3jjCktRCmrKNCizlX+uMCRxSSJa/FJ3aJxyl7kHoLElzraNfde+6Iay1rKnOZ+ltLwBYfj8yr
G/BesjXArNgYQdTLizU2pnmsYbVwbCSbPTnJybGGLSr/HA8nSJj5SEibuaS8kdN+hMdN+T8nrlBn
4eq9heMpMm87gBZfBGIy8xwHnTgh1S6pGSmt5Ts6/8Hea1OYlGX8KOY+26EQp0wTl6j3vhUGNpW2
oAEXj0VzLWPnWNtYHUxw1HmBAGoQOeAb5X0OnTE/8SCM3+jfguRFM4STkzHFs9Gi+cgzWh0g1dSu
hQ1lb80c+TIQeYksudXjck26XLmU5X7dbbRiyJ4Usq3u3mz7kuehUd4eRUCGwCMaymtKAylbRvGF
eCibUZ50GkLrvKVtiUxKPMOpiseVGBGUjHJmLAGUhMSSet0m+UAg4qxt2Tor/MbDc1GJR1GTUNL4
uX3tU825SmMqkWNPWKspEd0akEuHFoYa3HkAk8mxgEUyYVHCoI6prbwTXSIPeaDh++9pmT/NbeQd
LGQwuzpLmxeTNNYvRqSkkKFXm1aWdFGpVtELIQcTQHNCEKwhNoj2SxziD0iJDppFm5CwYvjMDKrW
uPiqkTgS1UhGoUm6LLoh6UzvAnGyuRcpUX5bSvHa2Vs9YaYhD32QPaVpS+ID9ErVHtJEGIh0Ylk3
Fv4zBAlb1zGiem2ndcMBwmTwwxEZgJC3KW2Ty10NQbYNUhYE/PVDW+2IQBFQ0HpEoY+57TSKnhra
KN0hGQ0PiwLVUU/zXO/jRKBnoTXjjePZrwmoBe9NzAf3ZtfNQbKG+z1v535+Vkl1R2v6GE86xHWY
dSsUuM3emOnUCj3zYYEICF4SK9Y8TvqRGUVqrxJo+ivbKceQbBCHyTFtbIfVbmWO+RLz6l+CgSAp
5h2rkePKa9w0twXMaLK9FUyB0Y6xfbTuXq+UdtvArtowqFXrIfMJJWF1N5AKGUONS076LRIoYZ7A
88g3cOLeSwz/+Vwbdro1Zmt8S2o/OSpapGSqJHRlkajS5RUz7lQEBnufie2xTyzR70ZJNAH3J22J
bzHZ7WUS59qm4JHBGmFbYusl2KzXoFsMVP35Fb3J20y+ygODgbMwjMM4JbLfOSoZv2aQq6HRUJbr
UZGvKcHL7WBiTy/arvWgriKGYv+Ut+BWQMrOvoZJnk7VzmO0TD8e7AM9fFo+z3MbOHIVa7RxFeXt
q1u3P9AOxdDYOvcsLSLfeJrgR5fUMJk0qwsRjd3HIP1b/EDBJuvTbkeFHhwyXamjnyayWMXCvE8q
6wbtjxY23RT6Q3pT5+2+kW5wMtwI87+tZ/VtAJPiYjMdQFQD/abJg8ZYFbEkmB2FJKJlqHIaW/Sj
5kU3TDvYFDlM3xNf2Kx0moBXQMQXt053w+wcU8Z5DfEVGA6T8rXWGJGXOEIwcJob22bKlARZfDWm
xN3TBUjuCy+rtsFgm6GLICswEy46AI49mUH+IWeSFYLhvZTYS8j82HuWa40rugER/D4hdfWd9VY8
D4038jbW0c7Vp1tc3A5uwc5HX0mHYNNYOV0kSKbjvpeN8wBLxEYtFQmiS0fD2luZIn50zs1HurI/
Rjf+JhCn3HBKjM8O6Po92Z7zZvKxiiD3ucGPQSQAGjDkwkutUDh9A0EYSWCtmDWR49xsCtJJV9EA
W6nqLO2mN0hPNwwpTkqrR2QZrM+80L72UPhV/TAM+RW4SM0JluQpqBAEpBm5Af+HwAyMIlA4yU/F
k+I9lxkoJn3ySWAaR1wKmskhMGpCSGXtR9x0nFn7+MZb/qiN0XhbDnDZRhfWtEmp5qTQXhrUVvsh
6infsuopydGp5L6xhK6N72NmwN7RqNyJlc9g0bGEnEosl5e4k+7Gjt3vIDYY0sCFfSTSyFxb+XDB
ks5ZCx31wYqjHV+QdrSL+ItW2Q2CUnrH5bSFd6q9eTbJUJJF60i+iNgY/Qzuoc6T5HEARtqecmxb
zc3UUiYBQGwj9yTo9kdvDcB3Z9sEMAFPOZCI1YDih33XIqdwHGNF0oF1IhGOo0cgqXbhvLlHNxJm
+o3BR4InMeAgvM+nseo2nAiT+iPydPdkYlPrHv8/Q6ibFhkDa+7f2Qk4KsTvMOp+/Ooc+Plv/vAN
6PZvOr4BjOaBi8Ma6M+/IEK69ZuzxEmjlfYpVxdJ/x8yDeM3mpb8x4FLprcNDA1txx8qDeM3wyXC
gR/x/+7CGPpvRBrgh/6k0eCyPNKs+XCirTEw2Abp1b8yhESeOnXaEAiJZe971d4BjvNJ/IJ3IRlR
Vx4NTEvLtHOf0tOwl5dUtKjpITdwAkJX3rCiVQVybuTmipmBnqDntpWL5JKXYREbE8e6JzV5KxeJ
ICITvP3o0wIdoV0v1jgKcaFRTFdeAaBi9g6aBpvQacljYPgJeJTRhyjviM69mTTCYS0fTjY2z3Xu
kK9ZIrXzGtR1vmVD6vFwF/Sb5VPdTNwVkYbjsLsMdrluUcDWjiDLCKOS4d41DJR3uEYfykVFG+F/
snMaRxAFMGWBwkBI3BZvrm/vc+HR0uOLxxFv/fTR1QLcV3Wn+XaI7ajT0DBn8m6hjulMDKuEVDf7
WsV018wkeiQ3pAzrxli00XZxaBQwIdK9VlIr78q0B+w3xsg89creZUkVhG3/UekfOV9FM4qznhN+
al11Qm8YQq75PD0XF+gYe1uz9w6XERc6EueGLAqJYW/YdB2+RvjEcxyiQT8axvSApReeEurZIGpf
xgpNRJLOD5ASiRXqLgnSMjSyiI75g84IO1jhVh3YhRVhWjo3gytyRuMJndE61a9Ffy2rq84NTfzx
qTbuIz0+Lh8Mkg6flnMyHXktOmbR8yewMjBNCPYsTLcWPr2c3YkXYsfBjpRSsR4B3kGdXRtDsVUw
KZenojO404txwe20rcidvUjwiZbZcKn78i1HxEfNKI4Zo/iKZ22ibg+GgBmii1KXZsfIPfDUU+3n
cBKyj0UPnnT608/nprD5bfw3Huq4qdKOderc423c9QZeC5UW/b7L6foTcLl826zUn7omeKSpHebI
u2vTCotl3ASwbTKHS+mNJ796NlOJiq45EhQBiIcMBO8g0iTU6ugEhASGIPU384GQRhZBOPN2DDiM
++XDkLHci5gDrLwkLvGGffppl/hpsH1tfyqGTZdT55UeB5HUyanMiHlsGv+Q2QuRJLVPKYIndAku
0XRjMG/6nE1CZN4bQ/fpajtFfnADccZv4D3MZe2dOQu/kSsE2X6qvJNwk3IzM3HdFBXcV/LWFvir
RyoL+ObNYNrWpu2pLmo3eUUp4CBuwqTy84ekxOATLHOoW3kS6kGT7GpPgtSYMdJxKzjGCNm/xCr4
0dGcXQ2efVfy4jBqU+02Q0t4BUPYbpcLmvB6Hip3eQoEx5NxKL9c1PFU4ZZ7Iu2VXGgccRvPQJOR
MYteJ+DxTn7X4UMSQXroBBJQN6qAVFi07VIitXN8rGiFIA775UAiKECqu9g2vIfURyCAOInMnWAn
MRHnPqkoiFqKJt1hd31zg/YkrHw9l9GLZASPNQJcIO5nwbSkoZVtzr+b7H73t/2hm/uTTu4/rsCw
3/GRYQVgSf/zCqwRqWXH9liFiCZ2mn8dFl2U+8FYeu3jV2KGdCVR5KfOXQuMf/x0tpJfRHq/bwCW
gybQJOFEd34ay36ByFnCJauph+yKrikUgTzKaCQxU/q7BNl1VEX4JkLwykxdoAExOE1m0pCbGTm8
JrENTKo+WjpmfdX1C3c3/6LuxPAe6I8DcSNa/ei5COxIi7xJeztcfkvGWUMXj1pUHDkj3LsqfZE0
1orFjjBExRZWy3bgaAhrFvuSxMlAt45su+OyLKPzOKBGo1QvKK3RZbAv4Tp5p9F1piGzsnl5JS/O
3CFcRwAOQecUDfQYg4RsOXff1gSq98n30fvGYCpOC7IXqgPZhetMXXnGVvQoMbT0HzFxW9i2OHaK
Ozdz14XLa4g42xPM2w3mxYyHFhm0HKuHwM+/nMy+MS3nJlbujRV7Z0J+jwHhkswEBpgjOEY0gaIW
kuMcWPsO9kdmqm8sW4ehBmO+mrsk+pKuf1As13g0sN6zFifQ0YqPSciH5Qs5bKyefWyUr0A7YN9r
y1evKveg73Hu3phtc8TL8Es98x8eUAqUf3tAXMPVXbiGDiXCX5yFbQHhvUcVF2Z9Q3OMVTtIfFgm
brDTK+Pj7z/sZ73xP5rR3x9HTzdQJNk+lH3nL5pRXMAD2YiM+1zyEzmxsupBGk7G5J5uDe+g7MOa
HDbNBiCsaOfbOxX90zf++ZX+/SJ83/JsEj1QXv35lQxIciuJBqjCkYkW0oe9NXHoqyOqipAfsAyh
eeaGLttZrZ4GRqleZmFIYlSBhupDkrwpcYlBVN/gyGMjxbJAj4acwdCKyGKR7da1o5UxsV65GtIq
/SbyZxoSqBApEOqOmCpvrJBQvAwqWgc2YaQaCvoBP3xqPSLp1hqMBupChNo+Sz5t+yNI9TvdGUOv
MDeZFl/+/r5Yf057+P2+BPhbKVg9KlBjYVH+skyU4C4T+oRV2GvGYkTi1KOvlduzsxG+A/KW4Qop
T6c2eW6NZocEbm3Odx5HMORZ2yk9KZfjEq+Pyuw9+LZzayRM+IsyrNDE++Nnp41X644h1MkGWSLn
4TqBofn7b2H+p2cZuy21s2PgvLVRP//6LUYMhLnds9b2CndAXZ3VZIdMn19BURDnOuxLa/gwsOoX
zuPoTDe6C7KyoYbtzHc6j6wCmSqggJh72XponLobNVBzGsOB2fhlqT2Bxm1aZqN/f+HGcmF/fSID
19IJXgpQUhtYnH+9cAg4GONQ7YZVb31MWnJy4E5mPjpU3Cariiz51cTK2eFPTWjaGmN3WxNwD9By
JgsDVHcx/1zcZAtagiLjH7aRxeP8H67PJX0EzduSgfKX6ytq9D2QbUKVQg+kJMYWXzIgk28Jxnjp
5WfLKFmDvZsSzkSmGWHMBmJQeveQqboZn9dofXNbfSf7O5j/K6O99rnY2uaCDqjvIbagok2eDGGH
ZERt2cwOLkEXOD9CJCV40vpNVVn3NlYFI4s2Y5t/H6xk7ySf/3Anlu343+6EZ9noy9ixfXPZzn95
EQqSNqHrA8lxMut+qcZMfdib0Rnn206QRjhl7p5AosuyoxAntp/j5uEfLuE/PsUeZw/LwgBg+H95
iqEroBk1uASpXGabuDJxSTXqY6myjTQ5GW2x5Sjy2S5Svh56oKpenMzZ9bb4WqpsNy62/3BJ/17E
2FgKPM/1DMfSHf0vf5XZxKgdzTyfjn6evRqbuH3nNaB4ZHXnVennouNd5VBXceDk9u0/fPq/3xM+
nbthMc7UcRssP//lnoyM2bSpcXj6KDw97bVqvzk4hAW2bD2z7zmn+mazZ+R/59YQ5Ub35u8vwPqn
C/jL6liT0SZqgw2DbJE1EKA1/tRQcnbhrtgmNjWqmdIlW7yioofMj4Z425ivwuX4NRNL6Sggprcz
7zOvTNg035dVH2otcxqA0Tm4FIS2NSx5SNo30H63FfWSn3HUHRftYhqsf36h/woJTX4x//uri4a6
9n8AEP9PeW08XqP/HQvxUPVd8n8e+s/3P+EkzOVf/WG4cX4LFq8N/hnwPwvx4V+dHNP6zaZLQy+F
LoTvOia3/1+dHPM3k+5soBuGheDdcfl1f3Ry+EcLtSHwoUn4VFf2f9XJWTaAX5YlKBImwVQUvP5i
BTKsv2wQcYJS12uKV2KL9Ucnjy3Ko6I4VqSUbUhRd7GhDLX9+2Pyv55dPH15sP/8sTYgQBoWywx3
6SD9+c1zAkEYWTE8wdhgMNbnIPvCagIugGlF0qJHC7bMrcknRCYxdmuEfN6jKbPugwzaKWScaAE5
R7RX7ImIAeEkewhgT8pdYsIhQKhPNKjpkcQdtgYrs/kVGdZqh6ZEh4VT9r0pQ6wG7gX10PCCzcjG
BzSxGFxyayYEovXz6TaO+TOszcx10LN5/UjaRpH730vudn6xAIr469RXebUW0DP0fl1pUmLocwdH
K766FGH4q9fjkwMUkZq6T54sf21TbjEKKbJSSOTwyAjnFrfFgXmZ5r4kQU6GuRGT5oizQiWIQTeg
l/rge1CR2bHB8SPxXWCG/ABhlr1WSSrLUAFYdq5+WlkXe/TH+IkfKcKglR/M2q6pU0thHjaQsttg
+x4Qr6gnzS/IDxgnDEHMqwZL7oLEbvAf1v3g6TAGRNzHoUgadZUF/hHUIK3PyMEj7DxJen1f81C1
nNdmADPxqJyU4kiTRphWQrukmcqZLZrKkos/OzY36Jfc22psRkFEbCONvYKLAzKv0hj7GgNeta3w
fsoJAKP2QDzb3h7vZep3yWPiiQ+TselIQJXjjxviINrVKGb3TeYVeQ1ZFhOFFDMXwzzj9Em3TtCU
9Rtj7mhH5Zpi4IRpZapWpARjxTalyF9oBwyvncfkC+mEMS2m/wjbUtkZNhgGrW9o9ZgWtKVOoTqH
mDSX+knv2K7depTfUhysoNP9SePkx98trEqmF2RlwXgD21PQe2qCVtR7xe84BDEkT/Q3fHbiZT96
xhE/RJ/P3ipAwBKvk9ZJfrT6RFZWjJRs7cUlvX4UIGRwLkxhTswxc35R0eyMQAr1a5pNcIXNSIzn
Za65yBCdJEcv4yrE32mUfhIjg+6utiKs+XPi0E1rR/kZtwwXF8CGPJZiqr/Z0qyRxs5sjwSRORBn
dQhwyOBK7LjCZoy/VpMVhV5U87zMkODrVTJJ7LdFHgl7Y/exc2X3aT9FEKTXEd/oMmAXzU2KeuTJ
BqxXb2etHc/LeKlb+3neXCtiUHCc5mN39NI6FuHQyZw+pg5SsEIczqAQCjChrGoGH5HPJCOACufw
blUIbmC8kzcZzHzeChvqSP8VfbG7YoIx5PSoGmy3Iv9Jah0HmKGJpfIenODiGUQM0Tz6IBDvszwG
FcCgZ77UCq2wclpnQb3MzxY6NuKDzKy/o4pKH7K8L29mAf9xMzVj8DXMFa04/rqEiBpxseTIYj97
AfJBPMmIbO3GII7qcZoUL7E7dMEVL9H0hAykeEcqi/YkijqDyWelQZTzqQDJPdGL6a6yhYkVONBa
kk81lQMrnw0ADr5qbUI7UdQZG+YxZBgFSPPMbQTRSafV52Pm2pD9kPu4eB2gNNsa0Iz8snlZHnIn
hguZYrIHZeLN3SVwwcHQHINDuLEcumBrmZULESCPsQQ0PY87ZzC/IckVHSequcQu091MNJ0hV9Jh
/LzDFuXrl7iRjvMpKO6cI4ayGskarFeckMU8kxsC91ihM2SKTrRUs9ZVbKfxzkcHMK4RUg+e2g3E
8z1xk4lnm3G12WtswJyoCOzx/BXv06IUyRwj93BbACPodpokjTrfaWPrux9ur6EohzuNCXtHCnQO
uLCRPjiIkJBhitg5mcc2u1R0U8pN20A3XJvVYLQASBHCF5iUGvQSNhLPEoy1tKzOvMltPwfvMA3u
FDACFD66UvQXbk6CCX35nWtWOjqrwMunfaR1Clt9kFSujVm694x1mzMw9fZ11ldEV/kiYI1LMNjo
zdmD5D5epjbApbDSyZZ3H2Nh2JhcLOS5+rKqll4oXTeHFDcVphgAbOSJ+droUih8WVgYN0ZXN9Gz
kY7t1+TU0dOIH5cQHW3Qf1SmkuaBofcIXqfQ+3xNmJQTDlFis9c5if7Cahd9ze2YIKbTxVcG2g6U
TUcnPNY0u9zCUao531Z4QEimjvqLjwo02ySNxbQ5JtvkCpY6eWa+TLSennTA9jv0SJj3gH0DaRVE
DCm+8IB9Id5GszTSVZyNmYQLvsgdsWWR6VbjvPzG4tFQlpL/d8OKBdiNhxctA0fU9tB4RjZu2YRM
OsBDHSFc8i3rVBoJMXWFsnwaaV7pvdcqyhAeeNLm3Ve4InZYP+fvbcTeD/6v73m9c6F/Wn7SPPYl
Stm1xUZHy6zIvWusqqLfwmDpirVpSS4efpX+vbFsNMUBTdyHAHkekew805wXgc2yT0iF9q+GBcCm
6xJOu5NodRBflPmEnTbJ1L0z+v4ThOyuw7pLD2wDmmYA8KET0hOqygKG17QA3jZFFo/ttijb4XW0
PJasKptINCtaGw5+UdciYqSReN8QO+fDLhCtCyCdhEfGFimKCFxpHgDs2K/Id51GxmEW4I1PIghN
DLFzn7zHLu8PjPcyMNckbwP31Qk8zAhpZgYCK4jkGtwsmXcDHq6EzAKLHqijnysAqBqj6hVLcNqt
aqvST0GiCMXtm5QahAUZ3DywAenCjm0KdiGZ9dHK1Fi+KHFml3pNWz67cdE5HbKBgVA+WjhTnRkf
wGZufM40LllI9ZaGD4EXfswIa4WIgRXdbaaiI4/MxIRqFS4iHSRq9RTOKQvTbqqof9Q0e/itsRkX
h3asBnvrE1vUh9Ps9PO6s0jI9ETpucdUT2vCrRz8sYMZBcTLRYT96rHPituMLmSGBBfembGBF3DM
JPdzFU3RsHTNEp7UwfEiZ48CPgBnNavseRxlyuJrpoK8P2CKn32necZOGUBU4C0lYFVFyRBrVQtl
32XG4N8Pg9KQB+k0GALlsH7ENRFVNIicG5T55VsAH592nMvanZGeeMOjqd4cAzIlzbBhJG+9KzTM
fYN3qytXx1GC9PGH7GZ1N84IOSHt59oz39z1ONnFw6Om6UsG3OShjzFoKXUrF83uO7Orki0qsH5g
7wfQGoGvzWhLdcQJqETEt6rMtDc/85vvU5PFACurnuAryMTxi6JauIPOnFxGsmOeuVs9pAiHbrrn
1yihTd0gsgkDSrYxiTZ4bOrZsIguVugPVaGaMaxasqzRb/bOpndQ1a2Hys9eR5B/YlX0wlDhMPox
9ixNG2YC4jABgSgbcmZydYn4Ad6L91BkVRfTRXOjkigTRRuny1WBuYsW16rIWWJWSZwRSLiU+gu2
DD884X6A0Zj8qYyTMfp3lBzkuTory6mdfIXdxj2PdI6vTpFgkokMexDIegOzRQef5neApLQvx4y1
4zxQMJKUZXgvJQ/8XQu8+z7oOv8weKhS+ePnNh1nUMwFj4LWtoc68DhmY6qx/MV35upr24qSGyfv
gh+liK03wVozoPHTXG1HPheLgkMJDn1Xm2w00PjKDVyLVn7OlFq2Hr9DGi0qQvRWAVjmYY00hi/R
DaVOaqNmCDIDtIkqtCaPiyBNbJ9XA/cnyVpRjN1z7ODYrDokgOkaeUjdhb3R99jWNfijVDI8g2lQ
NbetS7NhLd3U2mUz1g7wTk55640k+gjZDfZ6TmcLaR7etkPVjRkj6JhwAog8hvaj9KKlMwuWS5yz
KG8TpoEsNqRiF9m44f1L3Adfx4m89SkTFXFeYiZtnvSIFUEvFHmYymMdVdvQOucUgieS5Kwm+LvJ
6rsCQAJpGlbcRQRkuTm9dBNuDHfMCT6NqPi/7J3ZctzIua1faMMBJObbKtRMVnEUSd0gSErCPCWQ
mJ7+fOg+Z1tka0vhyxOxIxy+sN0uFgpIZK5/rW8lzwUPweNIEnWJk7QE+GsXwv+61sLiLYI79ELo
jsvtGZX55s2kRFfYqWCkLeC7ryV1AqDZhBuuWAGsRykMmmioDqhu4PX2mH8o1IALnCbpW2bB7lqJ
PvTvjCoD+9WmtfeQN4brBoPM3d0Ce63ZCw0atwUxWLYghmpws4sZ94MLCNxZU+1Z0gBQ61ijgGfP
VxF7ZNwGplqi3CyrWG611meCLpSJJdREyynIaSfk82NVY+zE9FoNjUNd8rgsUwQPeBvGlsZ0ncWe
6wtRURQBL2MfmATlwM+q8KbbNGQXsuGJyvpNh1OIizzUAIHZU1FvxxYxnbZpTqHbuizMGpsv7XgE
kkm570wDk/FqdI3RRWtKJPlpvSf072rx+NxyFClX/7mq9D9KRh+Epf/fqKPCQm/5n8Wlx/nte5a0
3SdtafmH/taWXPNfwqBd0CUhriOhL5Lu31VjNqqTTzm4bhlARH1AFP+tLVnQRfkPGMk40O8M4GD/
1pbcf+Ecsn2PSYdpool6/4lL6KO2RMcYCRdf56OQq/gL/UUE+kle7drYgUKUx/siZIOfal2zWxx9
u8gFq1W2QjwMkalufrpCN39rSD/PxT/CY5YPdfjSTDo43BhQZD4NAs2u993UIijqKODDQdOTdwnm
DtWI8VMG3D2nawGRB+olVY7EO1bkvalL+v1f8XGu8fdfgYCHqG0AlHfdz3/FMA6ETqg6aGgpR5fh
0K7jWUXvXndO8bUQ84Pvi/fffyi0zI+62vK5rjBh8ABsANVo6J90tUQSwtRs5im4Y4dHZbdXk0ei
964nADTzO5jjrdOpkKwWlptvSVXjl2omMq0udd3QL9Nxepc0xVhfeyLBT6A+62GfpChij2RY0c+Q
JsG4E5UqJemuVOT3duYocWWMfb4DUlAGZl2U5x5DeLLL2ZIyk1YOAz373HA2oluUCIIArGlXwylM
sg7VTZlPpaXTCVZP2KQNcpcBv12THkoKoXP2KGhaK97RVh2UVUpdWkVHkAEcUWSPDoXY37M6Y7hO
W8qa1xCCmmdj/xyi7+BzWcgLE5FwwHiS1jimxJzd1L668Yf4iU07SNm8026n0QzrlRt293Icm8Nk
iPoCWpxqCWItP3IoiasJTp7HpvE+ovF6H9YCZVA3kNIBkq1wrYktZMwMuvuUb8kMXJxmHmzqVNSL
0ci3JgyftZzE5lA4VE3XBOuBkUkqRTN3gX/9yIeM7oPI0xAserGkyzlfHG12wG/d5B2jIvERhPiK
zmyU32vk5HeID3VgdWOv3/WR9VS4qeSEgFneJha2hYnvOxtIoBmpe0p+KIFdvKlKldXFclGTCEg3
O6PRpu8zWLOWiLkD7zxWvYGhlSN7foOg12ZrPevEJVW9/aPK7SrhujdZeuJ/PFyoViNhFsYTza34
iaznMZ5ArcSeSt2jvyiml9gupE+9GLFdxJdSs17kaKAKdKEqmjvBkVjeM3nVx30OxeJNIX7g2Grc
hXzPyeXoZDi/15ZfgpEkmkyL1VhOxbieAfqpvU0X97UGlYi+t0SNlCMrv3sI/UrBI0jxhBv0MuM4
CVV84I3fkSEX2I4QdxL2G6SRoBLDlq3IdjSleyey2DHRGqDRH0Z8Vto2k43x7sNbfwTWOOmgVjQf
s24lPWNdQ33R8aCpnKqJKm2M8jpkmnNBg51SSt6tZAGeFzFsdIvWrf6NWo5CsL1UBeh3DJMxaVFl
b0mtd5I3rD3QsBtX9V3WWTUxLictv7qsrxCD0zrXNkTAUbqtJJ7ulBN22iGvSqN+6Dt9yk/1ODkk
VvJMEiuk8ypZNX0k6OqT4LbWPXU4FoPf2Cm3Y5dWdLIqh/C34Bs/DLCs/FWnNCnWRcHKEuSWE4mD
lSbGsKpMP2vukyiNpq1Zg22oUuLm65hM4wBKIPfUsYuiQqeDyCxqHt9Iu7iEpmhp6VvOSXNhehhS
9FSQvhFeBy3Hc6zpJVWx014NfeU/jk5m5vcjgl6OJ1J4D/CmB8I5jnnvgx5tzmmpSCWbTpNxoeOE
8oaBend65GC5kKvJ4DWR+m56uU1QEFJCNbHn7wsslNdpmXvjOkoFoR7wNq1zbw4IBN86E4giG6Jp
dI+8Ik0i/0RUixNstPbQC5dTcOSWQxGoaRYkommjRo+RYnpHe6njk5SWlq8hP2F5hTdKYK+ZOjlg
5KeAJc2H4WS2ZXxnw+Ozt5rjwRSySGbicqtl+Y4CYUwBBWam5EomaP6MZtUjxCAJqSsV6t7vmkjx
ymIDfpC+IFbGlUzLE0+uGV4NiQyzjU1v/Z01dkNOW6JNZ2xXUoV1FiPC7srxxUAWK+ZQZolJfvf1
Al99I2PjQg8zLEDNym2c+qxC7zo1XNmuT5z6YZKWUXwjUepwUOkbnXKODmRPR5TA3biW279ylJLe
UaZl168cLyKzEJl6fcrI2kz7bChK4mB51jiIaG7x7pq5f1sZLkFvfGxLqBZKFkY1l3BmLsEp0hoc
b7QsAcHdM6RdMSzTHmxjFjdaCdievWwcn3DMFEufXoov0rQnWiQaTFlBRR/XXu9bNvtWKmLnaBPl
kzvq4EZ1m0sWhmujzob5WoZhxfSjjuIEJxfw6LVw2uTiwhPOcVy6qHhAh2Fpto7J6WrqUss6Z5Kp
0spOy+kms/P6onWk21dVXZv5wbZ0n7eD7mSEeIhdFXCWWi61VgkTm0ii0Kk7eyS/wOs3vMSLACj7
ioIBAiJkiSriHdQf1eRxgNhc/Ab9bZU0M9aDQo+tlezaZ4QoUhLIoyu8LiBQM9mVzzUCTQ1SrGtO
Ti8dB6pjUj2kkVmjeTmpvq1UK17QM5rXRuUYC7rcaIzN7LaYfSNleLAeatpmRtb33KQHQxjyXOiy
7p8gS2C6ELLW4m3nVeoxKyPtBsmLCQ11Es6NoqvD4A6PPTovOK4yosB6YVF8NwGUEszPcH2DdIJ0
Q8vrmZcqu58sc4W6Qi3kb2uaSaP2Bt+2v7OyET830CKiu+GUf6O5YHCDPCflAD8DRsAagmqUHIAh
gMnTaf6Mj2NtT/yX8JcHLxMBjg7NO1O8PN75jUrkyfNkFm8H0ibd1sqsfD6CgsP8At0oRl4xpLyu
8mqe17KUXnjy2Qq2h3YUIZsDy6q+qVHvr7xUI8aiUPr7YDYammdMe/A3iBfua52RnAsYmlEFAgRo
1s89ULXvyiMPfFKoCV7QNobdbh3YxjRjpj65Pnbiw/d06qP0KseMFu373tNUINCL3dUUG3bC24eO
UDyIeYQETqNQj+e1b1X/3rn2Ja4N7VQpT27QKb2vPnZegH1PHQ1bPgrQUa/xiHFAzIPWl0SbnBrD
sNEdh7CI90bXkldZqt1WDpx9Bmumw3sR/LuNzAgG9goKq/fqqZYucM6dP0RMPUY2xOUBh6K170ny
EH6mZ61i7EWEvjPOZpl13x0XTsGEPPuo+Xn2Aru0X9Kghnmqm1C4axf55sqKc+NbFxfNUTOd8Vj7
2J00uAVbQV39V7e29ccU3/cgPQEWLRu1LYh+mGdGfzdDj2BXWm4pxyWTa36tLJluQFnxxGm1PBCJ
bwOlfLGni5xiRKtFmU0QiHIxHZu21/cqitxgcnT2/MR297HeJSe3W5rPHDzsLoTnTeJp+Tn3igt7
oSro2hQLmu7dEQ1iG9AOxs4B1uAJny4rkNuhBx3PoKwujlAiJ9rsvbzcq8KlTtE+WWrMAoaWz2QK
wjNkY0hi1KKvrY7lncw7bd+j9K+LYVJbo3f7PcvDD+VX2c52Ye1FPizlNNzrrv9Fbwof2S7djEZf
XbKwLTbGCBmKuTAt67J+B7H8XEWszhB8xC6b4pNni72M2y0Bylt2ydW61PTbUKIR+UQhIjDfSKt0
jK9iIz3Ok49q10HViGoqzSG7bTr+iLWvEucYMiJbJ0V6UxsIAnFXadf8guG6cQxAU7O52EoEZLuV
NoTXGtgG3G+DXPMogSIxKBwrpbFNhrq+Yfe+tJD3WOsN0Sk2gJr9iqgNzKspnQdTDGAX5jI+91nz
1Z57+8aM8+5KIQ/RgermR83SboSpxqC1wwfD1lgpGLauOOKt9cl9Jn54jZWq2HMU6gCKWSW4NWcX
F2TtKruyj6bm4t4dvPmtz+ZdE+crem1ehHIM5kph4EhBRpa4Sh7Wz10peYp8179W9VzvapmZgHe7
a3TfgxGPyRNcvztPI5Hd1+MBtFS9My18AL6OS4gAO9Ufq0KL97WhHmrp8KLj/+uIuJetXas4g+pH
1PKMJ3YuzIzzgbuvLEbnuZPul3QAbDPmMPTrEMhIGYHBoGuH11AEpJPbnMpDs3LidUz1I6p4Yd5Z
RVGdhGfdooXfmbGtdtRIOWdnKD1iF4IdkjO5W8+jcTYv1YMjsytsGld1GZZXMayjaUiv4TyjNWWg
gTNSbysgTtOh7TLM0XFjboj43uVav1VdTyxwHra6bxS8jyFAV+s8Go6WL3eWZd1pYtpR2FrumblE
J91s3PdpKuJnb+ijh8jEzsV4JX+eSlecYxf6+AYWhHVm3hWuk1oytS4c4zZnjLTRQOitsUwAwiaI
zCpGNaQ2T+a3EN7ZlyJhL6VH9JUqbGOB5lPAEM7Dl7wv5k3t1/XRnvGu6Cl3KCjL2xqG55F+3wfd
1zzCs437MhpmyYgBHaDGo79hNNNtQ4q8gLcK3B1aQpGZMPdUO2Hi11tq9IaQOGU1xcXrXOv3E4G9
B2XyukOvdsBBJmFABfgDM6vork+HkFVs0TABCAE47UZIg0kVTFn4JRXy1OhJsp2IWtirCtEauc1a
rPBT57xEZGGvibbKE7EFTmA1nFtINsl1wdSFYJG5Y6DNYWyoxhXEHn3j4iuvjKkJslgj8xjDx57N
0rgYFu5/p4IQLrCM7BKaTDiCWwnpPwNSmkGb5dGgaspYgaHoX10/6m7TqDYvzpIq4n0ZrixTA246
AcDH+3Di1Mlgdxq1h3Beii9NVdpvrjveMofyXy2ba8UJkxBzeqYmin43qHIxsL9GHbCHHyseHjbk
eXcYSZStddnYTy4/M12cSzun25XXsVYT6SpdzBqjSeQafzN2bY9SrcaOuocyza8wo5prcLzlWhog
9Oee3QBT5uxOKqc8knFixNh4T7JGu1j1yAcX0+yBZeiTvyamTr5FC8tTHCdPXTN2P1rF9mHxmWzg
w+G1j7vhyqxMscqgcV7DhntXZNaZsek0+kK11c3dXKdbEGcEuupe+pvQn+tjYlfimJfcrpTxTXOg
lwx+UBSQaVcDqAH/Prb7sYWlVHvmeGMBXzbbgwbRAWzLqJutc5d0VOHQ/gXoz5p2nM/k1MIekQ4e
RNmKiOyLYL6qsTm0MeF2oW839HEVUCbT1RwmbJ83A1YehqTDVDdvHiSGnn48LbetKBjHjnm6pc0O
wQwdn77Oy7wFiYWy30V6Nb0bA26jG6ttHruBWeQmEYkNAisFLDF414MOC8vb6HYv1a1fG+xF89yn
opxzUlL1hMvHVBTylegGI4L9WLut0x38XEngNEYi4eRta8e2zHE3z7bRh7veMQvPXjUKGBHdYNHA
KOHg4hzK5h58BxggSgc9AMnaNg596V2nAnl7W+Fb/Rq1NXbexhJbM9apwfNy6W3nKgWRMgDgb62I
qQX5Xr+gBJCU99rPU3kvG4C9qwp/9MZKYJTBdEe+9gvasv3qB7XW9RbmTrRu3ebRoIJlXqgncAUu
UsG9aHSN0QpUCauxOMDOKYSXiglxwxqwCvkNX0YPdlozcms2SS5Wug3WWKKuA0s0eoNMDK3unMb0
58KGy8KjKLdRnLm3QGq0awAenBlVnu6rQXfWRQQWv8NhANmADEzgd85Jwp/r9nOj8zxNc7Eec94k
zN1vE9VS2ee2Y/0E9rGa12EnF7DIaDmbkGQv6HdDSy9+OWUvdCSk6y4EedJYbtUsxdMOAasxwRmh
C4P7NWop6w00ZEtGIpGFIjHBByjIrmC5WKE6spcwfBwGQ+zHO5pNoz6gvtB8ihMIEEFkZ/ERXD87
6S6ncsxLIBC6A7AYRsyw7+V41bSDwzxkOi92lqVo63tDM0o6iRY3U7+1CtDTeu5t4nFqDmbZDhvq
S5jJzdV8a81DuK+AZVzKUHaPjGeJq+fsNfI5PmcGp44V29UfhjZF9MYPor2SXW9cgdCGlGyaO83w
7aBlGdoOOWNMMI1bgvcBvovymMd5voPCp3WrisFNkCjqoFdaNbh3JCNsEhyaSUKpne4bc3ReNS2i
Y9fJzUPb00VrDZGxKx1NHdtEPNWmXx8MhRMFLfbRKWbgia2DxWwWcgc/4NaEdLhiTG1e6XMPXV/R
ewgY9kCtXrPJWq89WNa0T0tjvK2GiIEcj/olThoHyqsvsIfUU7eBOuyQtDdN7Vq1KlQBiMDpJhxc
xkMld8UTEk24MQ292WsFyRuQ2pCOU/yKpuWGD+wV04ODl4N5v1bdQIO6czBqbXIjK24rPH5seMLx
SA7W0LZmRYTPdoo60CJamROT9i1Xs8k/pUxvjwxsowiZM3avgTHX0FD7OTyK2vJ2ueUP08byHXc3
hCq5ijICkEWEA7EW+azWOn6TddJLuuzLaujwmfQvOnYO7BP8I3bqg5dxDfS7jT3QRka3zU2h2A9L
v2/uLQMZb5g0f+0ncUYA0TAkBAjPILJepzsrJq6aDoaxLUSzqR2Iwcxq35RuTasBxXaPQYfDgVaA
84XYtTY4In6j5kCeUhWVgdLteNfpHEEsrON0yIf5VsNxRpHEpJ44sWNXWTE1p9+SJCnreWCUZUtb
U2Y48jkZY4x+KMqbkHTjeeKIfYV/031A2wD1yAn/a+egTK7taPxil5kfrYgeckaCabeNRjIwZRxD
JO7icW8gR/eDIY+hXS6RHifSvkx6OXN1qdNtwawCk5utXTs2zdEIAVp1lqUeu5bDr5klxjemjT+i
lk0yknFpB1VY9Pc1nr1Jx5TVzdkUTDTgXocV6/DQaSz9DluJklqUDhfPNqG0bZOm1jNTB/yTc4Ov
cWKTbyALsI/jDewlobtrql5cFW0370MYMIEoOxF0zI4PMtfHbYEr8zJGprMyvdzYIdT5C8EpWSqG
v6sxLG/MxMp3Lvmhi8Ne+x1gRL/NTU2e+3ykEFNv541bYmGxOz3aC8ZEtMx1zyhRO5FrASF0Wty8
6EhzxQS+sWfQXMoD91Z5Z7d5eVC4DoyNYbOBwfgxyS3HHnjYWHvsVclY/a5bguiyccvNiMVp32YA
DLO5eymEHA9+4cVXaKRekNcxJfZ2Vt9QUkLcs/FhukOjx5IG2Yyei4GKxZhd4JC5GI08Jc03R9ja
rpBGhA0BHFwGV7tqvyFFze8ZyPQjIT5e3gWvBWMSdPLErdqEjqNd0krrD1quZWcd+argBd/FD8gA
JWl1aBJzXNsHKRWklQJWRgFVsyusPcVYlB5jKpGOgb92iPdurE2HDo7WTRom8b6cwujJY78B67vy
cmbjs4H9b4RtfTuFDaU6U85yWlEKuhub9lCwjjajuMcVuozi5aOKGuKcJVdnEON5UroiOdvsZFky
iLDs21EnMLWK7bkx10hQ7TUllPVbI8oYF4Bj4JcyS9FmW8f1Uwjguv4VBaHtv04DWMQdm5B6j9Dv
HqDpM+zXfAoGJnbrxklHET4C/Cmjg02dnXjOfEgm8IaQP+voGxuL6VXhLSedvIyayKUVm7BzNrka
n/oU8Go3XiGCYOYRAmd7mdZX+MhJUNs09xStzUZ4osWPbGqe6xdwMFq0dcl/NlhmOOKIBn8f6VN2
9/qbiJJyG/qd+32CD8e7uBoDRM3y3OiReAiVbx3xfnN6Sk0IqUOj2bch3Pl1ViYgm1HaVsCcKrZw
7AXWOT4qChZ5MCktAq5Ed8V9WWNRL+Rs3Fb22G1al572dVKF5q6Ac8wfCXj4ztJGLw+iZODU2qXd
PuvnwcAlzVxrNFBJc31pdtLy6sng/YbxmadxRSU1m3QYP5uihaqL4Vmty86MH9Bf1DZnD7ceqAI4
4aCnnbuIq6dQZ3lnquQf8SWKu6nUsZujGN2i79gUFrdU6Nk5Drm8dNTeTUx/l3u+ddvzVnuo+N7x
qpBptme7Wgd+7WIKp+DujhDl1xbv3At5KTimQ9tTnGxQxsR2naTS19kxLLTipOS1wl/EYaWzp69d
L+cnI/Ooeetro2XTKIv3yUkYwPUevHS42jSkKWY3aWvuOWN7KNRVYh2VGWlXRp03xxSbz1WWmuFT
OOZ0zpsl6PpKp6THSbP+oVPwYOF8pdTpEAbjXvSXkiUwbJmWhcjDLm7YdlM45hS92kl1XVFiDQ9P
jhvohT7njMxBY8Inrfl89cq06g69s1LzLtFUNjzpINwox0UNDNeSo/IPNXYcbtbsppc2Kt3rTqPu
gbfBe5FNq2YGBnYqQkzuqWr00wSNguEDQzUH2FiUFOVGGbK+n1Q773NfhShBtrWNpOmmWwKx+Xka
mvKrWQu8Sbx/WZlGsxGXJtPfmL+Rg3O8Ch73KMUZsXYh4LpsDlnWpPnSNHn8ZdAkgwFmL4KyIDpM
ApC5/TFiT0N/naZvunrsvnulH+t3OBSRdSEtPshMsI1NF21dOH6woDX9BeCj4yrMHX3TTvE5xThX
9/4dIFDIpiltL3P5kMiFN/BK3rm+7gbsgXGobCAbXRp0o3VibVyjbGdHks8re6ToqpxRgBn27jz0
UJS9FEJ96KyiPLyaUkbQTmRz5lUnvjBln8IOHCu+laLB46JP1daZyYco6qk8Z5nmVBZxqvLG1kpm
GOFShxmfoeht1TizTKrR3GMjuxtH5l+NpFxLw3QYt9JZ0d31ggu+hDTIqyLBcv9XTQ1axd5D86dx
5qT1ALEGWsFRuj0eBWRu5skHAenMIt2YxDjLB63hcI7VckMNhnvvcgrcpPF40TVa4T0QjT7PCNzv
PrCG+pzo6gzhCxO6an/4ZXkzc5JYC3bzt5h617JXB2Gn13lve8GUNCjn8bqpx2wvJ929iQitGrnq
QWfXL4aevxEdvNiTQKGkpJTqmsCL3B9mintBWZ51lyVFdFtM+jWW5Pc8kgM2MeSRgatdm+6uqNW8
IZbuB15SxsecV9NmRiVbwfSXq85wklMCTYYavyxi7x67AXPh+DryY6CnFJCDFh0wWodNvoXPFkSz
ukKtTnBNROb7jJ1qyrTrbOkHMFFfJE4xOIYc1xI29OsoAi8jKtDFRdE+cX32U0+qUZo4+umBXltW
454kS8jCaA15pzB9wlmXXAMKHp54EPyVb5Qk+9ueO3S2RuYbnYMFE0ydhUnSGHkUcy/iUZ7MC+dX
QyI7T0x9kGmhL+AbM2n8ywwduLi00XyhsJPZSLFUUDXNMS981epCbBZ9YsWc+6uylPljWb/WSi+y
dxB4Qh6zWvM5T1GSCWqORpLuOmQwNiIsDs5wkNZCMCa66FgXN58qtm9UDtxbme5PbO4UbngGDixe
x7asYHIxI8KyGtm9/kOxnq7+qyv0MfGUSvYxbLT8RYiy34YQXern39tRPqWmMaN4Pk5xItO2Q/yC
kO5H/0+aNb6s9DiCV+3DLrPy7m4wGg5POseJMRi9Uncp4O254olSaNANNgC8w50fvpSqEhcMC5aG
/S7HTTdatj3clUzGaSceFiMsuHwSvdLsxxSs4+BiBfch42BHGJsrkz62FyDV6ErK7LGIRKE0NjW/
vvhfd1ryN8IKF89Pv/jSuf1/u7TPrwVd2tev+bek/97+TLD66x/5b2+aY7seKAbH+Psm+H/eNFf8
668bAl3h776wf3vTXKBX5Ot9/s0RFj6mf+ceNZ3iMt0myo5exD/I/Po/6r7+aNFiUu2CPyCM4XFj
cqdan61S0zglTtvpQdLz7rirMqCe+hLeMvKc3hEpk5PhX/10gX5hTiPq+XPs0XI9wzSEBzPFo/QI
bsrHJyL0MVFVwAQCjLxkOXhVr4medJvff4r7y4/hedCJVgrjH9AFdtuFyXYFCCubJBaljRnuWwTH
dkNhl5W8VNlTlu9rC1LqsWG9prwTLGMWaLzrokPziGFVc49Ofq61gCrGriOJwOJNcyVFqquSo0cd
AI5r0R3IPjIMMPjXptBW3pVxxhXKwXToYb+uejj5pNFidk/r9DX7Zr76RL2pc0LcFFhuQaAH0/v0
3gwrugjTaGvFeApEkMwnF0R8dD9rTKqHDc6vOtswMsvmIFz//mr94z7gNyGuq2OGXHyUf61iP7kU
BwkQ1MBDEzRiHkBhzZuY48spTfs7pv4pmYVoXE+z8wc8yq9+I2yKvoGcQsLT5Eb/2RyZlzVsFCo5
Aj2uxq0+K2NV+m39p4T5RzskdznfzhWCL2ZC3xAej9rPH9O3AtCOFVID5R567B9uYJW7uL0e2GdU
/Tte4VpQXilfi/JLm58N+1Jw0kTq9rj9p/WM92glrYPxgOXHG2+k/5S5w7rUL67ANnNK5CXpR/hr
4WEcXibz0cEh4fYvkTqP2Vtf/uH5MX/1ddj+OsQ5IIfwFH38OnJifoTPTQ9QxnBakeBZu3m6jaOr
gVRFlVR4szscAoBVet4whErs4SYFF+5yJ4OC93aqvhT6NqbVa2br/kOLDz08p9yFAN0+OhGd0i1V
SYes2cQqcNOzbwW2aeO9GIMhu3UU1TLaylWH39+EH62yf/9MHq5N22HNs8h1f/xeUUtgbsjwq7JN
q+iKnbcJrB4wU2HKvrfnafljCPszwu+vW4OdIu1zLNLCcj5dS9OGDksd1BxElrj2k9c8ycIz54ar
wabIXWtgsyaZ2lc+y6GqzXhH7fQfbLLLTf5TDHz5EyzXchzHZovA917srD89exUSmStLZwyUS631
LK5MqleKsXwfILntfn+Jf/VZ+J1NnvTlcfc/fV2LALde0vzHzjScAkwGOmbaLeVaMb+33m9//2nL
/9vnb0aPJhILNyoOleXx/+mbTbVJVJu63UB05hXeQAbSbBVXhbDRjnP5JXPhsGTthsDNHx75Xyws
vD+hDfAuZtdlf3qvjfhXSZ/ZfMV0gUChEuwIM0Z/eMf84lN4sWPydA04BPbnG9ZSuigtvmMQUwBN
HQgk+pBI/x/uD2O57z9dRpvTtc+7zDQ4Z3+6jNQmVaAs9BlUHzLNlFGPq+KNqdhYu31HWi69lFpm
02Ugo5XWDX9YpH/xbrANPtVi4bTYriz//U+/4uwPeUfqZw4SBsxeqr82nU/zOt0GG6+dpmNkJwF3
8B8+9ReLgQ2jk2XA0vnUzzsTtDALyn40B1U5ZrtYgJltIVvryasT9vieU6zKv79bf/mJrKquLuAQ
6J8xLJmBsXIY6zlIK8VEwxhYxOMQ3MFcYHPFnLeacTL94cf9xQNpmyZ2fXO5kZgCfLy4NVp12/Xk
+wrjYsuZ5jxnsoOemRwe4j/crr/8LMtdTiGwXlhxPn5WaA34MDI+C0L2dpgSPB8jMT0nZdo4acYf
HsFffRqfBJZP1wWrzSeqDaYAKHPcIEGmHvtJAPKa8U0LHGCr2bD+cBmXR+DzI8I1ZKfn8C8W0o9f
zSRlLSYXNyldftgaR21Yk2Wz/nCH/PMrCWB8kNxYr3VTfM5y4L7HtefzKWFG3NKmCqbP3iYbGrsw
kz/syP6xdkKssi0LagqRFmIcn24MFDTiT62rB77F629IPVDUKgJWkelfiE+vdMofD23GxNaJj79/
EIxlP/ThavLZjgUMBSbRsnB/Wj1JcNbMa8WywUjeZ1k+tikIR6QezHUUgmV6ExQT6Homo9s+ohZU
zu1jkzBq//0f8o8nkr/DZ9glbJdzNDvEj79qOFLd3Q6UVgxz903wdGxqjJaMWxYZmuGixvzs95/4
y6/OdpSNAEhvGpg/vYzJ2M3FSM9gYGakeT0FDavxb52mQ+byLcgaiVhkbtJhNqxfBO4fZe9vumbK
/vSXLJ/06UewuPSc/iAZO5b/aTekax6pJTfhaEZR7yYpum4VCe3I+FT70nj2hW4k6rk809v6ev4w
krbcUPF6tP34rFl9/IdN5z9eAhw4OSQKm4XKYj3+9BLQ00klYBiwShOKWMPfXlbjdVNOuA4Q/SYR
Hwvqan7/a1j/eKx9V6fK2OK3J0XFKvnxBiCeNIo88aZAp1NUFT96DghR9FzV33lmFg4KcNxtWG60
eNM6W3/+Ujhni0lR+xWsjkLz077G/jmhUQDA721ysY90fUWDHxT40cA296vM/i4YE/AIewc3v2eG
OaGQQMeNvtAU18c/Cu+WuevY/gm79df69/H3Zae7bPxMIdg825/uNGgK8Glqrmgq95ZOd1pNrcy3
ybuBabyV7QtRjHXvXOgcq0gq0X49PXjZacCnEXOEsc9y+ELR9ypqbi3VUBfxDE+wc5+9el9yrK12
UGAnH7Pxzj4U3kriU8AgD94TiRCNCc1zI7tD1YIL2IbpITevuLOXDpzom8ive3Ey69eqBKWzfUEm
/ctqFSjn1qS6LQ7M5/ElF1vVPfXxfZ6fRbe3Fd2bKwdP15sdP4/JMxFmR/sRxfezdTDTrUXalnYI
m8HzZrqboOrNK33AVMQQx77p5ImoPDz7yt8zyWrKh+E9ZTiQ3JXhJol2jAWwV4hHSnJK/SYmIW6u
cczjiWEm6teB6285ZtvYbqNbDxNMuf1Laxwe3fCe5lPPBW+KN3CjwctjKyoJhrgnjyYnfd+/tM1m
BOsbr3wYEFXQvxtXdrh21EUX2yI7UAVZ21injql/Tqd3x7iJQ8o1u8PcvxXx21huJvf/cHdmy3Ej
2xX9lQ6/owNTYoiwHeECamCRxVGkJL4gKInCPAOJ4eu9QHX7ikVdlnXf7H7oaLUkogpI5HDO3muv
iuqgzjvalzb2j5J8MHxrK8d4Uq1DTVMLNQ+HsXUwntcdQk0/MM9GXKXOiRX+7YTJmCKyEV76AiY/
xuHCAidvxWbTRNuOwEItOWdLiDdEyWn9ZTp5UajYT7yjb6YpsPfsf4VDSQfs6NGJIg20smnGZY/P
f3i5lCaKJErQ71+FltYvrsPOTHV0lZXpjamvjkeBbt6e/EFeZdC6iYTUb8jWRiEK7QI8jPpYNR+m
/nY0vxnmc7sg/9udU6EAJH4ZNRn6CqSGJJKgynPWSrXr4rVwt8ibbZg+tNAs51PS65uiX0v5Kbox
qNffKueY3tBblevohkOLqYNcXM3n3UW4tw/Y7SJrE513h074i/mLH1578MgPzWV9h5a7yTxr8orY
p9Jd3lBSKF2vht5IP/8C31ZOtylfnS2kOuLxvsruA5ydAkfF9H3ehDBaa+TxmCl8XvqKU/yEHn6I
M08VH6v5K/BSASQbkqn0nekyRlKHXT/81DREou50DZeiP8o7KgIOtup03Y1bMorkcDASf4bpDhKo
3pjOvm0/A1vsboL5Y5nd57jfMI6upPZIN55e+rAnI2gla4TTypPp7Mzqymgph1mF39TXMt+X9DqN
m3T69v4Tf7PX4syostRQojRRp78sDT+dOrqyy+y6Nnne1hJxGsuvQHc43gjzfAZPcWKn8auraRpr
DCEDDmeO44XGIlS+NQfcSINBO4MqHs2FbGW3geaTWnHiam9PdJR8qUU5LsQT3lj3aG/coAEyjHCa
/NlxwsWDWPgh2rJNOqcHuiHpCvzNuHFqiF2tBoLFFCeWn18srGyT2csKDYOy9VIW+enu4mgtI3qw
nI9nl+U8ixO/0HHO//Yz1F3b0C2VmB5u6tESp2euNMw25HBji002N7bXy6KmiAotzYY7cOK2vt2j
LNeijmMSFE/N4WjHBJLWRRpFAm5TWvUuUfauSoWLg8iqEwVaGMEK60TViTn3eOg4oL8pZlORpyCv
8V+v9ygO3p2a/qv0jWL4TMw1kCfnoM9fIEEpJ77g8ZmAS3EZnS2xwY7YcI9GaSLHIrSGkoqz5vYH
Vr4qxWhq1e49wKiVHuxl3Pi2EU+b95/j8bKyFOwdvhple4Ot38um+afRgkjLAKsUtKS1MwnW+RK8
oBHKDBFj8MjRUWfo6+9f8s0r4sBKpnXGQYQdMKfyo1cEbauGocim5i0qa48t86DK2LeJDp96hazn
AqZdouvbvq/PRnXWfnPocnmX049DyYWNJ2ew1081JheuVFK39N0MnggJBKuejFp0CpQBCMO6ff/b
vh1D4HNgXJrUkdjmHq/bOprkKFNARCll2K9VXHAgZaJVoto5vBKUk+9f7s3z5AfyjtgGj1KnmXT0
5SpLdjPbS0Svzth4tU44N4wfsNyI7Tz8ft/THJba+9d8Kdj8vN91Fk++TimArblNWe7oPYnJX9fK
Psj90rmeY8Au7loNLpzm3q6Nq75RVipGbhsgM9Iux528qjpT8wt+IZXreXhM082s7CKSQtXHSN6T
Hr1Ryk2MRlhUF32JMOdiKpP14HIQBclDCC1/1q2ue+2en2GjWUw3BDOv2PFmCNVKtGoETgUXc3n/
/hd98yz5nrZDeYBt2FJQPvqeCHdMMYGd9aequQuGRkFogLaoGgHtCYvUsPcv92ZOoLLCoFmaG/Ct
wau+HqgYwCdrjPLYZ5kmCxZXW1S7hANX+jrLsu+zEZUetqdrWZjX/8KVNS7PlhO4xTE1lSQDS+vK
mmDkJH2ORg1a2ULgqmWkEDfJ3qYlGUpdk3964sJv7zBfmTIddWyWbPOYIt3rcdoaZPTRO1S3KDih
/MY2RyDga9AhTxV537QIcN0t9xXTFhURKqFHb0uGI70S3Tz6JT5JiV2zwXG6y9vxTGAvuizbcVO4
srikfRUCIGxL1CKnKiEvBevXbw/9EbqU1ID5LLRIXj9mo7IxUYNl8A0NN1R2hiJ/Fcp7TbJH1BVk
KfFaHe7znaqFH6RCT5O+Z3xmRu22yM4Y8HPZbwI1PcfoNaVPeXmhoNUQ0KOUKMQIuinuSFGBwbBR
rWu3BhOw4nSYp4S7BF5V1n6XbIL6iZYIYEteJv7NS4gvz2soO1Th2Zw9DPGmcyU7VTw7FRe7ILIT
Xzc7xFPo3F89kkVUAcud3oJOhf/13ZCJ5oR5ICTF4ctYG+FHirw7xzw1rTpC6IZCXRF4KMj9FDdl
19YrrHrRiQnteLexnHfYQ9HaVw12UMcgcTUQMagPNujk7yirOVbXpLMh43qwRzv0EL6vZ9AJ779y
b0c+i7BwhP7SrWUeff29Myerk66pydLoSKzpcX/MCUr00KRYgUjw/YvRWuDHvRp0JNyxPCzCBS7L
AvX6ckNBpPCgIEpXb8i3ul0csw8CLty0TsObwPaDac0vla+I6+lFYKwv+wtJKQYHU+rpWBBI8b2f
z8MzREQED+fBVQ0qM7hCidq7V9nkJfXW0TaKDlSJeIzOeBr7S5shpHjI01yTqFxM1Aja14V+W06f
RwKlSMwNCeygU6l4ML04rvDvSoNR4lnwdfqVSWBojh3Nd2vKJNQE1gIgHxIuYnD63dj5retjbFXi
LdLGPNrAManFFmOIQQI5e+HAS1HFXhtX83U30PtdZR/sjxqAR0SY0CTh2BU7M9kS+GKG3woH9NyW
ivB86XLQkgQHL6Um/c4K/dLaNYTjuJeV2DTNpsF6AuBCPavaTYdZQt1NM1ENHtTamuSqcMv/NKeN
W2xnfTt1Z2mxEaFnDZvksU2ujHCvfUYBqmJ/vNAvx0/D9/zcesS6eVE811Q/UkHmyRVZ6MOEnhdM
o9ykxn0Ayaa+r9KvcX6DOIzDuXYN9y7U9ipRXvBSVc/9Fh3mEzP0m0VpGTg6TSNihZdew9HmTclw
EuTBzMABlbeCTIDnwqbUYrQoS1CT7uc8M73Y1kOgdrg6TgzcX45beg4M3qWGfVw6xZA2gosGEgkO
Yl02yQr+jz9M0B4wW/C0BB0WiQoyDdC1DTLPf/dIwNe3aNBTibEJQHmzX+YLJyQ6MNSUFiRq1PlW
3d9lc02tohhPXOzNPMSWnPKLYG1Sl+noaE4gudPu7NboMO834a6dggN18w2Zw2hOpuwp7BgMyVTL
E7ODvhzejiYHrouEx2FdJAHtaHIg/K5u0KCRjpiIYKtJfVFVwM4tQAJumbVzRI7GokzQPLr641WX
kSityFjz6FzOfs42Dc9xdD4PVGeKXn/O5wKiBpZsIKRCQl+IkfcGcQcCNCiG3529SfOjjM0hyl7w
68caipkeoFTcofalUp9D88W0MmIzYs/Ytxinx6H8OCQnDt1vtt3LNXVBDX3pUcEXez2d4h5yWrft
arZp9bydxbi1rH4va/2c9orCtJqfEkG9WS+MBbVPE0WH3sIBdXlPfzq4SZDuFDYQKlGO6PaZ8iVT
KhwUvXIJTfTD+2/d23G4dGgQMyzDUHPVo3EYl6Ukw7wpsViRC1Or1MhwNDLPYB20QaWGrrtnW1yc
WBLf3lTG3pJfga7HogB5dCZe7LfYvclc44HWGNBb/Diqus0CfcLKpX5KE2KI3v+mb7cf6H+pE9EZ
s5aGoHNU1ygEPvc6Is0b4JexojOTMotQabTmPjgroH9SHssGNKyQf7perzcFDhQPpNRvT7OQxhbt
FMdU19SPz3F9BWc5rQ3IoPi2x0XVmbsYF020rkENqL9mCI9W5I9ivnn/FrwdWK+vfHTXk2Hu7c5Z
rmz79gjaSC45GlYr7HWYnLjdbxeT19c6em0qqsI201nut7XySKYuIMneQJwYrozucu4uTB2PtiZo
zr3/HZd9/esJjusyrTIV0O5Fh/n65cnjQrhVD98lDLXK66eWNB2lCE+c3351J9nWc8RgoUCrePSK
hrOAsBXphS9y+JOxavkTXGM8niA3BO6U97/TL4YuIQ6LHpJTKoFkx0tTMrXCncus8Mli+hpb6fdS
aT1E3MEBG9thAaaW7KmjzCYvzcFlRoPyxOqsv12dl48gmAANE220dTRRhA0tRBZHUkvlYxUtRe7C
juimJ8VFUCUk1zUyPi8VUpk6U3syoeHCy2v9DJM6eGIN1D+FDY9LNGscbf2qSdhzOhEGqUgpwF5F
xYmb9nZm4wOD/megcfTitr0eCL1BWpGGWNWPEuWqkrWnhSb5p8SXQ7RfXNjDSgAvP7FCvRkYJl1f
qkFIZCmEC+toD+XAakUbkqR+Z8VyU1bJowJOyTXtj0aeOv/KxUgaFDq1RY41y7vw00JRBo7ZQRNI
wWo3Iat3Sqch1T73FdB0uqnvD8K33wzVIkliHN4YgG8EwKiJ1KGJaEOMYfOlqdtiVznuFoKMX2i1
deLh/epiiw6Mvaix1NuPvlnQkoShZE7kU7rE/WltRWASLsv+FN+39f39b/ZmMTKZK6jtsx9jvX0T
CDwpgBc63BN+TUl/YyfwymrXeQKastJyW56BubZOzFIv6WWvpqmjax4tRkpOC0UCCvGdAEWCtNJt
WWFCS4te/dS32prKBc3lWtvgyh09LWp2YaS7+5Stu1dkH2ei0X3g8+a5HWA8Kwz7hJrkzdvD56OF
T52GNo5FXM/roTVOfcD8Z8b4fMAhwF/MrvTuS10GpBT2k++m0bWTDdWJWWZ5rEd3hdmFsjGXXc6w
R1eFKdMYoZ4BbOJFOsuU+YuG/eXE2Hppbv7jKg7VIMPCYL5I/JeBfKxxclAEhboexH4KRGoDDAK5
bURlmvSQG4hu1Zeis27cNNR2IEkTv3e1b23af5rMGQoH2X/KMFdnehQ9MfFWZ8NCeqs0465tjOTE
R329iP74pA7vtc6bgOD9eDbpMXUPAVRAqpLWwXDzy64OCva6YXJWccZ1jc8RPpnYmswTj197/SS4
MvGs1CbZo5C49raSHhWh2dMJ4p0A4EAiT4izdNo1NeD9qYQ9pKJVbgU630AL4/U0Rut4Ol+y60XT
PIbD/PD+K3rUWHj5PJZL/WRZ1lE0iqMFd0yUwVabNPFjkyxbA3uu6eDqt7HeQZgaQmIa5879hB5G
BWNDffn967+eIv66PEUjE88Fu+RjXSPsfVXKhMvLFq0B8SgflLFF4q9e160b4bqCM/H+FV+/gH9f
kVOaoJVqvDmoVWNvTbQUsA0StYZN0B2vYoNEHSf3RTQZu1raZ0Zgix8j7rdi0P5/Aqvp3P70BN5Y
goBa/PHhiUb8z56gl7/zVxaa+SeLkfNituAsyAntb0+QYSwB9RyiWKp0A+uP/j+8al3/U+Wf5VzF
IQfNEE/5ryw0XfuT4xu/STuHfgNV4t/hVR/vEGkNLUJ4+ovsBviJ9tH2jGGU6g60KRjRstW+BPyZ
oV3Nqdt8DxDA1+0qARBPiVNL2I0BLA7NETjULBPLcrGGS0yNSd4IcftyE39rPF1Vz8Vd1zw/d4en
6jhdb/lJ/xOv1/7ny2+Hz+XyfF79Yl10eLtu+udmun1uSVf4z3//Edq2/Mn/7W/+ZQL7MFWYwL6W
fdEtPy2My9cJeLiz3kGbf+jp9P/xVHz7w3uKv5btH2dtxq/anwcOi+ffoHNSNP7UELiiPdVcekts
ov4eOQp2MsLkOI7qHPZflqN/DB3tT5rGzPyL5Be40jLe/jF09EXVR5ns7/C9v2/G9Y91jvv4TxPt
Xk80gh390ubH7Ua/Fm2DcbRjZYlTgqib4RqCcX6YchO351CW9ERMioBd/F02SfVgaOXTTzftr8/x
M+1cvFrr/7oues3ljIZg9tjDMU8gaitY/xvunM68ajS3CSQQDlMFCr/3r/V6NftxLXpAqGOXs78u
jvYV3MpeSgkSBAts6jk5YU6tpc/++1fhify0e/lxFdrPyzlpeaDHxoIW7XtuaVwFtQNUwjYfNsQT
pLs2EQUstzG/UMpgrZvbph3ys/ev/XqBerm2xXkDtT8jybaP9zRiCQJxMq49ollc25F50SjzoVT7
eKM3sbZuKrM8cQb+xQNkNmTiEu7iZxLLifGn04chggTcE9iXIahjLwA0xu1NIMPUIjpRg/vFnV3s
KA6vAwYYxC+vL+WyCWwGgEhrpa3iax12le/ORXwWCDs9V9rpkTCxc2eW2S7rmM7ev7VHe6Ef95ZE
geVbmuw+jtXFFiRxri2UdSWBJUQVeTDqVFNCkpGzywHcEK9FHJ5TQMdcgPMrvZMgxCC/G3P6CZQH
f0mNT4mBfnX7KU2i7WBcs19j1fn59s/k7LRAWZS1aWbuBmR75nF4g9Qf9/Xm9+8AiieqD2jbmcSs
o/eHTBoWTujd6Mbd8ryUgfgSwV95BPYq7mupSp9ynldBLzzr0wulprlj9AGM0nqsQVt0802qBQjS
3v9YRy7tlwdDuOKiYlRNxBbHgixgRBWZyiZT12ig8AOAxfFQhcTvx5VLM7R2MmJNwgnsqySse1UN
ExkkQTBduqUx7Ad9UD721sjfIluYsBfTIsCnKKr6QkdSOHGqCvwuD/22ccyLOFS+gHk1yMmJ6KUq
Y5ztEmsQd8HYudqJr3Z0Ply+2lKet5ci8OIqXpaTn59uapMVpAmebhNB6BFy7rGVJsga21KFhIv1
S/0+BiUKSo6v9JdhH1JmmCRSx7GoEDGCsz/kI1kKXiUr9yNYAQvVdxhG0RrkWPlj2/hPF5Ejd+PL
58VzwJGdsqaGG/BohIx1gCeUkKj1XAbQaBtgH15ZgFyE3J2fJ1Gp3XK00nBi5kV/AEXnXIMKH6CC
TAERalod5Cv2wQQA9aPewd5IYeJiXeB/dLoLKWrUCYojyDu8q8p5uMb5CgYjCCEhKeWImzNKxXU8
utltnAmyv4sNFnunI7Sno6wdtfqeLZ24ja0ApLrWgkMAQOni/izm+5R+0H2iGu7XDuDtRutp+r0/
Ut+uP6i/VFJy2UGayyz9+mkaUkgRgtZdwwKV91k1qdvCgcH7r1yFBhYas0WFdfQMgFkmAWDRYO2G
TusP+vRMTcE58VWWH/KPw/PyoBdvB99FY0OLuW2Zln6a9RWkI3MtkIODdKBVl8z2p0ZHDEvgLAR8
SX23r1DTTU2hn1jifnFlTTPYDGga3grnuBGTtJ07xXrrrqVYQOcR5o1ogBA6NahiQ/t+CJvoQXEQ
4L9/W/W3M+0yx7x4IV/Ul0c7pCayYs7ghrsmTs7A4krl/MFAUvKkU+jD0NAIBSOYCrUH4h2cUxLo
d+WYV8LrE72ire7Y1UWUqtO3pA0u6iFvfT1g1qDakzUfAj1RzmVkGx9wjCPVsArY+0pa5F+tTDGv
jMpNrsc+Dbbvf6u3S+qPidOm67nElx89x7EyaigiqruOKuQf5uC4EJzqW0KQmODtsUfNZV6ipYi2
LrGV/9It5YWj37q0Yo6Ls+lsmoqpwiIt0woDRGPCSlQKaDukZG6hb6AWVwD2VtMAKxcMDwIagRwm
U43rXEfAUBcOPtQATGSEQdzU53FFDZiSJBFSVASGmlzjQfcrtXoODQEABtBnFlfBZacbyqm5enn+
R68EbwNzNQRCh5Kz8fqVgHpHpKm07XUd6vYt0Su4D003Po/yDgXCNJBNgR7LPaMpil1b1O4ZoqDy
Omja8FSZ5FcfZdEHYhdEFG3aRx9lLDLDiNOSd6RJGxbkvnmSPdmxltG3ZzRhyLeIyCGoTeCsddvg
pJnsC81outv3R9dLR+L4nrAFpoQkLFI6joeXy9PMhjbig9TNBX3iMxiq6hmFufiCHRoQJYqOSxja
xdQq5s6oWnerJWVG5KQuTgy2X4x0AqGYqTijs186lvxEBFzkChu7dd2Wxj3MMudg8aaetxpdjMwM
7S1AtidaktO5Yrf1+ft34hdTPxU0Wsis53gCj49XZR10dlJzdVIoafK3rrMxAOb9GIO/dcz+X5Zt
5HOz8En/4Cze/rHpi29PHeff/wPHcnSoSJppmdI6pm+sqUv7/58nkP3Xl+k5/vlM/su//6O4s2yv
foSP6fafTGrgzV8qjcyLrEJ/B9urP+o8y6gmoOvFnv7Xidz90zApky6dZcyPrMD6bxVzKEz9NKFQ
mmaXrXFM5WTOGksH6/WEMoYiGJSqe5yKsQKBLDOrhmbXhCp5zSP2e80zS6uoMMgEwaoxpmZv1JpJ
4F2aV43DHC7Ah62MRmZV81i2JNVDdYzTxvbZIqtT6LN5Mu2vL3f3t4bg/7VKD6KHd4dQ0T01X7v4
K6WN55f609m3//i3l7/0Y9y80C5+DBzl5b//GiqKpf65NPeJsWOoumhWuM5fY0VxxJ8YHfAf0G2y
xRJw91uDZWlnvhovnANYPZgvX7g81iJyeD1e2E6mxHqCVyMCa8raRs/30Fzd2NHyPRD7QNdGB1Vf
NeR5LrvvUBLjTr0OTKEpN5ZSJyk63DJvWDJRIKS5qbMsh0arHAzSIsbJA4jYJ/XenpKZeAg1Hgnu
QYYaRKJZtRPZ8dsGdK453rWmMBNlPSt1P8p9Ackqhz/nMOQwkoMHx9GI7RG1+qB05lXZjdp4qEhC
RmHlqpG2Axk2Nd9UvPX5mkqUO7EjJ8WDzWUHYyuRc1OtEUvTf6hG0lbKfUHYOpnfXQDcEudX5WAN
nAT0snE1kRibJl5lJUNdgUAzANbICQfEpod8epGFsk4vq65vY+jHGdnbKwWscPm1HY28+ziXY3DL
w3P9csh6ohgSbdAj5u/SHT6mrZjWiFlD3wS4QzhTOLlAV2ylqm5cKap7rlA8uW5dXY5KhGGR/Oso
x/oWWIv9y572rbacRwsqgNEWKLT8lrlG3Z3DU7SuAaqIkiNpWwbJhTkjeUQw4shPHaaGM4pPJOK0
lvmUQsz2hniyABtORmxhE1VLdzuGiurRstIeqHghZ41RSUy216RDOO24WZ2Xjp1RwcHJULekEgl/
MEizhUjYoJ7Ko8nv+klJid3M7fPR7UcQFbM9t5uhzQNYRiXs0LINVFJXgYTsEgE5l3BEzlD6XRMx
fh7aeVYSOPWE7RKroSjk/4xhbF+RWTguc49i116z2A7OrDjpE560Ebrn5KjU6Re1N/Ot02m6r8Z5
vpsyEZ5LHXVoOFruHRbvzKWSvYTtRUVsE+KTKlf9AMui1Z3cayebOgzoylXkDun1zN5r4SJF+aOD
wH0zlnpiogOIVBB5ZQg4ShEkd4+pbrc+CScQ4glM3aT2ZJwB12w+6m1dFt5sTU0HvF2N7nOnHa5Z
ApIFwDvHH+YG27lHpks3fifQrOqQ1paDvCkoTAGFKYf2qp4MHueapAm6p2vsRkG0LqJ2QvQX6o7f
GTCTM83otAutyRWg/nkTH2SeWQwYivPqeZHyI8AV2Y21tiIlpNUURC0cRpCemdNV6xxrO+ECsSwf
rDIv5FOuZcZGjTiGBAMJAvhwIkAchT4E+jNvcL4O4THvUQC2ykUUlGa7AwVINm6htoGzGvWkecgp
ZUbXY5SOPqntBgxXg4CWrJurNcYI+TyI0vjoznG+Q6OmfJI9JxRPh3dO8oAss0Onz9mdW5mQ3SnD
a37g9tGmnNWWwdnrDaxBd26viIg3efJRYYJ/6AMcNGFfdSMEH1sk/jCwvVy7/dBj5gmKcPbmMMGP
UcStgYhkdnbzMFRriSKAdx8DnnMwKy1Ub1S1Hxb7WGaHX9m1Nx8zI8mqc4eYhXEXKhKAL6ZU/Eh9
FBsR3M5o3g16UaJ5DBQ9uBjNGDO148S3GsTCj6TRlfcdMIyPUzohQ86lgDSQd6FnNDo5vkVYkkzj
TaXp5OuiFM1aS9VgP8vR3M5WGl7LDPEBCVatFRJkFyK1V6pB4XSoOBdlNSYHvGokj8vEbQ6tdCW5
0CX/rIaqSzvfjmSKPywnqsFKJvvSNsOAgPLAGgnMkvYB6rJT+2buFOVW6kbdr/rJDjz2/U0NC6Fx
vCLIwkuCw/PMT0siCLpKKfTHxpyBIIipVqq1VjJ3eLJVqisp5w68WmHjuybAC4t1SGNghebKQmci
E/sw1FI8BA7T90oviLPwkwlO+Gqs9fZQQKuHNDoGo/isN2VyPZNc2YPeoDDuofDVMP9nnQwuiEvJ
70prai+SJhjvSttNN1mrjAYcfaHdRnVkwscJg4ciyGvl+5x3TuqPRYlIAkctiAnm2wngmT5lgS+C
NCAAcJ4EQZRlHo94OgpZzsFDmxuAQ80JU+F1DasXI1zStOVmGPRuuLGFllg7vRjkto1j8TiXdlR5
XAMMqRoSgrEhqqLeFdFIcCguPp54oUW+IySZZ15qKoZLepVsKCfxxse3Vjcq57NRwQUOmJ/2qIGa
0nMDDtQcxoLyxhLVRAo75TpfUie4KSlzOF7WC/PGJYRYXznVFH4mYHm4rwPYbxjn62x+bpEufiJ4
gWy8Vh9VHjPYf3V5mcLUdfJNy+uZrslI1J0VsYI42xMCoa4qot9U7OsJmFJ4ndhGLEkcGKLfrvIH
MRfGzq2zUt21ZJkMKydeAm34m135pbba5RJdzuqrpwng8rSptF0rIXBCBUYbsAItPiPhJ40rcohV
0hKW9xYcdaatknCMc/cDyWZI16NQYg9rbJOYML2zOOS3jl54fLQmyLeDoZbz3rbFcOXEJXJ/kmyK
ajNagnQJp2eOZ6fbRf0KcnM+MPMZeEK0qDM2FMZnYAZMESB6NSz8Jh5HsruSUiNBTZN7pyUfjXul
WOFZ2AOro5QIQvTLUGpqWvtEtLIxCLIomEhW6LXrMVeVjHWX7Icr9kwT01+SbaGYcLfCLGbPk2Dx
fJL5khBAxvyEc1zLXYUqRJFoO4Ncx8KTbsq9SVkI0QUW8Kvv3Sx3x3WtqH3rdQOWBZOqkLvBnpVe
KgMplCR/TLXFlyryhsz1OC0IMUgIEmf72A5bltzhTKmNEr+GYppr1iQek5uFhM4HnXAAx+kwfPdQ
z9zurBKzpq/wtppfC21GWx7ablMRMjZ18rZP8yE70OpIrwEek15n6JDpl4wYYkQp6Os3OkEIwhMg
UmZPK8zko857DjvcZKW9D9JJ/aBWMx+tT0z3XiUZHkJClhW3xNM4jwOems9Aw90K7qsUzVXEVOVl
ZjcMwGSThHyQeU7jtY7q97oe5pzFOB0MUmTt1I4/pmEUfgEebFrEgfRUg8geCs2LXtH7gu6OQjFF
Ng08W2IYLZD1oWJ84ye5K0TZcXHrlKIet9h42JWQLmV+wtWrqpQ41K5OKAWRl4ipRMUS5nQGVHlF
FcU6bueljogKxiJBa6gIHHLnhKAqVrnHql9g9ZRpCHcbVGXMbyU5rNnKyp1xuJv1Zvg2x/H0adJI
lVsVcqR6DJCKeoudcVpcNZVr3SBVH8S2jbRqvJ+SjmSFVoCH3hgoeNxNAAw42yQAfGmbGB35cUqK
A4WX6mZWKv1ptKoKlobkOOylfdlQFHcQD68MYNyZL4jMUlZNb9KAo/7FFB6bprTQVaJUYJ+LY3zf
WCOQ7TR36Nw0am0o9daY59lCM+8OQbnNKn1oMctaAxwGM/3W2m2reGRdKYSOIGzxsiIC/k5vrmIL
PnTOndQ7RdsXo5kioVLVotxIePSph9hKNS6nOWBrkrUR8AG3dZbYwtBm0XZl0B46zSyf6K9b7EH4
+pFHXHFIwhnK0mtBcgTJDaLCHph1wW3D6BHbUuR29VR3eTyHft47YGPoKde3o9XP9U02WzOT5Dym
gD+l7tQuwVapQVNqHloiQkQTnbciJD1EWtmUbw13JCwhaPK4XkW2M3wJCkVo+9HVjcIjR3eKF8ew
e99FrqtspFboF4Itl4Fji8YQUnEFt6o2SMwPSlJbIKk7kk7Iu6tx3YWhMFO0UGoMvTlzSSGJ+2Eb
UH+0Tay6eUrMzijn225syZYrlNk5qwsNqj2b+owNpaXG5EyazPg8DikugizRBMOCxvymlnH1Pc5S
xcYqZAnI9KyoKxesz2XS90b82VJmjc4jZg4Ab6D49eu0mm1I6s5QR3u70J0veZeReEqTJtjbWU7M
b9102IpYlS1iipUkejSKYlDOWXaNimW/sdtrJ1aNZ2KISM5j89wfSKCKmjO77uz+HAN5+DSWJMrO
srFu8kRR4k1RLiBUxxniA8fOGhviyJJdlq3Oa0GLiFjMbI5d80IfnEI7n5K8Mvy+LRWCW1GI71Hn
qekXM2sK+Q3GPNEUCcm9DcjPeGDHOVj5lykZiJuqZXYuGyMG9hpFbNTC8IudihpQQZuLjxTpO3Od
qAotAXu26DNVZX5jydh+4DurwF0r5oMVfcJ6Ym5qcSGYeWqTbxCU3b1UOz04ZKJzbUxzEWTmUGly
46ARSDht7HjM6ofBIIb1QwqiOfItKlfpLa3HvNnnqkVsWlWGnPm8YnbS7GwMB1U9DCPjYV2NbQhR
J6jZ31ksZp+MpMRGhv16+mAWs6quicwkf9FqnESSh2sFj73OTV5LGekko+X9PIXbmTLpiO/cTsbn
Qe0qsQQR6y2wHPLgk07IbTzV4W0/2+oDrRT9PpdWf5ar8Vw9mLUy+42ld58N1ifnJmmKuV9JRwyM
actR/T6BaIF626kTvKVl3GxLkracs9A2CPMqHOi7SEdzTAphugOC6WxjoYDJMSN7S/xkcNDGIPZU
AlcfFDUnnU9vA0FEeUHFedX3Ei0SkP3QF3YOXMji+HZtwfcu1g2BWsROw/ci8TCGoLVOrVEl+TBt
1XBtJbZ7YK/bf2YbSqBBb2XlTq2n6QIrh+uAY8kFVkDR6/aG3TOWpdppLNujBRgBeGEyVrD8ijL7
GDEWikMlNI4UIykR087NZzYXxMwkH/IgbyeiJExSYPqBYGqqdck2KHAO54qTfkX9yOE4CPO7US0C
9RJxZLu2Y9e6GgetPphaV3CAAPXKgXxSAT3Yah48OYSAIWAuwvaqtIbFDAFlfi9Kc7wctHLsP5cE
MuxF4tR7PZtsQjGdVp73WTt/mw10/etu0vLLLDTldnTDKvGyRCZQ/wvqPuSIpPMtJBBHSiIncOFb
7tjdpURvuys9qRJ9JYu51L0uitpvs4ia+8CwpbVvmzIyvQoy3MDx0XbvrUAP70jXyD0j5fSyIp0H
KSVRJn247c1iehLKpN0pg6k9kFaNhbWZlXmdlVG3LR2dqLJxiDCeYo5iU6Yn82U7FjzR2ekmgktS
clqTzjLZr2VQld3GGvCN1WOCxa+IhqsJmgVhVk3s+nbcKRsu2EJ+ikbCYmdqBxe93oN4ihuz6Bkl
5H8TcgHlMU4aCedVWyA7VUtGVRvRU/4kEoUHpzqURP00Zu9/o9XsYq85VDsBObVJ+CkcBGfOkVG6
R5Vc3ib6f5N0Xstx49oafiJUMYfbZmdlybIl37BsjUwwJ4Ag+PTn630ux2OXQpPAWn/MtWElHweC
AGbcDk+9S5MQUftN6h085Th4IH1nOjELDF84AYL4Q4klivaVJg3jXhQNrq288x5qttb1lRst/E3d
mnNJ7OJTparK9qNL+8ReJ3ciV7EM0xc0Y1OX6Xqq30hXQUpf27Wn93RG8pptpdF3ob2ZsgvTR8El
j7v+YyNlc9wNU5k/F5teKSlrZjYeoga43CQ3/nlLl+R9TXm5DrMJKFmnjkEtl87GIt5XcOl/wjX0
H/yInkW3H/3HoDTLF7Tc0NA5HMlDodLiFJdL8asYcqfdac9YL8PHvt4Xixue1USVXNasNnxrjTft
y7hY512qS1qjGInjI/d96p76iMQwDlaqEcu8JUGGPoJ1enGGEhffRoBE+YaFhCfHVcKEht1OGu7m
MQo18HannqQGTdC0rMu3kg63zOUR8/8UkuyxcikT7PAVCtqr29nkzXeYfXhbqpMXFvUFaid/CUWS
PMNBFoZMZcoLzsKpcWdg0Lqm9GMPAAdef1xtX7+LTbbnttX4l7eCpfeoTexb7uV4/N0is3d/qig2
3t1APQEhZDwwJf3hRl00R1Wblc0NjsiGirKltZ/S/MRdmb7JaqPk0qka4gdr3WwvuZK4QnI6AfY3
uIGCb+pnsIj0jToKlVI24URiOYu6oUJ1NIn4ZKTqWlrP0u4/xEcU0XV6KHaLN7GtCzFdZUB2pqWM
E/N0TPdYfh3pJ/CIKJLuA6KAJTyMYT/gzQncpiO7QzWDfqo3sW7/+t6szwm3kn2sNgsaFnXAc6b1
u8cN6fnyq6JAg1wPaQIK1/H9HqaQuGXSqNrITAc5cUY9xpWvmj3ZOc3DoMK2I9mmDGgO9FfdlQij
hsgyEs82yYZSRGC+XjR9Dx1lYohSE3kcJqddjzLACEizc1176cs2U823Ezn0yHM/BArHqs3VsahZ
cgklleFPMvDjR/LqQyq+w4WWD2j6rssSO3c0bwx0hbiGmlZ0ahDvoCz1Hg3kYo5Gbw5toVWa3jPk
D+fIKzp7LEGpn3iV7TsCIfOq8gIkYMJbSjLaQM1M6UjbHF0I5pPtEhkAxVEowtlIDVFFG+3HGkf1
fV3q2ykYzRqVieUBIdoEwvE8DAj0dis41HrxSl61PTVXzQeEcVvvFpGoZ9+z6l02xqmzdEsoGUx8
OxA8FuTlj1aiNtjhyVhSQjvpDN9PUxst96XsFNkFtFA1c10GB6o6Kn22s13Mu3UT/XsZkvbD9A7N
FNKfqTZsHIZVGKOrcLAX4r03+p0Wd85M7YyOPfhjkpzLKCAIhe6j1J44Trv+Ja9FOu8KIszrF9Rm
wG+iSDm813RM/tDvws9GIHxZcApQNu/Vgzm10dD9Jq+muBdRa3H2C31IFUEqdSRT8KUlMv4ODCQ8
l5IsiMyChddsTHH9nx5b7wiYJk8NsZmnxFfY5bVaz0unw0s0kfS+9Knzu57Mcs/PNTzB8YrzIrfw
ruo7Lz510qWGNbIi/O4SfHP/36KtbTScrJ8X3+WcBO/1SH/zQ7f267Kb8dH9ws/bvRSdqM65Uh3L
dTrNV3f2aUsjw5OOMifdMCD1s4knxvcSQMFvPDXfxFbJl99swd+xFjOyfDlfxoiuStJNyuro17b6
WY7BRv1AahZCOdxo6397gPG8RrSDIWSilPoKpNkH1xJ3cHUzAsXrgVIQN9m3qprPKllcSjUJkqYh
R6abf1QeXYR06S39DA7gzf6+ETLg8u8pjd9BCMr0Lrd+9KuLctp0Vnoogf5Qm9xT7DXG3wCNLc26
a5KWmfAcCr/aWgM9T5xmO9kbUvZWZl5frMNjMdLJugOOLcxxtJECTxD+BnUQRLTfWDHyyumoeFkq
rWhOirrFHLZtiErWCOUBtyde89xbrT9y6xU/6KmLSo4tCRERTiaJ9qFrPf0cSF3tk4Whb822IaBJ
vGxkSQyOa+KXUHJfPAZDSxzlRAGT849zL//YQh311yiukocFov0ZhJ2PgILS81T0AT5FRAcUWeUB
ErByqIbPWDbJHx3GzUPe0KMc1vX4QQFzPWdbmjChbmJJzq7fmmqPENwhLNfcYEtnNqY7c9CIe8K8
yel0CSmj9UfJ+ilCe/vSILnrKEK8JfCV0ZD88Xm93UMTEhUPNeWsqBKJoLxpePcQTRsXONoH4kLL
zkWqr8ZoJe6oTrhbugChaW/NfEvj8JL1TcVFfWrx7Fzt2Mx/tg0bEm+pr0mXjQRtTFL45zAVKamC
kSjvGrSB7R4OY/4tVbLvR3NYLOpgShWwPNYkq1+SdLPejjPcHofEF9/ap6vaWzoO0q2cAGVYs/W4
61qFEId53/5NGHLuS4dEKEamYX0iQiX4Kjzd0/Aq9CvnCkUDQdMS7rqI/D70RNUc0NOOktCOMaB8
rgMoOISDrgivs0P1upmuig+Lb2bvOE4OMMFG7Xq2Jk7zPmmiy9rZT//hNXJeC1rRf5EsLo/UW6TD
r1K5C5hVK9r64Kxt+DInwiP/ZnCdf1MQ2Qegc7+/+ovH3B11Vq2chk3Qn8e0qKn0iAAvEUyCvL0A
jazEkFayeI4HWc93jU3n9U7Oi5QXZhn15KfCS350nu+Pz6E70DNd8EfRc5BggQTu8JOTJcyI1b4P
zZ2iqmPZFUkeF6ekWDqiCUtGgFXfSiwnaBeiTRXaxZNKeFk4hHPorqgOKQhfdIKnK13H+NB4rXsr
M/aWYd+7wg92dePSFwziqbSfAVXQr1s6LZLVOEVbuQPIJDQvsEMYPBhm5K98S8bysZkW01+CASEY
ZZQCcWzc8SBy5NXyVxrgX7qbxKLf/KFaKPJoRLRnoWTrKgPR83xbiKFoqas3WUtDXbGoXWbeihqv
CIXBgZ1QYZQMweToJ2j7EEyapnlc7Zg4cgyEa2QrYmaIbSiXzDagu1kkR3MyvP1vG/owtZN8/WVn
F2rss1iJgie59v6mfulWu4mKyg/+rX6VtT9cVhxTJ7gl/WfzlPeLmlP7I6luNFWQjyTSUJ6odOYN
/oaPYVnX7kqfLDFHjUmNuE/iTo4vtEvDenql9iKIuqj/IeoheommfumuNTGS3X7b5vjeLiMJYMyQ
/fBCgaaIz0PuzeKUt8Ny01MMsf7M59zrf1PevLXf27xuloMoZv0P3LLqjmM91M2Ln5qESBqZuiW3
fq3Mf1OXDgtFYjpIDmbVFV1tMHiwmSFUR2bzNP8CpwIuY2AxfwZFHAYFwpoUliA2D3lY0+pmDVVy
hqsGVEpLzQ3vz517SMhJaT6jeYz+eMqynKUrDgTa1Ke/PUkVyS6o9ECrt+rrrbpMwOS3QsrWvyJV
1GUWRrRLwhRO2HxrFT80UbcimbY6nNmmKbCFb3Dckz+AivzgooknUB56KTO+yZIRBVRDv6M8yLer
s/TtKaRvIHosFA33h7bCmdmiiVfD8uB5ZZReXBDG+ZjU8w1bB/d4L2vyy6utWPS/dfA27zovXS+v
fKgEiA6uu5BjOAm9R6a40WbdYL//sUZLv15NP9JU0Qnbf+Yw8+Ck/wPcb9/phgjA0+q4GqPNW9dT
Y4Zmw34Mbc1iZEufQvaG02K5rGNp3AsKWHmJRmEj2DpwCj9pTf0XcF0cNC3SKy3aAy6OSPf1wxb6
5cpyNBgS81V8+xTY5SdA2zvRpO4rZcsiS2rJW00E5nL2mjE4aMdZLyVTZ0/jNSsCjdfx/COMc0tg
dNOV4mESrmnooBdrRkqlS02669zByA4U+FLPmtPAaSlNc+vRfXDN5L7WRG0QrMX6wBxsLR5JIdd5
70wBta4OusB3tTrC2XYwtOG+gR2quWzC4mPt6/GOURzibA2mylKOPETNu5fY7Y+j5cb7g2LhJ/de
TtQyDEVb3q99QHbjmeHGMc4uCsCiP4qmleWxbfwxeqIuHWAHUr2npbCfdPnGphrTMhcz+p3zAkwH
nWvaLtvved78W+FH2Q60LOu11QfmiCqNDnMu2eLuW+0lpjoE07CQlLu53RSlp6qPKFqL48WQwCCQ
igd/16kX/o6BBQxGgXYuL47knqAiRs8tWVZ1T+QOaKUatmswucHM6V8Eob6TS6OS/tAXmD+6i+TN
NB91WBbeM9kocfkR0blCQfo2s4LS0TdVUZdRkOKIR89js97P0biok+3Dgo6Usqqd00Z5NYA3PE36
6c067VWG0IGVN7OeM5iD0OmMgqWc4xQaF2D6aAI9IMGp1ml+GyFgavjdGg7oh+vT/pazQM9g9tde
DoLAmz4MA2X3C63hhZMtW4M8ee+hoU3HUwooLcFZQ9ecQyuY8B67yo/7vx1PDVO+XcnjLxkRFENx
7IEl8bgEoblv/lcn6grIMlYEMOzxuV1DuT4vtazaMaNLM6cs2yDLifcryRuL3hEMVVTVbh2A2c50
kFPM5Fqn0fWpKBuXIXkFnHeR/FulzxLIes10sNTlXe31o3zi5FDM01C70IGtqkmHRMFGV0GY8Wuc
w10h3LH3dp4xzTyQsaVMX1/zZr1VT5alWuLvPoin+N1NSpSkLLIjVuAuksW+rnDVZiUQ9nY35rrh
enTyxFW8f+DLP3tRkdqTzH5DaXJAyGXWhUhHLsNYuPUjQJq/HlM1GXPZZKLyU9/kafpNdwN9uXsU
TGHfn8l87f19YEObhplcw5scqC8ka/0B8spQQrbWLXFOSPnABKGJi5RBQhI3Z1nlmqryzzIu5XyH
gEx5N0AaoyC5mJSW/zdVcGO3Yb2bZ9LikpzynVOzOjI0qPuGwt3eUmfywxNSGrh4JiXSGU4SNMZn
GkdiMhG3Nvpht4sp6aVdKu6qJVMJ9oa7VYzUJ0usEzK+wF6QSB2nxWpPivJs/zDVzVJn41TUwFHE
Odvk5ExlNOUnzgbjzOcJv/stI2uEDm5qK8w3FEwzFUc/0ZQO8/OF04UqVGd+MaZcnX9Vkguwbd6K
4e9YCIiVf2E5KhjgoOsCSCyG5Y2WWt8r+woXyEA2JPBxyA0qshV8Q3xPlDkT0Gj8rj416Eumo5DW
MUDCQMGQcuB6u6GwjX70m5DvWHqTXK9LYiPxWM227rN1c+v0mWCpjmtUDrUgVngeaHh9G+OqT/+J
OSotQaWD0983JVm5WZiTwQBjXErvD5EQDmRXBJrl3t264D2o1HCK/81tTFQa52DXHjzA5bne15vn
aco211o/kCra/XA8luVs6t20+VutjuqPVln8uvMO3L0BS0LETthAf9lWlAg/tK/aXB1qKcLqsQas
947LCFFw0HFbOifR90N6QBumaVRoGIKIixSr+H3jCCKcqsA3nxyPg6I/uxnqnznxitPjPA4xMart
7BZLljRDsd2l7TobMiE7rx+OuuSs47bQ1YqXS4rEOyZbUQ79IfcSuZEKWjho16fGCq7KTa5/kmgu
vE8FGBreA0QxPO9ShyvgDWW3oAqb5UGsJ9cd5i3Mom2utoYTK4ZIhhVMU1hUB71Po8HEnCECzG9b
ErxEh2mHDI7NLZqRZmAEFlewnJ7Yfubj7WMI2Guvo8g1zb0Q7mO6HxY7rBd0Ot74sOggTOibCGgb
OTqB6dVjEsNCtRegEZaztXcrc2g9PEeW1SdPqoup2k4cS7Cw/Ig4sW5eaVMuslZ3bAmciYLqeFaq
dWGr8BuTsMTk/GoeO+ir9FfU9aNNMx0tdr6auPDb64x0IT95Lmf18xrxH+fYIYuyIkRwttW8C8Y+
YcZKJQqCZ0ob/THbyICjpG2y3pRfIsIM2mNj3KZ9G7qh8185PxBVnODZt/a1qlvZ7Ck4Vxznc9O2
9r4QyeIwey9lazMSSzr9k8JS0X8vrXSK72gYdf3KidzDRA3BnO8nzhoPg6gagyNAJbZfVrCkOG8F
CNOfeMoZVY61Bzb1xENuxvdtHdLmWFgTTOurJhovuG9co9SBERP+zEZb6RJ/7sa2/bBlD4tq+8oW
23XTQxkeA+XV7r8gXgcqkx2VvIQwAdEAx/IUF4s3IzGpQr7Jp8q2eTBnzKzj2l3IXtHrMVLKmboD
cOC4/KE1WyExY4bROc+TdgeSnUNrZXUHDCJJ+VlzQtye7JbwOe02lCal/KqTcluWp0X3a/PlEWyy
eMBQZa+irFmY+/17N6nDlekF1Corx1FPBGE6ldm5Oo7EoV4KuoFrz61dcWiqNlCvtIdvg3cyN3r+
zat7CjwkiQ0BWhwa2D2569Kpqz4p4KK26ZCUBrXmDp3Gsq3H2oHnWTN+vaP/UISuDh7ZotpmRCuD
cOO5R9fnIvtAulWfkZ8Mza7lDi8+cs+zpj4MqrUFlP4yRwyryxIn63EmroP5DEHdS7VocsWpvKHP
AVbDZOs4tu94wK27o/LH/08SmPe5lHNAuKSMcKlKoe71OET0BQbR3GXd5NCaIXxJHcXUonzXqCLU
1p7yJEy2w5S0Pqt2CwKoDpEzOf0IfbHI19zzJ/eY5qpuv9UC7PeElssznxj9vJT7ZywC/GFzzJ63
S7c8ak9IJjUP7Va7LsUa1gnsvbtOweNKlPVxykdrYIwEos6yRjDnuDkGx1mUAmTYDabnbs7Tc56M
cOiTGuUZN99Ei6fdKGdw6f4EPsSMaGqSDhrSz16Dqgie5AxtBRUzVp8EikSncvGja4gzJQDPnPyL
GwrxGUUB/zwXIDzRlhc/B53G+zKSzh/GzeCExN69c/k0MmcZQput3ERH3UP6RV0YXCcnbPZiq2hs
QF/sP3dLuzxJKYS3azbtkPRc5xHEog0fi3UiBc/f/IfUFg7EMRj0pU+W9s1ZVy+L1i5+9TwpdsuW
9hSnz443snRbBH6cED87NuNDXG36I0ZGTI1k2Z0oMyn2w5iUmcnNfBWpiwvUKabhjaWpAzwTroSU
Tbv8vnVHQfyyN8QZgGPzUVUdtHLcrf+cuIjsE9QOTqFtaoKzrHP53zxjycxCnvHbaSm9rybYJpul
iVucxsiq6cjfR9xZyJi3IiwfE+1Xv9tCo2xxpzl8RzCLLiOwEdPBov3LFHUJllyZ33u3Zq2dKBCm
eKZs+YSnwM04XwfElr1GQpPT14dokixnOVTtQVOHjgP3ps0FVk8B/tfG23EpOI/+ytqJhzSPnyXd
YnHW12b64agQ3S7fsHzw69V4O2KzGJSmpn2oa3CZi4uaJEv8vPMhReONRNheeCZLpokWP2HtY6QW
lBJx2J68wsFI2ymkOFwq1L6Cg/o7SVd4htAnCc6dGaNTbZMCti1Gzo0pjZ26jYG6qwZePpN+XbKp
r8jhQ7kE6G4BTU6UsgefQFn10Z+r9eQnW3KEJQMs1CSPkclZlXTQOP4T8Qnd1aaSab1aog18EhWr
uvc2XlOWu/atEZD2IAbJFu7jMWzulC3ZdnHO7aRkZcwM5C5ApWzReEW11mw1NeSsnLYVIUEiuu2Y
e+BGZIV48wGmMOweQST9O+MFsBS1HUng8QbioVjmG9pJfP9S+vV8Xpx6oqgdcPaSc/ZctJqGc7zV
6iJHUMmma/VdyR9+IJ7t3krNcppsgb9fFKgwO0Miz2Xrm6fR1OV9nsiUkp7cIPtK0/rRXQwYtBNF
8atsUyRlfoiBrF96cc3jNfjrgPDUHC9RPAQX6/WVc/QROLz3dHH/cHA3vnudTa/eOhG1PrsQo67d
ijNTK6xGvshQ3iud/Iwbw5BJxlJQENF+PwCd3GtTzT30jevem1IODyVylo9kHGPvMLW1f+jaKMGa
g8GBwhWVTnhUm7C+Yh/gLXR12z5NjUJQlHDJSKxi1BOtrryfkLMQwt2QlrcutJtfAxQvGYNfSaHA
tKpHCg3yj85HzL/GYX9mMe6Ok93I995Sb/SyRXWfPM/1XZlT25HhZA4Ok0jrh6HJY0HSZRU9Ki4n
tJ3wnNwScFLnKMGrATCq8h9A0du9ZkP/UE7QXGG1p0OPmJSoxh50EFNjnsm8WZ7JAqPmtfKpagKm
PWLDjSnuCsZ78ivVPtgaOndLl8H5eTZqnLAQjNVbHyfmOeZzyLi1veLocuZ8W7SsAyHz7FbU0sd/
mL9Se+68ztn3JCu+dhg7zpTLsdzu2ojI521cy18V9+xn2dhSct+IgbmJdokdZi7DUt1Ea7lfjFqg
8qPwa5jy/E0OUwBWwuAC0jKPqXf2YT2azA4zPZhAIQHx0nBbzyxOhn0gbN9ntMK0aPnpD514KrzM
YFknHW+mf9qQubg7kwbre0HcxWOBzQWCYkhfXDCki7NO5tJDJNDLaObEPdqc3rsCvPkbAWYYPq/r
rN5AIGeBOX3U6V4zuxre0QL4crMVTXz53Cz7aWy779DdlouMQnHl/q+mH1PV+ul+KZ2xv1QzQt3D
EA/Jjxgdprfrm5W4g7WUkq+6hOT5QudFj40XzD66LXf+uxC2935TRCQYYzZ56XPZUtGFzfjkjKm0
p8LLne2jVUNMHcO68u/P/OIbfw9+Fuj/ilV60GpNCQ8Is4/ax1lxaooqdsqLsmilDyKg/tPAd/QB
w6BM56p7Unm1GADKtKpfcgfu4bbhu3kU70JtWSNzp0j9O647g4+6jFuEBrnVJCZ6Ar0KDdBNU+6d
YCDbaNduZaG9jBLyfGFiXMlP/uHbsLxP+OaQIsATGghj/vYvhOQt00qtR33HBJbmu0FH/nO45rp/
EWkTOEcRJ1NyISBFBiyQnIVXbsE1W0ONAiSPsRGQlpCkTE/CEFWPAgZkWxTh1PyUws0lwjrk80fF
obMRcKnJn4jZ/9Aipun8GZQxi2LS++FRVOWg/ltYCkkV70Z15ewSfxxGDSKFQ81PL3qGnxnhJy/X
yCGyw/9ca0SchY2PQRXE8kzF8nYF7C9fivZmGNkqRwWfgxrH8VciSxQNRL6nbSYnQTl5LRIIWe4p
RuAYkLa80+gzqWOugpvycPXycbwrCzPHP2TAr+EUels6/muJ1xZIB/j9M6uOHPvnVM1j/Bus1hwB
MxC9tnGc0p1lh6b+OdsGwS1Fs1Q9qaILjwUa3/ELT81AOFxuI/d1mAAJ7yFfdAfKsM6xu2/XPu4v
VklMTQdHK5yRWWhJnrqAQk4/WEo9iemj7q7EANQSbbrjzs9y7W4pG0Nu+lt3Dvf/T1W1sb8fLE6F
r9CdgCvruOUD2WDQLQhaEahhN3llemYGEQMT1MwJtXdMTwb2LvZyIt9FDB7Z4a/I8bsNB+I9TP4E
OyqOoZrqL9IIG+TqjtP+KbaFnXUrwVBIlA/zCR9V9xovHQ3rqmoiKj67OT1Lt+yPWjv1ei8AX7Fn
SnqaDpjNZvNFnMJ6q8TL27thDar4JUd+840A2VSXSLUjOYQNF/TNHof5oi+Kr3YOZn64rQbGW53o
TPhd9V2J2Vwh1+izUKlj71H/fjtznHBQVXHpd5/bOuGhA/4KiSCiiIv7pgi2mO+Z/qaBg28U0nlE
YtWTS88vsPgatyCcT1rEs09PUQUzi4rQtvPZtzKnYmLsQ4H+nJUudc46YJXNIrwNzrFtg1wgg/Fo
w00zLFRIs+okbcrnzsA3n9p0U+2HUIOFhRundKuPyxqX9ndJjVi8qxnbh6xtvQW3ljdSaUPyifre
4pTEMq/tghXXn0GQA3a+IdiRVnD8EPZC+GU4z2x709R9DY4r1zt00TH+jrRQoXjH60GYOcOMWdL/
BsjH7WGoFXKfyZRoWCwSsPpBdrKkTmcp6grIclNzf3ICUJiDw/+OmEXnJoWHRnm/nsupTVOVkcTb
/R03BZh3NfRHSapGI6+dr6Fo05y248rpYwdhwFYHbfhG+Iy29i6KxQSKwtil6c8i64RSIhdUs1sf
5Yxbq88gCIMxRsKjggADDzh4p7PQRQ0M0uk0+6jc7K9onof5zddFUx0iLMo8xkwvUTnAeyxTc6lr
FXyRwr41fCmHdt0Ddadi+uwmZAe7cIOin5D8+4iapjixCJeInRim42yGTh3kIlrDK9EGtnty+8Dw
ZbUXVu6D0sMqXpxeVlHwDlhVRQcnmWR6KgPAdTakQE2oo23YT2OWSAxl9wUqZZXvGxyk7T9VS9f7
IsoTHpN+PAS/Dnkoex89+8vYtIV/ZfF1Q1ISAHZevHlAj9oTfGTu1pJfz9sEGL4eApSvepfndXAJ
ayRQO6e/4VOjWZ2jOwGQoo5fWwjLZugvAs/VHWdSQb0D3NQVnT4qwqFYvmpYxX2NFsmndhiKOS1N
daUy2jjHidz1oz/G7n2PrH35Mw2KM+gw+1U+HUOpjZse1yCYuURxpYU34MNKcxkGGdJ9wfdX44sQ
0X9b1WPH2cKp+h0LpU6L2Wx5IiUlJhIkAsjgIbVw6w3RIjenqnAp1rTJsisro49Do6YVtIcP4BAG
Wj1MDbZHDoW+e0ECm1+9IezfLNLYnG1yWh8jvKMfaoYa2PdeH+wWXeDkhagdzJMvJlSydopc5E8o
YPUFvcV2V/s+phK0uA0J55prEogYhGDZLW3aV+TATxN/VG/qMjWyeqrTmSVMrV75DLof9XdBny88
+Y4pX0iMkcMuxFf+4I1oUliioU19KNElA/ybnadOQ6TeqE8U63TQitfBXRLMrs10C7TUrbejcrrq
eLHn2rlQfeQlhxZjDAnsEfx8FueSQrHYK3/5btVkJtWJyw5Tw6Q1iM3FY7Q186nRqNgOQZn3hIOt
KOCRwKRNVlJTv+7mZC6GYxe4kvChOWCLw+o2b8gVaqgojEQrPy6zW/q5SjH8iGWbFJnGncM5OObz
dmn9cHFPXCbmj+3xGuDBQaUzNIt891Lr9JmjbjHWCE7a6W5BwYURdEv3Y72Utw7XNbgA9vrymM+2
y3whodsqaPCfkSGmCHOxtt8yxLF7N8bp8kricDhf4nBbfhCzEwOyCF2dwiGX/fHWKtUf21gF57ms
vJX12W2Dpxkk5bmj3uE6Boai2TFW07VqcAqGkqlaUUN0cbYmvRg1R5cwasIvMpEN+ASR+FkQ1MMz
2zEfV0bYaTsdIpwdX7EuqnOLG/PMqyIPbCuGAWwGdLuWlt3uQg+8h1Gznrb0YZgQCZ5HgSLm6BAx
hSFPCnhSgbIVuUxuINbbVIaneJQTlfDMqVyay/itipXVlh0+AvnbzLZ3x3K4q8DleZsHJT5TCW3z
5tI+suzzZQbwCLC04d+Q0Mbc0x5LQ6dOg4pLQ9PoDNWrCuo086X2qoMXIiEALUj1pdfEyOxTxoG3
Ka1AdfwxB/9qY814ObQjk7vnpE+9mXPGa4yWu6X0oxfrVtj41tV2h6YrHLKjtNDPuaiq41aL9mqX
fDqYYEF3pMmwbDE/ZoK4Bkwey6QebVPja+G1G9k4G5r33KWa9iFRvgt8cTwebei1TyPPXOYDcO6p
MCjr69R4OV1ZcyHQ+d9y1SNAc6JmV+W/aw4m8opVHJxkIpA3leUS3ej3QoMA+w2qIoCe3rlMiarE
PhJjiqxA58OJtitai5Hm3KKxMADTPVojcN4oy3ugoavvsxZLItalykMUKB0Fn+zpKLTnEoE4fmuj
E6YML0j3LgzCWTmGjGq/BieTbi7+wyhOYlATyd/hhCZ3t+WOf/H0jCCmm+M+3nmgiWAsfv47wFf0
M6hbLWgFGpMrDrP+KEM9Hsi9TatPRXDRW+iF5YZCAJbi5yjc9TKPgesf/4+kM9tuVFm26BcxBn0m
r5JQZ8u23JSbF4bt2kXfJAkk8PV36tzX3VTZEmRGxFprRoNaRGeYu6BkeDrAAgR5Vv21xjF8Uslq
VceaCLC9bTwLM3BXmt9akRv0CT1em6UrdzVu5mab6RlfQ8feta1CoT0pxNynolz6p2HwquQ5RxV9
7NhOmWFnCOmlSgxHDPIbL9u4oICDuKH9aze5g31W2y0NoGlq75fdFkvy3TRtco+awFvWwJLzaELS
21JERlzHocC1Vm8GbKePY90OBaF3rBDWMiMZchoUr5mym+I4JnYYO2hCFD+jC4uaHUrs0BpPhc2S
ZD9waIAHolkYweo5/2d6PdhsB2PWv4Guw6FKeMXayZGQYaa8xd67+AZeFnaxwtxPBhsWZS9Tjs2W
PVE9QYtfaa3EwexJbpWj9KNdsDEuTluOja1ikwJTEEqOCwnjDioTQsvDTO3yxygQuJtwCDI+oMQM
2KWZcLkN9UY/QGQzYTk90/Rm8iKGIT3Vbe/dS7efi3NEloKV1xCz+AOmjnSS7deuekcmKShQUen6
0+z1c8MyUuaCmLfH23JXbKuYFUgE2JeE50MdcR6M3/gIqjstluCWB5lGst2w0nZuMrUTjMRcMCco
/Ae8HhUr93zW0Z3SudVHMxTNd+vVpdkwNl9O/GvvwWsbPLN8i5Z7FgygnUtHXO3BRE52tjxdH61B
dB/0rs1wv6hoXk6mmwIm3B23KGkS4bPNwwiVMiWH73Aebs1q3SqyXq22p+KkZzMwebbLf7lu6C66
Oej/AfFN/A1OGUXoNYpIam2sanLP8BOL9tWIwaZQ8KO0DeO6S257xEqUrXpSeCGwThbHSvblk+W3
fnqo2fcTu8YxxKgcknXqTQMwz+3NMkAqzTf14gTdX0JT6g7Ch162xDCxTGpts72ywrJaxXi4qUZs
dxrUgQQbaEGQAyXFYD1qdpaPEZkaYCHsrnbNI8Vr33+QGSF5jkHNa0+S2kkeV39Kz+tizV+hZly8
dHaNSyhKPqqFxM/1NkQ2H0qEC2k0VN52OyZu+VkszC82tK/rm4OjhicajRf3YkI/9uBmINd2JXEG
THKhlx/7Wrhy77fDdMevCH2BDqH/J6VM3tzV0cyTFY6/ospdH6HHgUmACbNct37pDiCg0EQSQPp5
l5LTwDqTEkPEXzQlN7taZtZPDke2LGzoyj02vSekZxHcUTyP6Uxi+hDB7GHFejNhvpOrDW1CV76n
/Z0aCUKwHSzvf9xw7K4DngSgdYCnjpJHAeW/wmR6LaUTPjeVTrYEBcfd0LDR3uqmLuZ8gf/uSry6
A06y+TWYsGMEKwB2vHSRepaNnWZ3mciy7uBxARRMXctlPZkAhEecLmR+AabX7r2uUakssjGnlvUX
BN5EuzD0BZY2Rox/Pc0vBl1ifEyw2p1TBuO/FgiZjz4DRMClNbFUcJG4bGqyRnt7sm/HZgbLgYbD
b1F8cmvPMhkdHufCn2LSUpw6xnL7GmI6G4sPIGDIx7DXcsT3O/LZtcQlFv5c3vuAX7pFXtiN6Sjr
agOn8Ubz5KKRFtl5KqYDfo3lWyTawKGfgApQzsK38W85qBbTw3+8iE1Gej8dHmgrXVCS0q+eI3yR
f40zBzxPDFpZVFpNh7WdhguOFsRdbZI1JhHQPa7MYE7B4k4HNa8VxtyxZcCXuoiXLGOfrZdhCMhM
Zytu1UKi+DPaGdp4GkI+14pOILZJJ3zYKe/mv8XutP1lLVgm3WHF6O0sOVU5ueR6N4lJPRI6kift
2AyRygm04SZMAS9u8pSFzmW1zsxsGrMd8HK/9PQ0R62yiW4ma4pDzkQYM3+wYArt+t6yjpVwqCtU
QF6fFalBNOxWxUyceHXINxtoGVA+lWBYJf+YdIs2fHwVCwX6qdGXhC/8Ht8QAbMqcdj31fUEirOl
JpymUqImQrIQknbTj4mEyL96BManeu17W1w4fRIbbaOSAtyISAFqg4GTpMFrUAde96foMh9JSQrD
6l9PVcdAdARxy0xXnAuSoDxicROy7014cJk7xwcgQFtjyo1AAKhenX4IJIIq3x5SPCrDcfKElrEj
GqfajoOXRceaUXIbV+BZsL4IVHWysFMYKQc7t8nIBwHothGbgyo9dJaynSdypuN0GcmTPNZZSd8r
DUP+J1uw/e2ESdLH1YCudnCsFO4tMwXc7pL4qoL/MczboijWx3Q2mj8iJMhDoPp9Rix7pc7EzOj7
WVjfYWvOzb09LiUGPTO6xaHuBin3rQwsfZ87QGrv+xW8L2qli+k+YTHrMWB4845Ztfiao3ICXehK
zLHcRd1bb9FH2dzdOT4+fHn6YBorg3zgBAcysgwfAxRSsq/djDHRLe7KMSk/c1OJv570w2uVAiO+
rE5t8rv/rSWNuN3nepcxS2Dwyuz5oYE18yu9Kn/UfJ1XLOwDIW9RFRJNzJ2XaRuOvpOcQL+43lXg
RfZizx16+AzMxAcoM4QYtqHB84J4USEL2XRkajNRertig9ww4TBMKU3nPrEo1qN5n/AH/lfV8GtQ
za0ojQUMY3qB3iHKWGQDyLwlp+Ij9YLFhE2d2NUPMsHwEgs7ik7LyH5Az8+6x3ZU+chHA1yEzeHD
QKQIc95JN2bpt2ZZx3eAod2/UKq53VVLSJS5CanQNqIcl8eURcfVlrXU4BJaHFD3bEEKpoc5XQ2f
jtfiOBVtj6IsM8EgG45wV1xWmVZXS3SVuLBwGydLwEMrDhb78c7uai1xuzjhufJk8mvPmB04hUMt
7oIWy9oF5lXN/l/bVmKHfbdqz1k12I9V3rCVszTJtW1n/VpiKdabIMHydddSX0iISauPRFdi9QvX
nrzUNqqtsYH3XzM3S5lpm69x5AOqbkHOBIt7oOz6iApvHtMiSdi3WdVtvKRldwzGpri0s2sfoS4t
7gdivcRXXVI5ZAW+ZIq6QQ3PFh29v6Xrl/K0FMF6RNVaSMGpyX9Z/DGJHjFH0NF1LTHfS0T+YmXU
b3m7eiKPoGd43VsXtrR3Npbt7wvLxVS1tRLw+J+VM3vFa9/oZkYXbQAQEceKXOrjlt8XtZyFwgS5
VOa8kubhYMDi4Lp3zhjJhzKZ5p3ONfviemYr/Liw8V6w+EfjFXe+oEl3Mo4ByRQPpQL+mbpGfrCq
O/KiJas1M5twAN9KX/6zKe38N6/urAg/XhiYaDNMtrwzJoXv02Ytjgoi+YPmpJUJLWIOgOGv4096
L2RlBxdLDbhUyELpgIzAyG5ExGlmRKAhN5CkXOxWkWfnGyXG5cKLouIg0DCKqjnaVW6E/T23x/Gw
WkwUN7XyoQg1XlQme9wawblYqMchpIf3NcEOQhWLl17J7Xb4CxyKhJC+88IKvfDbyEI1PvUCOZUn
1yJUcgQYRWIA9AFB4HYzYuuvCFPWbTVdShE1bizIQfU7ltUPIB+cxeT3bP1Js0PtDYy82dY1mk1b
wi8+eK1FHrgYlLgv+9Y2X8RkAu9Nkb/6VgE/aNbXTbHvRg5BQtAawpoyzu3CEWGM230Ue+a49nry
mReB3h6q4cxmTtKOBibd/eixzQWaiuOjczTzEnyNswmdYzoIGm68TigcmQ65N+CNj8tf1nZ3Lz0C
1wI+ymjMhGxIKhncL01Zin/V0LTFOwIEe9FwNhT1/4RvvCIqnH2M+kHR72Xn0e2WQef7O12NtURe
F+rkU1GgSMPwrdd9j6GLV98n2SJtU0d3NMHrxO8q1++QVva+HfP+Hdqnzp+ECcQDw6G13PVTL3t4
PKhf3ZY8hvVfbfrewZ8j+jMiJicZ2qB1X4l1jrF4VgRGBQ5npxiOvS7DHTChFvYHBvYCF2nru2/W
WOP9mvxafAMouDVupijS4lNHzowoyUYHBsgzBXXIq5EmLToOfBmOENclx/wHTy3OLzBdHM17uE+4
RBXjWxFHtlnZtRu4cKQqBsvvHosfUXJ4fhgQwXzG4lSv9yWTH7BeChfVjl++JYebRMxlxgLxu+95
+YhcPJdRkR/0lNYdADbDWKJzjNWeJs3vuQlUOkVwcIikPo7N4g5XyxEJJskwzHGNav6TMHduxpdB
X3mV5yssJudcTHX1FBgj1k3LJudfJvzygld82FUzy09IoVBZgm7D3n1Deenww1XjbSKS33TQbCWy
dmYunH96XSSCDZF6jzW/6OWMTua6DH4Q+DFJJWhrm6L1y0evbgWhFdefv6CQRJe0xD8Zr8RN2MC7
2sth9qkaDnNtJT6Qlk4FcbUU9h+Nn56BImR+dUrxAQ9HXjQBHK7LchbYN5gm6vMaGH2vimp67SX2
YRIlqakOMHBMCVe7rvsN5KbmeaVf3gYmqx56hO95E7GKYct+lxVcBN40gWnwMGDWiS1a/f94/UlF
Wdql+nJIgwKsGmVy6uZxlsexVKjsBL/Wt26dDJtMazDMz2VfoN2lmFerbRjBcNng5goZx0swCp/E
y1deWJ2G0VUXTLG2NObdu+QHn4Fd2JxwNSXFOQyzhGxsZjEA9WftTNtJ6vUTU/3wTZNQbmw1LNDh
khmClAgYIabY1fYrDeCLk5WsL7gJC/Z+IGBWxDUy6o1shJ082XuOjTmucDCVIqxkeMa5OIP9wAHV
XbtU5DjP7LDYN7JRl9nh+rsSYZrcS+RU/tmv/RpyvEArO2F17707ywnhLd3W+XwVUCqkQ1676Ygk
WEHd7TOhZPZQ4ZMuPiKvDU8qwPgJwWrUAgJD7pjnaXDqN9lS81VROsboOmV3VzbtWuxECMdmAS7l
2+8ma+efpG6t46xbN9uuZlmeKysQA2Kzbv8FN9vt1lR97z4RLPCqPUWphSewEhCe/CzPljhNrO6+
opa5QE5AM4g8XyvmhFgkT7Iek1gkDKyqPT0oJdcgTd0d+oFmEkP+6jOthQh/rZz1ls5dvKrDR2Vm
/+gQ9TyzKEvv4JexoTpM5/U0Jayi2Sc4ErFJ1TzreHSjsT2lzRwdvTbKn4IA7xFYLqd5bbFk/0Ze
Ircu3qf7vNP9f3NQeg5e2wnGRmrbFy7SCflSRe82Uct5kynsSDxdvrlMGNfPLRPLLcgRTYCzZeL8
hFZDQtAxaHLnKGM++br4TY67yYV7Un8tq2Xvk5lEJCV6YvNX2yCV4sztkDfohzB0UrS33f2c2nBL
c0O+RzHjcGMZRut7VY7133Ix7LdtbAQOpfwAhxmc3E1kpSxPws0eveSIE/dd25Vv+TRiIObDh3IW
8EJMYWL3uxoWk3gttIUI2pnQI68YYGW85S8wDgyDODWo0eqqcMvjkxV99Rc2AnGJzJ8Zhnq2uB2U
C+oYtLruZ4369rrmy/oDQ9x/syLLEvewGhvrwtgk52VBDfQYezSeiQMbj82byX3J5cRs5YZFm+Y7
hHvREejhUjzVOSsLUyaA4X4p1GrtKhIZBy7WLOWEL8ZHrmKFkp1G9V5WtbNsys4pDmKsxmJfqMK+
D6aS+8GiDgLpyBNlgViMmh9GxBBHI4IXGCH0bQaWDfq4rhGjRHuCHkHesjrxYg74xjx16nF7+psq
WhI3ThoMSaCreq5C+GZEZdJqaMOdhrSRoct4xa9tm+y29lDcefgAqKP9CG9v76b44foh3LW1IhzH
wwD+OE0iQt0SUOqZzWgCnA2wo4bALaEaCje0NGQih6TUnrTIvG18yfTSzPn0UjQqI8XWkc65VtlA
aZ4sS7G3R1Lu4WiP7iMYhtU9OH2ts9PKMkx8nVGYvXZMo0HjOL3KLtQa6WXKCLWAI6WI4LgHqu53
UdQ8IRmv/SN8RZxXEPG0vJ97gb7XLLXyzi2qOs8u6EUsXFaqltgfplbdrctS5/hxrIZsG4v+ll2C
1rVs09AjST0owLfkqXAW7vAOD94WZAYOychO3eafWmXzEHJ9fXmFls8shZyOvmU4l8oMI7Nju3OD
+Nsi0/sY+x/ArKtuj1lGPg6B0/xZg6I0cTcp88I8UWTPbJbgTN3WTW5Pn+nqRC1wMXlbcxc6isnG
MBJZn3zmDv9kntb+l0+r8c9UC7HUvpjFp2jdfJtiIJFE0nuBvFSN3tVjN2DAb23m9ZU62bvdWExs
ql0a6lUcKxqs7i2ckrb/W00yzX/oMHLiDXpNy7Nce0LnCEPcvAK9b8UoW0n/ttCpARciavmvM0H0
J0gzABoo3Vz7uC14LlBZ9fTKMJA3Mx5IQTwEFptzH7EcYkTc1PaCaLzkMngPZeVfZ8sp2+OkquXk
+Q0GCHdpX/x8wljFdkDii9pAj1JR0g0bO++Xc9EF8qtTAKh+G5IYP03PMYqYGTb9rwnqqHtI8Fl4
J1iGQYOzTNILAMZ3mHI0eMy7L9o6tfwlQtWWO2LJ7n/KcYP6SdwoHzZagIcfskmG5tDjFiIiLmko
N6ymkeeCk/cSmEWHcECE+z25U3j0Ig+TiegaGXtJyFOux67Z2kIYB+eG18cABmjA2jkiNAMEYz0V
uKLmDzX6ofqEt+EW1DlLOn1pVxnDrZyH73gNjH7mSXH6P0AEFeyIORoGuZ2ZAhLgbssnzggAML3J
sH5oRvYq7NNYiyi6U9ThAwA0ByAWcbfRP7JHp85OWeGm/7C0i2bHSe0+UbiO56hdxW3uHQ0/paq7
j66YCV0UaaqOJDyGZw0o4NDJvvuegD49KHwT+oWdxznuFcuNLuHgzmrDT2EjNuOHBFZF1VP8MIs3
TrIfC4wqBGk92fDH5EsQo46ytqZpsfzxrXl1YP4ma+4BLW6xCY67qACv/cnJzV+5UjAlzH4S/0Fl
dE4LlZN77n1EFcxPq43qYmwnt3cBvOk/JYyPkuFbAbqCsIkQWz5G55NiT0BiySpVwBIjUswTPVtj
thMghc2+SPGpfBBiKDABWpM/Xe265+nfuCRruvuREGC3a/QCkyYYMn2ICjExMGvxDO2IH+Y5tC5N
EMuXU+M8BflUUZAPTATbPqBtWPNKWmRsdR8AbtWd257AyjcB3tdu/js0lOP3RSYZAE99kd7P5CC+
8witPY1TpDs8araLhuqBM52BTyS39e3Vml3p03FC6b5EDdPzfE084NlmS67JPjJARUFpiAJ8t7JP
15e88Wu4r/g6Dp5CekLD4+CB5JbYO+OqRR0zLl2MyzzR9fDVlE14KYiiNIiGbR78N6mitrlQk5K2
DVMpz8wNCqmSKyGstnqrcyiOcU+VVuwXt0zjyoVPvE+Tbinipi+iBgRFmdS/NuE9590LVwcLgw+h
8G0kt1C+SzwIyKJ4ZpPsDLPSfUH0K5i25PAbS1tE3YbtRlXs+wm6hNNl7aHxOGw7evr6XpiZiHWO
0/VaO1rorTBW8MT0O8nj0oFh+zu42cgDAkk0HA6UNuRNIC7S9E7uKaGwcXfITjj25Nxn1s6LRmIK
uI0IXga52NikPA9NxQYAqkprPa6utKzXZgDjfZBjluY3zd5J71fPArHn1bOv7rRhvn8ZeHrUodQ6
og70Gc+yJj0f7nl+1z+AtnTFHdRhRlYDjpOWvcBIIk6ufrK5H8uN8pqiJMaRFbwW0vemA3uCMAsv
o2NgoBUL4QqPTh1yUbOc2tkuZjhlbhVHGL8ZnhHqODleADFdyBEtpXaJUG4qJ2nj3mvTe0SR4qUO
OhwhhefXf6IKiAkdTsuqXR++H1RPGwqJmbBm4+Hku4VFssUV6QGZsoKUJVeHcQ0q/VV2Szgdi5lu
v2Rhg89GPEOACc2CDCw7ECj4AvB+f26Ys4Lambc57ql1oo3noYXyTLVuH2MLnXZkvqCQkbOAu8SA
6SbGQ4wE8tU268aZQtk8Mogn4J9XDeNoifMLX1Bg50xRXNJZDbOCgOAnbM2NV66KjIOemKgk4WLr
eHWZW/Jc9YuT7NieZ+Rnx4EEtrVjlvECUdDKn8Oc4cULQiIVQeSAZz9SdSzZ28o5mMZumhGMomk6
1eiJ0GeS6RBkLVp66S9nrPiA36CMHhcyvx2rXwpEjcqZBMGZ25ts29DqD1yGOatzU/wHisF7D5MF
48hsfiSf4XLPEHYF2eY4JNpw2zcalXXgaXhZeWzL04AfgRTcQFoWv2wo32SVm2/4KF73bhGoIMzQ
8GOkDHXOTSjEfcGE5h+dZYJLsdcVevzQeH+KxE28I9Pt4j6jVaY/Lb0+fcKc4uKUWAzidGrSC/Mi
9LIiRdgNyIFtGF+zUEVOvn8dGgtUZODMpI3YxggPgZzmB44Z67ktXZyhPkvedg7Ykcs8Qj7JwLmi
kZuu/W5BdN3pptd72i7SSr5du8cJf8MrC9/69iLJN+9AR1iszwn93N/icakeM9W7Kxls8sPb0jFI
/2hfXozKy441fsHpZaG5fcUIH9qHkMgjH5MpO8bicwn6PxDlWQdKWPu2S8RjOA0CUXNJ8SBiL3CH
P1lUt7/GYQJNxrhvsefZYXKXiwWcCvKD++YhpDenuV5Nf6P46PwI8SC5pJrLjzTcbX62GSJSRLe3
TTsfrYBs+E0V6kePA5bR/mVOx1LcSXiV66uM+lx/9iBD900XAaVljV7p79yVuupxZeK7k06/fLgu
2c6b+PUPxiHGJFsBpm1CLFbJ2Hdffr1QZ3TNqINt3hXlPZTkcLx6s8fEpKW4AXkV2Hgq7aA/EqxN
3VPfU2qMMkA3Vy3/4aaylv6rs9b5w7IInoO0UqSRhukAVCQIeRpUc5ost2GcF/AjosItUj0IOeG3
WVVVXBwJheYZEoab4AQL3SN3xlqnGF7xsMQMHMJPG6TFlbxmCeykjRglrdqlX8RivaupF+DmWPl4
AFdAXw/uufwvi6wZSZlluQ9maOr5WxUSk90chouAdDPqg++M1bSfKpDA2xFTvrel3q0/VejCWO3Y
17gzVSC9DbM6/5EbQrxUdK8YT7yMzEcjyx8AteoC0Htmqxl23CcoxsWOjaWs2aaSWF98EZW7pRdW
c/BI88eNnxAqTZylJGMCiYWDyT7YFNtvmSGuvknDyf8cFvLfNMJ8TTN9/c6x6PfoHa38j81mgheS
Dd0TaZhvPKnmB5p9dpyhzTC8L6tzhVXm6AETZATvdwXDYxOchBCAfvJbhHkj7cHut/DWzZ2j88iL
B4vlXHgJU/vq+zL81orDGucPa+yruhHAL0b33WWYwJBoVC7Hw5CEx9ANELb9G8YHmwI/JaPi7N+a
++UrKdXlB8ykBd0iSDw0PsIrro2dGs9kHj3Oxm5eND/2J+za/okKlVLMBxdEKs3Or9Vkgu+icDsC
AmKKLpE9hctd6mWhOBC0JbYyW3N4YMnlQLLAg5MlSOU8+E5D80WlEPsZXvqtrcDvwlzFOTot68XF
ck+lCfEZKR2L2RRlNbKVnbKRzPamkN3pRf7eZir7U9H1c8jr6CHrKv3SdTnYLOqZ8n0Uw0feVwEf
V4mhQWuvuThJ4n+2gFzeMm8mASmGIj+GM5r+6i9/u0yaQ5GuwZX1PkV5lLx4scetN2z6wBWPqumx
3YSE7u5Hm0Y8NkM4ktwK1YmtpXyqohs+qD+WuCcZs3fbNJp/gr62w70Fc2XfwgwoNqnKkUexfeOS
tTDJab4tFplEU3K05iZyd9Zgv8jINw/2rcnCN8LzmxkwlBiMozu3LpJnm0nChkuq2vmoXmgbbDA5
687LT0zp48Uvzb7OBHUWEXN2LhZZJ8/TpEaQJv51mjMAcP7Snq0xT/8sU/hC1Mrau/D5Ljau52PT
OPJJECY/rFW7TCeHVUc7zqKOfgGrdLNzPM8953w/EIxQD5yN7xkfJWZ0KDP8qvmzcAyfwd3x3aI0
ZWg8fS7fW3TM9ehj07j6XFbHIkvsd+wPrK7A9IyoKsB+hP06ljvj+dKnexy+sWbq16hosQJVYfGO
EdM9NQEM4mp0Jw8XPmhILN7ZL0pRFudspt7kYDI3oebnamZYVsXo4Jumqdq1ngcFqxQmBMBrGAez
SLx8JNgw7lg5Gz1niE209FOeYguzQhT7wq8y9vRA78JQUdtHPFnm7zR387dXODXl7PCF33CO3crM
eFXrJPpjyQS3Wmpd19tvigmyXViFwTtyI8AQu6hFiLAAghtQLx3siB9g6KdjyYqdLbg69w47BY2o
FPN40zwLe1PNbX4WBG34UVdouXWOjcN2KXXAnm71xETbB0y9cdig8YRABSyauU8xUzD1bulxHKY9
GxF0dwJ9oNnzMg76KUrXI591FHdqxQ4oLOQ/IrXfLtaAXe9M1nnOzZlINdPKLhyKf9LJ9MYaXC4/
zae6QlcuX9YlknI3hoa9JxAPNFEmtaX9rLjQAHJ9pPS7t4Jt7PubJER5iEvqiT0a8tPSwSUL1HQH
LiB1z1HqcKg6IKwf7BEb/wD1aUs6HoIprpoLxVJ1CeZb+DzEavGTdOw8JQ1MAikqZbhnU0jvQN/g
ibYc679CgQdz8wXQIjmDPXOXCckRK1ilPNFsAYhyEUtRv5StKOFclpV7kkybP6VQ7d0sRiLolMM/
VO7Nb123j9UtYcmrmwj+Z5YdbWzHcr5MVz22WqUfEo75ZkARfUxkWO8hozvZxqRgXbdFELFgtUta
LvXc/2ksp7pyYc3ngEqr2xiwPJuxZ7fPUXnUzxS3kOQ8AS6EtTu3K7TixvrjpTYAXWa5fILRcGRK
YTOA5MdcFbMLteTLGWcPbuusIL2AKUTtskowPaC23VDSR+9qTokSjK04YgMCwFFURGyLSr3qStNs
shBIYz4KbsjU1eRxGwY5h8z/vxH1VP1FnIqa2F9S50FNa+oSaGBmNKQDtHnlweYyefMDcYXNsjx+
N8OrGrK3MkncB/a4FM8+svmu0rOEPE79P28V7hARe5r1qruqHjNa1pStnjXMhg0Kf3+rLLLfOXGH
F3r9zy7xkoMuwB6TqKdCQCJlBUGtvhDiTU7h16m7SRfS32ao2LABGNB9LVB2sm0YdM10Z2tafjX2
f5kOJzstPQPMah6755xtmlCnovxmPK9xAInihhYdQb6TDndfA8+wZCfou+pLFU52WHHfb4veZ7AN
26w9LJDMntJ+6p7pUjhLwqmb/rLRY9p044qVYGpqRi1dEGRbzgXBuh0AP7Few2zY3+wKW7pKs50s
YEHtoljMWVv4O+aUKKLLKlOs9naDmhHaZ5fNxLuesNYOM7GO2ylXBBpqoqp2MfXbcB7ZCFG0Ug1x
vnaUsi3uKjZydbsRYCXHyfIH2Bz+R89Yw1abiGiree+yNEDHv4E6cDvBvkk/JkOuFIpeRMgXp3I2
zxM8c3T2kOOMTIVjvboLso3nTeW9LTz3gxlN9jkJuztFQxROB6cqDxAib/ajku+HeLibPSUNw7C9
cOEv9orkzpZtY1hjkp49PIYAdpGrE1g365QjPLYHa2A86E8ifKlIZb8IL8h2Efk39nJFMNCEdt8r
pe0PC1ybdahyu/gZJx/LDbdW/VsG2lxy3FgRcHfWdG1d5v23vDjFPhs4ak6OMX9ohrC6843st2qS
jPrhPhDoAL6TDCHtcktcKMcb79987JBK87E75oUkKJAjddUi9XH6zf+lM8Yo0pLnwiZY3lId46gq
Phi88JeN0bUeUE6jsj4TEog2nTT6vYBGT0ZlXhitr2Wq36ZyeU2TW41Q8KYdDF5ujMB+sFtgCsXh
IKsTwbP0SSE5fBaJd9u6UQvG2jetwZ0zjk8yTpRcQNcPiAxMNaRds1/H7h56CfmzWEr1auBTbMty
8votxgTn5lPMXm9evz9EHpb6nDD0oJpKs5aFQCBe71cw6jGLUPQPAexoQsxKGw64KMcJFghvoXdz
LS/uhnn+bVWBdjnyW/wGJufJyutka3UOoH+HrM5XN5XmrmY64x0ogSR4bpRwsmg84Bhu89pioouv
BC73L/SJ+Z35iX2QVRQoFl1p7zrKts9OpYOcvder7xPkIQg3bRxiWv9cx+cqmjGT7sbMHv7y+DrN
oUaxf3OL3DRf9jQ1j2u/dk8C5sOTwXZCb6cih2S/NOUN0w/C5oSbzWerVGQD6y1gcZqdhsZOlCd0
+7B+pnH0e6YdHTc4JtfCPQqvuVH0ktrcTbOZo6+RPk9glNKkN3AtWS8rttvlr8p5BVYhIM0ybcIm
Mq4ZYMN1Kpq7fJHcvHyBRVFfhRknIBxrV55zV2Qw89r8Z3Ezh1sVb3WwB0gTVE9kAFwTG3Bi72yj
o9aaCMDtMxYdH+kO8UgXYyMeHQN6Tw5+QWNbrfIlS8sAoNyE2e/FZvSbc2zAs6GaGL1pjLE9NHEy
OFZ0jwPGDbdDVQdxXgR2bBR9N35B+IVlzsq/PY0r0tLglc8uLx8ms7U62bpWN3SmQ++4SJ+VSYLM
9nTX2bPOrk4LUfdosXZgD6dE/+YYNB+Z27C9p458H4dw4uHGhOGA5CiJEk27qZ+Y+djQCRjkEOzf
jj5j9H0gxfqJyyb4P47OqzlWJluiv4gIClPAa3sn1/J6ISR9R3hXFIX59bN6XifundGRumHv3Jkr
zSrwFvlq+nKuN4ldy+5h1MRFqaVT+G+pxNU+gEBfZfmNBeew26Ubwq0d/YT8gPrOBYVXv3C6smb8
OLe875fN2tp8pB5+AkwFLecTkhRs+vyftw5BU3+yKoYsOpv6tdOjQ3V4d5N+PrId8GMSh8qf4Zeg
QK25bgh+Oi6g5LpSr5CQo4Crrkn41PGTmxRpkm+wU6VTxzCL5JwdeBhYiUATdRP3GuGiICSMIzJ9
hZyYx29xNZjocyQWr09mxMBPYqWxDNZsA3+uGXn/0Ezo7PED6PGQ8u3MK646qbHAcTSxnd3Rku3a
4KghOcFvC2l9KI5FkgUTHVbLYmtalTo1VZRk6axkaOM/yvGZS0GAnQEjiQl+sXiY7I/7oy3/jSXk
kxG0QpZ7LQ6OUo7dNS1jyuupnw6QitbCgvaidojJgL951SxXjCDRLbFC9+U1ym2rP3QxsCBqU3iB
rFi7BCG71o42lezoQUpwNqyIxqKEpVOCZIwtuv8skul2iSodc8dOGwNRh3XBzEWmxFtp5XfFYajG
Re9M5FWf1GfY1dEq6CYQJICGjZPbRX5gf6YtUc7jkt9DtsuD/dwFbnicIKvFmDhrpkwQMs7JuANb
CVweTk0+++ozMB5YjyvLa7U+VzpGs8GN39RQtcJsupJkwitcG8nS7PAuH+4LPQX+oVJ1NO5CK1s6
InWN+XScASLvihFp8i7sK+OhJw+JAb9UgXpWNz5HI27ljLhcBavyzftL1WKcEYvHx9CvSXYkeieg
d3012YAdxANozdul8p3HIPXnGyVLY2jqJV0pR+xg4XxUrSvTnXDGsrrwPyk7SkQ7LLg8ACQlppZ+
U9YcPGF5MuMLrUT9gwyMxz+K4hnQJK7b7eu+csHYRWgwwulY8X0MZYywpT3yNE+bV8aDevgdoPz8
UklH/snhHB4SICOyf4cpQb23ZdoCs0Vef6qtQf9FHomQAylXTKwlJtJ7lEM3f/A6h1HHDactH7v0
mzxF0B8t9NSVbJP8IedxUO7NWKbFrqbs7kdKmnE2GalDii0QK5NDAcktJfiZ8XNCHK7OIMIk5VSW
k3mbpWid+Q8FfriqpGuGfTSr8AdGnE2Kms5EhEVXMzVLcBr2Jk1kc2y8vPmvByeCkmRbtNH1y2if
be5qXyRIp+s8tdYbX1v6nvAH0WkWDvkQHHs/Fvcje4q3q4UpzqmG9ss81vJw5y+fezuvK7gJKyQC
QhoE/TlZdHl0V8JeszYJQQyWQ55A4jyWS/NGJkci87Ma4aMWTkaGZQoEm5ojXdYiOtnUPd0HeUBp
U4tVpJRO9x1Tu3Gh2Ds+DT7hcV7RYwHpRjQECGXPpXIT1JZ8WRKCHPx3kPugHDRpACoNIrjQoEA6
SlqwAm+ZnNQg2pWy2uBn84u3ChL6eKiGofqxygk72oAay2c2mwSBIZBEP15OKpXkvIiDF6jlxTN/
0ZorgCr7E0UfwYfw2doOyH4OrqPeYDfO6nDYqbr1rV3I1tvsFxdZfUMWhX3TtT1v2ilMb4Zkq02k
ryfl/ZktY9yeSx8e8Anba5r8p1Ra5VtLjzrZWmPXlccYHGMGG5baNcIVk3gGbQ5tW3LduzV4MpoN
xP6eAjV0SCAiFsW6LBkCVyO/TOCgLWDxU8Em8ZTj2DrbMDazvfDZTyhNZEvmYiuvzCEgTE15+4n1
YKNQ1FZNAY6fl+TgxyHiXhHazApumU+4iSvBc9ssrRPsSbbAauZJSZ6458n7RHag+hCNT8stn14i
BImBirShGwz2Gq9ECiE6HkRHk2RZ8qJmxObtADBrWCMYuI8ZqLBm0/FveEkMPK7N5HrJGlisuLN0
ZpNGSZbi0uiaYatHZq0+lW8p9YqAWl8svYwJia2xzU4set62I5uh92hpfPY4gNUT0E/IkB4G/Asa
nH0SCU8NkcbmW1RhSXSmXFA7Bak57j8zxMvbZy6pjx0XQvwyFJoJTJPkefNNPTrqFUSYnP+jZ54K
kFUlEO2+c9dgTGDYdOWBEdDIVa9sgUsa+nJ61UXNb6OYxUjfkSenCP5OhHY0TU3Ub+eRDP9KwDkd
16VVmXlvj1ac700Whu5eWwhgTsdnZ9WOnf4JBRftnSzb8SKw4bTfLQpygYUhUfqIHm4ll5YKUbl3
TS4lM1MJNmZETriWkxviZ1IM2YRJczh8kpwQVSbc2aCboMIKftXSJKN94BCgsy9uukN350kS5gfH
8Rr/miMv2ytbDe1yKJueVjG3GWv/MNsqD4+8LUYk8OyGMdUJGzD0GYcLqWsDUV/bbRu81AQhaZgC
A5V8azPU7Snh7f9HNQuXGf7Y6tlS+DU3PVyQ5d5LavsPL/L0MCQjGOk2g+VC1EHYj3MHv2AzjXBi
Tqpxgj+cC9zlpGdnwTrA6Bie6BdZgq8OXuhmCDE9abiFTA9Vmd0HyjP21vAmttiEiL8JjLzruUyD
0xJGtB8zWqG55SoF4wflfVNRKMnDgFJkscttLpzPLoi1YwkEh/FhrH+nABv0yiiNa8T4EJy3IqkR
A7Q3gESsy04/KEghTJSVYQjOusx/4d8UP0++DQiOd3ZkA5aLqW/Kw7AZnjLMgcd84a5/w6bZ9wTe
00vTiQ+747i70RAbH5ZxgrRC+1238sG2bLvGXgjgW+4pBCuY8KCWeNvrMBbvJFB1/jQPtg+SCuV7
7fDc5fBhOQ8BPCGbrHMlkb4a61HgOr/kKKjFukLa27VWTgXhrelB1di0tiXC+BGDRApbZKqiPUYx
LvlulFcfS2VItFYuJVH70UxWcVGzizXJCBhhuov4XZg4XsQWPlrXctmKl7LAC7sQQGpy51/RkYJK
q4k3UtPUt2kq/LzRYe75Gbp7oGxcT11uqy3mprJwVtnYQC+rq/lLupUCtbuQTbGJo5w8x31JELe3
cRXeOFVGnPBKwWloqugDYsx/0I08wKtmfMRhyPc/Hxa+BCi1/sPE2nQFFDzxwEND3WFzTN60pb19
EfIxLMY5pdmiygTU/JQ1wG/d8g5uAe6mOdL/Wl8Xp7q1JYfWAnPmNsqK6hI5cXHoy1y+NWHJO5DT
NUkjBRt4NXZkxPEHhmm+4p0QbDMfIzKooThadTpywKQRGdqnAx3UeL9JyulFUfxdjE1wlwlSzUA0
sKsZ4jHcTuCSuN6y9WOPNyn4gvusSOVDitXtEgrKhdCj4RUFiKS4K9vuZ2DaGDbMbfOLWVzAR0zi
kffdIKi6jLz8w9aT6yBGNbwskMbafclHwN7hVY8bfnsd746572Du1G0xqa12hmw6csC1440pKw1q
lsmC5AvfjWe+1hQsIiYX7c4E6WBvAq9ri+9iNlwOfGvikZuD2gIhUFFK+JLhhcJh0xpoZLihZQqu
g4o3oAP4xY5geX1k6ckGxbATgq/fhuWjmj96u03rtVj6UD1MVqLHC+oKUQ5JRs/jsx/hZVglMSHU
fWLdyJY8CeBUtUgn7rp0RjwAyDwRxknbi/Zea8obtZZeH14viX8Pj+J2ONPpvyghQwYtoJ1vlT88
Qeg9xCYP6MOJ6R/ZcTCn2haHRAWaLKL5jC174JHs1rahHw+ZjP66vsIVY2YZ8I8XbJ835RiD0jpL
q27mbVSJAcEKxhmecizSm9pJgmf4WdzO+J/P37u64XE2h1H75cYc9taQjiLeIKR222tPspY/70QZ
53bCrUvCiwAyQVQSssBCwqAfdhgsvWf4YxHHOLwaCc6+vM32acHIs+WZzVEy12kUwsiN8dIHvI/4
mtPADMczNSP0xRRY0MarHW8+kAYazVrVk3b3pFKdaO8CNTo2EUgXrBypMYglXZdfyEN03V4XXFW2
om/pn4hk3wJGCa3+wRtujRghffNvldXi3dMERa6dV0CTBSKIETg3YTbzJGlte09xDNohnyRaZjM6
iN2zok3RIbxVq/QXOAfg5Tqc4y8bcBkGE91l3SaPypJ7kxurF5sawt9l7kFm0+TE+x6LbsOCH3ji
9rOZMHhbEk3ah6mzJEOn4N6eurnP6A2kcs/dNfNCQxCriMfG5DC58XWlgW4HWlIvGzywrIgYkhkD
6fM1ywZStwORz83H6dCCsvhz+MN+1Qi94V0959Z05qFJIJoeOI+IHQvWE19vEqzBpEKuVBEFL0wE
UWZRTSNvRAC8Ck8R7mZ4czGXHD5PdnEcOwBYa9PP0acVO5azDvJbSgjvau1DM52Vw3Ghbz8xlIJm
Y0KwdwMrBdU3Dv4DyqxVpHceriYsnm44N3guhj5EYWKf2erGg9DklMChVkNYQs0wnZMW5x5xxEfq
bvzswI3Nso++I/HsmbitwBgaE4bbqdV8hCCQyGHNUatxudRU/dXPMcXf8qKjDR6Phx/PFBcbcZ3X
rLeCGT/ccMDiiVMKQW1OQrJRQpymAXfL76EpYNHErXfEruImz16Ime6B43pPpYbf+NOnL9ym24H3
dIZ9UYZOtMYuIn0usRiwqNsK+++UFwldNMUY3ERWqvXWKU7j5ykrqYIktaf9fSKt0d8yhCv3NQPI
b78IVi4LJnSQRcQV+HxusJ6UxWXA+AcAiUH4VEhL/U6uvsHLq6neMwgmz0NARGTbNoIkOSyaKbzY
UmRhBYXalJAZfFPPWzk1EGYDHICc4/XNl8pEKv+gDHO+Y3Lww9NcOfHf5A85LVSlm/3OqWgvFXXV
SClwXfi7L14Z0xiKgRITUIT7R3FH5awCWewT413TI9w6UI4It2JQSxPLgo0RZN9oBsagzbY4k+JO
nqoEMxYRinZ+5j8LniKstu12cfHO7VKkZ2dNjL7/4fQ6WRtGlc7fDFbaDw8ItUXK7VzXYFfF6LNN
9viQ7pwkrPwPKya2c5yLHIHHU4ZKd/iPQ7Ge4ny4mJFM/2bGaFJvkZjabp2Q7bvigmD7zRVMPiv1
vbdy9uezwpXfA45tg0fYzJTR0LbR6ePMbMqDVnFeAZ6FkRDO5JAe6Cfo/+yhyX+sPmMWHnuMk0eH
SLE4+LytX2ZglX+AieLusXaIxq5ap1ruB4aYB9Xn/n2dtBwgYh6m4GvGxnpK5raxLlXfld8pXfD/
PJ1Q+dW12GERBlqKGGj89DYQ+yUmPNNTIRkpC46asd2fm12Qr6uV5feSE+J/kIzEL670+jFMZuxo
OfG+Pf4mOLV24tIZxokK9puiXYS0X3ZDaUWBHDicuQXzmicEwyy5T/edqhadrxmdvaeyA2m+LWqJ
R621PI6ZqgXq9Qwt02k3CnvhT2uzl1M9YbdvgpqxYE0dRtbvVNhzvskVKtDNZRZdSV7Tz+WLPCEc
TkIV7kiGm454sLGDTTCnKYdU8ge6raLvuMsUGgokpcWdGek6fsKO48wua6W8l1bvvULFvBbN/AJ6
8bHM8unRmmbqGtQkLrjJoPuoNHkgITvfKz5SGTDrqTiWWG+P0jGYLPAnp8fe9HLHW6Y4YL/unun0
ma/c75ctGx7FlFNgfWFZtM/U8vJ8hnezbXtaunJQUzsR9vN7IvXLWHsjToU8X7upG5wnwkJ3su5x
OhehdarDyd7Yvf+58EHZxr5+7kDUbGpQe7gR6LLDu1NzjkV55ALbEZuJgtR8EE1450Qf/paEm54s
DZuA+T47pHgnaXouo69WAkdKhOFU1iLeruKmLHmqDv1ujjz55YNRerfS+sarGpzqsRaBfeeOabzG
wPUVh9TRAIgMWkyqLcwHpJDuQsDpZeGNv9LkAeBpWWpDPCOnx3DKfhsbntw8D9apiBIQ4TlMBrtU
8yN2QfowlEWHUBiqM87r6lwUQ/7Ttgm4j7zKD4oWwAfLDMu75Eu5YY0NyAT5yxcr+3zk/UmYIQU0
+j5lZBVR8v1/QWvrMxSlG95Sxb85k/wmCRd1jrqwuzjkj4jI9/UB29bwNmAK45Tbdw9RF7BdK/iQ
lh3oF0U5HOAMMibAdGb+XfVPngbRWqvKebWxSa5DXzpHqNvuwTPafYvzRP4bSLXtlUMfEKYD8eiI
vnj1/bz7cP2Q/d5pyBs7nK1bZZXPNIN1+6WziTCQi95aQFBk2+V7UbX/qFupt4AjEPFKJImzMZDA
4wYvtG9cD7UX09Y+hpRA4MXrKeSh0Gg/l9hhGVVwg7kYzzamKMRd2ZnsDQpQiT2awREXybAbhNQH
X9bjHRBXKL6DRACgfQghMUJdJM+HXw3Z5AjvYMbqko8hR50pXDEuR4+8WWQFyXoO7kcvfB7IktwV
KelXnsr9eHRsq/zGgXslMdJ+ugPJmygdMMY205FGpvitKaKdhYj26bMOnee+cvYNFggipai1JOb6
Ax+gR/LBH1nPy1mU1vBH8I+UKjtj6U39I8+4z6BesvfC98YNOFqkKAfqU02pIlzmHnUdjettymDV
pzV5H6Z/f+94Hc8FmILkU90+cNcxfUnXEnCUAZ1RbUUTlQdgwd0jbWNkP6sxOC6kgXal0EfidTY+
kTbKN/R8s7Tp3n+dcYF88qcY6ViwnlvCeJ9WwcqAXaK+UAVHL42HiwZs30B8qKbc+dA6qXfwga9R
6A2bkLNyjWyTjMtvJdIZs782u0V0BKfG4V1YNj5x+mMl99cEFkI8DuiULAK83sZsfpaUgVN6ayXv
UnXxeqak76UwKRWgi98FP3BPxofC5e64qtVCKIEUHIo8zlDnJ+l7fyMhOImV3+ocvn/itl9LWz2l
rQ9IoJeXDrwo5pqKTgz+OwpSYp29ppJVv+dpbZ75m8gV7+tgL8i5IzD75j/bs6OPYMT6mE7w7bvO
r7ztkmDfT+CGQfrFJrOpl0S8uHNHbMN3iHU6NUWnVF9fRd7gu86hxi1YN4P8lR2k3YdONW3KpYSG
h7W8PcoERHnZ4k/wGhRYiW+hA4f5UPo2B9C+WT7tieaPKcaCz3nQOXOQ1VtvpIdQOFgsAvjqxy6O
PkYfjL9me7pmSZj9IXrimGgz9n+7aPJdkMlgQ6aAdAczYYzm2uofJ0C0ZuKl0QZlns6eLgDu17iY
i3oGVeIAgmgojULYHtoFYm/XncIUp00hI3Y/lO+1iqPukIzV/xdSUhjsRO/ZYJsPgn3M7hysmhNP
4/SrTKRzVsr8sw1+BIhoX5kn3HPnUIY9UgWwi8HMrYV2DEyPOrnnhEX40+VKvsGfRZK/tOedrXV9
TzoF4EShOKT0KQnRJpd1Rzia0xxAve5b57l3l4cmfhD+lGMKtNK1PfhvwF+TNwQYjs543B4sq8w+
R6SFp0kosoMVVPgO+uQdRQMP9BS4j6UJxF7NU/boWsK8OyX2W10IfQOR3uCuVhueuzBX+ygC08sg
6JLwAiJxT5SErK8czBqNp3lpPBv/azF22yaKnTUkJ7NDb5OPGd8JpuWU4kNM2uTllqD/K2KwXxh7
RvfKdSYmOm7EoUMY3Diljq9LGQJnSOjDw5kY35mAQmHWafqQsHa536S+CNJMU8+Y6A08rchjnuGq
wLnBlzG9AU9rko2M2DhXvs2pTSeud5nnrL0jr8j1XiTOZkF0v7eSVlzgSvbnaQq7E+mJ7j1QLJBS
BN0WJXj+Ukn6BBYS72wSPgLE/bI9v8V5ili3qhxCOTKtnWsM6GKn/bk/u07L24fX4E7KwT2Kubze
4sBbqqtg0heOxe1Ej/s54hcyBuXQrdsxYTML/T5aGTxfDxkBypPB0fAc+Fq8aq0knHgbqOE2Jt+p
V7VkAT7L3JeHsK/tI6O7OEyz6mjGYL0/sjPZjB2N8ykXNz4WZPtP3cLqE3Fm2KhYmu2AhUNgTFbq
aW4qfaizaXono18fQl2DceMXG8AU5CD6PHXtchcpjuj2ZKVnFTXuS+6E/LRhn0fISvyBbwiN4cFS
hbUurPRlyqAbUhQAClRCSPLWo00lhDFQZSciWhhdw4QzvocUCYzVS7+7Pm42YozjD2Pre4Bh/pOT
3chlVRDHZ7eX6UPZDNUrOTWMryX40migcZaT7dB81TkiDddG+7dwqFOpdTNsVNCVMKAbmi2sIb5S
4sFFEc7xD0Xb3jcMl/3I4kpuB8LGRYhq3teQSVgUMUXXaI+Du+lnittOec+d6gbZ32Rx5qYb7keU
NWLOxLJoNTPG69jxMq7Q1bK1S53s4wkhlE9Ovq5z4c44LXmrxB1zgbvI5jdNjd77kw7e9GSyXwzB
OCqAeG18ouN/cy2wAfDMUCtNQfA+C9x3PRJnXUWzP44b8uXlFZmkgBDu29azQ/bkc6iNwRPhW/FO
Nn58n40yxdnNmrClzvgt1Z2mJEN6jziaYI3xBC+Y+KaaXgCP9EVOqQZBHC40HzHVCS+spLjfXJ1s
8COGO1X51j6phPiL8hGwxw2xDvs/ZTaP/RePQndiP073jGFZwROMZxAWdHBn1aTp/6WVh7NhOTC5
jupKPGZ5Ap9msd3PAcpeWZpjBmuIiW4OaG9oww1dgjGezWT49t3K3jVuW1+bTEYZbxA73SRCcPhN
QgoOmrhhPFBZCoc5kkeKraP7LtfqW/MquoxlELwSuho2c6I5CrB4+3Q6uXwQOrUU0QoxuVnHqNff
RUtfPKeo6SIQkw8ZiZJrntKKuHFdu/7MOav+kqNMd1RecmYrbP3Yt4AXnCLNflvHxfdkDbe6rNg7
Y9DL75dooqZytry3GrfrptHVsEsiEdwMf234jqFDvXKajI+uW8VvczfcN82iTzoH219Tc/OTsDhv
yXbw2Jh7Z5WCybihUQRwnZDeZ1FY+oQZsv8X9GbY8f8Xv1ihzTrc+RTNDdD0T1CV/Z3Drk+eK5gv
MhbTsU54b48VZxskSEffZ8xFLXWxN/6Wqf4b53q4r2H23fk+eTHsnXDU7YlQYVnlv1z8ebpnqXUj
55rue5iojUXQO03gsVZAnpN/KFnFA2tA+zlPhi6azoj6dTHOG/E51IuetsF1qxm2ozYYHiL4xsUt
C14jDnn+u7Fw1hHDD0bKFXx5Ugvapol5z9ZDlVyd1nT3eacNSPqpq1Y0ro1PQBPNjq+oTdWCFZ5Q
1iO9D1CaMDP8P8HWOUt/ncLEnDSQkf5EL+JwoFGmulOQP1dyZM1agcLVcMfK2uK5myWfhT9QgUz0
TK7KZCp32ZiwYSIJv/m9qonM5txp4bJeC2Cde0rGQlhQNo2jxEAm7KaQjgwBC1IiKwfY3P/bJshu
uIbmW8ysJMiYHFjK8Q9VaRwf8BVG05WGk0FesBAVG3ok4me4GoJJH0ZSA3j/1kSm1iUY6Z2SrqII
IrxVsIQ5DdDC6f8Du5k90IzlZ19mDvm4TewJfP9feyfjR1Ku/uAcUmxKflnl2ltCuc19XosJMvN7
CMqUStApaVajJRl1NUZuZKXRa9EUhHuYZN3up0j0Pykv9f/fTsIvXIEelengInmEDNuFWEt1XKxO
Zai1EUcr7jMUPjLftMVWcW98iskW/cYK+mnRxRIKXuX9Jf6gEGSQxC88dSJr5fPNIaPSd8eAVL3c
qSn4AlQKW76ZXeqFgMgcXAr1+ESljG3cGojDtbNtLcBUYUtK8Mf/wKW04i5viUusQf6o80I7zvOo
AUGQMEvPUTZ1/1Kl+msc1QUh3E59ZjyVTuRnzSahmvWZwo/8GBHjvXBC1XtLMg9llY/1cvasehs6
OjuUtlLVNvJadRWWXN6sKpHnubD8ECseXkHMDRV+PKQUyZ+kt3eQ4dONnvzs5DqVu7WmSV/xgdrH
CCX6o+hyZ0t8rkDZrnv/vswtjZWTyUw+tq7VfWQcKnloIaG0sTcTIFna7DBhtvzsk2T+kU65PHah
Lh7mdvF5JtBkEXa2eBC9pBnaVPW7R4HqRsfefxCtepoogJj2VW99WyN1N5NrskMAPexm068/+8lB
v7+1UsRVKpGu/PSnwPjBJaB2zpIKx9Vo3Iz0PRkzCB1JAMQMYMVjnOKYWgGKlMfESBeAT50/3ZBb
K5NSJCVHPtm5aAFqEKzqmTWdMnwkMa1fCCiru5odjwbPYteOGHcH9wAIxt0veB0Qjbz5js5J8730
uQUtYkHtzyNDyAKHaV33jFKIjAnR8imsjzYvMxL+UZy6d0OLJcpG/Me4Wco3w9YUrQCovRODID9t
kS/5jOPW3JNQHp+WNNHHmldbTf6VmhBPkiN3oWfg6QXkwNFlDLc0Miy7oZLlPovi8RVsij5Tc11d
xa1xBPiGh8mV4y6XRNBRaGq9iK6Wj7sDUjO8rpxcwNWvyCdTKsPmTcDa5HpHyan/xSA1Trt60LQD
4kAWZ4nDW+wci3M7RANGacUhbz+0cJF5Z3sfSLU5kefMjEBAw5maCc8JL/M4BaAzpsxHfe+z4Rdk
hnCwhsmU3ztevK1qMlw80SSpvLilRnYeLqn3+sa3f0JwFnILEM454TfjBoQMXfkU/fm+HW0zRqQX
bo0oT7oKuP5lOfVsP8QUxycU8ETs0mbs2vWI+2Q6u2mPi5eSuiR/xHnj0JnEfvPrSmG766rkkHKH
y79vQA2n+SdKJJ4n6kfTZUXABwuzKCa/WlctvwwEN1k+mkwRspjzyiWmVowQEBHGMd3zPcaJTKkQ
zuSI5VAvk3VnyhtQBl8sBjPFm43mpaB4LiLv1ogtsorbTGHylBaeFB9DFankacSNdIWahEEiLSzC
zxBZtrACGfoD160PLdYOJpSyDnv8eUJx3osAIx0rS9yImUG0/COqQFIoXPR4UmYRywl6ZfsCehkE
nOJYDS6huU1ieSDi8BGsK5dfclO8Lb0UuhBYssLir+2PJCYjtiu0r5r04tkh2sqXIdMVpUVhosuD
AQMG8H4CA0bmswX0BpPd3o+yJ5KS18XHiEmVsZCYnFzhQqYFzjRtdF4yxV8ls50FLB+k3zXsPQfp
jOs9nllW4KCKuHkaL4Xt0VnQLLbTHNr/it6i/IR0lH3OgACwazYtOEr+kWRr+mwWEPEq3z+N4xAE
92RzWr73raA62bYC6zwLU8VbR4q62ihgKO25ElFwoITN7o5jUcK9C6ZMfN94pky/RjV/rj8Gu0pS
frHKuS+8cHrtF8pn4CTsOkrTxnMmbO/PNgOrS5mG7R3YB++BVpbgPeFhzgqLDvrSxyxJW4HZmCJf
8GR7v2rA10S8XWF1Wp/gTe0jRFqD0OpUTbjDdCnCbVBxUN0ge+HIoNloP3bl+Oygt/5aunilGBhg
SxKhpZJeJ8PgwUox8zcw4ROmW1zYceHM2Gq76Rm2SnhmpWHwSFjN37HLU9lAISqqGmD5uDDbCPzm
qnTcdzZHBAZTWXsm7egtU9Pf7ObZjrYUlj05oK17VXToMNYzShBsQP3W6RO+C8pWcSCk/9wBXwdf
BlDV8mfmcf0OxunkExxdTZRrN+74SIfDuvbJhIODeyQWeQ1vAcWIIZKk7bvsfbyL06hoMYeEu63w
WW3EIAnqQTmkYDFxdjioiLXKNj84fV9iCQmHvUMNIiBK2d2TYgkeW40Ev47p4QJWMI87kiUfGBzH
O3Rr+5wnbXC0/VB8eFrHJ8h4dFqFVtR8Lm0X3RXm5pWKvZdywMo+2FH238xiv7dJVZOkBS7SYLAp
Iw7Snlk5RXgJJ2e6EzAG12VjS1ihZNbwNKQvHQczf+Vp/KFQD6/Iy+INQTC8Q69rfpNYmMewuQ0p
8R2gIZCVODjCc1CK9oEJIFS3UWo56Js3v2AqnRwRPqXwXgFDQUqoRIB1RbUVQfrFg09RgrcCC/1e
heov4q6+A2UTf82Ak/7FtG+zGRvv0QdjuCvidlq5oXXgGobsXYW8sG3iOJdBCkJmsufFk9XNa2L5
TwMj5lFAU9kpmiHvwTgUnFN5RHHnOiQFOZI+iq1d7aTtKkewVpsJjPxdbfzqzDKLBhdeuRFmeCs6
eYYLHBN/Te2UuXB8Fks5e6tQQSwuR6pLa544WxRlbg449fYYTFgXuV2hdww4Emf/U5GDWOnBfQu5
LW0561QrAusPQRvF99bk3OXE5FYDKesdaCR+VX2pN/MSmN08Re0GJbjeLhbk0MHv2x+gfXqHnVXv
es97T2cCkNSwr5njQUkCLGaC5bAQ2UF4wVsqT77BfqwEpVkqxm9nFDlnx0QvZQIljuJgGDDyZyHw
CMbR1O45wEh9rNNUvnMSP/sLRnGhsoxOZB9NdRCf82z+c7rirod60HfGcZFQ7e7sxlW+dwN5xK3q
bWToN2g6cXrAmlxuE5WiIjb+vGu0ch6R/MOzn81nMHpozfH4AkLHYxZatib15jM+y69UDAFBGwUO
G7fyDs/TN9hHDmwJDZLYOAFEUOt1sxcmREEXJxkfBxstpaTknaeEfaJ/A1fP1AYbNXmCVJ07e90q
SOvuU+A53o1dAw+4G3ENnynmDOTaBLwb+GaAYRViNYVYeDnw+HsoSM5Td/M2ML4yzs6lt+0NqInx
Rsbj8YSLWjXyvsP7iR9dpBubBlxkNZrJmVY3gtwzbnhHH4iHYU0bhVmlpvxXuXx8dLhYV8UUeApt
1R/At4xrFWbNJXb1a8Tt8TlRLlJTjsXR0DTax+6+DdzpR9g+64QXXgIUMHYwIEFALdQOyhoYLeJ5
BzhHxX0PJ2bfauvHgCteUaSlMQmTtQil7OnG4FF0CDIV/FAoiEukKMeG8nmCrrbh/lRGwtxjILsj
okyzuG9zxQnnutm63hwfy8Bi22Vyzk5pPSBvgATYj4EtOGEQYqjA/sOKzDsaa+km8EjW/o+iM1tu
FFm06BcRwZQkvEpCsyxbHtsvRJWrihmSIZm+vhcv99yIE6e62pYgcw9rM5adWQwcGt5/9Lh7dkl1
ISBoSEtzGSeOuYHm1VMZtdKnBsbQHpRUs2sClb4nlvEbPLsez35qAMukD/2PuLEJQAZS9YHMf01u
OmXW26gmsV9a5moRTsfpxLma92Dt6Av8GuOYSa2eWV/J/uNCTz4KiD8/S/S2VM31M+MP8mo7wz6Y
f9w6ddGIWhqxK1IM9MRC27CmmOh5tncaAnSLzNT5s184YhP4tvHgdUNwZfzVELzJDhMC4X+u03t/
Bu2TnbHied4OWdzZJ+xfrvXpf7pzo7vHW+mCrrgnTODfaDlchSNZV80qN9Y7PIPPaiCIzxsWIFXP
NSFl5aecCmLYtaY0ymcfk+xP2kkS5UGT7/h/grOZLGq+WEsVf6YGS9V+ZMstAp3PEpD3a3bmv804
DC9NwnC5C34EyaD4bfoRuY9kufpsFtwbRdbLjMtrUzYtrqidE17OzbBkoGe7kPwoNkL4aj+P2n/H
FqbNUWiulJrNkkNmt7yVGhlc/dVk1ynqI3tKYDji2LQuamp5ASpRvuGvsDLL13pyzRpSR5K/c73i
gYTjRnmNx79bIwdkAo8J0KhXyjse/j1ej40A4Ypbvujm7FS9vSeUX78yxh0xbc0Q0842mWv3YiqV
Jce1b/JU7JPr/r01CMWVle+x5ldDSFKSs5SJy9wEK18E9/kxWcPZ1NOn38T7oCdiVVGuWSZngrRe
KVxou/wTO7NSrHkYMFYkR0JU7FufZvIjX5hqmebsbgqPV1bTinM1RvuizX93RgHUBq5/ADzQm/ll
0iuj2BT/6YxFX2j0QFoaeV5Dchme3CBwkOnT9jAn/fp36OK7Zyfry89zxNXw4+4QW2n3xqt0Ds2x
Bv3hln3xJT3P+zEnK/shXwZDJUnrkFW6+l8ko+c0pQwTat1/dc5yH7wMcWHCxdr2TAEki9c9PFsd
dA+pRLa/Y7LIW6yqjMLUZB5HUQ1XzLF1MnpFuOTYNWMyhIIo45ZXyG9OcGcgpNOpXnjQuBSxT3Y7
0xmZ+jjddC2za3pQZYgEWx2ENv3Q6PTqd6h3XKBXr80jGiFxd8nNKn/vFnwYLQcmO1FJB5zDOn+v
HZ6r0ogpt8L6PWo/OABg/4vWvQCv7sICytglzclXpuC8T3xN3FttJIdppv01OlWU7TpE8F1b2TCs
Uz0a2MD4GkK9t2RxNvjmgFQsDr2TWYLlFCz15O66nl4s4olO3WhybYYDHXX/BWo4At4ocVfKGrhM
8Jxn1LFkRAKDMg9LXHJOT2zlZReOX/FhIjRxHaovojzEsPWbwTiZB09E0ToiooCKvkAzOcSy9jl4
V93ANhtMUQPG3kGPxA2rMT+aXWPtG+mWLwMNwbBOV60wK9l86goOw6V3j93saA20feiRdL/I7zcH
xzXmPft+HL5tCZ1Pa3UbluThw6PhSALDuYTgrFYZ3LZE/ZtWcvrT5d0rXyCLnc5ieqtcAu+4rOKH
azqbDA5F6keuivZm0z5kVxTp2Pb1dysEZZfNYKWPZLRJUXtBvKqbHKJyEJvwtBFqvFRdg364kyF8
URah55mdwg2Ukt/BUNUXwDN12M8Jp8Vh3RnPMY4vraGaU++lwW6KGSSWFee2NP49ly0vR3dy9wQ1
3hKruivV8ipFGp3AbsTyOHIcemjcTHpCEylkfKhiTP1DN0jjNaGag3iLT20T0F2/+9aHswLpsoBj
DhHN4miI5GXB3iGJk9e7mOz0ixH1z0UOV5dDhRmi1Zih8pvsj0mOgMcMX9xeBPlhQsAKeYK0MJqI
KIUMWwo25w39kmo9MOxDa2ND6DeLSRKtM32pl34pQWeF0a51xru5xDNWJsX//cDfUylX7imUcNOL
Ae9yAQa3vWtTtzq2WQKzKYIq4/n/oi65umSpYZ3iz+T+L64D3mmBN3KwR0fcJI/2g5HR+Z34XFQR
L0eYJVZIZpcrLWJpP+5V5I9vvojrXSr87I21g3ODm3NzZOP8pVeDVaez6MuhnLvC9aC+Ke2HeGof
sW9qerVciny6N/NEWqdeUNSDcR6xv0gD78z10LEzIk6tVPEZz46D+Ax0+Ckw3BGVHfpL7jCOcF5o
Qt8KiPlnuQBL5JOr5HdQyu7RGs6Tgl+AxYU0fyLxTz4xCfr0kvgw+G0OHBsy7dl9yfFNtGZHIOPb
8R61ZbqdlNV9LVh0yB9MbsOhSc+pjmPvVApSqjV6CGd5NDGA0aD5oPVw3bSLxDnQrCp2fNfqA2iD
lkYLJD+XcTmAzJKwMudONpLAjvJDmSbjDrWOn4wojC9OoeDvqY5tiUk+rZxInFi7PCsykbRLZl6N
F1tO5as7xf370Ijmqc5jc98ly/hmwf9Hv0MuOnceOoUo50sxMKFT2yVnQxaB/4GtDjhOjmunSjLl
tCMWCPKqjFNd7FlWUk+N6py97qxfeVCdhd+PPwN3uAsFQItnL+WXCbfL6f4l/KCLQ166HrnCpoEE
kGZL1B/YcxhxV6Pomfi2vsRD7GWPArHG3Y8CNejkWR2PfcWVmYInKsQmUV1nYc3U8qOhPRG6DEQ/
yxRB2lh6kt4EHiuXd0DevUjp/1g6TdCqWudQQNAKJ28mk5zbgYDE7E2hy9Vrv3CQONQ+35tSS5hJ
EyWimLUf8uvN6teZE/gbWrcE1t18+TP0afNrLuWfueq8QzG0eYj/neTkCEu+y6htxwVYzEsmSuPb
V3XEaNTaWCc+TMXUt1nghW/ccDEt9Aac7B9ovfQrbd42K09tm7O5eeDi1G+bnvkY/vLwL5L1Xs9d
vj53daxo01Mld2NW2YhQ9/Z2CbKTqFLCck07EImdmyuPTOgDpMWJYpt6/uy0XYMUokXFw5Jhy+JN
O1iVZzmOGbGNtuJjCs+KsGKf4AkiMLAIk/IT2RPY8eQBVkB3KioiQluPANmB5FqLrZmW7Qc7MFR7
oci44lzCOqjHJ0k8C8/X0EOynscITgxUXuuUIJ6prwvxZVArnhThUkb/cdpeHi49anNDLd0+IlEN
Jw1Q4Y3SsgQnQijwo5EDZH6iiOXDHMbxkCcBkcue/7lpdvE/iJM6DBi/PFOC/6a5UR0XAuxrmI4N
2HJdYjdm+KF7mClNFTqydh+c3vtLPsEaI3yFgBcMVnyPvNYL04DPJVF3AhpqRKu1sy+WYbpzMmDg
c8FtAZVK7DBq9fpsQhjFTEeHxPjHXsApT4ghMsDHPgYW9m86ZHRlncS3N8ClGMhirdGnxYK4hmKy
QXPIDxgPThYWFsENwvyJ9W7nw0c2V8iQ8wzVhqK/Q2hPNP+6pATsCZYU1d0ORznfc5Z1NzohZsT3
ZzdV2n8ia+PdWpK6YIvBMjYuxu8sWFHiffAndbS1j8o5wQEbP2LbAd4KWQ52DHe4U7MsmgiIyiNU
uUGOZ9bol026DMXK97GsizYTees4CB+phjis8cAiBVDPeE4D8ovw2nierJSeFmZQWDDFvjj1gopw
NBtcgCpIkmPvN7StU5jebtEFuxYdhpgpT95vTleE2aPefY8S+5Of6qqAk83dxEZ2XSK5fFYuxMK6
G4m0tTYDmktaPVu5OYT+MJOnzpoHy6OY9hEg53XjwvoXo39A/1vtHPQ9i2I87An+IavBgGjOmwqM
JxQWydOXT8/c7vyWCI8ya05KGQtlbLwF7PE11YXdEc0MZeRjLHV5mK0n0Qg+IWMYk4/SQsx+RzN2
UzsZp8hgZCcKNvhdZfLfvPh/e4r8FGpgkfQGK1cklArSlr1LCHRhkD3shbS5OwmynxAJoW+mWb23
/WpNziwVf+Ai3umgMdzuSS/9jxfJCyVPFhUsSuzgyTnwM+O14GOwNx09ZiggNBbmfnri/du8TDQz
5xOVc4cqFf8xkzGYeWqgAfaMxLjPmW2de5KvR0TV8phlPaMgNrN8OHjBDn+gxua0iOracXaZiGc8
/GDaJZCED9J0sL8L8/cSG4ehadmtLOAqNmOBvpXYwcs8sqQgJ2ZGilmdfMX6FCEw4yvOagfIY2tG
fJu8BVZgY31XnU7Unj1RQCEjbNDKE/2BQ2h7LheiXoxhqrvfzvaxTceV4sA8XGAP1AicAI8nyy64
U8FzFhiP0bHrnQv3lnysgYZbjPbE5E9DzL0dO4AxPRua/gpYnb8VS2tA9pmsv/QlfJW1EuF/184g
5nDK5qW8mFDOXyVSbX0mLIBeMbTdaSjrEXxp60dPQ8/X9o6hWxfhVOeQHpK51ONeeAu12B2+X9VR
uynty9SuD+9maF6nfHpktil2djP8plQ0qe08kLZEH+LkpxaWH8GcU4ptYyg7ZKRigmwC9MBu4mZ4
LNOAX+Bkij9TH6hzhE5HrBHpr/WLd8OgeRjP6OgmcbAEWPqmpfAeU8mdcLSnKUabLAj35GZO3MIs
oBFF1IFRa1qruPgLi65iLsZr7hZw3iwZN9tC+SVv22w07S1hBea359H+4LFe/+UUsHwqLpdT2C5y
ekVrHV7dBd54Rg37aKFIngvD/FiZ2CGDEl0Ym3bwRvy5p+qTjITDnb7DojTV2TMb/8RhAuRFPsmQ
uDmCnc0syzNEhbmgk9xk9KHj6Cp4K+V3wxms8YIHPJ9hqXhEt3zVH4lZjAFWBwGmjHvqUQ5jdLOs
BY50L/OvuSy8X4r5oIe7FM4HW664Ak05+BsbGDTfooGxoC1mVUxHJGL5ukQSCAAcgJdUbvue8Qd/
NkWt9npwQ9QK9hEXirp7/oo2x7JBUILmKR4tZ09G6SMFv3YbfbBlaGKws4BCZtM+nScKK+Uo8u0s
h+6PX+PKd7JBfuJJtfc9Ltk1n12jTOckBDcB6r2hj3YEWtfwGeSKx1ItiWaGZLN0By6KKHTqzzuT
msgxLQP5VC/5f/DE43ChTkw1TjbnxGufym55q4FT2QOWERgmBmmMpf3bx6iHgazJYnsjfG/PlfiL
ZWFsPK9sQEIkQq//rLeoSoufkihIGDS6IYeVBgslViPf6zZyjyZEZzKbRf25eNnBTctnL0n/5R4P
AQr4tLH7jHICNgTvLzU26xCGkIyCp0a2jRMoSZkGtBtDAA2rDgGNgl9Xfgy9l+OVAdxGh+UB25Jl
2htc+0/m4OS3ZaBt36E+o9xgFKkoOHZEyI45twRJw21+1ey7PzOUXPOhmVGBdTPs06AXF+Qbrs6y
1IeaNvM1Bin0N4UpAD4YzBNycsD1o7Dru5zn4IgrbZPAooS+TI3cd9L/K5n4vjD7w5EDpvqBRw5M
VpHxQ+BrvJcTZwQSrQstMK/+UjgJPsOjC4Mz/SC2otXWsfbtdyuYippOS9H8NxHPob8LOyrZF6m0
X0iWvzDb4Jy7FZcQ2f6TrwzxREYQNxNjmWVaKwdTn0QvCS7ljilLW+5I0vdsf2gnCKE/zu+N7q3f
sUcI2PbpR+mstu5KW5xvGjjO5rEKWm8n2rq8l0E27RyaTQ8QhiLYz/zX1aZznAEyNiGnCyan+nCE
bNr9MCTjaz4U9tOSRXxcnTQ70owszpwFcUg8m4I4uMrVV+dwi3XEovNokEnwmqIfHqMU6lffxu5/
nGP6cx7PxkENVnYJkr730DsM9wBWy/pBxE/+mrNF4B2RvJi76ian4ja6w73GSKJKH1AZH4u0eCyV
zvcseKzrKpSetsHoOdB3Deaqmac6ldx4+T9uBWia7WhcBaY46uZvmoIDslse6wixvPCoy+MSVsg5
m6WqwMKO1qNtJv4QvrPstRdfVtY1+5HbSrY1TdbthSuj/ThVDIex2QGbI2DLEOfzlDTQP1Gv6mWG
ZYQhfawmK46odPSOcTJ4mtMBq5vx0dmNMaHBWNG1aSpbH7Oe38XrArgIEGfucTN2QUwz0cNM5gBr
Y8faKAmVSOK4u9BkDgJc5MHqImK7i+C50IwQywQzZKjiA81QdoI96yfBtbwDSGDeW/Gj+JfIpTjp
YpQG3g6Pu8pkESQcacLdfVJkF/hUwZ5PYPE8l+LPQOsvjCzox4kAXEiroN2MfNuykfL07A1sqIOf
KP4GgjIZnRFs+B4N6V+mYgTx3irGQyeMoy3Kgvpe9eJwtyAJT6UBQYeJhlglZF6Ag2EJWJgglmfY
B0c1/FBoTr0CV6ezy0oQ6qiagE9hbO6J7AHSmCoS3t7gTbeFvi5aUCMiBFwkP0KJKKaOH8DGqrz6
GNfYB+SmnWB5E32XeGHbyu57UGZZsM5QzukumgjBbmnE8aUjHKGHD2BKhG3cWptXyW72OchyI3hl
f80LpdUAYK3Ap4QsRNv/LMrAL54bR8NmIrq0GwgWfCUdlL1NnrjOrYnmnq01Qt/7LEiX6EDCvWrR
gMphXRnEpc+nHv1ksrs+feUCODkhIEzk7Krxy11nTNmXSOx873CL8L65j4/6ZAxqzPau2TE+Ck+L
hJrHU/tiz2nzUrfgqUBwRfIb4r0snxMETPe1Ey6+EpCHOnkZeBnUYRAFqrqD1xZc+1iO1uo8UP6c
9oPIDLGKaMm1SxlvVGOaOa/4mlRbHDP2uw0kFFYHt9xD4n0aUVhGpmE6GmHMZhJaLcWVnqjDfHVl
+JzxJzEPI2IGk744VQgYp9KVOYoHqUjivfUARStlhdlX7kAlu+AOtpFqmdrL7NlW8TqBbjEOfSpH
M9pYQ1Ojh5DSYhlr+dWW7NFdXOBFv6io2vuiEvFyJ3eZtWEbdfH8zlGNAj86e1r9+G4nXjj0lfJQ
uH5EtVEjIHWl6J6Mwswttt3z0fui11yru6MssRywA0i3bBYLbXA7J7BW1AaxScM6zIF9RkZEGSy1
Xd54NbtfamtMbjHx9euRqrlumZy9COwG7JnXzomqovjluhlD5sTYxI5XBEuvUWbppxQjsbjGAGpJ
0hAMOy1ZW7pPVg2A98Y6QvXg8peLIxegkcduPtEbjizAopsk4e++yX24VZBjNLTHkdfFjJzA2zII
yoJvq2szLKBlrawdT530i+Ohw4iiqcr3uc118wnSTmb8BonHgyUYDm2UYbw3zM1GZ1bDTOtUJn08
XTHaZ8HCL9etLTj95LMu21ruxkhTYRn4wV/LVLjjmcxZ1cGOc/wjEbDO/qDey4qpy1joweNs/JOx
yfGBGdKIn3Ry0+soek6oAg81BN6Sn2HY9PditKqjuZZJapP9qY2hkNgRNLw12g8k5wNFLWd6spJx
9F1zYh1fPNLHPMPYk3ZKw2W8pe6q9bpbajpMXhel47+JwnO9q0Qimz0BnKn/XRhDEP/O2DUfz6Y9
2vm16KU+DR6KKdtBbbF20ceWTLIRR2dF4sh8EM2eHhQSwf+13cAitlcuYOyZvkm4/TwRXrKJv6U8
LiYnJf61CFen14oOXPZkljaLjfFsZ2eHyLiCTpO4uGTclYcCAZHVhmNlZgR9rSbOSck48SMeArYI
RNHSt9dlwS5kn81XgxB3j+Es0k9jqVDa3Yo95HvjRAYBWAeIlse+t7xl0+J/ak12eGNMzMRHSPAf
jVJiV02R+fBrVZ1E6vW/YjvwJHwTW1iEK+mFXYIFrmyaQrSFejcPlWbDFcUDvTir0wOiGIN84xCb
ycF2KDjwYKduwBOHLZe+jchsk2euvx0v1g4nhWyg9Dfh1Z9UbI4/TELpryVH0UyovBV6CmGFo4e2
MdybNXZhReoUdY1NpKvoFhLhZmPW5wwsB0jVPNaIbUy7lBO2CxRpkEFU5Z3FXn5bWvTjB3sTcbfP
pjpbYx5JympHM6V+dmhH0721XMWXh2MRg8shHMlqQ+9G0PtniYcxo0E1z8nM+gI5Mmb6NpY22Pqp
KkSgcMCrRYNF2+8vndFrF0Ezlv6TCYc/AiyR2v/VXGZgK8Kzsw4JW1rnBk17ImNqG+9A1WARMM+h
fQivK0E52bYWdjXXuM4GG3v2c0L6DRJSxoR2kcXECsyoXuesrQoOngMlmJgCr+6pb5u3vIGvINaA
74fSrRP8GygH6zt90xqCvBgouxiYm0Rhnqy5M5Eza1MW4uyz3rqvI1KT21ZDr7qmo7YHVhScKjkp
nxPCUePzhyQW+3enTQGjqbjm8roGbU7ShdhAYhfAD9NV8ofjfxey9kaoKAan+RzYWJcXZRHde/Te
mjDs59qGRNpibZLtY/vnSVuFT+c6pQHOPhbjUqwGTKXt1LTvhoD0clE1p8Fag4HmmqTZZypI/rGJ
YflPyJVe+UTc0iUFGlh+QxnYQnlHisyEpMyVjbx6ZGL21t7B85R3J4gTnBXsip2zQFfdcUjN5+vU
84J9NusW1YugUXOR5Vh/0O+YOCpVRvdZmHYT5mmprC/ObeUp5XSC8yxiD+gLYe3uXVEtTzBeHG9n
tjiSBzuOoHB5iX/Kyjb6I4Hzo6FrdQGMHZ2ZaR6vMrVKSDn8DVw2jDunJd7ZU/vI8PdggwriBB0X
Mcwu/gMonpMU8ALkQDyeq2OyJ0zfTTs3EYAByVC5xMccFwOWtmISxhZF4UtVBsm6cdHrxb94rg2D
a9R0V3o+C5TfaqGLQwd9AJOokua7X62oZiBYSIv2kpZhjktZboNmBpBP45J7XMFTZZsNjSzYp2ud
bcLZ+SPVMrjzr4mvR3JXrzHTOblLzC17Y2unTw4cvDtCxMxsiHtLTvdk+BizFM0nModATsm6xY0w
sSyc+cOxXO/DTgbrJdc5tvm4bhDc/NZp+5vJukl165Fgop8Sh48nhy15nsKjY8rqyBUTxRGtiV2m
WKaFke4CapRxwWuCz+/RGFOHVw6hlLd4KuVVyn40sg1zNUZxm03uPNCpElDwE899telKQ35xMrWM
F9PEJv0yIYoeiDoVH5pC3fhDKBfyGe9zJ/mSPceTAzl2NT6qbE4YfJkkWR5vVvOuVcx/sHMrXTo6
sn5xQNPONKu5u+48NnP4tdXUKy5LmQ3kv1ZK66c22izkUqwefCai4UpTz35jbWRiwI5LwynFXZV4
2iL+ojbVzzsScgFfLX7l0SWCI0mTUzUhGBDNFNJoyK3TTZWLy2SLxHsSAxekMxjGUiwbcCozeagm
TleAhEP3/x1hIyau7aDHz1FAAdZMyj+e5fPH2oQgQ/ys0SHzxRH6GM12cAJ232Px8zUJzVk38cWZ
uE9vc3L25T1rPNgPSFmcfYux8cAd9jY2nm3mcD5q6XUGCS8hJJ0636aDKzsyudAvAy9kucGbvgPw
pE+GxW/P3qEcjx+66g2n2rF11X1Bx2YlvFEcRBw6Fd0l7ht5RiBIsi1JiFUs8Fw+cG7mtjQSLZiT
/sbyXTs9CdezglOVpTLf2gZvjA0aLHHERHpjSL1ruSIBL19xZ5ntQc+Nh/TSzsz/6IXxKrpp45bw
nnutAObB+RNJle1ylkIXCrxRZ3yQ9oxOvmwlD0OwVc6jtqtmeknpe9bZtoBORE8sb2Jf7K3eUu1L
mcwj1gUkVEoEgggqH4JmAEPiDCf02OFKIMtmJHmGLWIIcZXwX4IdUWUBoSKrO+u7ASbv7XTLqXmb
wSaZiatYaVCAoJLVeLaC1aOqE1uoZldDFwm4RstRzHqXjXwmcb9Ymi7Y3ebrwP1rTykw3sWTFr8z
Wvc3n0/pkSlu2TPlt9TTwzVM9OBmjECf9zRQQAgXmUu9vkWQ95xgandihitXtA2ZWlLV429MoiT5
8RULwzda0gXFU5s9wL2NkBmRwsy6vH9JXI2Z7vR+VRxg/1jigUYOr36UTnVImshAE2iikmoco3Vq
oCx/9EzapWFWZ/WFAEERDo0pj/FE7HRX1uhPehIwp2SVyJU5GfNjXtob08OcpWMxdl1IsM7ZI6WP
ZK5wAhu4OJku3/rJz/NrbvpjTcB9Mf8ESWP9QaiB6FsbTmDxPwc++N3whRG7pQVkE089gPBN6pVY
y33hvtPkdHdUJjQ4scq4mBSeOdShDdbGThW+VcGEKwpIIBHIBXI8dhX9WqZuDAcoHdoFRxYvkDv7
yrDPTeyaa08Rf1tTR3v3CkN5v8wuaW8EwhegS6o+EE9g7wQbKXPI/cx6D2VswuyvNboNtEA34eeR
2ToEMdhyq1FdvxcNEXVUS398cILL6nfYbaQOeMsOku5gz6lGiZm3QDP4nr+tXLKbcz2RK4fxH29r
9jLJMCtjzl+Yil78w6A5qp263o3E0a9jS70Va7MI6R2EzK9pmCeYgBWkqWxNTit1XkCUUQeXpq25
Eyxx+kIqvHVfAGiN9MHcwecyHiQGrBomrNU4nuEqJi17fBXHnjfYcdyjdra3gjDrwBCh8FKN17rw
duy41qgsefZ7Zgc3eiBLmBOxzmt6cyYWFOMgjFB2oZJj/9ctVh88Q545t9KHc8OVlKEru2/e6zQO
DqmwnGYf21biE+QS7ls5dcFrr/P+zWqD5O8EVMH8FsAZVri7b/0hdjiSMs/F8MyhPQFJkkwEEnLR
jLzIE/A+LX9KF9QIp0YfJ2+Gno3/EInmRxBnbsS0hA/fFmwf5K9rBE/uJeKy/rcxA8QingXeGzhs
9o+KfNTzvQCFflNBz7880ASHjVV3KOPQVY1rs37aQO3WXlK3YWlRDN26VjFfjAx7kd1Ra3ibkjb5
FZDAsvZk3JPy2VcmhZIooJUVoh3zVDMnzhEx6eM38JSGOM+uryfOPQVgbrhWoq5AfedMouB84NWZ
OghudF2UYsq1YSao9JDKLiUR3IIxVYY1aZ0krhVqljoutsKABuDGqjZeHu+9kDhgND1TCgq+aIIU
71jS4xC2uNcnWXpQ/QECPRYb6+XMldQrzzHO5+/EbIcP3xz8G40GY0bC8GfWr20goUFsjf03O5bN
qC5LgyZUE6LiXfWUDjh/7AMbaviPWRsCKoR4FiwzMIMRlcvAJDwG5nZBIOOxDuHcJxDj1kZzmdjL
rbcY81hBie5GfEGmqRjwFb7XQhsmnzc9DVYw3Ieml092WpevHizD6G5MOYu0djRM7CQr2QfWrrJU
x7kvUkEd2lAvE+D6TXpMtRIfics63QmTXnZvHacXSueFnVi7gNUYyVVaQc/d0IMcQcwYwPktxgSP
Ueumv0ViNe/CbQHcZIP5U2RFcCYG0/zrU7O/ZqnvXlQRx8XBDgYmkQLKEch1Y5n+KeduxbY6Szww
sWN4TzLC3HrqkigJuBtyJL7MwmztK5nnrjk6A//GJLYgGwVJRUmrnvy0gYZse863O/TGiZJ9N37Q
SQtMZHcupEDcW1rHf2ufl/+9dEu0XlyJpQ7+CLdzs1sx6gyFyQbvxXQArxSCdpEz8X6xePfvKgaD
rU0AeOw4DEs63Lh2kKamH88VYcoyEIZMl6qFqeCFk+bJ8zIyseOsApbN5yF+tBTNdKhnKwclviSO
cyfsYmgiqRz5zxMjGfwz5oyyTOT449PA6+HFlst8ZzDYU88sDBX/VVWMpDoGsQfxIVUpBbT1dweg
lqRSRZN511F/MR6uDfCiOloxUyGg3ec2UC+GG4BBNjIBOG8z8Myx63UIOAM/L5IApIeMRE0qVY7c
EjYYp6MBvUOJCbYXf99zBOmUwQahdDl8GjiCibMVvaIehhyVTvERrRlctO0sq/PrMmt6NRuePkQY
EeSQkebkIwYqp2iX10u7w1enA46UMsl3lxE0iOBER7KrG3SyT+EFAp1RG15ZQXsVWE6fXgT+/7uH
EVGglNQxl/xyZhg1g+kANmJyazrOAOC5WQqRsw/SU8e0Psuy7cG2zEMSmzeukT3RvYK2Jia6U7s5
HQmKI0TlfHcxUONpxuJboQ2dOO9O/PC62juWVkVTI24ngwk8X5wcT+Yd+BBOJdBgAZ94r2vtWP0F
lVse4lGog9Nw5f4rxfoh0UxynGRg40wOKi1/psyxMy731rIbGDeXO5a7+TSOukFoTTSDa7+XkQbr
sai5fjylhlT13bYN3exbomHx1hoqtzgZ3WR61K/dStzyOCcwyf4exRNWeo4Tn3+wmM7omX9dIvnF
gSYbj82Mq/3FG2MoumleNHew1bzKo1xNtxrHwAw2bR833ltB4dJ9pb1QFvGG8JMREm0jRqggWRH4
C8ZPnEBYDGlgEpNHMYrJcijDvhUcvd8tziDly5JV6auHYsvdDd34h2kOjna+G7cvVtdm9Y5tBf9S
8b3+j7rjAjOZ/m7IhQyxCC/TmvKN4OoxQVKvS++S1jH/BZR72IKsLviAOjujVU/Yayns02RxGu/D
s+R8BE3g0patmCVEzHM2WmYQfqu8OXWOyo17xx2ICIfliOle8zzFEcVSKJfd1MnYI/USOG8pKEAS
UWlQFecU73wbEEzWajeWmd3eSNOm5X9VQnr22/W8QTNbSOh960VdP27z1DSi58SgIISz7nJCoA9b
295XDdJDGpsY/pj9SQkIk4xQV5CfCB+pmz25QG3wGsSvgE24iEoSW8fM+vA08g7GgnhRcstBvL8Z
VpRHf4Ma3QpWGQ9lsLrfit+od+Rr1fYsF5Sm1dycju3jj0EggO8zbSuLEqYpZYgdRXMu7sclpIXA
2rDEhwL30ruLvPoz5APwFIu8VayqSGygGekjCAv0HPwbwJZv6F0J+TV8UA4hPpV8mlAOl6iaEoTM
9TnziQydeKAt3oMB7yYGjmJEHWdmhY9YMNTn/M/ZeTRJjpxp+q/QeB7YOLRjbWcPoQNZWZmVotQF
Vl0CWmv8+n1QvGQgwiIsh2xr0tjd9HCHi0+84iGZ9GxdeCqQRgLGIJOvNVUqMvUitYdflM+BsZJ5
jqAWKDcWMWVITLCG7rfuMMO1aoTUKJyhrV/iJMiMdUo16OvIXUw7VLGClAhsHF5qguvHZOoUTlZQ
fkFHxziUhdpOH0qzIy0NkXvdWcgu+K+GKgaKGZMaW7/IMQzIa7S3tOckKOWXCYsI399p2oSIx8Dt
j+yHrcboYhle9JLlue89tHD0d1hmIJhex9Nzq6K+N7syd377agyJGmydbkQ7FZOyMms+8exEAJ7T
NMu/aKXP8YQFE3zjipFf67G3KbgkE+azOI8bj6piOgIyQtl1VNSSCcBEahifRvIDcWywxviey1aG
XwAYoWA2mFWMZ7T09Kcu9zR4QmVMShT0xlcNa3oXHjKcWuJV039p0OuSn7AjJdvi5Dg/xm7o9o6u
QlIeivSuUmfIPUXS5AsB7Hig/AuLUupWs8WeGalEhP0blMCADYz3qTlWXyBKhMNzLJN+rFZ5p/F3
zhVSio6Etj8betkzct/C5wqNGpST2gJiXZZW9nYiY4bw4pMLrqfG0cPfHoKTH4YRb0ZXjZycXl3c
WMVeaycCUFT5in0QthFNmapE30UjaIVGS9cL597BMtZZX8uPGEITcsMAobMb56n8Rsu5+NQaWofC
hpl2dbdl+RXxIXPsvvqmou+jvPaQxJX1BONrXXBJG0fVViv0v3Jb6fBj0Lvgl018mhyrDr0IDT8M
+wPF7K466BCUuw0icynYKKeOiwfpyB42HJmWYv6h/mRC7FZQWiieEjDT+Va1bfiIyGKikA29uKe9
aiqJ/6grqLuJcMDrYatMdSmf/KiCUkoM461pcSL8gXQXslUhnDlly++zi/uiFzn4Y8nNjJ8C6oS5
R1q/8SZT/pxoKWHOzCl49ZHdAGcRo7sMn0LBKpOoUEvW9ZT2zoacSNP/cTIIvGu0k+kSo/sjRoJh
sPn0mlAwQFwIJiDlAlpkz3qjYFNR0gVF99GiTdlr6dZEpqulp2STByDGBeZEC2aNWls0UFGo7Pq7
Xoek3SFgqq91unEvYORFvIuITuYOuRjljwzBWWStAq3MdjSlPQismL+6Q59nr2lTVTQ8onb0QVbO
sp1ktyD6dgEBKgzfFlEVJPX85HvLDTY8yNjR4js1asOm3omxsJUvBbJb9reiddBlbHzeHRfVLdB5
pcp/p4hH+fQFhYOEwJjg+UEbWhFPK0MHxvVbCCti3bhYHASJ0WWbcL4sG4kQC5/4a4EA9vQFtoDl
o6QTpUH7nOMT+EzvdvCxUJD+HwS22/hTWUoDeW+QCvtEYQ2Jim3wTth3ms53HJ5UPAj0cPwxNjga
B4lPlxVaqL6Sow8G2xY+KQQNilk3yfej+6L189+JJx0KAKrJn6EbWDtLdtSa5vb36ALvNqsvVTh4
v2nhyfxHz0OBTSS4bsIjxauqlwxpBpTjqQE+eWZJaSBGIIj3Q5PTj1gJCkhxBHYQ+3Ahx7Om4NIx
W2Cp99Yg+kMyieKuCnqveQHsM+hPs0hAtW+0BsmCTdGWI24ircc9YgQw5p+xK0qDZ1pMGmOKGM6p
ruBWs8eswvqNMxGJaCSbgNZS1O5KR9oPpdHFR82Oy22pRuIfG1ofXHqQ+cDR8LUpP1iThjMVZTEA
WhNHcgdPQQhAVOG0V/OMJKjlbMhBVyjvGB4lFQpOCGoIc/pUKcCsNkZq9l8zPx2cfYxV5Yh2k+fg
maBHVCPWSLJnmA9yeSDPgIq/pw3T14wmGEBRNZuiERoEb/uanpQ1i18SYaw6zZTFCw06OR19CKAx
Sc8okVzjXiwPgdlVtI7G4p52ZFZByTEz/WcbWMWrVFrVQLhn7M0J4I3CP9hkY/doZVX7ARCPfcAx
R4G7E2sALrIeKYLRsZ255J8h8epk3fRFb4oQESsx9F8EfGiTChP0UNGlbOGQdTUOBEs+NoSZ80yD
iTVOFRkpXGSOCb0zw/wcTm4aqfmz7xQpFntccUAl25z42kMbxQWBSnXRRyE72RJuTeAwHKPQ1zEo
3Gyft3RBfTDIBvro4AsPqTWYMee+q8xvoCvzqKHaEJXUBaYJ4KR+MKAbMEI0ikB+AgEb3k91muQI
G8hOeewm2WNhVjqWeBhKtREudxkkQrKw6nuF981jLJTC+2wXrWLOkhNadQw8TduVEDFcTHXHj4Yx
0pNVQut+JLWqv3YWPdg1lTjtF1WWPHzFjWF6LRWbqI1c0F7nkmX9hB9i+FrTxVmDgy3MX/QepsLF
LdO5S1t8ddZonjr0oSKMiKAS42xwh+R+/Mi7ADWJlEBXtqFdOnSvoxRe465O7QkKSx9yRAe3RDIP
EWCDyi9ed7ig4h2tWpg7IIXq9NFaTYgeNIAuHQzKQ9wIy442PueTUDc1W/s56sksN3U79WT3+qg8
FnJU4Bmnc0H7wwSc3N/3EUwdbJQcs/uuIrsYv4z1EPtI0ImasoTZO9BkIFpRTfbRmhp2Soe7pljr
2Bmkyqo1CvowpcQLBDH7QvPG7gkygD+Vf2xRtR20xa4YoVFCi2oG6pY5uLVs3HRlkDXiGb3cCMdv
T6G1X7+EOlJ5nxuZd8M9QB2l8H85BNuRt6N/xgED8z0Al9/LFrwxDmsplN6P5HoTNhyGLRw/QcgC
IYgDfiJQH8yR7PMjNX05bdpcy7+HlZp3+8hQShpIaqkb7T7iIWuh6w0QhLK1nQLh1A+0i4LgW9AZ
3FiHEbfQsdipGfg4s/nz73/99//7vz+H/+P/zh/zZMTK6F/IXz0CAmnq//m3qv77X1zr8/98/PU/
/yYNQaXStFF0IWpzTCpc/PWfP55CPN74u/9Lj/20gX1V/PCspiw3ZD79PhGJ+sXSyCdg+8HThjiP
DXctnJHspZJ07oeYvlYIPOn6r7FPf4xmU+TGK8KB02k5cwf19MfQvRutnnf/W6wC99ioRuF8VeG0
NFutS8d0j5EKdOAyDggp3jkypHzT1IStWzqq/bpxOrJm0ANSAqX/QqwY76t0xJbFAhxn25b/AXLk
T9VD4Or6mKpzOl0dwTldqgY1czTgbOzcTwcFNkUpyQbvjQFIX99LvbUQjmwMM13Rj6X1tOo5NlzN
RW2qj6YG7xQhfNNJeJ11m7JQQTd1g89rLg4WZdqIIlbVEhRgqTnjExUMruMhKrrnXm096fopic2H
65NYfDJdODqSwtJ0DM0AaeXI0zloLNBk+p14Gm21A55UDN9Rz+u2tSaQ6tIJar6OmuYfr486/7++
2bW6qgkVgxWqmGwUUzXmXf1m1+ZTHQemZ+XPSD1iYlFkMv3QxTALoRFPzZpysE1/GY/ZYyBx57ix
Tc0Lo+uGbbBbNf5DaKejt2Blq7oW+bOX981TnOrms1/PMF30EW8MNe/45UR1aWo6wDzLMYx5C72Z
aK3pCg0BI3+uGzLLDODHGjJRtWtjZ9hVtpCv1xd2+TlVzWBDgjeUJvtSE4vPaSLYUw7QH55wnYS3
EDhzm4U6BsJyYXag4E/fyCI8vj7q+YIyqkkB31A1gnBTnM6SGgcTpfn2lMeE6KtJsf4JairYdM2U
6ee7x2KbUhmTporu6fKOYW+WghKb90TrXH8lUES3BDpaOFejYNNdH+zCchq6odpSUw0arfZipxiQ
wC1K17Mx0EznR73uxzizcZAC0uCvkaxjK5mE6ri9Pq56vm8MBpYWX5F71NHnH/Zm35gK4FHNSbwn
0FduoehVsqt0tHh9ai2YatdI1If9VP1ILfWLMXv0rOO6wWfAQ7Gi4ra1ID705HMO+i+PSJa8OE5n
3DjEF36jRcJJFdqi6CjE4jeWQeH3NeIVT6OBM8kqSC3KcvCljbusxvcxTPLyy/VlWV647G5b455i
n7EkXCGnqxKQLU8yUIwnjbMNMBD+QENRAHy0hYKzjorUwbAUuvfQT5pdiCXu+voPuLDRuS9VfgfV
LdXSFxs97lRoIq1vP1ntoB0To6aSVCQeYNyuvTHU8mXnjjRmSBD3LIA25DL008n60eC1Mi2sJwTt
nE0Br3YH/J6ckHb+PouKu4LIbwX/Vd+oqofKRp4DDqim9HB9zud3temojsmPEcxcmItXrsHMBRz/
YD4pvaOhdztI9VgkyVfY9ET6OVKsXSLGDRzZ8MbI55+bZ0kyqJQ86SzD6Qo4U185ZmEYT0A+6IAq
5mBvBupPOznF5geaUg8JWKOd11ozOEQWd9cnfv6xTZ4nnkZVJaQAbXE6PC+UhDNQq09aRCSrRn0+
IPoUTBs9rLt/ro91fpYs2xYY1Rkax55W2+lYWEzju1FL70kAZ9yJ2pkTusDcA5Fu1pkYov318dT5
cJ48TDbYSt3mkoGRLJCSOh0wBXHRSZHS5fMVtbjD3DDSDx0dT0rDoWdWO6vpxTHF5gYRqdHH5s6e
LP04Ymo3PdZITv6TA7bXVwBb7W+NrikFRz/yUFQvguijE5jOw/VfvFghywLPzlmwLcGfddVZbMOu
HlsEY9XsTpuy6YBeWHXIlVTd0IxLnvxA3Dp/5+PpQrP4JMj2OlRsF+MJIEcYoMcl3UkHh9qsh7iO
iKiHzj8NC9TF5e76BP/eXm8+CTMErySkjZqX5PQ7i/u0Ay+RA2Aq7+gjN6+OoaR7w9CytRWI4Rjq
k/5V6Y0YH7gBOEiRNvF+onO9EeQvW1PThhuP+vIC+s/vsYkY2JDoGjqL46cm6Km0GnJK4GWyNMDT
s9J/9VHhBX+8ghbcsQqGWeNHJNE+AzCDyDDKqM8GBkXS1XE7fb2xQItc5+8PAoIkdZ3rkK7K4kDS
qlOBSzZ8Ej9NujWC0IAUDHya2JxmJB6wjwRETGEWMSOcGkd9Z7aK+JMUWhhsutSg03j9F13YI6rt
OI4phSbn7XJ6iByh9AT9QwMYwEp2TqSOz2hLjXvqDvpvoVIwuj7e4iqeF4D3QHUsC6SzJrTFnoxb
7G9ayhx3JYrRyAaj4tTfa7FFc7vUweQfZFlZw8eKyvYL7ppddWOLavOtsNiixLG8+qy/Sgy2iNvr
NsExpg7qu2BIxmODRR3CoGL47ITVR4J9Axmt4GH2rf2Vzr0a0l+dd6mkXG5hnHrAKglxcfo6w8oG
A4UosCr/+B0CS77VRysvsMLnUbftQ6gnIEFSKoxAZn9cX8TlR5OkzHwwxCANnhdKq6cfrTbQMiRr
T44FPx23G8tEvMYOH3j+7LWKXcHT9fEWz4glpWU4JtRoodEMd/7exG9CuUCrAhstcOUopdMJSJ4U
nwf6jKUP122VpCOP9419ubjcGZJslCdbZ56qUK3FybXgJlDrl41rNKI42FS8sfwY0StqjHptmeWw
RWsxv7E5Fq81g0rbJA9QLc2clRwXmxO3vDEF7okfgbQlncMUdpr5YCW0Sw6lKKpxh+CXohyHWi0a
GvbgGtZRS+fnxuT18x/iCCRHNN5SUxI1LD5wJoD2VHC+XJx9RP+BPlvQPKXAyVNebqutvxqtakHr
bSn4bXQfkZ4UnbVmGF/sLjTrDw0NV/GZyq5JgQQVYRF+6/XZLQcwL4qbHyNAfvFTiSKHtxH01Zyf
tYHw5lYFss/FE7SVeCoQbQ3IYEugcghaIGIPLLoJiNCKMcQoOuwLVRxrpIEw9kmNgZ7pGOXKnIOG
InT7Nm07/BtD0PVreFKK/6L3CDO/RmDrk0dCa+QIh34YWm2FfwSy3Nf37NkZITd3TF1HqoZ0TrPm
JX6zZzXgetghAFGy6ozmaOz11oruImo42lT8oqYib3y0eXO8vVjY+zTUhKbyh+TLzRfPmwHjGuo2
VmSpK/qh+YRWbvGMJ6p/Y5SzJ+0/w5BWaxwKXtrFvArUWyLw5qkLVgMbZ4qGx8rQMWoxOh2350I7
Kikai/h/B9CesCtJirRe28EY34gtlzc5P4SU0gQeo1J9cYzFWz/EOnqXuAO4vmP0r0aZhLsMW2o3
w4ivQ2B+loAM88Il2y1vLMKF46FRlbKoFNjkFculVhHmy4tQxTIEZuHayrLwIUXGaNvPu3CA03EE
7mPjE4n/cEI15vH61rrwpclndPYVEb2h/31i3nzpIK21aUwBUvqZCuIVOGj6SwnT8P07WAPTJngm
gfAKaxErdH3e2hiR86UnmIkomw7WvS690dz5Ue9/AcmP+P/1mV04NHxRG5lEYiZ0YxabK6qDoQjS
IHBrA0cco6vvIA+CqG8BlpkadhjXh7u0mZFfVgUAcP5gO5+emUrEY0M3LHB7K+EZHeKK+83j8hiG
eIfKAy4pSYHExhgVH3yP7sAoG/VBVOXP6z/kLCpgM1Mdp+RkW3MFeBmWdMYAeKDyUxcFVQ1r9cEe
pAtPZ4i/GniVTqsSyyr9+1AD2luTPGnhxsopFq8maSr+r9geRPHgtRpqqyi1VJOlrOhsmPqmUh1f
01c5sWTkRuHUFx8nEEndQ6naMP0dgcZRvU691tEPeWZUAHBA1KLNeX2CZy84j6lOlZ3Qk1BYNxZZ
PyKR+EdrFGIkYPXfs1jsvuk61F3BDeH9d32wZemHd5TV5A8TCDFFlWXiAaghkyGPBKJ5iZ7tAmSF
fkLxRCU7lqN14FKzyUbx35x2GrCBcjbm6l4K3HiSD/yj2bMGFsZb27IO7zHMVosdHr7az4gYVr2x
BS/seHIySu42J8yiArjYgWMu4PTWoYsU5qSD08aq1vDt+tWcNJnfNzQ1/lxfnQv3psWqsCykgLq2
3PODFWmU2pXY7Uen22ArZIKItUM34hrbFbpWf6h1H5vDwo9er498tgnwA9eRUeXa5oGi6XI61zpR
MWUqQ/ahhcssLB7NTwF+tuFdCsr7/vpgFy5JAnyT5AuGn05l9XQw3YQMoBYlLnq6HI4N/Mq1Osb/
i0eIe4rOkW1oFonVIprvMXjoQgjPbj3FVDMBOIMdFaqChyeaSggptBgOjeDgvCTdXp/gpe9IaCYs
wX05F6tPJziBy3EaI49czIQSyndavm+QHN4EkuHTGtIq9Chj7WtTv78+8nlsTMthvqfZsLwP6uIw
g2HX+9aJY7eRRm4/BArlny2mKMGz5ms0dQecGrG2yAfv/Vt3jqXm954sH97O6ZSrwtDHSvEit8De
ZRv3hbIaQbN/GIbI+j1gQYcThp/DaaHWWtx4888271wopzgvaBRSUNPnz/Hm0QU67oeynTTXgkS3
zvm7Pk2ahxRgJNIb6dXZ+pLh0I1UaQMySY7o6VAmmI6M+pDmYueswcDD08kGcr7yrXrYjkjv0fIV
6XsvIhZ1HpVXCHw/cevpoFUCXH8Uuu0maHfckWahYoUn0CqbmnDf0Pu4sZ7nby9PAomOJamfCYun
4XRAzU7xzolTkycP6gDMSMzDo+hPaWFDgHvJuMrClNkXGeLtAUwPmI7aLh/QrHnnbp6fJtWm9kCT
gG212FSGFcWG53uGWzels68bkJ3IUmQbo7L1FUhd8ZLBT7sx+7PDOw/KOzWfH4Z0FqsdekhiDsLT
3aSOrADwbjsBlumJ11cOobuLwCFq1LaZ2ocK6Op7IztGp1VJpKER/nAXny69IdSK2z0yUVyiEf+l
sjEPQP0jzz+CyYrRyPBruAbvX2b6PxZ3JE086nOnY04KFo6p3xHM4RoGIaWMtp6SOw8Ss5O9P0u9
AYhNoxu7+sKpdeZIkk6Xoal83cWoKg2O3m8MdxSpLlCjqmuEnXyPYqwagKO9Psd5q5ykYPO6IgfJ
EeIx5/k5HS1N7DZSlMxwjYKboQnsbE3TXt2FwfhDR8zQvT7cpcmRBxAuEnjwoC92bguTLUT8SUcw
YkzXjRbikyfAs2SoE9xIOS7t17m2qmuEy0TKi8C8VMt+MmiwuEmLS4TQW+egoNa9y+xMPzZA3l+b
UFU3lC9zcWPjqBenKbmdyLlIOJc9jArpA/RjA8fVEV5PJejmqcjXKOMM1aqEVuJtnRAY2harDYG3
Lt69Bi4RvjM61L8a3UKj34Oxv+KfjdDIRGZvFLspQ3PiFXSFp92AA1zaBDY6Ctxu1Fi5xk83gdd4
nl+FkIEnCQixA/yJUoadHrKIlGYMYuXG+pwFOmy6GTnBhiNtcuxFDjMBwi/K0UdcPG2aX/g5VnsI
qenH9+81aQlVWsAU2QmLrW00ciiFqAy3ycvmGYOl9K5pUHcK68m4cTeef2+qF6pOkZIQngBnMSGc
CUwFVQqbALUTay9otG1bGmg9h51+4yKct+3pgZ0LJQLWsVStc8xL7Jt1BRvQBrovgVv5yCDbWth8
BiDe7Twi8C1Iem8z6gX8GIEoy/VFPX/oGd6mNw7sCFTy353/JqbQEVtCcyJz3DGQ04ekMO7jAqFb
SmweTvTADrUABYHrY56fZMYEWWSzR4mM5SJsRIwRP8Bx1qugVPckpgEZM7vX8We0s49mjs1y3XcQ
sHPl5/WBz/fpHDuxc+Zm5IwzOj0XteyLsgQN5FpRahn3hVEjkI5cchl/vj7Qpf0zZ/NzUkUZYQml
6BSzK0ed+yJAH8LFurv4EFrBayVY2usjXdo+LKMxV235gMs8Mw4aEY6aL90iqBQQbFaDG2VYRXdq
3yMZF2dl9ylO7PRb34rot8nb+On6D7i0pnMQQYHG0kgCFi8AuWuhKOlouShHTQ8e8oAYGZHvv/+O
IV8jPJScFLo1S7BRF9mGYqOZ4JpBFHUomzal3MeUF999yzAO7ydwPIrONElO9wjl20lOhY2xJTDT
77YxZXdQiSpyOPHr+spdOAYEu9LSAP7N/5o30ZujZxuBAX7aMd2hGJWtJ9R0R417WHddibk22DNi
bFyXTVqlN77ZpZEJ/bhyLFvn481//c3I9HlmeDh3DpTx9BuSSdHGyRpYHrynSNZGdrpH1q/dgCm7
1Xy6cDKoTdL+oiEJ+GJ5MvKwg08atLYbOBk0LIXu1tgk8abtZbi/vr7nryDhlgPJk8tGUFBZvBdB
pHR/eZcu3GHaWN4Y9ofUoKhCnRitFQWnwOsDXrhLmZakQcS7y7+Xy6oUvV0UEdeL6qOl3JnH1nTQ
Ngl1HBT7vNrYyH5cH/LSHG0uGZWtyi4y9dMvSd7Ql+iy6a7TobHtA6C9MzS4C8LODTRmYufGdXPp
8wFxoExpkYMCnzkdD0XsSYx6qbu6oYEu4BchQjZhSNLL99/VdGVJdnUqUudljbAZh7IQne5Ouel8
Ubug20hzyG+c9ksnAakPk6IQV4q97LFptYoIIOorblGinlw6qfIZL4Bs43c54Haz1uo1SozfQ9t7
J2STi4U6hG5LCc7PAOm3iNGQr48x6CNQV8H9ZitosNbnOne+aCoYa2OAF1HNadm7t4tGOIhc5pwk
6NZ8mb89+HljB0UXUwOlYLVv/NjfGE7uvbSIkmxKuJnhjcjwwv7UUEOkcu/wIcEdnQ6IOgEE7p4k
s2tqA3/rsDtqmeYdMSai1W7Wr9fnd4a+mFcVoVcSSoSAQfstzoOIqtEMnVZ3EfVp1qYfIXED1HAT
9j20hIHYYNWFOoIbnWGTKnTVfT6TfHp6v0g7BHV/Y8EvPM8aBQaaRDxeHM/FVx4wWhxzq9ddLG1r
uuYSb/cVmBQoqha+kIeqd4pdDY/hUILEepJWlOyuL8mFE0vOOSNR0M0BUDd/oTef3PAm6YVtpWGF
03v7kG66O5RVvQ3K3L8x2Qv3n64CXKXlKAG+aIunE/lAHYHSVnOjVIo7SCYoorat9TmPpvD3aEfj
faN34sYtf2GFAY0DACAjmG/dxaXbOKbd2YNpuJlAyBdFcaed8IVAw2WVlDjKrjokBT/6DbI3a7TZ
7Tvb6IP2xsznc7MI4nlPwfGY9MM4y4vPjPRkhGgfCdCI2+K3sO69T1MXaNP7TxO4GZNy69ymR2Tm
9FvmSY8CX67qrurZ9F1a9EzzotZg5sPI0zM6ve/fOw63L0gVviZX1el4OBT3mMfS/aoUNf01KIbl
4h+vfMyhHtx4Oy9s07nRr83ZPaHkEhSKep+vVEZiuILK7Rqx1wHjygb9ZF8L0C6/Pq8LtxLBBxCc
OQUBPD9/zjdnwomjqdMLXs0UoPqL05HVreD/4bKk4+GAzasjvRtDXpgfm5Mci0PIm7bcpjBiIp4z
qblwt8SHKjcLin016n0W8qbXZ3fhRFDKNKlO/6f1sNgldYipmxd52DypM0bHRHmjX/m4gm9gzkHx
1rvhm6L31q5H04AUczSfrv+AC/cAHDlJs43TAPpycQmPYWJnoVdArQz6SYEer8/QN0RvkN3QBhV9
IpA78RpilixvnJALJV1uWyhOgK5JishoTz8tHOayLvMgIQwy7RGaoIfQnLBwX5rwzsa8S5Ho84VB
/LHX1GjdSay85RTI30ZjW9vr63DhVqCVSooLypmN/Zd58mabxYMiyKpFfDcpsfqbnZGuiyQy3x/M
vx1lWUntUCJqUceP70wReRvNGQxsP1CFbmSaf7ZN52kKi8ptw+wWjvvSZ+ZhsTlJdLiggZwutZEB
5HQgrd/1UMKMu7FCxuHF8U31maZl8r0ZBDKAtprYw42g7cJZmps/lEtI5NHaWrwzUaNoFsKU0R0S
ENVBZrW2jyIVzwo/vPV+/20kLW52Kf9GutKGHrQMYJqev6bjdHFnV4mBmQqoVlx7wjTF36It2qY4
4t7Xejsfm0h8fYcMmPehLCEcT1hHwyi68ZyfX13gJun+zDV7jWty8ZwT9MSTN6bpXUTcX2IRWo3h
WhDzfRoLs39om+wWy+d8tWfUNpclRI0Zyr64TmBF+aZQIixpgyHdZ4kIt6WZ1htbM27FKuc7Sjcd
yjMzDwsItbP4sFi0NrgMQWuLrLL+EahhhpInRxRFn6yBcx5o6UaMDqqJ1w/qhSnOQEJecPA8MGcW
l0ZnFW2Ej6znDgjSVbykVXrfhkGWr4s4pmV/fbTznINKDe1g9q4KsXY5mg5nFdsR0LUI28qPCVJo
W69o8YrB5Bv13LFtm7VWzDh1yt3ez+uDn+8f2nkzGYH52lQXFndzDrPD7vGfdM0wpcKXtOOqMosO
jr3lrBI/LG+EEOd34Jzd0OmnxMhrcMZs1FPk6zDlcRuvpIhqJtq+B8WyvT6r8w/I02pRGJ7jQMhL
i1PR2xoSvniYuyNB9WNey+mjAofcTZrMuZXSXBqLZ01QtqHUTWR/eu3ZoZ0U4J1GF42hGdiRIkON
+jc85fhWcfbCUCROM2SewwTWaxF/RTjZNz164u7Y2uEPvLaSxyxSko0yTdGNTXl5KNT06ASCO13e
czhyFAKxqw4KRj48oiiSHbTcyLbIit/CP1/YglAkZsgJQezc9DxdQFl3ePU5ae92qH3tZYV6dhr2
YD5yBAKnvmlvTO0vC+L0Djdpm8+AHJumPaqPpwPCJBZBb3mdi59gitmmNMPjGAzec26U5jfsJ8S+
yiVafVVK6cTyecc2Rar1By3BbIarvMCKFtPd63v2/LIzuXDIXAAjUYNbVsLSCm84LcLxCq0DVDW0
0d/arRe7AVoyCHEMe7RB30n2ougAdxD0MoXi+TpfBvRtavRZgjCnqyPg+1UB0fx5KAOUM1GD2Kk1
ZnXX53hhV82hAQACaF4W185i5Z0BaZ00bN0anWg3Qw/5SI1/Oth2re7/F0PBhQG4QK5Nl+50qFBt
hy5I1MZFpysh3fa9o674xi4gMbvRXrs0K64ZYy6jzLXFxX7CgbtF+Cpq3KEL60epqM6egFd9odAh
byzghU1iU4imcEJOZJvLpmeIyEYhSrtxRTmgOK9UzqG3cVS1g6i/r8oRraopf39KTcGNr0UMDcqF
jPN0KX2nrqSdisrN+wm4yQa5Ew8oWoJtY4o9dYDYMgZoQ7CndY8WVu7oifcLYZaivtHyvXBTEHvx
LquAEqlMLOKBtk2wOa5yMOAI/I6fGuwOgmNWlYjRkeQoaKC2hpes372RpM7FNIOaGHf5PNv1SKFh
MmrX1tNhP2K7tQsRgTkYCsJJ14e6NL95iUlDHaJLZ/Fs4co1xPhGEZ3PgjuecH5lU+htwd2NSBgo
3e76cOeBh0nXi9eRphQd9CWaVms70sbArFyHk48aPwz3Eb+MQ5Hln/AXCg/1bNWFvE9942xenCdh
AAkwRYQz4AVihdmoYM7rDrUZvqDskXztLdPfoL4wyyoW1fb6RC9kgVSo51ND5AskYPnERIQZRdkU
nWvCwgKAFsUYlSe4ia3HvkFmpq5wKPHHUCItmU4DCVPq/xNXSvx9UOP6eP3XnF8XnCWoRXO9FaTa
8roIRgTNkaOZqLuVvb/BhG366HRxOe5Frea39tT5R55PLgIOM7N23lunh7cLqmg0klK4apljZRbF
6MBvcKrTX0c0xF8cC8ltXKeieFO1cXED8Xh+XdEW+NvN5l7kvV0cWKBG6oi0knDpkZRru46K72pf
hb/zTEFVxpmtgs0mkj/evcBA0QmoKa3Ap1riLCO0Wg2zx5XXVxGVM6JGPmSpVm+kX6c3dvKFb0mB
E+ASpSoiwCWESNZmGRgmxak+j/XvmT2MR0RTEB8UiO9dn9W8VqdRC1T1maNlUD8XfMzTD+nzRs6a
+qPrg5je0VY1kW7OzEMC+u+A5y3AgFoBAxMVAyoTRXbjDF2YqQ38nc/JW0C2sHgEJHK86UwqdQmZ
8n1NKrLq8SVZoSp3K0C7MBToIbohAKSg4S2bSrVQdGLPuHQLwPBb1RmT5xR7JBxQq/DGFXhhg1IU
oi9IcYqUYdkvqyj/4Aw9MCuUUYH3D0rtgnlPca9HJfpLWnCQ7yqOS/7up4x+K6oKKvklvHY5r8Gb
WhD42HAMAswfdexBgC/59mgTXNvTtGnQyvtZOFWfvJNsC9YZvIylG4T0M5FqMWaDJ6HAETtzU6cv
0v1UCifdlUGMqmNqtZig5FR9b1x2lxYYfNbcdJ2lHZYYTuqCRQefO3WnGLtUrzR/hMhFr2QLH1Cz
il+ZgsPd9YNy/rowTYQkgD/ML+myk6YOs/uQ46VuVer1vTXVxa4ZtBQSVpnue6W+JR+wHA+48VzV
m1lVFPXkMipRW+R0rUEax1FNch91eh0XS/xtA7/9GDUiabPV3KISN3bQ8j6Yh6W1MLfNZ62gZY4r
8jwL4EvrR3yu6u5QjAjVrlO9shDDbpGNzXwVIlxqyk1AA3/by6HfXl/os2eVzY/OIwUosCZcCUtU
cFXiwjulvnbEO6ihmFsOWf9SmeCXds4UluJxwLHT2nmK43m7AtkQrLOSIvbv+4Ia+zZAnD68EYuf
Fej4TRRs9Bk+CxcKuuTpwQp8ywfEWozHpCjNVe771d1AZ3VtQpsBShFgdAPDdS2xlKKGF/v7Aou1
96a084/gqZ1DOJhKYFROf4TKC6+EsEmOPTCdrS0ZEDPxwbXt5qfAzPhGiLp84+fhKKyTesx8esLU
0+ECY8TfKNW6Y2D1Q/UYp04COykYcQLf1WyTyF4hXhtj3IzrWzjS8sQV4cZ2nKf09nniNwAbozTB
IRcg/xbPE4r1ISYaRnfEIk/7Y01j8jmpguRjVQfdjenOn3AxFAVIdh4oBwqcS07qhNOfqHuzRSQv
szGbKOutRQJ242k4P9aUWugfznEEF9gyZnRSM6MT33fHrivG+yqB1otUBa40ySBWEnW71fXTdOEj
zrIrPLJzKk7d8/QjOhH8zEyd2qPO1+tfujgnHm9TfRxS3A5TK3GhuGkeDokYF6/8pDHEjc7B8q6m
JU+0RCgDsRkwnFhsI6uIbVTH/frIJovwKIiMbEx20Osgk8SljfJVpoQtFpSpjof3LVGlM8LZPDxT
54miPEOgMy/QmyexzZzOxpR9OmLE5WvOoatI7OOVxP8p2SGnXck7Se9PvGYGUnmU02VTOP26mkQn
v7U4ragf+0lKfZ9YWqh8UxDYK3Z6h/z5VhHIF+xrCGZ+tfYHygU/A6+Kkkf1/3N2Xr1xG228/0QE
2MstuY27kizLRbFvCCdO2Hvnpz+/0XuA4+UKS+jkIg4QwLMcDp95yr/0iYU3RymIUD9tByfmlxbr
cnQ04wgVzo++YVAlXBMK8xk+k3UKpcdODN43ZPYV11+LqMcKusPUppUy2BTDUFx6S+0OmhJLG1nq
7QejgccVcDwihKjir3c21TCtnsw58GUZJGlC7eVF5px///DjsQqTYZ2ijtOzen8NrsGlqveBj2ed
mrhh2wutKH0Y6Rr2RmUfbRNw+N6aUlUHS5qHXz66PoAS+BukGeBmsT+5fsrIKosJipXjL1YAN5RI
1bj9wMxpidLgF/aA4S4Ns95Bq8vstvjpt9ECRRvKGVp3UAlJJ68XR5GvQtlmcfxpUPAHko38Iant
/HlQEHysbVa9/7DvrEcjBj0+wfuBvSD+/x8fi4PI7RAlk+W3aY2ncalpA2anDeSytpIoANqw3sge
37lZ0csh4aAMEZiG9aVmmgEJeF1Yfrh0ggqC2/lSUn7IMzNyqw401CvrqGSQAZgmjkme5xi26qhE
+WPaOlmx8Tm9twVgy2lQ83UKWaXrLWgy9AAY0rMFWFCcpXD6ilp4vQ8GOX3MKyneyHbeWY4JiQlx
DGCroBxcLzcWidXh/mT44ZTkbtRBDCnD2dwroTK5s8x04f4bvs3vALrRtKB8V0V3cXUfTDp7iStN
eO5LrAzcpVKxI0VBRPlllkHxUA+GicfXrA/fUIDHlcjBrqQ43f8NtzcCtwHrQ1hE5eImcOQmg+RA
a8FnTUp56lvc2tM4yjBpoElShCgcZoS7D45z6aEyzkX4kT9FuSmi2R9HO2fIRZNgDM+o6Tm7nJnp
0Smt4gCxf0vd4jZpYSlRnoj6hBnY6p1qMn1nPGPCM2biknpAhDIs94YMT3M/ZK3zUbArT0bfUhTw
KI6IOc71kylVWuFlpOLNbEmtj9el5Ba5mf7A1nirMfHe1wooiPYS/S5OrLH6OqpAwz9U6bFsM4zl
oKUYeBYmVmWVgnx4M466l0wooyInh585TCQceJ3ocP/4vLO93DiU1RQIAga7et4gk0K5GhzH7/q+
PIyj8dmel+QhAIHy8VhAxkDyQuBnd9ctnzhzjMVAxsYf2I+jnRdy5TYa3gheMWSNl4V5/EG9SaIO
uj1cqnR/KeKpNq9fZrzoaPOPErJpk6I+gngwYOYr9QlGWbehK/HOyxQNPNpMzMDFx7g6p2o45kqI
j4K/VC19grpu5X+Dqlb+MocUa5Qa3vRZn7sJj+e5lx8XXUpecQLUN0LSbQh8o5BxiIFmUd6IkPXH
l1mVS6dBW679qZJsGrUdullNmj7aZdP4ChX+8f75eRN4vc70oayRslBIMSqmyr5esOwwOcTCpPId
nGuQLDGzXCrPaJJb5tcFOwoeWAtyBMqFNs2xc/RaepkwRKkfjFFO6/+CWpqNsxnPkvkyYo6Kd03T
5tovK+nNEGeeUYtiTw/6OPcnda76g6OMBQLNcYOPkZuoKj6eGA9i7OtOjHPl2J3D0NFeI8fCvOeo
NHUbHQw9HcDrw6VQf8g4xv2DxhYWizYy4dY+G5MwfbaLMu/dOGgKaX9/i24jNArGnAquCggXpJfX
O1RopcpG8PvjtgqOzrS8MDGdTgxG8kM7g+eVp2DayD1uP2tSdSHfR89TTKFWa0qSjtG1mSLjipHj
Lm6wb5YLw8TeiibkRx8PuBRpFcQLKj2G36vHS+a8iKQ886d6Vr/ruFeEuy6128kLLLWfjtUwgVFe
GuLpxsq35RgzfQg7TCr5tsGvXq+cO2HeMAXufRMFoAnOeiiDPpFCDFxohqQHW4/xjawHvFsXYtxG
5Lx9rVSAUBVo7NA4owt6vTqsr7rh2pp8Y8g1lLnhEtJJmPYDnZ3HIrOXz4UgYt/f7Hfeq8NIgska
zVcYo6srowcqzcwdH2pLnaL6NBTQBk+yWkaIY7cfvwuRWLM0hDfF1Jt51/UTxiHuD7PSDr5cy8be
bPELJ8Fx3CXRtvpUN5v5BgpT0QawKAsYdl0vZSHaPE9l1PkVWEucNLN6j8/f+DSFsnIukizFTTXd
wpTebKbAntD7YboFSoyx/mpR6kp9LOPW74IQ2XvaYcaTVc9OhX5aFX67/+bEcbiKkygskZGDVgJQ
yutbPWE8J1huYszi9+3o7CfmW0/5WDluiETZfoa5uJtTske7L4RJd61v3L6395MovASSQrTsMQ5Y
3U9pDCwKu6PaLzUI6yjiO0e9GDMEp5cm+oSgcebNzJ10fgGG4ju8iGsVW5EPg9tJzsH/0c1nfsBJ
XmvWpE6Jg7KtNH6+aKhQdL2B8wFG4G6Gmu3X+3t+cxmKtYR6iMZkmJ7bKgr2hoq8JiK8vjFrIFkL
TDMTt+gQMT0QUYyDHtWBsvGFvrcmmHIyHYZq6E6vw4KOwkZjBrVft0YVnapciaZvZiNhaF3SFnqx
oM1/dPAj9lRnVEkkEqPitWBqYGWTlPZGTWOvL/814VB55hKa3+YejY/7W3rbUGYtkgsOMrkVmfdq
T6skDkwj7xtf4g0nPdPZqshCL2u6lpatFMzKiYTAyfd2VTnfSNQrYx+lsdq+SBiYBonbanXZbcTi
dzadxBLIFah30WVd/ShURboOV+vcT/B1ewWSOPykvo8kF9jecKQvFbYff800sSk0hS6R+K6vY0dV
LIYllVru91let0ynJyXeRZizLT8DPdW/ax2ukRs5piq+0esYAtuF9iOkCY0jvS5O5HTUYoM2mb8A
7Mgtd+HDiSvPwLBwRsREtMnUKKvm6KxpWBV9Ns0iGQ81Bm3G01yriNl0xjyW/yiY7GheZShd+Ga0
mGDu05t0QZw4lJ1+P0aOg+YcFmCj4UYVjmVfZWuamlO9mFV3vH+i3nl3QguXHMI2AR2tJxRRqbVW
MdUZqNwyPhWSoZ5SqZn2amV8q+wo2Zg+iNJ0tYe0iylZhcw3BeUqDlZ5XipVnLS+zHzvnE5deyms
eauP+CaJuloGeh/gCa40bup1r72JHBS2lnr0cV0ZLJ8Kt0CKRcZd5FDbFkPuQALLb+4mCZOErzV6
qco5JFdDSVrLivRHuuA08oxJ9Bh8pz3jRJ8SHfu3eWc4habu8RIMsfpLyZSFZetU4cmGb6bpG+NE
TIcPaiMKP9eZtjfiNOiOoOxj6QRllI5b0RQ1TEAgB+oprvRBwQe6sgw3XbLZ+oysrYxCTpA5y8+u
xKQWE0xcvf4uJEWO9nmg6tVT5ChxvM8Q7Bi9uMUUaJfZ9TJ9z3QdyZdYVYf/sJ/I56elULr+ks2R
pCFTq0WLQn4eFYV0bpwauSFXUZHVSF1wHYbzhORhYNOPnHEhun/Ibq96Bh/kikJ2GcL0GtABloXf
QBHgd4jpTqe2UidMusMozjwoM+2/91e7SUwBCQM5IBdGHY5jsEosYJCHs8PQ2p/MzKqjHXLiev2M
Vb1lHYt5itN/uzpMemVn41lm7eMJb5WX+z/hnQcGlg3hE6YynYV1fJLGJgOOPNf0FqbiVYNS8drg
OYPrKc4q/x9LiS+JiQ9MjvWN5xS5NZtx0fgdstDK6wJhYvwhpWSo/03odOmf7y93myqytXATaSm+
6QuuethjXycVQADTxw2ufcwbzOBguPqZ0vSPeK5mLuhBYyPyvrOmaBxT1hN3IXOtgoaegFHFlApX
2GYu+p3ad2rjmZKefxvCVvIQp+m/RA6uN/cf9eYlCuoY2AdBycE1Zl3Mk9aYDI4tEyBboT9a+F2f
Y6bV+Fl2W/f6TRR+WwodQYi1gpu3OrJNEgUtAhrmqY2k+pfeOkuzx2YzfVYRQ/FzbRk2vsh3FyTo
C413mvFrmKRWRi19esk8mfryd4Da9eOIW9dOsZffuSrH3+7v5G36i4QgAR9GCO8QKIC4Fv7oi2BM
s2AvaemnUpbSz0pvyD/0nmRin6SFGSGfXJT4JCdjF/iqZHWKKweIRu2wnlX393/KTSGgMd6h1QY8
FBIOV/n1L5HtoA3t1lJP44DR7r/SHM2ttc9te0y6h2oyklDokWXy05IAcvHMGtDfIUm1fHy9/0Nu
T5dD0Yyqhph1WfB+rn+I07cMMGPsVselDd1Qi+SjarTFcQBL4394KcpHYdrDcZZBx14vhfUtNvYV
TqAY3tolbZso08wvahOa0ytpmu18vb/eTQBGRUlI/4DQZP7CGbteL2FmPE+y1B/NxBz3bW5Gf88d
ZlK0fppjpFfQte0uvOh6Fe/ur3w7IuUTwkoAqAVKIsrNyCMrFrtB4qY7RlaLbxuiIi8xbr8XSQuq
PVtU7eC4ovCjWB1AZ8VCMrFcHtpWjn2zLzGS09EPBZiQ79CnQ8wrr0o/Q9mZwsypcTsdeuOzUY2h
L4+YHGZBoz7pSmJtBLybr1M8Bc5WEMBhuzMKvd7AGLhKqON3eGSfzEtU17WflXLiJThAHHA021KN
vQH8kwCBCUFUlVocaMI61JEMmMVYJYC6dD2qDqi5R4zQtaDPkJtclloNv0wojfbnxgrS8FMP0j4j
UwDO82Dj0CF/dabIlo74atJqcyXElPStyu4tE73K6fiNhA+kFCizgBqvYqSERrDRTX1zbLFnOCvt
rLpNEzVuW8elF41S/LeZq9peXkbtcSoDikx0HnZdnWBtWyXJUelle6foIWZUUZR8xoFbP7SGUe/a
pUx91PzTB+wHcQFFK/mb01XqwWliw8sIjn4VtaZr4Kt6ADIinfALnjdO7k1cEk/H9W2DWUJwbS1D
htAfAkKl1Bzz0Cp20KuyhzfD8LJq1F2Q9t3jhGbUTu767oFhWPTRECGWp92E+I4YwK8voLRRkCWe
ovaYlzOQ0zq2j1FTL95galt11G10AFzKVEAjZaEUWBNOFTh+U2VqiV/nstMMOyVNrOAwGs2UHLSl
DMonWzUT7WcQRsXya2lo/8kbm32TUMBC4uvSmP2QyIDRWn1fRjrKWVPwE9JsukRh2XoYh7aPxpjX
59bkQ5e6ZTndj03vLsoDQ+oSAX8tLj4i4NrYZpj6TqN2Q+w1HUrjKIubpXWSsRdZ/klVNU9Sr0j1
pt1SGr+5bhAC4nSJ8QioX3LF60eex6ZSS0UOTtKIFlhvWOC7Byvd02dKN3b3dik6iczwaOKYBJS1
REhEMWPG+eycytbMTrQQ1c8oaFjeghPvxm1+Eyi5ZGh8U+iJ/j696OunCmcMkGUrcE5TGocHOUck
zh5U8wIf4HuTqulHxzssR6+ZGRrJkZiHXi+XTiU+S1jwnjKI8nsZNXUvQ0ztJEW4ZEkVAsX3j4y2
2kpm6CAKyHjfxhfUJ6tsmz6mHOjaKD3owERy0KFlPT7kcROnh6gf7Jr2YW4hyEs7LWzcxpKr4i/s
fkf5mGIQaV7sUZdRl8WfBKFZGIvygTy6X35UFKX/UVLi0posBpjlhfI12etmas5HA2jA0u7wnEof
pjGVzYMyVWnkOij/117QTdOM4dUSTNKTA3v5GVUSvT8lM3xFDyFuJh56ALLhZCWVMe2Wqg7CY9wF
Vk4JniuLtoX0WAUUGLbgO4TlgUDuiHL/+q0MBq7zdH7CBznTgmPTNN+HzjC/asFkeZbem7tksMDz
zMNW32v1RbMwBSb5G7RUMg1dXy2sUMW+9ZWRKgsR0pCVX3BspH2ddqqvRPp4EmIeh/tH4p01EeQk
Rmvi4CPecv2weCXHlbHY9cMU2uYpjNErKPrKvjSJPiMyHqY74HdbNOO3rPiPuxcJcIRWWVIANhGv
XBfw4cD1bjTGcqGBo8v7YbAXFVueLiuZoSlz9LtsgvGvOpU0/JTLNtM9Gz3ylxB3YwQcEnj2Xl2b
bevO6IU+6XVdNIcgjyzrMaxC+7uxNGr4Wia5lHVEYsB8yHtnkYZDeR7NNU5ubEXlOiHOyk/oZHXJ
bpg7y/4q14pd7Gq57KrPml0tyvdmLIf8wcIxLKWlEsxp6RUZGOocUVyn5yQKwfgQecAG1wqMHUZQ
py909tDr8OTarIDoWJUz1TslbItm1+M3dGlbuGsH7pH0daiQqXOZm48+MvSLvI+5Nj9NUOl+p/ja
/etAULTdFjfsj0U63gCzmTcZN0ZuhLrVlVU60egsSFpfckdp0BlTfs1zED/psHNOc5xoGxnozTFj
OZJCkgGUiChJV8s14OCCCUgjgpFGcmmDQWc4iyV4QNvqsPTG78IJP8i1FI8IHINPCcw7oIG1Mp/D
PKid4Npeqr6ZX4xqKf/q1L65mBrzWkeI9d3/lG6CKxqAwigBnDj+LVRj15+SgfBoHJIaPtWRMR8R
VkseliUqj4Cel+MHl+K+J1Dga4gpjmDDXC+1pEFdQA4OHmrq7S9yM80u9kXdj2yatggbb/pEf36r
wFl4a6iJvAn8ALa7XivN7VqhtGwvxMqSGkzTu/xsqKP0U5MSHb+y1G7+bZum/wW8auw9CS0e59jk
1vjNztQwhbyHDcqps2lkQ4BC86Oee+W1mztlC5a9ur5FWBEiS8RuAYckN7n+qUtY0teuB+1Sl/r8
o4CZ8w95hfYyq8UvKWmqjVaZePI/d4b2EUwS8lwDjhut4VXsLNLWzMdCXy6gcYbLiEPx49iZ9Ucj
NAgbpowAQWitQAQSn9YfvY6yr3CoTKvxoiRl/T1JR6x/qyw/KZXRPYd9HB/0cbI2Fr3dSRYlN2FO
TP+IK+l60WQeAIgs6nDRx2VGRKRSHI8XbRzRzA0PRVOaWxK/txGC3YQ3Ry1GlADtcr3iNBdLKRWk
z1ZUy7JXaYidx4EW596Ud/MnOcR3aJiddONBbz5aTI5FDk1cEpPqdWCSFNTqYakpl9ZYhp2UmqZL
VfVftzhbwtDvrMRERHytTOHhya2+ow7mZVpkfXcxAtSP3HmAh2PolImuYkbNRoB4Q0uszqYIgEws
eYlMxVfbKcOxMrss7C5BIgW7XuWK96QGgNpfvWZ1javicNm59jhHP4ZOH0q3c3rdQZdVDTRXJAvK
15BZ2HCq+26od3pvpPh2qNIrV6FT7vPO6M+L0+FcZipxiKZa0yj6g4VxOlMrZgLJ3sqH/m+9MOXU
Q4Wn/IwGqpoeZH2eK8SQ+4ahidVOW9/k7S5D5KcswZURTD8kn+tjBI1vMhQEBS4G9m3HHC1Rd7CC
4YnxxbiRTd9+IwQ0muRI+CDbgCbM9VJNOyjGzADgUlrDf0VNvR+MXGKCX5+4RiWX/3ww6FPPAxJB
xkhIzxDertcLQPaNZjQiK5mp+n8T9kP7oVPr6TBb4byl9rrqH4izwx0mTEPBYBLoVlHHmrUgbkpH
vxiIPe+qQkc4gM/+YpShhQz/MCcHnD0b4MZqthy1KtrSLbndXboWDJ3fhDe458SL/iPs5QymyxnL
3ose2tO56Xu98pxUXX7bZmN80osmDjbe5+3R4e5gtgJeFPFCKBHXKzppnmSYu5uXoO6XfYQfjh/2
o70Pp3jZiDq3wQ7LKhRuVVJvS0a893qp0BhsPVQoqLQgVfYysqGnXp+4GSuUL2T8cH7aEoa098/P
2qyUfA/9F8EWIN+TySDElv+xpUlTBqHtBNWFpDlLADFaY+4NSD0v+0aTluoB0TfrL0higQwAOKiX
YyWHqu6h9p2Xu3jWq9RtltLWnpJotA6VDCHfpaNnqYekLmL5mAVqM+zv/+r1ORA/GnYZjqXAIQQC
9PpHqzkiBOYMqSwmRUw+F31qK7sWBtnfVRRV1fMYjsYHxyfC0JWeIBQ/6nIBQV8FkcWejGEw5/oS
p0P2N2mPne+kpqsenSTp24MTDPPPjz4ld5DAYNBOh9CxxhNZ0GCzeQraSzPU5aPaLvKJPnjzmoRy
j4ajtqWgsa5xeUKQH8Qs1HIB869Fo3mfg1rmWG6GQN1DinAl7nahreWBXzaYYbkmIqHfzKWSvFHt
l9cPPy0YQ4QIEGqk67HWg7GNggbVqNSXbJxMfT/olWF7Tl850eM0lvI+yQx+yIfXFCQnkG9Ma2in
rAKasLzOA8vATWzOyu/xpNbIcne27BpKm3+Obal9ub/gOpxwR4oxjOjCkhPfVNatbnItqtJ8EazY
U8YA/tA4oCn7rN0qB26/EWoBEFFEEtoGN9C+KnDUFrmQ6TJWiravdb30ytmRj2ER/rPQmNwo5t57
MlIYVgNnJ5i/15+kgHiMGvT0S4HuZeQ1sOL73Rjp3U+jij+quYknukg3BBZbDNkw47xebXDmWLfB
Xh+zaRn3lpq/jpDLdgOqeg/p0Osbk8y3T+3PzIn1oDWR4DA6FcybVeZkky6MoE7rY6mMEUziRHPy
p663nc4FgJXBpFLj6jhVmEq6YVFozL8kFH1OOVygLzhqOhGKj1WRunWV2xBVWnX8bCup/VpLTau6
AeqnX+TWkQqvyKWJwTP0RtvDMjrbhwk6nwCmpX4fFhDH6TQ1ReTNIeJ6XmRV+bf7R3R9yb89qmiZ
CxQFNMBVnCOxw7x1qJvj2EvNU9gmEThmuT4wCSsYDuG/M5m0eJVCz46WE8wbF+718sjKCIFIpLPp
sTGJIbxfv9lCyTrVZhB1mCczPQVqrp5naUz2Gk2XbjdKmGFLc1wAsjCqH2Eqb8mFr9Bv//sBoEdg
bRDw4UGuDrJl1E6YAvw7aC2+qoUKazlRFvklAvq7ww95eZxU2/jUqfngN0ob7mvgnrvElKqNq/k6
HP/vh+DCQ0NMcOn4Ndc7kddRLzmLLWMXHgAGoHOFhmSIgm5ft/05gDH9XPdWeIDeoR/vnwHxV/+/
407AEF1OkhBBuBViaqs9WLDhBnERqcfUMsOvabAEDy1Z/Marvg4Zb6swEeSKo4FPF2jdZszicpF7
fdGOtk55jmOl8qLMarNzkmCrYXEdDP/vUkziSc0ZGFNwXe9lAKKqtCJdO8ZWr36KpY4rrFGmH0E4
2YdlCbbSqptHo3VPuYHsFVM2xLZWG2hLQ+c0dKKOcTHAhJHhvWBEKh1Gmgfe/Xf1Ji559bKQ++TK
JEngbUG1X30xRshdjlOgemyMrnte+j7YKZJtu1BNlaPcJb/TPKp8quTpGwaIixsakf0o23H61Sxw
XCLHa4+cQxASWmnvZpKu82zie65aSfwUR7n0spgpEKYROecGmuFxCO0cGrQwmUTPYF+Yff35/jOt
ZsW8L/FMQiKDQCRK49UzKUY702zu1WONYOoX7ugErQBrOWmp1tCGBkUt68VwUodG8qJssU5ZYTYM
Y6Vmb2szogY26qr3f9PNEeInCRQjoy1RCay3Wa4iRRuYMx1tLTU+ocD8uZvb+dQUSLuW5fLf/dXW
H7/YALIErjZao2zC6uMvzWVihKppR2g5ztfUQciMM0DHWm7lY7XoilvDHvuRVITGD6/MAIo0EEU6
msHrYjmNyNIglmjHik/zHCmAZhItClzLquYvshZLl6hdVD+Q2q1J1O0zQ3qgHQLXkXjH2OP6I9WM
oKFZOoenjH7xTun64aAlWPmVekZ5aTflPstyfHt7bUuc+fbdkmHzuEJO26C0WO32UBlFA8ItPS0O
/KaqtMp9aWjRY2qTpSHOtcUXWq3HSE34J4jshWKC6LdaL5t0VGfCCoaQVsGfP4ypRGaWU97ZDsLH
04LcKS3W4XT/1d4uS1sLBhv3OocKNuD1BjdWjLqy2SinPNAkXCBx7MI8/bdej9MhXsIt/NfqKucp
Rcvb5qUaEFfpGV4vB9mhD3WkpU/YkTW71rH6fVoO2qtWxNFPQ3K6UzrZ5o6dlt2ct72R3K+O09vy
aMbZ/zMs5z+ulzcxiepnxBpOGff5uQet6HaxNB7rKvkU5528z+L0BzRG7XB/l6/reHo+tAoAuZCf
cgMQyVbrhoUcO22oK6esDuJXG3tIT0/H8BntM/W4aGR3jH/zjQz13UVpkAK+EnY/6+ikxiji2U6u
nqbG0A5SbtpIMhAw9TaChU85t6s7Zctp9J0XjPQMnwtVKmyIGzEsML/mkuvqKQJedsSeMHATRamP
WoIuhUlx5TlB356CsjR2MHTU/+5v9O1xpsWuaBTIcMOQqlpdEiOar2q8WMYJEehpn/VG7qnWmBzt
yEjcRY4+5hkoXiw/Ev4g6T89xBsY+xyrWjrWqXlK7Mn2zNK2nyLAHNA9a4QnN6719x4OFSNudUwD
RTl+fXrRvyikZejNU8oZPuHr3Dypo0BPjvr4PefD2Uj5VsyD/z0dFD9IFkRe2t6rr7UulwlNlNg6
LbAL3DrRlodqHPMvahmIzrCiHZvILI5qpuPwBmjyOHMHugmV63HIu+UhCdThpU1wV6dGKJ+1qsif
OwuuSKUokQcmKAeOIpMSjUE45h9LJcWroT6jMONPQBproCMt1kErgwQLZ2XMn40+NzxNQZi3bvot
3ZvbsELYFi4mMqIHZOnq9YtZhkApWmswT3VpJydHhRmjAEd5HlsTCALUWK/MYvsQ16g23j/vq6Ty
7SEhs3FFUTAKq9rrlc2WGzKyQfLgoGL8tTj8ALfWasR3CkX5en+td46f/udaq2+rQrUV2/HOOlmh
gmW4BV19tnrzbMIl8Bp9sE7311t5xHD8BEUdTBgQMb4vGhbXDxcvVW8GjOBPXE39i1QNz4XSpzu1
jbqvY+NEv2snuah9ZfgD6iEuEm3TgURFEFGlenf/x9xsNMBzwODk7dyWSBOsvj1rwBlahlx9mizJ
9FB4Ns7wNR8jp9W+fHQlklwhIQseG2O6tRQvEDTdkshuSc/ROZCSRdqPlaX6caqaHwwojM9YAo4F
m8sAaP1Qvd0tZV04iq+adX4puuiXZFe/42zKX5RcnvcfezAxrCOFFWxEeqY3IgsY/dRWmGk65CNT
95rWSR6cAtfGbMi3HMXWVx9LUSRw5Qk0GLPC1X07NHMzWBMHI5bb2a3mzhRnYvHyLlD20az93eS6
tVGgrD+PtzWphISLIMwweXVCjDlhLqm3hh8hxH9Q21LZYS5aeLHZxPtuodd2fzvXQUesJyhN9ERA
AhEsr7+ONkPrv6Aq8cGV17teqTRPngAR7maapf8MErL08pQ7CyS9gU/1/uLiL/+jwET0QCzO2oCe
uQLWw2Y5KKx+mAwDMGUt/9CqSt71QYM91v1l3nuPdB0oOmD58c8q5JR5ZfSOPRo+jm3SwZznb5oE
hSex0KdGXCV8rEOr3rj13nuPTD9o9iAHdcuhMZHArbo0Nv1Es8MLKvLD58R0UkL4XHpqPsp/33/G
dWQRW/nHeus+hF5UqpnSSfLLqfwmN+PwgFzh/O8QW/YW7uG9pSgzeDgRwTg210eGnhKMu2aE0FLT
qcq6Mn+yuKh2gpWxEcXe20U46wDGgC0KKZfrpRJ5LAIbIIBvB0OauIEZ2l4dZyl5AypX7mAWxUa6
+97DcdfDuqNRJVTSrlfMw1bXMjkyfVwhmiOBRnrs1cDwUwCqH14KYScxfbEJ0gpV8fVS86z1RtJE
lq/E+e8s0+YnOcFDqwqqaWMbbx+KyYDIKxjHUS69EVz+GMX1w2i3pdVbPjOE6BN8eQ3PklEoNNYf
A1ZQ48KgZcIDuFB0Oqm4rx8q7ZNyDkLN8jW1P5uZsE22xw6kmg1qzYKfr0Xm8u3+2b89JUx34ErC
hxFojrXxztwvuBPaS+B3YaO6JrzWs9woQgWg1Y+gOD+mt/b2jEKNhgYcLAecz1b3Qh4M09SSIZy5
S83dXDThs6Wn2kZb6E0+5zo6OmKCROrMDJWWzWoZTQkzY9anEMtAJz9aWdZ67ZINL7E0z+6Y5MNT
VTM4sJIgeqn1OPFIUcfIQ8Y83if8y23bQT3ByOmZYKqDtRFV30B7N7+P3JGppQANrfHE+jAh0ZUp
kp+YQ+i2wAR+4wM1PDT9+D0rUUCSMlM7wK7WdlpXWZ6RF87RMIp2NweReh7GqTsVU6qf1KTVhL7M
cz0tQEPrLERl39Y8JpTNXwa2hR5uegTuDDU9STLDvWkk5u80Gc1HVLPSfaXr46Okj5ZfTPl0GqrW
2RkNaOoxscKN+/KdT4mRPYhk0VHis119tKWZtyTqveQDGZ3OWYRq4pwUxrmjStzY4PeXEnB3hgIM
wFZXc5k2rW6Us+QbXNBPENHRnQbRcw6HotlY6uaGNAX2gVElEwEQ4s7qqGUovqWIocRna2ijXZxI
qu9ErexaUSv5mg2fT9cRkrr/2d48H4sCTWLkxoLCc+g6VEAQJIxoU3JGgqw9xr3RHjU7Ho6Fnmzd
xu8tRctTiAYz2qOlfb2UJUF8icwgOUtdiSPNZE6Pozp13tTmxQZH/CYY8VR/LrW6HftsMGZjshPk
zezebSKl2M+RFu3Y/7/DkDHm/U1cASYJRmI9W+CuuEbIF1cH0pnhzVo1woBDXxpeIZXlLkyjaq9O
C14/VhE+jAZYD6OwrMMsaT3of2kBQIyOgpooxScH0Z2vczhUCMJQmJRVFn40peUXWnjgAT7hdPES
rjc/sIpKSTRkWAj/+aekN14nVQl/ZKx5cPSs/JiQ4f92hGkFQElGqxww7Xo9nF7CEU38FKeVoTgk
xdI8JUWPWElhSS5CBrXkjmpUewupW+FOeptcTCzhNhLAFWv07WfA0gGqBWcF1N8a66fatVwUrZye
HW1BwVGSEcqdqmnRnxY1jXFfyhrnl9kOcUfHJ1/+adWAAYsDCb/+aMwSYMM3RXC633BNVkcSXD2C
r5WdnnsZ1OESonMFiz8/GHzdG0utG3ecRnwPSCPgdlB9rrEWTVcOSYkf37lKM/UpzDPLNcCf7yPF
Gh+noDY9G1uE58iM5EsQYvh1/2t45+N7Y2UZgPHevK6vX/2EsmDZoSV2LpRhOtitHJ3LRG731VzO
XwyGmhvrvfuSaRBxJQA5F3L2qwXHJViqfMjOgzlpHPB0BMGydLU7OmaU8e/I8BbIAKG3ZL3qlRP6
OXyUWz6I7207gGgx4yAFMtYpeVA1zoAoYXa2Jmv6MgEFO4TYp531rP/O/xlfNcnJPHNuY8/scOjZ
uD7eCa8iqwTBQMFMvSNeyx/5ZbfU4RxUS3bW+yygadTaT61ZxWcgFFsOfbdvmCNM5U+nFCwtfZTr
paoBBv8wOflZqqPZLUdrpD3sSL8Q7fyq9nG6Jdt80z4SQHTg1qATScYgb66iF6wzsLOK056n0rI9
OUFtsUVNGO5SVLpSUaCkkkMHlHsn2w+a1h9brbY/M340Xq1B35rJ3hw4Ug/6kRw5PjJusvVW10Vn
ZrM0TafUyjrHrQGKnDKG6h5HrUIkZMmfYvbBn6tB/8GYvz7GsfTPx74yWqGiT4k4BNsBcUm9fgdY
ZxnlWMIc6zVnelJwAHANq4wuaHJMl8mqt9rj6+yE1jiXBx0CLg/KsnWigKMxyVZhKGdHL4ydDg5+
p6lN72JQpCLKoWZeGhbmRvwWKc8f2S0QFaH9CBSU7IuLZK2LpNdBV85GKj3Yc6mdi8mKnqVOHtD6
7xnLdoNxmkrcOvKi2GrQv7uyEMQQhGEk/1bheppC2kMztDklNeRzGTr2EavA/0PdlzU3bqtp/5VU
buaKGe7L1JxT9YEUJcuSLS/ddvuGZXfbAEEQJAGSIPnrv4edZM6xOtWeXE4lccdtSxAJAniXZ9EX
YwMNaQW9RNLbDkNiAwu/n0/sWT0G1wxlJhTwUMVbd9DzYjeHsAgb0c05aqCjsmp0ipwb9Td7lOso
WFRAAyIdRZp4ru8e6Ej3iVzq4zQ5w47ZvUdoP7Gj0vaSVs5iXfz8qs52p+/joV7hIT1cYbDnwW0N
vI+hwVwfRRzxLAwU3amphx/44n7U7v2LoSBLhpoISH2A451jjEBEL8daxPURWS7mqW2KKCK1gXBp
0vH4owRxjVrfP6LJu9HO1iFg0oula5hXohHiRWmpQIYdTCjQxm/uEMh7J5zQ3X3rq+QIZTGPwNLZ
+SD+PNuP15u71hVwuGBjAq7pbHs0cG6pBIvqY6P8mmY1lKtSEDa9O+X5l75VQxfz57N5viH/PuIK
5EBtdi1nnOUqc49Ljmbc44Au82UVzEcYTiVvcrC6/QAjPcDfEOW2PHnok6iwUxqg0gFFXIkP135E
ojxDOWNnWq8fKTryQQif4Ih4vxcOTGsN72N5rJbAQudXiTAdO+2DiF0B0NZzzEbt0q1rojq1CtFT
4oBregSwWG8C5kNl2kOVkLZx+HlooDYZQSXAy4p6djYf3Li/elwc1Jmw6rAYMGnvP2pvHLTNLVse
xxFOlhUYtbAAoGEaFb59KC1EKj3wcU9drP1PuuHehsZjPH4wfWd7+ff7taaYkGdfS172WcAk1mg5
5qE82nawABFhghHN87DdBt1YkYL3Fonc6m/2k38fFXTuaNXUQqp09pQWVh2NcY1ZopUXXQG++ign
twHIZV42I/CkaeOz16az40+LGpcP1ulfbQo4Kv9n8LPoyBTdBJkJLY8tGnlXPZT8MnD0wn3ptl9+
PsV/tRgRfrlYHKCKQbvk/QzHrVWwpp3lce4K+QRYcrWJqsGgBoSDmtTIhPKfD/jjUQU1ACDt0NOC
1scP3QoV8nZA4UceVdm114rB76wow2Fr5v4EwfISqqbxdD9ipj/Y0//qMQLWBT09G8kVOjTvr9T2
zKxtnsijBY+ZbWl3ZRYYsGWdOmKXdgTJ/IUCFfLzq/3LQQFDjqDQiF72OYsVUsjogcy0ObJyWO54
GLUHj8KQMFJ1kBc+VTdlG34kknwOG/3+7CK/WPUSAQ7Dufn+UhthF7SaWjw+TPjPMwT5dzi55o3u
uL7VTvAGe9XwKtbWQwcu+xEOHgpF5ND7iEb9V1cPgQ/QFBAYrT2495+jmBwOPZdOHmuROLk/h8M3
myXoTBtRPk1JUBzmYTAfzPP3iTw749aSFKCcKBJBkvhsogFKiKt5RpnfVdBxh7G6ddcNAQj+MZ8+
ebNt9ynt7OW59kWQA3jEtlGZzJiSprkoiqbN0exlB0zcR3Wev7gdEK1G+RcHPTKR80C8DdFYHcKa
HdHLgdLSEM9ZFChvEynII85OXGznWZjt33wC10MG4SiWG5AiPzQ/C6uldQUrnqMeGYXjFSDVxB4a
uDUgGKivRjNARyZQ4Qez8MO1YliE3fgC5BFi/rNJaKlvBWCGs6PoHedNwEr6AnCVai+keSzXTc2b
5o9i0bMxAUMACxjVEzxsaK1As+L949ZOuvKM6OR1C4+XcquK2MSCAFXbBE2Kdl7Un+yiH0SeuP0c
/r2SFQZfa7uQGgHuCZzdc9t1vrAaBatouG66pblEHvcZFS5wmCbtEIicTB8cimf7NqCQSC7RBALu
Y2WEeWflyaEdw6Dxg/4W/23VAJakCSrovsPpZgfsonf6+VOU4Nb925rCcIDiA4i5snEQ6Cdnp6Fq
Il8mnvFvbfimpZOLDKbmUAMIIdWGQHGeNsZWsF5nQh6qxlh3Px/+7ND4Y3g8Usjk12Pq7GkChgCk
bq/0b7W38E0yTuOFVSsbcMg5yfjk3gcmDtMJVefs5wOvb/zjdf9r4LPr9jT1ekZb/zbmVZNpaGDd
cNeN738+yvmD+/vdBTMGCwUqjuflRwq3B79rtX/Lk8p6VCMIjRYyzXyOI7prOpFc1sobP7i0H58g
TCkEkFChgAoSULbvV4tKdEVtuvi3S9+YHL5xYRb2QDTDCy0gdVJ8hPk4P5W+T+J3gW8IamClnjd/
RBmVMlxC/7Yb2yGVTtilsEGDHr3XzBlIQzQPueK5gLrHfQNp29RltrrpIODyQQnuLLpaP8h3iwYP
EeXqn7BO+r/Vniodz05V8uCWhVRugqEr964Gm3tpmo+kWv7iJsNBC/wVcJ8AHT9XuQqp6IAGM8Ht
NA6nLhqdvUeD4EmMFZBS0dR9RPn9iycJjR+UUZG1AvF6jluQrk6KRQ3B7Qxu9U7WQ/KGA8DKDBQ6
NoU/J/AD9D/iTvzF6vSgRQMS5Gr2hr3v/f2Ee53HK3cIb+GjB0BpwvuLZBoggN30/nEpwKeomubW
t6f5I2PH87N+nUpU6xFGrkWlFW33fujCwANskE5w284gwoqwQwvXh7h6AcRkPhc2HCwrWm6CCL5D
aJUPeQMMEGHQqL0ueh5umGztnabqI+D6+3kAbgQHPUKvFbKODA+JyfvP5fCKMdRqwm8rUSK5RLFT
uJdFaasuyQrPA+B3lD0fP9dDQ4O/p9r/fXAMC240cE+gmZzD15jxUF2Fjdm3qY3KvIIdwx43kWVV
GH1Egn5/Lvw+FPoUoKDCXDECZu79dfocEUvsTfG3GTC1rYgclRtXzLskHCDAYEXg9yeVbX+KYQVG
OAxM/9api5IoBgdcbS22AVsChtT78QPhTAPK2/y1mUAY2SWQWbRPumNj+FB1zDEFsaAdsHywdZ4V
FNZhUVyERB2qtjj1oSb9fli37OTc+537uujaAkMuYWG1gSJV2F1EQrWjzgAgsoc7D6TD+AQYqM2v
Zl0zTXy3AOQdMhLFpi+QQX8Qdr3fb/CJVoNjyHWj3I0OH4Si3n8wRFyA7IWl/QqUJOg1flU5OS9k
P2aBrrvHWLbjR0T897sp6thgwINCimr+irv+ASwZW5DxG6OAvaHcoWGZPZlPsCWciFPX7NvfOSf/
GGoNRFbvGwSzZxs36wcsOFjav4GsV3oHngzAuoHeFIt7x+XRaR4ZvAix1qLggxk/v6940gGiB0kC
BTpIcZyrDaC2DdOpZOKUVGM0XJax9LYz5P09UkahtYPwgPxI8v2H+wpYL0SBUPeAByR21rOpHAvY
QtUJg3+sFaHNbtE+SFuKXX2wG7r9+Y19v4PjxkKWZt26UetA1w+L6v1jY2EPi6y+U5TwICx2jazR
1xeNIXPrlNdmifxraKdVhEVLvfv50D/cWUBs17IcHtpVD+N8aLWMqBNCIBKW4348XzVIGlO4fLUo
NEEKye3QCfz5gD/c1xWjn4DNBQoV4Djn3W9dWgOQLbLAtQ4Ff4L4YRsSQMaGQ73oRH8Qp/84Wrjy
9MGOQs0PX882yMrhqJwvlWHoGgNrCKhRVRPNRZIQg5Pqg9F+mEekQGjwwIMK+xP0Js9GsxefLtQV
ISM29W2D0aAdSlTACh9NEBFUK6IX1IQkmJujN/vx48/v7VmvCQ8S7uzvIg4oGaKxe7ZCDcq3whu9
ghG0Qlwb0sIen7PW1LHYN1MCly/VUA4Lb1vF31gMyX9S9Yn92Pe6/3sOYPgsq+vvqvSPPuPqi3z2
WRhC5iVKTMTIEHnldnBFf9k37YgpjyT8iZaPVBl+uPtoMaKkBRs3sLewSZytIncc6ITqJBgL0vT6
Fu3UIYfWlEV8IYoLVjXDDQ09kwWIRD5YRefxBtSOV5seLGFcNoqk6zn9byEtTE4iFdcjhp48Xn+Z
6/YWVszep0baaCFH7nxRQXz+g13juyLQv7IjtJsQeCHkg6goaqQA750dg2NR4iRqPJsRH4G8vrM7
o6dMTfUsU3zv33shm5rdJCb3S9jX5Y1Xu4N8DoUzHjTUGQ0Jmmr+FNiydMgU1XN7KLn0H4HcC44O
xHdOamDgr5c0MNZWg3U5PWFLNIfeBu847RHBqVMECa/h9wzhP79O/0Vfm9Pv16D/+d/4/iuqm6qk
rD/79p/H8qtqdPPW//f6sv/5tfcv+uf1+Kr6Qb3+cnxu9S/5IL8992Ujz1/z7i0w0h+fJHvun999
s5F92c83wysE3171IPrvw+Ezr7/5v/3hL6/f3+V+bl//8evXZpD9+m4UH+vXP3508e0fvwLY9G+L
e33/P3549VzjdVfNL/Wz/A/9i3iW33543euz7v/xqxf89l2jA2cUGNOAu2NzN6/ff+L/huoETEOQ
g4Azi17Hr7/IRvUML3J+wx4Bbda1PAnYx8pJ083wx49W2DxopGv48j1y/fP6383Zv+bwFznUp6aU
vf7Hr1C2w1P/r+cTmzvkH1BGh8s9gjQEiWerQqC4ZblBNaG4NlzAWLxT3hVtm5emhQgEc0Uui/JU
euGnoYj3EPTaR8twbDm8LapLx8OxsNj2l6h1otQKNWHe9EoXD4rI9OCnMKlbsiYucqfEvXKfrMKZ
U7/EcY0WfpPysX8eSzcFWlZDVYssWh9kAC4YjaPU9btn19+67o7fJfxaV1voRRgfp21exJsQ4hj7
pM2U3gbxvotP130IZe7o6NKUscOE/Wzb+RtYcRi6KfrUdYiBBkufz5wQaLvPfCPkBUw1phbJEKSV
T0l1g/ynbG4LfgkH5K5JgyJDQB5XEem2bnWlEsCqLsSduOMZz8R1Qd+6T5592x0D0CFpiq8gGhOx
HEQu8uABil1zR+qneN62d0oSWGrcW05qN2lHU12+MudW3qmY3HfiqrE+u1VPghhsb5oimvEA8IVG
RXvs+BbHwHbhqbamLbA9aVsawuoluxDTAY4du3C4aawttlHgcC6NQ4SEYTlviLPVGewl0omlw+P8
1Xqynuav9vc/7e9/rl/Zc//2+1f27H7t39yvf/4zvvHnYBts/a/jm/812KIrbiwXx+V8Neq8mHM4
VlUHcM6JD7tp7IAE5xjx9qKtn8QV17ltEoJmUOeSJcrqkbiP4tn30nEQpLo3Gbud7Iuq30C0gDgp
XPGWzVRnhm4TRUxxXdWpE+SGZUBBhM21gu3gch16qefe4L0iZ4uv8LCrm+tY7SKvIYDlhaQGTpnI
IGfWZjLZlymNR1iyCOLN6bLv8Gr8Wd1N6QSP44QkT2PqXxO1we/Fz42/kTOJnra12kFz0I2vA0gl
sXnjQYNlACEuDafcE9l8wnUyaJfKFMVE/x4RoH8/n9hLYeeJPtXlZST3k7uTl1ApaHcMuIZYjzBh
vKXWV6qv6/DgXoghp1u8vGGfp+l28p4CuT9BiZdbj3hUqd9lYKrifOgz14yAx+ATzk0+WTSjDK3v
yMpAv61gUNakpX+pAvCPpxMbdh5MBZc0jrLO2khccBPkEem748Ts1Iorguh4GxRHrzi2BzGSKff3
TX+Ib54CUJgTJ/NZmlyrfs/YhjZY3+ns3mvrpMchrReL9Crj9omPxLyx+/LqmOVQlt3Hb3k3ZY11
ZZ6PFglKkpAqSaWfLktesptWZ6Of6it7wzR01TeJd1AjEffW9cg2eEc0XQK60fD1dhESFXvhHqr6
baXiMpdU88a3Dib1++fJKjbagzq27W3doCWonpPArTN4s5IOmDdV2lm0wFGHXYqep075QuMhm/Qe
Gp5Vf5AwNGurQ6JaUlj2+tmSftOe7GdKcXgS93NSku627t6q2Ed+lALPD6Ea0kBNoU9Zi9oIbGBj
bDDXrr/n2t7Jb2Vz6bLUT/sxlSV4732SOnik0PD9dp1DeS9rMaOcTBdOJjxS26kTPUF+Fiowr4mx
HnoU8oKdgNaDBwXXTSRaEtN75jwA7Ikr3Uo7r+RnaX+2xaYdL+er+NnlwJ8jRY6s1F32Rlx6bkXs
eDMgTpD5IE72fM/d1G/zkR6GY/RgsB86pLmpbxKb4N/ZJ9b3/5HXwxFeLetf4+9+/2pje/UBYiTL
uqENaAh8/zcAQv61OZZTqg34YelyuTzAYwz7VDXZwGnBNKfPJhKfOv8qKFJnfsFj75WZNb1oAY1d
fRXMsLJzH9DJp35WwsLd60LAbQQ2uogI+8WRS0at2wjqEJSia49wEJ8ikhcafgvIiAiIrVgB+8KF
QcOFCj7Vm8JsTJxVc0RQsiqxWYeP2sa+CtWr9hZ3FYakcsCDgfiJ4t68wHkVI2fQ/F0SN42HZiQq
2TaaiIFMpEjaR2HCXGRo4Y8RODCQtn4OD/xlMGlX6dTvjqy5CunnBscj8qJE7mKeAYaysHy5amcC
sZdgQdX/USo/AxgwpSNcaKZpU8ZYOzYOEnfZzJULji2EgmxO4OminGQj9wEWbdk/+MEEyH2ySfog
d6Nlw5siF6Z9o4FIWwhMun6NbAz+Fb3JKvdT4VQvONi/cOEnQKBMxI9h8xRUmRrsU92rTTGEqe3D
Anu5sRsvi+mY0gSykIOTDr5zoWW4sUR7icZnFsxx5lkiqxu1MebN0EOsHypQ70EOqUhps5wnJ4Cc
awBOYeWwUGwUc3lTBtLfwClkA229JFUJ/F5hTXnpJtf1dOes5Q0YcMK2fmPLDgF9JImLRhuBVF1u
VdvBmp4CZ7yquHOYAnENx7zPtQi/udI/UP+ayefvodnfilev21d516vX1x6h6P+B+BPJwn/+Gd39
EH3+vzfKniW8vJ7fxax4ze+RZ+T/BgVsVFgBS4HJC/r5f0aeof0bMI6IOVctAMDq1xLYn5Fn/Bvq
N8AefGeerkDjP+JON/kNESfqSvGqJrmqrP765yf7X8SdKEG+L4uGK7QeMAWAfJB9QrToHFw7tNSG
vRH2dEcafoB14evMqIdd1hz8koWpCMy+6znbo3SGFvXIvlQ+X6X8g9R2Z3fjwGj22IQT7KU0/A9z
Cy3pgQwUwhFpU6x1gyFWyWkIIPC9AR48KonpqRGnigd63HTMDzob79IBz6EIn6rG/RpooLq+BQFU
2JZpQO+/TdyGPrS8rx/HPhqPvR+9RIMz3AhZ2zYBgFVIErMa2xM0Ujd0CJOLLkxw4PVFldkWjW+Y
Dx9lbMGTLdujAe6w0MQ0Ckj1HhSuQxKX8bIr/RqbbSsyCJYP+zYGfEeDBLQHOXRIg85MaW+Vp2iZ
sFgLRBN22V3VqCNgF/EuWTE8zSpssgHaDi1xplLt4Qxw0IEsEVVTJ8rE1PBMuirchnKBWC3oE0xD
w4kNfCsqu9P52PUywDlQYM+3EgntibEIms960RB6dTOtHcBA6Gq+PvoQf7UXrz44IVD2HSQIN6pO
wIaiIryuwQkndu28DdZ85LU2d7Srr9B91fSqrQ1cArATqM9K+SSAZvtR4y0Hgp5X5VygwoRxZ5vB
/bRysZX7gtWveh79IAUXozW5clmCNJj1zM1WVOCQMh18tpSKNSJ9uoCnZRtsw9CWl65r4rwZYK/4
eZ4ddjckXn8JMM3nrjSI7MLBr3OntXk+2H57GeC2nWzeXgwdzqKxPTVy6Dez07mZAPYrQ+E6d0b9
DEUUCMM62t4GKI6gU1npnAk40AAP3iMtchD1Igu8Bgd3CLD7NSYkLR6ZcW/6gJ1oTBmK/mjCGxjI
iPlTpMGXyOayvdJBtEPDBdBUg0MlotQHgGoRbbFhCu6SsJpH02aArDvhPDbHohAXqq96JF1+Y9ob
UbOF7aF6BI1l4EyMygNhIpUFoMqq1MepD3sTFNehy0g6MDOC1NVRudUWvRgmUwDXNNK0ZHpMRzWM
IeTkpw2WNYelj73cgZRWK2JNBlxiMdw7xRKBczLSCkmX26CLEpYAcMeQbIHQ3DUaHWQoJCocbXhp
FjpkfQthNOlPHVHl/AQ455tEval1mj1te0isc8AIk5ew8qa8aqOeFCo5RE4Jp0UGlH9iEObwoAiy
sgKQlgQSDoFYTCXMonjYwEyxGSerfnWxonI82PME/RjeTojyqn0YSJmzSso7f1nmkkTTMByXqU2Q
32L/qfbN2E0nUG0QW1l8jGficTkuaUkbhAaoEWbTwvXecu36FrJD0R0d7UPotq4kRWvN+0GNIF0Y
ftl4Unek6RLREAYQC7SvwxHqLqZBLD9rrxM52qd6G8NLCtTzCEiA7QQL4me7s2DEDnCUrtNFTzCT
9Msp2A/uUN3YEOwADVCr9kibpnSJtmd5cocOoUA7tcza9uh0vozUgUp7pMxUExE1UYCGC3Jt6sfI
KWr6tvA5xGY39xk819DGNVV4Y82UeaSzxFtifP4oEkiRbceSIbNigyOJpbiJSFxU08aSrLw1ERI7
t3cO7lKxY1exKrWo590DqWr2kTXqra1db1uXFGmCExsoayAurzbWDL/fRTSJveuS9mmF1+4TmJ9e
QqGKIuWqaI8cahJ827dFgEhGdd7qkSoSbH29mogLQTTca0SHwpjnHvj01NPg8eOe4jErxaZpRkXm
ZWrGS6tVA5QZKkdKYkKqFgg5Osu+GaL6ikd++8gjbSCJkehtNTCFjLNUO2jD3HuxHlg2Bfdo1qyQ
GE1RAy4m9QmaSNeiRVnCGuMd7JpjSRjkXFDofMT+qvYaLPQDCEZITMZK7+jcHqMa1ZYOkS2AInBr
tSeoMKqeFnFWd3CNUBN0aYkO3KwPg+HAlkhdWpa5DhLWKRJzAZO52XfLMq2B+Qx3bVmGN5UFLS1P
l/ILONvs0zKAa0061/3iJd0NpB8FkfCFJbVqP+EBh2L2GN0AsYog3fFvICI1I1Rn3bFIglc+V9+g
vBNAEx5tjQxGg/YVfKUhm55QiZDerpulBZ0eTfLUdJ6EgI5/iyMq3pdSRJmi/nTs7La+l7UL0qQf
1xvPsrtD64A3B0rOWsspFIrKHJrlz3CrykYYwDTaGTI4OHCkkRJHblnrvWkSRIVlN2+g41PDPXUc
s1YpDzrnMOUaSQv/QziqLSjlJFyRQptD43pHe2pvIXe79LnRsMwOsdCK4qGT6BSBZgmJciLDJC8s
uRXwx0g714JIWVlW0KIsneFpcUZ530Mu9qLsXXkNK7PGSjkCXNQQFIx0UqD9xJKGSt4XUckxkWzB
rpnALKC5sZxlItyGsl1a0E7zPTRT+fPcwwUFEhYeVODhcT/fIVPDRlVyMFuJ6w5fxwhrNvcBJpRp
DIL452WIy70nQxAZgQJ7aEfH6/Z9X16haIiDZdGFIZEWkEhK7MNUUkhqGlS24shKSMAgGsF5IC0S
Avb/pUJvEaUl1L7jHOiG+hTOg+dvCmGLY1/VYX9pO3qaCKTaDwlIy18iWin3MGn3ylEVP2nRbPlq
c86F/Cq5nZXj6Im0YFVXpa7s+vulrOyJoMV5QCuzhpwfQsRqA4DaQsKao5bBIw6ECLTvvGGagjSm
NUT4XQGmII5KtFQnlBaZd1sWLvibeExYt4Fkf3JiNiYnL6Hqm5BCGPFCnb4aCCDi3CVQmVE9KhzA
gqdxCxRuViY1rgNJhaoyZCdeu+2ncBiQctt+n8IOV9J72s/Rq5DjTcHtHhpTHmSNLvwWkVWGGexR
kIJ8ffPZb6OWpnzSjcqTOo6e3dLYR2juRzXxEZQWVwytDAWNEF6idABeEHLcYXXNNS6gPzuuSmsB
ThAaZfmkQt1tR98yb9yJoBtrKetzWa/6jHiUdpa23Rx0CeREVi9HL9dBE16PLhYt1AlhUs3pYW6a
eK85sPRlMz4oxlTeOi7EU7GZsiF1kg40xlL6KFnWdVZBbRVe8LBNtPyQD5iqpn2YYFdP0zm0JyRo
vn3STnGQjTvnbRMUl0XtjrlVxBbLZDxU03ZpB8tGQam2wdesGaocRTlDlHcKqCCdWpYLOEOWe8OZ
a8F5utv1g2tydCIUcUrxKko/JHDBdK+A2YiOxTwasD9nCo9FC7oZkF2Q4wu6mWrjLUIf7bqDCFeo
Mx61/IZNNcoKMUTB92CjXQYVhBoxywjavdo/zl7Atslg3anJLmk2RqXelxBN2XCuPrk0VCmiWPZ1
YfPOrmqZQVtFf46MRN135LH3Am0JsxvixnnDxLY7Kni4RcXlBinHlJBSljJGDF48gD8/bUCrSJ66
zrHHnE26BBHcxOYTdu542PesgJ5toMymqU38ieGIFmS0ATnPeEXNy2jBF9UrRP1kFhTqwsbrt8Uo
Aph3tp51kTSeeGZeVaW9PStGXO20X5dGOrDVAsQ48BDAbCTv9pU1+A2BQjpUiZcJ5ZIDHB6wU4I7
hBJ6Yrh4XKYRehZeNM77ceEQ85VmWJKL2GphT1hYDgT+UQjpgdAaqnsnXFD5nCPgd7cx5Ndlagwk
sgmS7JAeUYoIgiML/AEM2kqW3k5xoLzGxJtMOsvOl1e+ot2U8hnbFWFh05ACYhd9ht8bvTvg07Fp
RE4tX9EhDByE3onxXAIAT7cQL+ndeQspkDbt6w6FQJCnR5A0DM/ceApf+FiPJwHEt58zg4DPbCiW
GGqvFDCc5S4ZddA+KREhvPY7dYGNwNSSJF07PC8wy3Z2A0Qnq4NeyoYMNbdSe7BQ+1dB1d0I2Ml9
qyLmlgSenqtyc+EH970flIgrhyhoN20ncO7O03ysO9/X9zhGQKYRNlXFxmrEnVO6otn3lC1jHkIM
sccgUE6bNoXq9beOwYw9N6a9Tky7jTxWQxVm1o9h4DQitTSLHwJ3xMbOFcTRcUxodd1GTXVZFGXw
UsPRNiIj/DC/jL6QKH7DljrIK2jS9XmtEU/VSp0AJMUi9ljyXApkRyni4RsoOIBWMod9v9EUO0o2
DgHcxj1ZTdB0CwoXEWdijcEGngBwZWubtrRyG2cXI46Nqd/apoJCPA5V+JX2FQdkEiK6IYqIfRjl
neEcNbIhCVNqmcrPeySN4dM0avRQKhjbw2Oy7f3PIHyEI/iBs642sOOpZ7I6F9/U6Np2OYPFwnAo
GXQlwrGnQJApqCtBH7uu31QRhCJvEu58QgCjVKr9cY2SaLWT4yivipo2L9McxR1xrNJ+COHEjjRr
ZDI52H7VnKqkDcS2BEwHQZzXAH5ue2NegDHJjwESteSCg3iDc1+3of2YJIIBrO+01lGUNNyB4ldc
KdtCmTdiZfNJUjaX+Uz78UYUTv+i0B1P28Ur3rTsxrxy5pBECbMlnpYJwSzgSt61sA2Y9ZPTNRRf
oxaFRkb5lT15nbkNjC9S6gSLR9olsMesAHo83vRlIflxgPp5h5A0QgzZMQ3tp2KIkRx5ozP7kL4t
YroJit4v8gGuSg9wjle3yYL6HQz1TImaPvaAxyYp7GIPyQqjEdGDUZQx6LColAfuMbIAUYWV+l5Q
u9o6LYIaEnaTexqTFhoiczEPessCBAUEWLRqOsoEJUy47vV25mhZPvCln+p9MpZWdaEdYNGoz+Yl
q8RCUQtMEqQ/Rk0ecBIG9htztqiS3cXQXJqzqQPo8Nrzy7khnWNCc2GNdgRvLrdp+yNbkJ6dNOUJ
z6yEuwpkeY9/pRLq4PAesYscYS5OMm3a/kviFxV6DIMVXk48djegUSGqUYJbNzMTGocUgFQ4COfb
UCGtGiDTnBW+h8yQl/4VWlHhBQox+qREtYoayoYIK5SPEbybD4hA4osE6cqdcjz2JChUgIGJih00
7dwGR+nqx44HbuwogR0yrDhjFy2kCnrmh7F1bEQ5dbMJXan3sBdZrksf88Cm8qpnAFAmFjxLC2wH
2SSLmV1FHvf7nesAEHQnWuG/MQhyAOLZjfB8SrhVwaSvixjqVOPoINuSicpkSEN5invUUqtUNCEU
WkgfTTJ5sTyA4yrsq131NJq6PagO6+46aq2g3pnSAmOC2HLY+WiMgsJTZChi3cHD+A6i0Q88Cb5Z
Q2E/GBFhTTrd/dS0qN9Y6iQDvJUtboxNd3UMdFFc8Pl6QLh31yLSBqYqOBZtvQvi2ILHI/3cVzj2
oMrSjfULYlbYcXU3iW5vleu81g4/uIMdpRWvN42e/j93Z9ZcJ7Lt+U9EBSQkwyt70N6aZ1t6ISTb
xTwmkMCn7x8+5962VLpSn37rfqgIR0WV2UCSudb6Ty8iMVIoy/0xjpZbWC1B2KvipV1Tck0PeBT/
hHCU9XXn12gLyyfZOXepaVzpwpHndRwlTNTAn9ykZpysVhXUmQ5YZJ21vMi6fsIOwdz6Xir3ZdOo
ENVrDy4qf7RuLn4WVkFT0AcASl38Mol8V1f5uRGswHXAGKXwpo0c4jTsA9UyMxLrgukJYKOZZoiN
3B71+aFs0nuTSADGMBSdrPZfGuZIaI3iNsnqx07REEm1hLPbDPTlEch1mqsOQzTanIOZmTVgmF8X
Wj4EVbO0u6qZB36C53ZO/JAvNkzcpTvnfL6MZgCPwJ6BO5bpSrYBHq3uLTOdi9qqjpphvZ8x8Sgk
+5ZFSwE5aRst+aFpTXXUxoi2UWR7z5zODFVd2pTwUZ4BzrtwGVHFEVCQnGvXKC+qJgPx8eorcywo
S9w1b85e9nmXDvu8TYOjyCZ+ydRcUW+pjcE0IJGV3pWD7+7Mvn8IZu8a4KJGQRKfo52+N9mfYKaQ
j/jQ9vJvqFX2ORubf6pHutxY6/bMyNvl0nKnS0otIDXPO/idxRitNzeZG/2KK0eSE7a8wKF8sjBc
2+kiP9apkZ6rOr4epxpzGXE59rNzaxdAXaacu7DBHAAFed0cFeZ+B1KqQFkbBlTe4NshbU9zJsiB
PkLA/R4kxr5p+IGc/iF16ynJn3oTLYbeWK13MhXFZWfJ6egm2W2NlHpLDxmx+Nr0vDaksnf2+s5J
NwDuGl/JoXfAY+gDSVk0w7pYmi25Q1Eoiqk/IgO5whz/bikLBkhjM18F+Ti/Ksc/kibyiKvAc1oP
pyXWFyd2Pl8xTGhDojhuLYp3cyFmbx5R35XEb9mNJQ8ZhKZzgBeCMkuJj6BaBtbZuFzJSTQH7TUn
aQ0azjHEcmL33hSiVHdcpsGams9j7acPXme9tAXFL0JHHeZN44WVUZoHV1mkZXfiohJ6uPKZpYVD
k993bnkrs+hp8HGgCzjBqTaYC5jRr4IpTB6YF25JYRqlac9zTTmGhuBG+V11WidORTVSkIhb0Eer
nfYwM0Y1Lb/HszntGYBc9Yn/bEftWW3JZ3K3CATBX2Wti4ZNEYDWwRx9UohXNnG6XPoejkmzpc5j
N++fg2TMcU1Kj23hnJp964PQw467IiFb00Zmroh2aeskxkENGH0dGPMzJ60kKoYfdiXa4mcXWPpk
SfLgPG2s5U7VtRm2TSJuusS3790lW87HKhYkopjfArqsXSILYFAMJLckdGXJRqtZHzS+Yd8myduv
xtnbeWnn7QckU7cqSpZTu4lKPs/J2A8zs39TdN7rUDLPgKqzGxvKoiRrOGnGqb3LIqvcdxiSofRI
zjyt82Nctdbey7Iq7JsUQkp6Wuf1vV8uN9h33MeU+WE7tN7Z2JUzGbuYD1GQCge36t69IHOkgzHg
RtskTcdQEoaFaCTRHHHevZX37YYxUxVWqbDOWoqUg182O2aRZ3y4LsA93yzc+G+duWTHXKXloezj
hc4lW7Zj45U7K8XWv+wvPJvhRJmnV0NmPsytezBV02wdpmdnGCW1vwyYaId4mBZojqXe+p1znlZK
hnMyHatgOGpvOlVlGd3FzTCfx8SjdFsvt4+xSwMZ2bn6jss7E8MluyR/5JAlZX5hF7rfdWLMz9Ox
d5/w7P3h+IsEvhW4avn9w0Lcyz1IkLlN2ibfa787nbIJx8FE3XdeWW2STpySax42KYF4vl1W30Tq
TeE01K+xEb82qtrqiIa+lFO/DQr9d85HUucgbKFR1OU+ddhpF5pGukmb8QYdKX9rLkY+pUHF+yJ2
4K9oj2hUs/uZEbDpIdotOutEso8cU6f4SYPDAW+YJ6ItSdRMvk9+tJHW/BCXLQ10PDy4TuM+wVK1
96w9fryv4moTjPnF6na1YLn5U8vlJJm85yitvg08UPwy+c1tK06muTk6uXuc8uhijJZfwhyTTdnC
Lt3q1CZGXkxDfAQPKzdqCECSGJc7uB/n9b6dZvS+dVXHW8C16HRgm3q0zeF71st+57f+oxdlT3Qn
f9vLcJWviWqt6C+pC+fNaEsGOoO9QXUabauEgQ1/553v9jQ8Ea+u65YXx2EDGrLWQ+aTQ7FyLkbb
J8eQpATxUmS+BcnYtKdoH/s94bJ1i7ybOWYKeWrw1NbpaG/TiUjEDY40wTpu86500vM2fboFrIfl
OQIjfzf1xgkDGG8XJ0H9vfBr9yLgLf+UZqReLEN+NxeF2gcfr9nnqy4ydSWBoQzwRhmlW6C94JKK
q7IPmNJFZCc48DV3jeYRbKI86h4nLD1ukizb13OsT8e4amS4+N7yQMwIDDNdaKunKTbcdNhMRUP2
kGEXY301MlSIecZyKSM/dOq6z27HpZ3kbrC6IdvTSenktoSQV2xkD1ozy9E/7dg6/s4Z3l+Yg85+
CbeHyoLvQDo9yLwYTXYEDzpCa6vTvFt0EQ6WnmR+wd15yVWCiaE8xXHT3JeMtuIwyXv7hKEZkaBF
Xm2bOJWbKPWf57K8yDFmL7EO5SAtYEA0Yt7g9FRAj673osr9vca01w6xYmguDV9elFFl/EhZa9cW
Xr7EzyqyBOdxH+iISXPPsbaYpzAToQDGxk+2m8tqsXeF18ut8uOVPQFzaKyTTRVFGeyTIsh30ALF
TyngfvHpONsJOdJ3zAs5BAZ91UYZBkF1jJX2goNLY5cN9TcrjFQGVIOxBCzppMF46e/ENRcjO8dG
yRIuzaZda2oKO97nWVR4ediMC3Rv6Cl2PvJxC3MjvXzZD0xF433jjNH3Zsnz1wzj4DEEdp6sMKlq
F65NsfGdaPuf0xP+D+m0/4+RGOAQfEJiWH51ry9p9pbDwP/yLw6DNOEwIGldHbAQzSHc+S8Og+P8
hU0BajbGgyRpIuj7bw6DY/2F3Be7HRMjXbJv/2TP+n9hk0NltfqYEUiI8P0/YDGs7Pg/uLNoI0lc
QiMhYOpa4h/KriUhs2AeEnPnLXV6MNrIeGKOV36RUPzODGXNP8IDht/qOjbWrxzxb4nrVTBa1gLI
t8txdj7OgFg7t6I7dMWsv82281MLjc9gJ9ijVDVfu1ncHKbcyl/cqegvGAXG2bavUgYhEjbrUvQj
+Gr0lc7tLbX/989ETcHvsGG5o7Ba+fd/8OtTXGyUyCuxk7ajTqY6qVRYLkF8NvSQgpMiukh94J0e
5skXko538UP/vjQTRSTOq5fDe+lRlVk6nf1c7KjriltdqP5bj4HALrXBApfB41it++iljGL6v8Ts
iZVP1DdnoKUq3W5nFeP8hcjsg6VBIg8Ormj7WW7vDU2zBPW9iepyN3dikBC0zHxPeG7544+P5d+8
mj/52x9dJpDALuv6W9f822feKqsvHdVPuzopO2ZgTOClBPr/v7gK3wsqerQz4r1oo3YbZsJ+C5et
gOhVJI2x983o9fOLvJVn/H6HrkTMZbosITSDfM9/Lp+ozbUf5OlMzEtkXxB2MG/nsapvBU4IW3uB
xF1ga7n7/KJvSUhclB0EDhLSXBNx1z/0L8JWq/AvEjSc+rnJ6/R68WGhYoESP4u6IkVpzsu9Km1y
a8daPn5+9X+8vfXq7CD4LFMWkUL+9paXhXNKtYHYuURfyKD2rt1oHG4/v8i/PB3ebFMoP1cBGfmr
q/DJfLd/xA3lAC7i2a6tjXmrZaIvMjfGSnWxC4YXlN5PUTDTVgHmXnTajk8WUTrsMUuxLQb1KxBT
/9yYMzBGawIQh6tc+zke6E2LSOqzJNfFKWgmacJpPpKOyB15FMlQVvyZtFcLqW0YLYP7FLWjhmSR
m5AgSiWp5rIx3Y3SZSQDpjcy8YzN4WHo5nTX9bY4U50sbtYJ6yZLOvcpz+vlJMsCbxMRuv231zrG
PTPgeT8OetzOvOZ5k7Mp77LWHbFp9KqLosvcjY0r+F6Sy0uXXPwComp+YRJOOzFR5QIYzVgzRPUO
kV10WU61Ytg2Zd6ZqYvgFKpqYYX9aC8/F4wfT/Eyb04T0IwHxffPgMMgVwVetZuGMU+qDP2msZ4G
N9NoVapvo4dKv6ZT4b9B3naelWm9SdweqpoXr3jczACpiQVFr1LN1gfi2AfFPH7DDm1ewexgayyF
c2nSBTCJVuPyElskRTudUmtSEL7qm8ZJSf/VQ32LIe/4XdkFOu82bUIEnxLOjDsdfHeIYcsXTDrn
pj3SzjET6KuMaQVczK6W2HxhE5xt3HT6ntQkALt255zIZooPDZt4yCltHTujxno/c0lP0P54HJwB
EIQfetvM5jPireUa8ST5fHawrV2jvyZpN2AC1Lu73qzHQ+3kJoR2HUZjdDcPxm089POxNeE5U4rT
09b7JVXV+SCtF2ek1Y7Mkslr1DiHzhgFI0gUiP3kpJsEXyuQCXno53w6zTJohEZbq2dv6A+2G1mb
ZmAFNRHuTPArEB5uBp1+K2gxVW6eDamgHWdeGDvymondbeZmC9ZGaQNiFwfXLjqxY2044ljVxVlS
55dWlckdOrrxgHXcMzkydVb/6O3inJjPxyqmh4nn/jQyq+8SY5WjH/PECpccMquU41YAj4U6gfkt
EaalMDJQNcSdHHZpt1plTQqqFSNIuTRh3U8ZCWrirkZoe4CCYx6CIYi3uYMy302MMJr7G3+WUegQ
aLHNE/vK9LPLdNFi25lOSf5ClUF0BwoORZepSycCRVZWcFR+am+HSiy3SEnEMWnH6Drq8lcyvfCJ
nofxQiTJuKvyeDpdnMEIV1LJdqyIEizL+YJBVhEC/1EmN2o8qNo+m1t9aJ3pSZlmTWhY9Z3EkBim
o7zKlurGAKx4CMD+rgWR3E8jxLojvcQVYFdwXZVy3qS6rcg+7Mgu7MafEgfh2fb42bK5duPppMrT
n9GwRCFZ2t2WlhIhgSG7DejUQy2c81pOxVmU89AC63lMG3QhYn6hp5m3RuXTKDcHS1kjozHUgD40
E9Hf9TDYaLyw3h59zaflOOUPXAxPGI6cxW1jMtuqv1vQX74ZIImGDzRDS7Zsi8I4ONpbLtVk/DAS
O9oUVYAVrZ3Z89VM0Yfn2mxvWFVZOJssrb6PjP3kqtdoZrJeusmJDpJn2ANXdd1981OoOC5eo3uj
VHyg6yY4y6OQoGcEP2aENUECab3gJLciCISusXOm+cZaiqPVLnJfG9hzjvPvz6m4nsza34jMluwH
ECWSgA1ceScKIYdus9csg6TmDfapjIfFCcv5ZWwNSP4OeFTDK66bAb5B3IW5mp+GwLscaDh3rQ7S
rdnJaOfYlfPqlqbid5BHAx/8oVLZd7w0v1KHSotK/21JvWbd4LTGJ+la+IG8O6sKklOYQnvNLjCM
ZcboRDfVXgDf8lHIKADDtCcY+9jqde0lXF94GLrDNOsYuCNRLg1YKnOqWrTRfur75DZNS9ZFNNmY
qBRlXb9qph4vERGUcg+Js9rpsdf3A76rf6O6qZ2NZRgGdhdFiw9Iq4b5eU6D5NVIFxPVVj6v47Mq
jsp9PMg1SrwvX3CpJut3qlz5o5opv9OmoMvWpWFN28Xzy7+9wshfBmY66LdrH3q/lS1NuzXNDPnB
HHuY8I/pVL6y/MRVb5jdtSljMBqBG5XcE9qWXtf1UJOQE7eAopE5ZDgHYLd3mqpRy828JAAgvo/t
+haoJ7+En+XfgtguZKspMTbHCbOBl8TQNOSEQi0veiimmANIpstNYtrRsDNb5p1o9ei1toGjWw+M
QMO9iSnLVKjK1eecsIn6R1R6LQbjoyFwTOkqNjYn6ssr38mwQ2dCJh9wUSigioo+v6ZNtjld5Kh4
mIY/+WFciODcyBOFzFtM6LBIGbAYRUUmWWltj0VRKAJzvLXd2iu30OscTJ+FB1+XHgzcozQTRqtY
xpUXqchGqCZuByOnF/bUn9qmp4NdZ2t3QmKRMp9pmsqGB1hl+TeyoQQm/MMY5Fv86ldjMYEjVRjF
JcgJDinlfBZ4eCDvO9lHB4J0ITaQg+AxWRycyQXYaoMZV+ChQP4hVv8EmFrNvHG9KP4pvWpMYKrF
LZS5ca6DLfO+9BeCcrZ6nKyZuzVMgkK/KCoKhYSIo3X+Z0KdNnVTcoRDqw77DNrUgX/GZ8Yzwj1L
S3y9d4Pg2Lh0F6PMzz3Z+RGug06lrNPCH6sq3VTm1EV4JWd1vh3VNI9bIxbpMRvFuDwG/misCGUb
fTMU8w+oQpgM7ODDI2NyW6fbToVlT0y48ePcgM849q4vp+Ghq0y259qLpjs94ku2TTgZmrCVWkC3
YB3ctLgPFfjixyUmqHnS95tG5vDilllZu6ZbEGMKMzYnKFhux+aOxYsFiOHHDasr7+7cOu2/J5Zl
3LiQ6r7zVyK0y5Ms/zHQuL20cwGMOLfymiUPCjcaqRwOs/CmemvG2Xg1220lwmEB9d1YA2JINijH
e4pbnCIgAgVdHo7aAwFnE02Bmnp4xrwM6HDpoCdeV670D5VKNjojGiCGKTvRya6UVmexXkd5m8Ze
5wIjwzQO0xEVLcpHamxojHH2zQCGZ3KbduiPlnoZz31YwC+GGlW0nVzBceZAKp/5hpTxSNoiDwKv
iGncFVY7+mEN5YqpclxjKG7JPr/yLLzMp9gQ0Osos8+r3GtszjYdoRnVfYIqyw9Uj2gqji66wJzB
dnTvwF6Jlf+s7YpoQ74VOMi9l49XdZzrLsS3L5cnqi9BlZ1oQBDQ5XbwfTG9rDiDJkSeDPQyh9N+
cRNGfn4N7y4fTERrY+G/SEafD8QaCNjvVoElX6pJS9+zTcjHcs7gTI112eQnICMLG9jQl6HoYfMz
Vpu9nwUZrbvJ6Ob2bFpWgeBsRt+WoBDuacDqSHfwwx3NgQ8V+nRyMijZyxQPNA7pxEY0sw71obK6
gDzKpWP2jx/ffDVpodQG3Ce6ab0ep8jeHHF8HSu+GeAY/Dc2c1d0JpQLY1mwWErJTZtKR4RNQwu5
7S0sSUMVpM6dLcc42c1gGdeLtpb0CiUNgZg5Dh+XTPwcf4NhXYo+WWTIPcyKWhTCwEpqbphy3Acy
de4LbRvpBkMyP90m/gTJVHqtvnLbuXsNoBeDEsZuW4Tm3C83dBzZ9yhOGgLCR2lfOU5Egra1WPGr
yxI5lhAmQHd8aMaw3jUjFChnXbVR62YFk8O3WkbsXfcIx9uL+RjXFLOJvqsDzNHIykzI2K9J3Rgl
BBzDkVuvEWobuFUMJ8SYgtuqXmx707it4DjCKOFcF0174wdG8qNxjOZunGliNpFfqZcI1cCxRA8J
McnEfn4zVXLsNx139mRMySI2Xp+1LRySonmYRdonu9EqijSsND8Ds3TtwVEimkKeWKqPfoh2cn6Z
wkUya9vGeN37tfErkMYqCRYQSrfwIPWJX8ecnFVjy2cTXlC/ayFwfCvZ+ZHjmu1Y75B7QKiu/Gip
z0urc5+XIW5uB92nXVjImlGxO/stQ2w4xLi3e8EClXa2OJq8KmVSry2qyGKO2Me0TfDMCehb/lDQ
QKBLTqcmPnoMyq5wIchuOjNpOQfga8JlqkygmyYfUJyO1gAXM6aUWY65MxYvdqymfazNlC8g9jmY
kPxDx/bS5AH4JKbMcvOi37GH1AXfiG2VR4IiEFrkmLk1m3zxwTWWhlESGvJg2bVzou9FajAlxxS+
voUqti6sta/B/ucehqO+7d3BnraZX5bXug809QYHqxeSUYgsRLu0UNs0LYrXZCQneVMjOxy2nerU
Y45W48rOMgTZnYd1LpBrMqZhGug1U4EwyRvR5Z5C4LlC3QF8C/qZOML8Jp8S9J0jEXrc25J/68ee
vmbyek50wxgdxOvjWLQnFcSK5N4tC7huQ5Y8GSX4fxhnxnhWekMhz7Tpt5c5g4vbbqpwsBEighmM
HdqQbIrBKaJ9OULY2/RTUbdIFyP/juMCxlPux8reGFgdBPvU1T2cWmNAEmt6URRaoslepklD06xQ
TvjfaJJStY38aVkeVGSL6ihTFZ962oqeRlFnOclOfjxtEg5IdKkM0+6aTAKhDkPWu998f3B8zdup
Fg0FY5xDtUCogzbsdWrfWyIiSsnhpC7BJm9IK8r9nUcBMYRAEn29FW0/sqQp4k7sMUCVndZz+wSL
Mw3wIpjn4KLRCmW1b+AiEYL8rFSjyBMXCjtWuUXRROJU6Suz2Nv8ixPiex17XwmAY7iYET1CqpNf
BEVzEOoSw5ewThIQUZd6Dlaw0UHxDJRT/ILKzQYicgila/UCbT0GM7lyENIMIRzQ7t+ABj4fH1tL
/M5xfDt2wnLSw+nfRDQo0Pm9nW5hvzPhOxLDWHRkdS+cGO1tKlP8uz2UbrjMOdZ9I0vrPENQhlII
zepQNkML4XzkcykC5R9bfCyPXQPHNZTgT1ADlGnZu8yYrJ9Z6k/b37Oy/0gj+v8nCLP6Zf7PKEz4
UsXFy89fKvnTxWT9f/4FwwTiL/ASF19ecu5XrOW/YRjf/8tEFOoQm2F62BnJ/21iIty/XCA3ikkc
Xxm9rQvgv8SkCFDJ/sB6mCTVAPjmP0Fh1inpH+tsBXrWAa50PAuYCJ3I23VWxgKSmBGkhyWrnT3l
bwbcj3G/u1TFSWxDZ/3j0Xwwc383qHbwDVwTLEifxKGFCMV316tsK1eU3fGB03jaOJaK7p0xKY/z
MmYXs5+Y5wIvo/Dzi77ri39f1CLlFvEtol4CmN7epFC+HsbaiQ99K41zVeTJ1qpcOzT44xf3924m
vl6KIRaoE8Dail+sOM8fOE41MpNqXAENCXb1ebA4xpaOwQGaz/M9LCmoDb2nTn7/KfFN/fD5nb67
PPHveJ5T8ZkgJBbg3To0/+PykkEXNDdcPfIePa8uSnvf14txLTgtmRHWKLr8PnEu+fzbV0ZM6uTz
678fQfAD8EaWloPDBokgrOu3PyDXo4R7a7WHaFhfcj6Jh0EZ6XMOZ2ILcZhiIuoS56wRLdyBFqOZ
spJ0ypNwKQN7Zd157jCd+NagvzMTKuJ/bVL/48b6br3//n3ETpGOJKTNefDu96W1xB+pMNtD6yfU
/tCKtkpO7sEvxmnXx5Vx/cUDWZGXPz6w9YJEvK0e5Xyw5CC9W/BG10PH6AmGZxCNqs2hTcFOZ7Zd
6KZR7dwmdZvdZghyGL1Hu9IXfUQH4c3nU53j8PL5rxHvPj+fCDLT/r3hgLxapNe8fT0wQepunXIc
qEGwaW26OKhD1FXqtCVbcgrtLsmg7DLGS4fmp4sv0onS7rJTxexkyAX95BY0yXx2atGlzPm7mMLO
Tp3HuB/wloCeRMlIGUasWG9Rx2mfD65mfzkvq9Y4lomvEWUxx9hHYx1doIIwnz+/xd+Gd38+8PUW
6bMt3vL6Hb7/Apu+t/Bzgnol4ZxY4VK1yt72fTM9FJ1L2K3XTI810ScrJcIKLs0CqlPL0ImMSJDX
PJL9EY2Weh0taVxD7ca0SA4mbvKzu3ILi7sst5onLL+jo6eG7KdtFT0c1168DIvB5Hqqem2imhvt
R0cpE4JgtUA+LUdk83FQ3H1+u+9QsN8vlAw71Fqu/duF7u0LNUYd5YiSisOyTieRZecbNcuvItTe
fzU8UwLnTRNHLXz//oGU+hT0w8SyPzB4iL8bNNNN1JP+0y3yl79q2z6/qXf79XpTFGwkLbKR4a73
3mTYA9dLlo7L2WUdXwAsnvLDpg0Km688qj/4HjgY1hOWJeNi6PX28ZUYjce2UsWBBiG+gN08PWSu
WdwtRqtOBzst7koL8e7nt/d+k15vbwVpcePGo8x8H7ILWSEwi76Cv+b08WufaZ+yN2/5EoHjLBuZ
hWs/zrCIn/Ie/tVKyfnqhX70hCU/AhDXwVg1WF/4H+eEoV0vG828OaCXMbapNGvWzVAxbxGyjL4I
Ff5g9fAmgezxbgQs+B0X+cfFRjtjupXH3aExvOLOSTU7baq9k5pqI0yKvv/x+fN9Xzyv64eYKgHY
zsiVB/zuEK7xP0zboKwPZtsuy8ahFUIu5NX0dQ5pgKhsjXy5try42iZGFhEQUvvp+Sw6ZM9jkvrZ
sZYiuMC8Tb0Obje8lqKBUpfoCD166hrnkdN/lZPy4RshrQ7XXxY/XnJv34go3dwVCajLjBlhmBtU
JpFXVGcBk/X7z5/PR4uezLK1dMTaBELa20tVftqqlluiHOqiC0so62JQk0ak3/oICvPqLLFH9/D5
RT+4P8D1FUtnBO3iWPr2oot22lxUUM0nAJG9Z1fRxayVe6hkZHwRd/rB94VfC8wOLmZTKr9//cmM
pzsiVQwhdFLtSzfLzokR8Hej06qbobfmI7LWHtc54knPtV/GXyz4j+6Vq+PgvPrAk8v89l6JtPS0
AUB8KB3IhiVgFpz+JriCExp8wW9a7+XdaQevH3oX2S8ehuzvLkWBjnY2wTTX4cw6nSpojMpFYQTk
vNiPMUhWtvXrBQeG9stX+sFztsiAwZqbi7Ny362j1kfiJLXbHNLWHE9sJ0pvk5axMgMN+ErZMrN3
pVpMRYh8k2+vQJS+/XxVfbSUscCRmOFAfPnHq14UIezwQpuDk5jM/oXrHnUfmbs6VTdlbBA0UIji
q5rug9fLjglDifbMNbHoePt6V5IZpi9snnHmBJcR4LoFeNqWzIvI891/fofrQ3z3giEoCc+kfIR5
937zbOiQfMg99QHz5OAyLbuHUX1ZpX5wEbxWWaukNMCS++1z+ccOXQZ2B6s2YUeIGbGGaP8CHBti
qByf38wHT06YnDvYyOIjG7x/cgXjQqYR8O0msJPHPCWojLEyo/0xt6vmi7XxwachOEvpqTwsc633
rUhX65xQ9B6DCu74pEyCVGwDk4p2cf3yjJGVcY1fD2I1bbj/ssv6H7uMj56ng9ET/qAkHbMDvF0h
RsYJ1U9Vdyhy19h2o/NqZJx6nz/MD9Y+mYUBi99iGvqPMzzANMKbTK88tIZkGS4UDUuMYx+GINjJ
5C1koTSIvypePjjM+dZhy3FnHFXvG6jFSZhhFlF5QIvvPFb5bFz7sJXufbvODplbfvWFr3OT9x+A
TSeL1TOnB8mT70qVGAJfWSxufchsG3wPgC5qwwxn+7/5GLwHNoYA/CUI9MPS+NF1UGk8thGqQl2I
Zdb+3ThWcaczQRfQVbN3YjS9DTqik1fppNT+uey1vaEsAAj12wC1EuQOQlGEuqdwab59/tI++AKg
cq76d85ecibfnU22a6reqWB8iIaBL8YIrr314L7iZ2iNX6ROf3CtdWPkYBC8K3rPt6vQE37jzyKn
uHXxvuwtveyXzlAnwTqL+I9vC4iBEwhXOi75/hiaTQywZjEXh98TD4WGdWNilrB1oiQ7fH6p36PP
tzuiQ2vHmGGlOtpUMW9vC4ccQ5tTxMc1xXTUPY7XzAuI67O6wnzGtZXRrwPnfrnqi5nDZ5h9l1iw
vLhThq7g7bPOrmd/XM57rykfUKJZEHfMGmJUbdSvn/9asR4G734texCVNgxnNj333UtonVlh2M1A
pNRVfNZou3kp4DScN2rCilKnafw6mEl338sW8RZYK8Y/nVhuYi9pYQI5qwWl2d90dQ+OhAD7ti6G
cQsHTp1i4eXfaL+aTsxUg01EbnmmUU18sWm/81z3KKdpMDnhKWhorf9RzljNYlCw+tVBihYK3FAH
zSbDViSUOAacl2w/l1gcMcHoE70xY+t1LrLl+PlzhNb5dpLC0IJ6DqopmVQkwvLq322qflXPTRpb
9cHrO7/YZF0bJ1e6coCbu6zZpZkxXHnsTuHS60cvQzEeytXWVE5J+rfI68epq7N2wziuvxsmI+Vj
yHoA+BqC39wRR28m7pnTF1dj1UEbBLRWsTwxtHzVSRpGyXjG8AYEaLxtk/ilmpMH11uXlz0d4zI4
SQMkZy1CdSCIVZ+en5mYCS8Y6uF6gPUKJPM22TkJ6WFWhx4vO1HN/GACF47Bs8CbzijUocqzm1mP
Z2B/yxH/MjAp/dTBdxmD5QqbnImw2Mo9+hlAVW4OjFLm49K1jxhZwKFyoRD450qkID7dsQe1tzOx
6/t2n8XFcVTlryEydohyTwiYR9eX7KQ3Ptk9XiIp1TDDiwT3rbhB2poZmFMSyl7kxmFBhDqhlja1
indOB6UsGLENyXobKwL5PMD4Qrgf3Dsmps/VtY3NXU67tBRTDqCiLtPeIipoMc5nmdw6HVaxVVE9
VVmBcgzaq4xeba+9mWdMQGXwnZHGthHm3pMYz0Y/09LgIcb37TweE0dcNt6yt9qrOBZno989TWhZ
lQsfFPubsNP5iZEFu7lMoSL5uyiOdgOBrJ0x5dtlhAzTy9OmQvPZ3urmf9F2ZruRI1m2/ZVGv7PA
2Uigux98HjSE5oh4IUJSiDPNjDP59b08q+/NDK9U6LaACxQSlRmZPtBpxmPn7L32sTG9r73/6s5Y
VGzhXQdVuqmnV1caCIJoTS99ZR98Zf4MurfZdg7dyaUDzo/Arm1Rn0xL3l4gbfSr5piGaILIqHkk
97ZchLR456G+hIYhOFzmB0tbtwXySlGket3L+N7W/oa7GC2Wu3BMFLwm8ZgLk9DsOO+5rlN/XXT+
Q8ztXIgMUS80+lKt/Chnyn2K+7ZeGItuPLBaK2uMrgQO6LnxH1TevNoJ2K8M3X5hxO4WutHC8bP1
WDbfDNPGnQykqkZy6pXyypl6Tr+RsXVB6NXHIaZJa4TLEJaMkRl72j5LzKcXc+NsZ3hJXeUfY2yS
Dla0SgJWhC9y0HUBv5rCtw8fBKZkvEh3wQhf2CiqyxACPoqjsT15wtFTpGvHqb9BpXhhFoEsMjlW
KBPbArO5b5dHhDWXxM5hXi2H9WjBTGCbfMhmfWcO5Q3EyJcZhcFMzbVso59MWZeqttZWy9p+Sa38
6MJwVX32mJlfKzQbOcskzUYEgf1j2FQ7I2ye0S3DLHY1vr7krQmafSThGBjyNemBS0f1qiRnjsHh
yuzrNeNYF81+cOwmpLBdv4v9aC9zIBzMDuojM+JN4bQI7m1M6gK7lXdfeD0eL3CQ4rSDhJrXsLdZ
gdrR6G8rnor48YATKPxUqDTsAcYv5maTnqzZJbczF1Dp/EjS3wJVeAjQTGPR6nv1zZmSttwWMgHj
DOfOQsOYM/Hb1JG6LBLvm10B3iiyNaDAxVQpmGO5hsmVBSu0QDCJnXXjK2BxDSP0KKD2YE6xCOGP
563v3xUCU6Oe5BUMtOce8fZj0Og1J/qNNsMfCLQu3Lq71TC86Gb6ojWWZe8Ou6yNgR71Yotzlkko
pOjphO9t2YKMLr5m6ogGLXdfEfTdh3N35SV8YBXvZm/XaQ0sryL2bsZ3Rr28SFVyY+avlswAViHF
Dk9G5PFmavFJl+JrxrYKgQ0Rr3yBwFLvZDxHK0vMJLk5iffkzcLaT7YbKWQQR1XXxXUxetUm1C1k
hbLRzcIpkWSaRdPcx32tEzac2L7O4NWgemmEnpc1EvJhi2BIPnsJ8IyVjPx01QqkesHEfL6bM3GI
wlw8WC5OIMRtGi2oDFFQj7vItpr1qC3sFtEJh5MW+PZAbyF0J3S5/yma+XbOqzfTkkBBJzjFCb64
dMrDDk1JjMQGxe4P9GjGHnM0meq5FFeFbcxrOfXqHhXPawhT7dJRISrLxoRJRO6W+8AShdjgFIm/
t8Omv9SBMXdbyH3BHoRKcR0nutjZxoRuZqgi417LKf062Si9FtLE2ZR4o/Hm2Q2ed/A62FpxkrQX
XlqE96l2ousKZSmli1uh8g9q9BaqVd6mVY03rw1wSqusUyg3ItG3l7LgoEUjOup/hNrJzU3fe8mS
2JLvsFu852nmzRetV07farToMKo1+k8aUjCNIycB6VX73roamuyWBkrR0p/vv1FGly/W2GLVNeEj
FGWhHsO4B8jidVi0/gCy5HYOwC8YEmJXo7tGsODLogTM486hu7FdfKyLDFXpdTOUYK/HIqxBmc1d
f9IIoZ4p0kJuEhORFkbefGXPNuh5acovhq6ai5TD3BOsFfAbdZQegjaSe8OBMV6VbnA5hSVyFtLo
gm++a4BrbE57j4FkFUbRV6FgtPilkRwQGb9mdU8wbzs6u9J36M14wZ07yh+ibctdxaHgru3z+t4D
1LNrZvqRnU3y2ELWZX9VwlrNF7HpJOvG8nmc1dp+pnvV3EDJ0gtIr/mBqY69j7WfPcBPMdYzTc0L
M0rWcObuScrLVl06tAdGd8iifEBBqyojqgIFIZAuTHTrtIngwMp8RMSa+WGabLDWTpvI0tjbgyyA
zZUw2VyA/+k6jAmj0jztiBCHMG62EeF8GNs5z2yt1gieR53mdL3gaGJSmZf5GBExVcGlUXOAEHUu
4KzPGuiESPrLBKsBBK606FfxSSo9zxaA8gm52dFxgahVKWo9q/cCOC4ZdTscNoROXdcsucetfUkR
iNChd4xHFCOX7RzNTzWG7u04ptbPVCfVWxR78YNh+vJ51jcRIhiOfBTRWyvs4g1Giex6nCN1gc4J
4n9etilJGr4gzALkIM+SAfMxBBkQpIO6OgUyPqs6HXcV8KbDQI18i1Qkphwy7HVfDBUSrnE+4MsR
i7D2OBENyqJ2bHv7p9/Bs6dejVaNObYbr7KfGtNhYGpUmrl0PbYzSIfEJEteuEQ7TbHickm05tQk
WjxEg9E9uTkdvxjldL9G/l6V6HXNfjfCD3sJQN80y3nkYJsPpi7WQvU+z4CMJw86Uud68gJU917p
jjdVFM5PmDqsnUcA+WoUXa/ILKnQp3d6NJ6tbEq3hWkn6wzy7KNKeBqO+LuXuuZeW7n9jN7MwQux
RNrjNMu+ytttUqXZOqLI3rmcaw8e3OZ7w0N3jugOWxk3sa2+eJWTGMspQQ22yMvI3cRmm/M0b3Bk
L7xB9+mGo3F4MZbois1upoqOlXPvqZBSid853/Pj2RpMseq3cV6Wrz59q7ue6cBzU72NQ860GdvR
T8ZUhCCn4piT7MMGuQoz17tpHDbfUURimcyGXBaFKe60VYbHtu2ChQAolPMpejbzxNHRDx8d9nWr
sgruZg9sEr0fDjcPh78/lOOlVbb+0uuTo1fHxa4cM5MEUiffODUP6ikUJ1ZKrbcs226DmLpbz7PL
d/VsUhaK3thYpe/u9dSeniAcJ78PCEqwjDGpuUtR3edfCwNJdi7sdme5A2bVrlPlQrfTT89Q3aUx
Fu5+wp70zeNUsmW4nd3Yyqu3TSDUXWF7QGiEkbxObjU/KpB4a62rbWvbxU0n3MemhmphGsOAN+lU
Hyb2OLF7yYgqGBgw3zSi0/rNLVz3sgu8GAALhPwZkaxajPaU7L0JdvRCMc4DqjjDilYAB0CcVjDw
68bIL07VwrWe/Foeutbz7DX/gYe5Z+xPSOoivpndLF06deevS0PyZCMRCEEmOvB7exDmJoqd8b6W
RrCNkqBfBx56AmFjpHd7dFvAKBl6Vmkb3M1C+tOK+VZk4CIi6jURY3mDg1XppbKNJN0OrUWjohHO
T/Jf441bOI25qiadoqT2EDaD17QW6hSMF02h2nseJQpXv7hwTWM3MXl+hjYc7seyz2hqu16/9aMB
CFXS18VFP83NaxLpJEGP6MWYX0jeZRw+0KlbxWjN1iN1EG6EonorjM66Un7iPfRhRQhMaxE80Rep
U1AK4VFB7dh3q6bzlQ+Cye9u+ljZuzkgR9wu4YqMII2PE7nTGKj8hCAFMnzDrJuPdcnXRLBOpwy4
tMUJCVANtK8fDS2hZUBhvpyMBgEcyIV8NfiI8lGKl7cmheza9RLgz67S85EN62fihNV6plo5NlWs
8W711Y9+jLnhRbxS0uj3bUvYHBbX/iKm5uTM6eBTakW8ZiQ4LYMTPV25DujCoX7CE8PZZO4sQroD
Y9dG4tGCJLMMcrJuGCgQG56YwtmnI8DQSZY5utEw2/mzJFSlH9pVVHnGLh2IZYbD7lxElAiY4iT4
MbqIFJ72BBiL577BEH8JOi65Q1FRbrO4Ti7nFu4kf9xXGy165zrHAHbr5MN8ZRDvyv4VtsyETqJK
EF53NdKMFjrJ2KM2N1HTmFOw596XT4lTG6t2qKPHMdPNjTHIDNKpFHJTni5RI/KJXglyUQHEbydq
YpSc/CtPP3bxyo6te9fKZzpAWG8WzAJpIlhxlV7Gjb+HKBcfoBT9IL+FXJqmDTY2rrudVYGBjAYN
WMKozfqWAucNIpX83s8V55CkfurALX8TdfhMW6Ffosp+bsAB7obcSznSWN8xicgvDvvCuorL+Vbk
7aMxRNEms430JulmlMcqi6dtrGFvgyaecQX4w6qrEaR0Nj3WOmzLS9NvwrXrt3od6bI+BiEmm0QW
4SaOhmXZZPXe5ZB3ST8KVbuAKRg5kwVcZY6f0B3He9i1t65T3hcTbKS+adWBcyUSWDeqLkIHmCRr
gJTxyH3u0vxU243+OrT5C8XmuoIp9o2MZwhUFI8rqyZKMgtmudJzEqyNDC/QSATsYvRLyJnp2Kxt
iGkUmvXllHX1oqrbR/wxHFQcrwNFZxI9YiIcX1pWSkgIRP6QvkNE1gkknodsKmfoKIaGAyksBTtW
WiE2ppjcETB7l1nRJktrlv22Lw1jO6f4nL2+FJdZMJbXY+apF1VV/lZU410noz+cS+Ym6dLyqRvi
fjuM8EJsOdzrcLSZ9yvv8YRZvqzjeFg3+ZBfxtDpVma6S91qOhSmMvd2MZjkAbT9NsHVtLN0HCza
Eu28NlRzmDnkvQCqMTetnzVYJwTFWReMD+4pmJnrr5ZCuckBvU+3rhLne8phdTViZF4X7cAdbkU1
3WG5q8leB46I2RYWHC0I8hOqq3Bo1TqvMV7ag3avA3CceyspXqwmbR/bSLs7dvT+ENWQ/K3MwhIN
ZvN5ANCMoLZKkMQ4+SO9mu5HbfjyJsS49xX0z8LVXrXtysA5tkPUrBAN1pgawv5g9FYV7tKKtrJ0
yRqblNPw2xVkMJRJX725oUhXzoR9KwPo0zFxTM0duKjkKvQTDb+dh65p0PEykk4f6olqOumjfiMs
aa74yQqSiYyaEhwnSTgEW4drSovIIu0GLNtCN+3SSHNv7QHPzvLApvgcp5UxFfWmHPIMjHqobsec
xFSVshcOZV6vFUKpZSjYe3zOMCChS3npIwRf52bAmTlM82pjtRqiJVqzjVHHDl5UCnvgkFneX044
j78Iv/ePtOvrzeQ7M/epf6jB0VSr0BnktZWeAhKoAHcGVd2eXNFuObVOtCFCIr4FH94ueINhRZRE
vUDBBTkX79iuMGD1jaai19FoE1ohUWsyfTYn0786ZYjfYJ646isK/N6YX13CQ5YC8hDGVDIZBtt+
kwkspI5c4hvsf8XGplv61Ukn41hIOYOvHTt4fabfPUS9XV1omUwr2HdXbd9/ZzxM4lRjPlU51hqj
k8WqA4u8sBXpUI0ZD7sCFwRn2Ta/Ub3kuc08dGG2GJkL5dDXi9zuADgw5WCuo61JugWrfYQu5kbh
42AhgC+y9CX3hvlCN4yu4O7MYglXLMVu305bb07K157aatMicNtb6Ny/DJlEYW6z5wqTYmVBuwAP
lgZs+93tcxNBeGGssf+WD0bTRMcA0f8GxySOpAnUEhEl3cIe4wmQnP+MKWtadXOKtaFOxHOulVxy
brKI03Ld+w6T/aIqfbWy6J3TbimJoUj9QvD4yGZs1/xaKLiJr3NTzLlheGHlHU1pMYDua8b2qsDY
/lBiiOeBIiNIYk5+GJBF0dCZYFviCLr3+2g7yaHZh27ib2XY1z/aDvm4WY9XsoBGDNFTLrwuVDd+
DOjRLPSj7Q4VuDYBbWpCsz8HY3oIy8jfZAKIX+6nAKtHv+ku6kg2d1PeDlh0OT8uh2KkdanGND86
ESSkOE7eZpNhe1caMUAQn4SwqS8PZsSIjV6YGjew3e2NWY7zKisxgFtVv1YBIw0bqOEi7hq6bFmX
72zPnd9GKtILIxLWepijSyN12jsHruEGtQEKSbDiq8YS8tWJYrl0tNFQHbDywiTwYDQzK/+SoRRD
3Mnu+CTScdh6rjp0eaKviLChbVyM38O8/pmkmdiImoHC4NXTxpxDE871UB7GXgJxKpTf/2TwYVUE
Ncj+IQun5KkIMiJu9FtWC86anjR3dsS0gNZbuRT2XH6LSW1Y2Y7fHep+cA+5Hvsvsz3xCBnAzqzt
KGx2UWYFtDvB/G7JenGX4+ksr5JY0srzo9t4YPOK4rnYpTAG7ni64gFUVbTKMAsuI5WPEieqKzeF
bFlJOVZfYsx0Q8Eoc/U9KoeR3lob0YkCBtl2acJltaaDI8LnGsr9oR7CaAuZmLEBos/rqcK3uUgy
84IcovhikAUgA9eU4aaGQmZyQq+TYZNwwrBwmOCKWMA+hcPrTnUO6UCTF7T23AmGrxXXJmZ7Q6th
1eA9pDpGjdGs5DAvao4g97SMq41kaLkXef4l8YSzljEleDIz0HGnnKlOPuuNKed8j3wUN4cO1ONc
ymlcUMyC+eOAh0fSLuJp47d1PpIm01kTzerEWndpekvPiuEwNolWTZSDQuR4uiERrhx/tpYxI5kN
bzNcRUETbS3Y9FcjoP+lnZCSUJSkBiLKXfoa/leX/ugraJHwEtsds6d0Y4XGWs8+mOUInMOsw+44
OGEEQND9ApK3pktTU34mtnoweyI6tTmCy8c2aGCDj8Yn5uSEUnicpKXp6zfw3dUPyePxBl/PRM8d
XDVuu2Rr+bFzSegqcWg+UK1FTKVNAh5O258qjq2tiNzvoVLleghPDk48BHvLzIu9MKxjLL0nzGbV
XpQAMVLdPUiLvnjhQl/AAtysPO3O65Ic+2+93/nBdopOzkBg3iRBQRLdDiLy7mib5qTudXrrqKK7
HNEnHxR8+01iuwn0Se7ExQDycaUbUNR2ETVrETZM2YI0vTJ6DVvMNvqVT8V36LhLj1QGcieVCHeN
GxvLuvXdQ1nOJjVs6zzQUqDFHEibhCG/ufT6UXwJw5jZ/RByF8qAOryjpb3xG5YsxymbgMCxvZmj
1P8yTkCM54SOjhfX3akW847N2LsUbbnT/ciZ5klItdgRFyPX8M5sHeIGTWyFrykCn3RB/QLO1x55
YNQMmVrqhkPUxc0lD2uGd0Ekjrr1FVMryxC7zs7LfWWEtr0Qmv6O9pro6ywSuc9Eb+5P/rtHix7T
Jp9zKPKRmXRsrf3MERnR4/c6QmyepQQV4N+HCSTaErdbQzarrET2ZAZOfWfV7smeTyYcIQUEAC1H
djKy62YDO20Y58xK4qxKf8Ry4rVrvy/j1YQNC6xoLaD9FONLm2SkW2gycvLpNJCK5Dxcz4ZR38go
t49FVKn7jNAbqolq4izIJIFQL78/5j4+yGWctV1OHmTI/GTOLet1wEx+gb+wfDZLX4YwWMbsSz8l
dORP0FX/omwrioBAy+yiCbAmLnIN/nQlxtR+csFFvjVdjiN+IjzkaGcBD2YYMYFB2IEdfamGtOPR
y4n7woSeoC9rURn20ho8f6e1KV6nFDPFzL74Fk8yDo7UYf7Oclyeq6NhkSfahdaJrZHX1VH5lUen
qDH0vREn7mNYlO0L8WGnAAsQVliHW+QyA1vV964BNg6Tlo/bZfBy4w7pbw5f4RGUnn6DqmZ+50cW
OFjTkHQ/m5C+DvgoVFc3iPGYQlOEXewYKELRmRMfwpGO/n1u76LEse8UmVFXE4yAkidjOlU4HsE2
Jk2JbGEw24Z6yaVJvkq6k0MkjMeHag7QzpMKhmXD/eNzOVHvLRu4w9mGAlN/a6aRsA9QQfxVtex4
A6EzNB1FeA1YNLr0yOWhPRIm0W4axfggIwAi26GcQrD686wXtt/l+jKuhEn+TzOmDbTrAe1cZMbx
VpQoZsgvSZq7npwCa+OWmbshJ6AiTJY8hjtmlXG+L4IoSZctA1gy55iGYeEuKweHbejS2bBZ9VGX
OfBiGqatPBAS9PPlZOHHJpD9KDAY3uHSbbeqK8E3tqLjgjSEnHESQ3lKnqinLHfDXZpZG7QTVBZl
g4qHBBmuNzGIvHlExMEdLY34K214TtChodxNZw3md9mI5kD/PCOYJCsezTHrc1yY7sg8VJIwUU3t
SzN07ZU1jdPB97IuPYYof65oyPLyORkB7NqIV4I25D7lRB9djpIbc4lVC0122Klv4J0iABZZfEk+
AUpd3We7IPJR9FRiip8tI84uvClrmkWPPaRf1z6NJzBMHJDWOU3LfqmQIeDEh3ZwJ0rm+ssUQEa5
atOOuzEG+f9qNgH/t3ai9KKjNf5IRwAfKiEXpL/JAki4DD19nw1V+5JB4RK06Byw4jYKfU86+p6u
psHhbpL+Kg1yshMwuwwPtenUT5o8oCUpT8EjZwYf4noMabbIw0tZ+9QH8JZOScCVwUCxYb9CQUM9
HsGAgeqq4m6TJRnC4cazl+ZIQAUECaCfrAMCY0aas/ky6wrk7I4FLQp2Q8TwoHMC2FidGMyvCld4
sCxaxOB0sLiz6j5zHwM69ISCaYcfQmceQwnw6vyYRJEd+xSnhjPVTXSL2I7nLs3g8jrF6LDSfZBc
hkVYfAnbKio2hKu5gAFGFv3M700DtCR/AjHblBzQCnuPji65CRiFfivs1n/1nSS7SGBI0YacBrYH
s0UA3xouQTakYIDznuFUT8wYTBZPIU+SxUyB+Fl5hRfeJ4nBLQ+/m1G+Ig0R4yyTo03jdghv+8xz
sNCDJXyM+9Aqd/SohgcDUtTOROt27TAwuItTdBxEc5nfeSxEl4nwi7sJr/J9HgYJyS0AtV857Axk
QPUtayNtcaNQEMzkM4SGpDJrUVZvqaNjkKo44smYpY/4tZhmmzpLKrvZ29D1b3kUaX8V1HmU7Ukz
yHZ1IGKUKKyPcjkw4vieFNzaOdOrK3Qo7XbyZL7Bbcqum0/xV6ZTXE5h2VN1PTTBRNGRxDPU7Gg+
xQCiYerQIr8pEyjDGjg/272vHG5hnZ3WN3Exnb4CVo9GiwyMzUnXSJheUwE9tCAC20vehBcN4TIW
DtjGxRDa9V3rTAOjqIjkr+y0M1c8ADZg3scL0wP5HVZS3RJJMzI5skD5UdTzBMp9/piOM5hgslEu
fTOouQZYQL40IpLe97yoi5QjZOLTRKWvfupQ8SMRh0kYXpVwGKrL0g+I3c384jppx36rWy33pqEk
lCvDPLRzwm/BQ075hCUSDl1jaQaTNvLXVTLDfmaHT6PrwvPZI9PZYZ/zIskmYmrDeeRIaW5JICLa
NTaS25r7+1qfqMMDTsV1m3j9zogthmUjNfWSRDEuEoyAsj2KXjbQV6qKTmtlBJFxmEqzmBZScsPZ
UBFc0EZZv7VtZq5ENmmKbZMu6TZhXIMCp5uDRQaFAfCJCFD5YsjC6dJ2+n5UFmuxqv3wulewJrkO
/i7SIchyB47/aqglTBCv8Q6SeQIT+wCFqW0p797l7t7mQMdj6jLp/Sh4oFAlg67bqXi4zEpEUxeM
QnlktT5+k8pFCE7xkO3CEZRal40eCiWPW6VnQrsk7TBfIuzieWEm0/Dgmq1P3VjzkAKeidTdmYo7
Ci0DWhTJvCVqpZAZZaKgDy7J2eOBSXVoHznGd9eT7gEVqARRRNKQxj1nowW5q73u4Cbj3DethY9i
YmkYI24YNRqHrhuaA60Jvo0Hq4o0OVyju7HQlICl6Nnje7b/m47DUU+LemzMYxby213NkYWBxgAq
767H0UqNS5QHp2QbUMAeaUSz90/x//8Hx/X2p7z6Uf5s/uP02i9STXUaJ+0f9NY//+5elvzv/F/5
5b9o/uuPP8bEfkrU/eVvAPLBdLjpftbT7c+mK/756v/zb/6//uG//fzjVe4n9fM///1Fcsg5vVqc
yl9Sek+2xvf92JfTj6r8Uf9ixuY/+KcZGxvbPyyBSTXE6g5a9IS3HX427X/+OzZtFKX+SeaIMpc/
R2j8P7m+dvAPj64RwFt8Je6JpPt/zdjhP3w8t36I7xdvk+cF/v/Gjf2rbhw+AY5ZRtvmGb5znqux
dthLdrVfyIuIwuPCRYz8kZLzpIz9U4v658ufmV6rTEGiOrm9aPzKfZSNF4Bv8900DOTSUi4lYkk0
Ho86XVUfeHF+Fan/n7c0wzOxZmITTaAaoU6aUQCUwCTar2OSUwgUvtSseQ2Q4UsLoSNf/uXH/vLP
r/M+1fXPdzyTBds03KWvZ7lDwBa5y4Gd6cgDjXD037++9asO9c83OH3Vv5gk6IhiXCa2Z+c2Xd/t
bcUkZzvUQfxUxLY/HCmD3WdP2tdgq/QFfJ/gizJ6g7NYY5gf2H5+lXb/+RnOxPBG4RrcoZ3e+e6I
Sm4w3dhcZ0PRPeCqKv5Xou4/3+RMspz0rUcvVMidEzv9XTUE1ltW6MBd+jGxJh+oi//+lscC/+vV
HBmk+4mP5YSUU1zxg9NJKh5CQz55O5wZo04z/NFjgkdzsKIFOvrDjcdT9Pj7m+G934EN4a/3Am2a
tm8BehLFkroPFO4zI8YqILkAVRdpfL9/l/eu0dm2YMZhYvtw43ZwGOXaIE5t49Nd/eBeeu/Vz3YF
uJ+VlYpM7TgsMFrua+qFstRevf79p7feuUjnLhiLvi/x3VLt0E2NwzWo/MkEs+yj2/F8dDxLkFdA
I2NT9rc50vJ0bzGKVgdwOEpfeGXjpushammstWnoG1DS/PGUeFtZ1kcf8Z01fXoa/PV3nFI5SBwN
ahfNRBgtO2k2yTon+bdEC5Zl5jfy3uaflurRpfDkTw7wPUK5omfOIaLRleg/92MEZ5uL51IeBflp
eGwMyKuQFYpbg1C559//Fu/81jylfvmeHSE7eTZkehfLuLpl6M/ccKrRLX5utQWnW+AveyPwV9pE
+AJ2hUdk1yKyqvJB4PZ//NzHP9ss2gEmBGYcTBRmkT0YSZ29DJMuP9jv3rs4Z1tFR4mN9ifXyIOn
xkXE0nB0yRIhPreMg7PNophrQWxWoHaB2QKWDa1YP9nI7toPLv576+xsm+ABO0fE2OvdVLfMeQcx
zC5tuSFoFkYUG2+//w1Ot8q/FhFmcLZd2IBPJriNuB4HPV4xsWx+okKzgmPDrVtcjQ1h0h88G043
/d+8lTgrHoj8a0XUmsRSCdRIS7x9eXsnrHEU9GTJnFx1fF8DEbWtk+GDreCdm0Cc7QSI7bRF8pDa
hYWfhRvRjjpclGGcZB98qXeunzhb4U49Dqg+B7mLc1XFiFtsRxprfMLI+suCkwMnJr+dPsBhvPd1
Tp/iLwuyZ9ZvR+Avd12jgmoN/teN1jNheQ+/vxvee/2zBT8q2odAQKhYcztAAKwa+eoSBBp8cLXe
e/3TP//L56fhodBCpniLQ1r0KFM5f/rFRwR763TT/t0ddrbkObQR0A1CdhfiJ9k6A2mGL0lMKMza
hK9qf4NOSUhiIpKBRliZ5KDQvWiYDFqupvhgy39n2Z6bYREC9a5l8RMZqg/hdzr262BCcCSZJzBu
PvcznW0NvmEIYGYTZTh2WPKaZ2aSQyTEB3vCaUH+3WU82xOqgkG5cEoNv3rKm6XLHDdcx0gNokUs
U7RKRK5r0uchLyKdz6f8m4h85+X33+2dBXXuB8OikU/apbwwT1N6JGZ4qpD/J61xnWIyNu5E0kp5
+/s3e+d+/BeqjGHHkagKjlANrp8096FUM1ufow/28Pde/2x38ElZT/XYEhNdTMbKKRPm6y0+1N9/
+nc2VP9sNyhDlXRgddUu8d0K6VrY9dhL4r46dFr5w5KRmHjrSWQrPvl1zraHySs1EvOe5WvSCeuE
fqg7SMW//zbv/fBne4NTRFmj9amuHHrZbZIoHu9oGJbJdjbm8WjITKx+/07v3N++8+suRCCzJ8nx
IijQAxX1gKHCvLO9MgErUJnpV5QNwUNrlJHYINKJyiXueqbTv3/v9+4I+9f3RtRlS9S0aoe9wUXp
3AXZ0uydsvng9d/ZfvyzrSFULTIPkyOMIjkb1m9uCSCNOO+YpjYjbP/PfY2zLSIuHIUA01I7p4ez
HjY+1khuug++xDsXyTurFCReLRWeluXoRNEd4n3rzsBRsP/UZ/fOaoLIb1NkW5xRVVwPB3zidwZa
t83nXvxsxZNJGWjDbnnxEwanBqW2wdFqffLVz1Z8r6Vd9nHNZW8c5ygYby0dWXyyYvbOlncCKSYs
De7NFFXND/xThCP3lt988rqfLXCmyA2gb/qxWTnJa+kZ05qglw8rsfdumrNVDQrcUmh1+PTT8OaA
88KrU2frz/2sZ8t2qvIiFLLiJFSXkha/DxIWW8P2c69+tmgzfO/0TUK5G8m1rPqZIGrlP3zutc9W
agu9NRoZme0S4XZrwHAzCbfYfj/16u7ZSu3GvsAe18mdMXoxcjB0dz35Cc+fe/WzldoiQy9Sk+tS
GSdXPWyKRSpLvfrcq58tVUG2d+0oSnfcd84NSrdjTFX1ATTonbvxPMeI5OoeOQOXPcYbl0DhqmmJ
EsLZfQRfee8NzhYrJPaisZjl7aygRrrbYfyifP/cBvwvDCBHBSJpbLlra/3FrdUa0MYnr/rZMk0q
rIihDywmJIQNUXfL3X+BjLIePnlLni3VwNMoH3QtgWWis12pyEAE7qGJePrcbXO2WL1xgoWP7HKH
zH1iI5bNbTeZyQcd9vd+1rPlCq0RpmnBTYnisCkuBx8H1cpvLPVRgfDOGzhnK3ZClTI7yQlVklt6
WrakepBX0Vme/7mt0jlbtF4t4tk6bQmlQ1oofGrrwsuC4XNbpXO2aAnQS4nNYx7gkA0IY0VmDGBj
/cnPfvZ8bT2V15lHi4KbM0OH4l1YlVd8AHB578qfrVilRmEO2Hd2NuPP7Zy1xQtGpjxZ/P6+PF3f
vzm1Oae3/cvZWrpmQjjvyJWxI5uFW9cLTgdfK5wBXhvezLjQdrluvQ+WwelT/93bna3jsukdZPeK
50qqMrGcRhyFi2oMUEKgUv2IQPveNTtbzDMStj6LuWajMQZLU8UuXh1XfG6rOOVl/vWStQ18sTLn
ZmJBC4yWksycNvqIovPeZz9byliKEYYQ/L1TgV9vx07Wh//m7Dya48a5LvyLWEUiEOC2g9gKlpMc
NBuW7BkzZ5AE8Ovf01Pfwsao1fVhqQ3EBnARLs59jkANid9R0MVNkqDnC42wUBhWRg8xsAcfMvR+
f2U2Xfh4F7ZI4GIQUZM0KEgHAiCPQnvUopuvffyl5p0wxpt+PMPPujtF5mzDjD/H7wEKkJbjOgLv
iMo/vS53us9E/1i1+QTHvPlTwKuzYBXlxV2UFygHgMdbfTDAgMY7ey5m2cO5/JzNmZPqnxrI/o+K
TFn1DllyJJoW2WWo3oNjLwpGlhrl6zMqEEqUMfC4hKNGpOsvKBprvqCKfESN5kwlvOeYxSsGjxOY
bQ88uIFOowzfUaBwu1TnzYQiQa0MqrcqVvOfCcoZ6e0sVPxrHfQsP2prUNDH4gl1wqYER6QoSL2E
V8boX5z3KzHoElXBwgjsBg7+CXy+HqIPCpXRDfQQPSgmVsBxIIc3CN+HEL8OD2QB5CWtJBwLDoBH
Q05ONgg3z2IP1k1XDg7nXeS1L3IWUOCPaE3atsPdyqon1ZHyEYmql2wDoho2x7Ckruaawud5gDIv
mwaUL7+9+l2aUM7iakwBOnCZ96e4asMUiMgjnMibK5vO+etf+1Xnf/rb0sq7DV6Yddmf7KxGCIpz
Yg44sLfxDrL622Wy25Pfr3AW1XkKJVTidXdqJCpUogggFZtAWebZSeTP36FnyCAsG4CoRUEGDOEE
O4RNQv3udy5usIlqDigKa04FWzXwPmrGQ5RY5DWm6oUhdv1jQTwv4aWBsjE47dRpyKTaq0Jd2z4v
te4cW0y2bpsAV+1UASj9nOUhpFvRJO68BtY1foBrTKm2GdA2FPPnN/DMmFLeJfG15fT1+enC9BZg
CuIxAo28zkWHEs15JH+vhaHBlfYv7PX/PgX/Nv8D1Gg0lNj5xHQNHTnMcVaEcFnLBG+rbfPVr4+c
KIt4udUMZKlTDcu0exRGms+yKe2V1uMLfeSEVtEwzaGfVieUbwPGsEYTXBSbmp6dneAPue+Halqu
rIKX5pITZx24a7BKaYI0lEv9gALWv8vE1n43hH+FLL8Nho2Wai56naWooNQpdDcTiN3FemWJuDTU
zqGl5vCAyjoynVDAjHL9BEYw/Ah591kC3maoonl7rC/JbkLnGqKGQTQJRM+nGQUo622dL4akYUPq
ZxTQFMM9B2UddWvrAM4T/PHq7sBoufA7zXnUPS4Qc9orn/LqYEFm7OwcKCxoF7zN9CcQ5UZ9EKiU
/YYdPGBXNo9L7TvTGrVyIg4TIJKlbr6tK35PH6NC7+1+fLXxBLy+P1f0AKc0oH7m4pSPI3uKxh61
qYlnQIbOIS2DMx5uKiMa76Q+GUlhTkaU8el3fPo5UH+bx3zGcIqJ5qfaIjj3FGv5cwNha+vT72jf
GVepFk5ww01SOYUh5PnhiNJX1h/8Ot4Z1QilF+2oWJKiWIl933SUpBp8pm9vt35hsXLtqXUL4T9M
iHFcg2cwtNwoONzBhE6B6tD343pDwfK9Bta9NIWcxSqBLTS8BkKZjl0ZHzTKf055Qtebt3/Jea68
cnRyNZARxSM4qGj5SaNstPxHrKiivYv6odvSAOU76oj83tbdiTCIvr79Hy/1nbOCzW1+dqVE4WwZ
wKWsmznjOzqUI4OiLoKkG0CJNT++/b9e7TusHc4qtmpZgNFWBemWVVBgF8k2NfuWhnN0ZTm+9A+c
+AYQIUPhETgEcJ6UFC5mCqaTMMBsrec/cGIcehUyDSDBpGucld83gBU+hlOYePbPeYx+i/GRw01M
mzaAqKrH7Ww1EZzZyLX3/kudQ/9s3a663AgzAACGZnnPzZbczG0iPHvGiQu45tYxWEzgo0YwBZlw
Fn8HE5JrGrVL3+6kHpK8aXmYtSRFqR7XuLCgpP/I6Mh8pIyYmU4U0BFiaCzb7WmzG+B6g8i2Hzjx
2H6vIePyWjskILJ/joBsAPtPzmSkzFTlSYCMjKqEMvP7Da6MrwMoAywTUQO4j1JmYHrUA0AZ5CnP
7fzLK4Bdgd6AEk+6YlGCkXU53CkRw1hgUvmLX+vO9M/Iduayx9UJ1XzrctM1GnguHNHBBPT7B84e
104LHweNfxDOYvkKLEr/abUR7zybP0/e38K3KlHj3gYZbMdRk/kIeBTYKx00df8/Gv7/SZIxfZwA
7klmlriYK9iUweAKrLnO3qPcH8TLt7vn3A3/2XzQvhPCq7ZDHDdZeZ6eHYqZGKx5A6BLzL7v42t0
+Ev/xIlkMeUCqJUMYxD1Bd7C2QJMCGlGDu5VjpTM4e3fcmHBcIV6UI7OIUHV44kuKETpt5HsyRx5
vUDKxNXm1TEYd72eqlMnYVu741kLvFg1xt+9Pt6V4ZEVlTRbh+b1RF7GAgmNfGQ+L234dGcHa/JN
ATEN/MQ2F8MH+FhVJ0C/rkXYhdEVTghv2jI7T0gQgrYpAE/qzKL3HapFn5IqgoOtX/84cVzlzI7D
AK5THBYKzq9S5jnqwODk5jd7hBPJgd5EUXFZgOy6zMdxgcpz1cTnJI8RcMJ4EIUEmzEuTlFuVAqq
3gQAn/FKdKN1J4iHet0gAqLlaVljiJDhB8jvu6JCktiv7934DTlpJlAMUXwRPJk2gavLJK+Bzi9E
rXC2YQ1BsI5geHwifRQA94XrDp4P6dPbn/664FEmrlguD0SUA/NWnIQdk+aYD7Lo96LGDXYdh0Tu
y2JhP8C2assnFEQGL6aNwvFcX4cc9entb7jwC10Jnaph/LHGOODbehlf+Kbqxy6vxBe/1p3gjii4
qjVe/880DgJntnE+MIOSJr/WneCOUfAHArrMT/CNTe7pBlPmBBbaXulWjI4T1X0T0FA0GPIANt73
HMW9B7Vmvc9zIlp3QlpnI89BJMpPUZL94kCL75AzKY5+PeOGNF41mCpw9R8XpNLDDFd/DVDDlX4/
d8Ar+3LshHS7GFXKMMxQtX/mF8XAEz0WY8BQYtAvM73yXy7NTCewJ8YItCgzZibIRnlanUEpAI40
s9/pLnZiG1WHcUVzG6QClEo8L0V7Nm3VwWsAXAkcimWQNwKQLoV9NQrtWpi5VybziypXATeuWEor
icZROIg6/X6o73vDuN/ccT3BJtQJr1EVJGlRjuUD1Ta8HQOAa/06xonZFq9uth9kki6qjWEnYGJw
l8F292v9PGN/O/GWbcxBfgeyl6r+l+ybfi9BUfb8dCdiSbWiFCWY0e1dUjz07QZ2Td+V6duffiGo
uBOydJyibsks8l2DQEEVAzFCAS6AGvEBaPXNs4Oc0MUjm91QeoAbfUzJaV0BwYRF/OJ3luNOyC4V
ikiTqk9SUVUgDaskB+OEdFceYS71kBOwkQSAWWUZlp1pTDpQHSul9xBRrmRXdNHmlf2HMbFzKc4t
IWuBkiBQgTuBmvUiBW7Nc1FznYZg2IntfCzPW1YNtqXaQIHOgNl6ew6dZ+IrCzNzttuyq1YgJ/G2
AGDI9n0CZutkC6o++LXuhK6wqMcoK5qlG6jzO1QSf5uNijw/3YncfuCAuVs0roOCAL6YfWVV8MPv
w53APfuJ4YBwJkJaOHVQmhcPQQ+FhN9GxZzITUyvwMYmWcrC7mdoxttmwGu+36c78aoABolpWSZg
4FX1wzzBq3EXlhG0yX7tOxE70hy45NEE6Vhr/jUrWfLS1PW1C/yl+ehEbMfYlugiTlILuf5Dg0zZ
qViI5x7rSuFaaTajNbZBgE+n27ZmAXiXME1+u2fOs/qVWHJ1cKQDiDEC+yWluqUHA2UIFmXQdW6G
ut0OTVHHt2//owud5EriSF10kFxM520FxbYZWLObLcsbv8admC01uhswxCBtBqJTVYtP7XL1Vnqp
i5yYJYOsggrCbUyeUD1LZYCXJauhCpxq1Gg88FGDAub3Q5wYroAcXbelzNJmjPI9jEbXg4D+xXMM
nBCOk9UwFEHgl4iJ6B1OEN3PMZKZ31mfOlEMoj9JjIB8p6toeAu4VfkTSYnc7wrnyuBMh/WNgY+U
Mh7DtDzs99mqPVPE1AlhAcPaOmnxlAWK4Hgsl6g8wHnb+E1PVwVHgY1uKlYEKXiw9FDNCUh5jaI+
r6sycUVwwDuOdIWyDPlPOr7PQGPdTX2f+6W3/3V1/+2s2cLhZpAjHo9slGcrkD1dA3KSjTpUbsG/
oPKbmsSJ4BwF94XIMHeilWR7WuTbrYaV75WZeT4ZvLLKuVbbIPf2iUXZblqq0ra4JLZE3SsgTWcg
YQvgGru5CWCa0NZ1daXfLqx3xIlklQRcdeUWpAVZFYiS63aC1mv79PY6cekHOZFMVUktQ2l3GsAx
+ldvDX8a5jj6GOIwF+7XCCY1YdPoK4nRfyU6r/WfE9mjzLDAWuz9fTjGoHkVFChgiIS67MMQju2H
KG6RjJqSmUcPBbjVoHZvliQ34HTbbw08NGDJ1NoG7mh1F66fctiyqEMTF3DIg44i3vy2eVdpOM0G
Kb6cBWmrcvbXpGooJEOh+q9vd/qlIXUWiSQCXzPqNU4pIZioBsZhJzixeJXLysQVjrGhwYGcATHd
qvVXwqp/trEe/DrmX9Py34KYSmDWQI3AZReef6dwm/JbAhMIz9ad8/jYhnLOIcNN4Vj2Pm6Cj1nZ
eeacXdHYDO7RZgQQX80W/cyb+AvPxl9ew+nqxTYYdrRU1jiRZAs0kmtjbvU4eD66R078ozy01DB2
xUU3mn+WpHqq4unKme3CPPyP4Wk94S0QJfbgwvXlHXyuNkCgaeh3u/1XxvvbXOlXIeMs7LDPlj37
RkWQfEACJk79Ot05iWfKqK0XPEm7XE27NtLTrpisV10jYsiJUG3UxPEanqRDPP0Dj7C/YDHo1y2u
FAwLXjN3AwQoES5Z37qoi08kXzy3P1chJQu4tqCC6WxdJcsvZZHN38YyE34nBFciVWUzHrMIwNuN
jNU75Ot6+FA39Og1pK5EKhF5B+lxJtNw6vhnq6b+PQAgg9+EcQVSBEXjG4C8uOyrfinAsyuad2oI
O89nodCJ0xZ2SHW7YhXI49ikkx70Y9yw/krf/CsrfmXndDVS5YoX0S1voLvSqv0poEVo3tmlp38V
gZkHWMOYDyQcjtBBtC/Zmqw3cWPL7kiKzATgmQIpkKLK52cJLtB0jBkw9aDRwz8WOv2u3cO3aVEH
ayf+BD9zya589YUFJnS2+woI7mXQLQDdlCOv2wcJHD7jWXd+R3lXbqV1sLR1KbDVlWy5wVs0hzEk
PEf85qOzCDR0zEGuXmWaw+EYbrT5Y7YUfrknSFb+TL3WoPBabqIsFWdHw36AxKnldvC6KEAL4LS+
RoD/wvouVQZ+c3mUwTCy5F5YMolHyj9bX5WowOPmMGvQeniMh0J+Lqg1n3y6HU89f7aOh+ZOZMOC
b48M2ZU5rOfAvPQTYUhX/ypkTstWY/k924C/hGWubshQZJ/9vt1ZBBbWb0EMM/cUbKqvGRlh3aZM
c/Br3DmrD7BGhNUCTgJVGMI1bYk/bxnzU8bh9vdnr89xAFsyg5NdgLKAGwHizjttF/7F79Od3Zqu
BSFhhZNdAmZj2qK6aDcM2TXdHcc3/ndtlK76S9s1gDvGAg1ktqpvFEy7F2KX4H6cgtGrYEJi0v/Z
P0HZ23jeEplqYHdvBw4/zZ5zLwQEWnfjtc1M13dcpuUS/8Wi5lm0XkWeaNkJ1o1FfIDpEQ6+Nhb3
eaOaW9hvhF7Xbeky2SQKC8a4xiFvaLfgxmqSnw2gQ+r3qCxdJtsG+LQSAZzJO1S8HeBk8oByiWty
0wuCAindcIUjJMCoNc7W4dQcYZ+kEbBcw5mxi2y8pQ0N2LKfgqJeAKFumu7ICRcbEKNwoPK69EhX
FQbkCu7EE5ybtiAJj3i06WBsXfo9oEhXExYs8RRlgZUpsi/Ty6aMPYV2NV4XCCmdsG51pEshMW1Z
0NzGyUAPIxyj9l5rhisBM2tAWlYjlw+z6BmF7eQJZPvKr3FXARbAJgJgbuRHWZuMx0WgkFjHQ3aF
ivX6uUe6AjDbxzaashln/DHXeFxtybGIS6/sAcCOf65EqH9AmTxRIl23dq738IlvKigJ2nnym5Gu
CCzfVgPs+CJTmJ6AQTsX7aeirdWT17CK8yL+27VwCFBGagncVbicihMkLkW6GDp53VDAKv2zdWTi
dF6DCZ5uRV/ewOy1OcJ96hq06dK4Ojsw7LrhYhpjXPk01Wk8DyjiQTnkleTipdbdLbgD+xckXvS7
kB90Aie+Lg69kC7YBdxQhVgGPqmjSMdsrr5B3k0/bssweB3EYaTwZ7dPFGiCoYpj6Ltt+REuONlz
QuFT4TVlXN0XCZdwG8ICuyOcmXtANPT6HLclzs1+7Tu7bzhTXK4YjVO56SU/lriD5nuARfNPfu07
EUuzIhIMDhwp3J75c8Oi6QmuyvlHv9ad87LK1cgUKXFNwa70mYhGfijWwfqF639UXYIlJQxW4VhL
+nFXbfO8y1c4//h9uxOuMXwueKQLkfbgUB+T1gQP7ZBNH/xad8IVtsu0rgom0rOi/jDmAT3YoI78
5rwr61o7LL/zeX8aOD20MchOhIfGc0o64Qp3AN1U8HWGIAQWeLAtJQXMwWfYCvp1jROwa77UNhzO
m2s1fDXD+Jy09MfbTV84jbtarjo7O1DUNkvVVPbfQBm2VZrUYROlyVR4nmpdTRdc5ZstqJAr2mBp
DluONt+xCpzLt3/ChZXY1XQhMzdBKBmLNA9pjatW0oUzbDerbPU7fnAnZkWQwQ0KXvXpCFus3Vq0
6Zz4XuVcsBnTtNsWI2SqmKzqA9jbMQWmWsJsw697nKiFCZZs1CRx7BMrePtDCPfxZGk9O9+J2ppC
HiJzrDgDKKb7RdbfyRZcw8JfGlny50Y10wV+JRqnbbNFsFMZoNgDQtUrYSRdPddYK1ABYCiVKhu0
cCoK4kNup6tFxOft6JVrLndiFujWuGlh0p2WcE/LTzN8WdXdTGL9PpBDnd3JCL4LoPuPX3Ozwp67
MnMFM6KgDb8nA16booUq9QVEzuh7voFafsqYHG4r6Od+6gw+TBC0w3Xt7SlyYRFwVRrtVgUWdmvY
NrZm/cJhiQKLz3KEK25kdfD97X9yYTBd6dnYLnRtrZZp16NE8ICnDFPs8ynLqN9Ed+VnMPDCjXbD
WVV36/yFGN69MLX6qb2lKz+TMGpp85wgjMbiceR6RgWNffHrGmeBmY0J4mHuZEoWbm+4KMW3GYAe
v3sfc87wMsJuHULLkhYo4QOUsTO1gD3hAJWJ3+c7KwyyIKQZAE1JLTgYz5zF/Lvs6PrFr3VnhWkq
wMXBksO1X9vyx1q19e2cST+Bkjz7rPx+wcnAS4EAvkCuK6tzBZdDSIJ3MAbg0m+BZM7ZwBAx6aTH
7hS0KNsv6USAd4bNtV/nOKtMPoqkzhboOfsaxvF4nx5AwvBq2lWgJQAeLCLseJqNQwvX2vEO3g2x
35RxBWi06HS+ZgFPUaK84cEhGp9mbscrU+ac5ntl7aVOPDWzhftYsYkUJrb8doP1zD9ETXO4p7y/
6VCnAW/Kz8USZWDktJ65auqEGeriwfS2I09lsFm4GjOpd5veNr8nK+ky1EzNYjvRiiMXXuP0IUPD
n5cmasOj33g7cQZyO5QZEp0WIr+ypxQOqDQY/F6vpasSG9nINDlLrWjYx7ti639Okb4Gm7qwtbgi
sQamaWbu0ThjoLjv9FJrtmtHwb76dY0TZXaZYJShUTVQCTm8BzDQ7vhAtr+8Wnd1YhLPqGxFsjad
e5jwFrAPioq5uPFr/Hw8+S2B01rcBrdKwKDbmCgFX7FJFdhinq07d+XYlM0wSRanYGEPMBOnf2d1
co3XdWFUXXFYqejYUxWxdGmb8dg2ObRudP3g1y9OtA66Z0YBhpNyszxmNBx281BcUyT9i056ZQFy
ZWDdiBN3AWvtdB1Y05/w6KnuVAxDjh2xw/gJPCeldrxgw7ArSR1kOxmX03I4v4DABrwb6nEH1+l+
2Amh7TsYNXTBzg5B9r6Ffdy2q1dZFX55LOKEfYOMQRuMFgnKGLK1qgIQFvdBvwJJSZztlUP/D+0X
/OHHbbrBtve1ZrPnhzsbK+pSk9VyZFZh2U7SpBiXtO34tbTqv7//tSF0Yj4Ou9EwizPZSmEfdJSm
bvNnQNzmfC8BDh13MNmOPpRhPeaoqOZ5cbeWHW6389lsbKd4voTHOFrgAx5AT60Pqxi3z4SoUB3r
beQbjABzvR0na/SPkEpxCAicpRcc+3ZRF7QvomvDyUuVKNzna5hIIz0vwjjdkgJO720EWOGuoxP7
5+1gOu+r/+0r4T5gw367K2DAGKcW8MQAduSFFHtmbfJ3LHr2ZPCm4bUSC/cxmy0VmIzFxNO17qqb
GE7XfyUqgmfu2z/k9SVHuK/ZgCkKnHYIcotBvNxyYPaRp/MsZBfua3YnhxnOmQQ7+IaJuq9V1D/K
JcTt0+frpaslnGDWmUAZikNVL+DaqnWx6wn3zLu6asKyxwRKKvi199PyM0JQ75CS8qtLki6Drj7n
dHMb8zTOs3zX2vxzEsmfft1ynrW/bYGNUDRMJmRYVsnn+w5gfYRkKP1O4K6eELliEolpisFTK9R7
ogL+S8NF5tnv288T9bdv5yXs5y0XGNKVkR9bje8+5BCKXSuRubTMuapClKEuLfIPMR6cRfNA6219
rhsy1ceuyIpkF0FO+wQJuHxsdWPYPZIYnfrW8g7gVY3a98+NJd1jFcthOiB3sX1op7wID9bUsHcu
ciODPd4cZzzUhsv2CMtJbvdrtvbVgZ6Z9Qc1ARt0ZfpfeCAWrsEf1MVlDNcrjmWuEhAjx7n9VfSE
sR20Okbc5jZvYHcMWNhXvAzZB8hgetSplVHrp4nFzfrP4UJ1V16yDKXaJAzgII5prLAWes40Z8PT
eWYhEiMirekU2F3UtEu0j4rSz/8D78POltfTNYGiFy8rs2IshY37dqzkJPzOiq6UMqnXHB4fIU+t
BMKvBX74DiaWlefLvKulNMAA4tB1znKEVf5zGyakOPH+EfpRKqSrphT5Mql10xxHJCZ22MGRrWmL
0bNznDVqgLa8NLGK06zAoRfelHn3XAxZ7ffE7copjVjw+Dwr9H2bj7e04GovYtV5HS+kK6YcYLsT
ajVj8W4MHhXxZHbXj57Fk9LVUsKhrMFRSDLcHBXkHeCJ7uDwkh/eXmDP5/3/Hl2kK3qUM3xLVIdp
w+ZwYntddCAmE1Q+53c1X+Jfb/+X188V8j/SR6PsOG94z13IuH7Wa1FQEKKj4tp78YWER+hELiiR
3DY1tolpEi9TrxuQQ8M+NHuLysG9yQr+jwj7/kfNkcFE2TiOZz4/TCT0zwWvkRXFWdLwdKjmH1WW
vEytH4QRMjxnMV2CqJFy2HgKFWz2HtDmDsXRc+gVcajY+PPLE8ZanFlxnLFLVDxIlkenpeC1VzIF
XM4/Wy/mVq9dF9FULsn6uBXV9DmRWfX17V5/fdJCIPFn65TFlenykkJUMjRmXxRlrw+oG1HPI0De
2isBKFyZG2BUS5H0OX4DDpa7bCw/Mztwv4njCt0alnNb5StNs6rPjnlVmlM0ML+9BqULf3ZQ1mQ6
WqKOpVlcRTftGvYoqAz9FmtIpv5sfQChug+ahqVqndtxp20wndao9nxOFq7QLUa2WAU52h+SYHpn
eAg1OJzmrhyTXl+LhCthA01ojoq8YmkwrTEESeyf+exB+vbMvNS4E7P4cpBlJmw0W2mr+6guyx2d
+vjKk905rfTfxVq4Cra1h8d9tyIlHc59a/dTX8/xHhwjAzYYkQO7mckyfS9Won68/XMuJHKEK2vL
Mrig2UhSSPYjZAFKM/N5Z1AB8uucmnq39LKtz/cV1Sw3kc7ioQIHEwnCA81COu8sckzRceYdWXe2
6+v+0yLH9r7OqrDZ4bQotjtU0+E5/O3PvbAuuDq5oirs2e2QplsXKb2LIbv5EkKS8GMYcy9aOPRs
TkJxboRN2nDDqgB38sMYzWwfdJ2+sh1fmD+uXI5ULOgttzS1G1lPE13ajxzlmX5rvquVazZI0FQR
khSsk/EAzry668ap9DoGCVcrtw00n8aeofW1sTvakPIdDTyF9sLVytEFyqFYdDQFS4Xe0johH6VN
rtXbnBfGVyLLxaStFd5LJrC1025IWuRuunr41tmpqXcojVn6Awvj2cvbCjPIWSNmkFPmpaVROtoe
Ux9W4O0PuVLjOYWcjT3OVVbpTJBUFuCKHVnB4UQ3qGa+hiG/NEedvb1ue6z751m0JUl1gqlAdigg
rfD7fFc+1y7hKPKZhngvlHJfsFgcMBh+SlrhEtGCcuqQz4Rd/FYIdTRZyA9NO/q9wIvYeQ5oZp3P
MR7hU47tfY8nMCA5W+b1jC1cR9EmaMRsYVmb0r7univY9e1ERvsvby+dFwbVVc4ZWdSs7cMojadq
/YKsffWu1u01Z6jXz+fC5aGtnUQ+pJ+jNB9G6NX1OHdfRM6yv0DHGIOdmoNs2QVzHj6FxbiuaQ6y
qZfGVriGoiUl3FTrFkEuueG1AwTQPR6N1a1ftzmxvHHWsq1SUcpUX6Vjw29Q9uZ5znL9Qo3KpWz0
EKX1tGxPrKz4zUq4Ovp9uhPGUy9IIlp8epOL8u+wj0yL6m5AGryad4V1lrNOwwEEuwFS/l9VNS8o
TyXkxa91ZxcuFrkOOIGEKdyQm5sWOQM8GtZeAHkpXEUdxfYeYe0I07mEGHMHG98ZvpKWe66grqCu
MRJEq2gJ062JsoPQxQbKSuIn6RCuok7wKZ+hXopSyADKH0MRc7zb+CaaBD+vIL+lZGFjxfu1zyKg
9fR4t8EzKZ2jKvTK1AiXlCZ4hVtot2Fgg0F8mSba/LR1uRZXZuWFfZ478SqCJh/KFstc2QJauQuD
pNG7NYCyaTdVc/WMDG2s/QLMFdgVbA5yEKOwkxlqbsHDMI/5uF7TTJ1n+isnFldfZ8sqgn9UEKY4
n+vtgZJKvI8tM8DqU77m+2wR3XgMUYRCDuO/Z1WvyHNlbPXa1uvQdWFawirvMaQ2f1BLMfmdUF0N
mxVilWEO9DpYavn7fobzQGPM5je5XA3bUrY5aGElwO5imY4jL37AeM9emVrn+f/KgLiuonwcwXy2
iIuMrevP2dj2iavmmlfDpdbPV57fom7sJJ1Jm5N0alm4g2Fgv0/i7pqMCvZh52X/tc8//+Pf/kGA
h/UW9FaSFvDjnKAGWHvDd+A+Vc2yg8pqG486hx/LbWgY6LVc16s+a0yC5mAsie3nBTxmSGsBHPtb
NpaqXckMkg98Q2Zrb6auXY/Z2MXZDk60JVR+3Mblg036pdxBUy/4IVFjFu5ngUqnPbJ1S7KPRykW
GMeNZbWXqiZmn+sq3NK5qnq1r/q5NymnK11OSU4Sflw2vsgdh0HeAgzx0vU3hrYQqxhjw+kOJanr
dD8187Ds6wqvOR+mHEbcJ14iI3AsFgvvs5rEPN6VQUXI/WIL0GyLfLUFXizHevlQwljkW4hTnvpr
WGBMjYb5WuzJsgV631Y2rH/SlVm9n9u1XHct+ILlp6Scw3IXmihmaY3r77bbIHZ5hpoVHKdYjQ3d
ZWGtzJ0wFhMUdnUoT/mcdRFIZLWy5XjiIgizezoEluxbPOLYdxx+atXBhNZkL103nFUTWOI12eka
RgBwTaqn+gVM+PofDJzMjgklU/QjIpnKHqlsYuxpvNL1bgxUEO3aMGS4n2fz2NwtCpnAvQbIOTwB
v0/H2wjI0B6fGE5yHwnVdjjmxNELzBiZ2QdwORT7Kg+iT4QHLPnQwnrqFoaQEz8ZQNFz2AdSnX21
hIXru4mQCo+yyAaW/I4G85Ltyz4P2QF2Q93f5bBV3TEPhioBY6yM1ONcQ/67D02y1keFs8T7fKvh
/RUpS83JWivXXb1lmTqCVjbZG5WP5HtUF/F4l28MqDUyj+2jHrLiK76whJ4rBzb0eWDafC0L9cJx
KH2pA/CPDuNgEFGDIdNT1y/mU6sa9nUzs6qOxDCIVRZatf1uaKoAKOcIlLhd08bksIg4+JgAN3tq
FG4TSHIk47QfFTGfCLQk5JSVChmTmccbPzVF15FDNHFkhUAkK+ddWZgS78imj4dTHE3FO5hBN90T
A645OSZjob5BK9mWB2PiSn2v6JCVN3QTnbkZZSTJpyprV3Kjhyqrbmq8Y2LSzuHWfZIk59EthbOV
hntiM80HLfGysB95oMsDQ+10sGtnPVdHgP8nc+onpZtbGnNMSczdvASHWkVZspdY3/GUHtRm2DWF
QJZyrGY4TWmVVOO+ZEPEIARpNnIIcPN/LOwyy09bN1Z3I6qS67/NtBJx04s2rO5ZAcMRHAeLGQ9f
U/yrQiLxBxlj/j4aaKuPwmJ0T3Jpl3c5MzHG0+pqPE6GDevH1TKyPHOOrtnXEyS8sEacFvPQGRI8
L6K2AEKALB+/h6Nz2e56IK36XbsNfYivB9nisVBwzDzwDXF+k8il2941k0rCAwYzk8doLsTfWd81
y7MhyFQfoHST4iZKpuFBJAtykVBGBC8ogIjifZHrBlmtshySAxmipD6GQbE+wO0JT79BC/7/fdtP
dfL+7OfbTrtpoGfzzHxE9YRh0/yZowuLA5NhE+znHCrTe7NY0+zXWGtgpqKA/lgmhDhqdMbzatJH
cXE80xzHm61Az3/MbLmxE4Ul7nwfs+FrUQfHtlzNS5iPGJcOYNDtIHM4B1S7mPdn6ma/CSKPbAkY
7Bc7Hbd3ADDnNYZMoiJoAV5DP8glivD6k5HVvhvhh/1Darmo+xKy8vVbtZBueVe1ZaVvmyDi23ze
HUQZ7f7H2ZctR45jS/7KtX5HXywEl7Hb/cAlFu1bSpl6oWUqlSQBEiQBkiD59ePR0zPTnXPbeqys
yspMJSkUQRLAOe5+3IPeWMDAcQ1BKd3LtsvWaFq6LJzK8C2WAC0LQjv7k5ba5zMB8oH7f5HGTIVp
yyRfm2k6RnxAbvsEf/pw798vEoJUzWLMaqt/1RQKwRQxC1D9x/JrCY+9g1gx82kwj5U3y4IWMh6S
jHZzk216sSm6MfkImILkxkPWvCbh/GObpIHfiX+ziC/jaYTFfOdZPGZwoDJ5BVY2a2uPcjAmssAj
U1e4FEGNNruLqmtVk8Vnsw3JPVJKIY928Y7L6ntMfaeOBjWcgyAhSCFhn0+W+axCIC6OAFsVkZ1F
jty2LzjB6qvV9jyjcFWs0qpKbvfVTFWKyAuWS7C1C1zmyLOf6+88YOV3pAnxx7ANkbC+kCHtKY6b
2nPs6LRusqBz29PoJvcNoU3z9aA4/doOtfsmoqHMbNPsGQ2i/snaDh+wJclJsPWrWaOnGamjaRfZ
LgvCOszhBMNTPJT8qoU2CjL8NYKJsFJfYN4Q3bOlfyddA8h265DgoLx/WjsMAIQJcXldwotlHEqQ
U1Ny0gugUNlCciBE+dir9lG0es3iKpiOpJ9ex2Z/l5byYsUU4NHAXzIlenJXoSJ4woeu+SRTKVNt
qkcVBt/tFN4jiOo6ScLpYFdzv+9rMqX7QpsPmOHwvZCzTr6oJKiAEsFHZl+WQnZjfGodgpbVAL5G
jGOb7X7vPrGyQ5bt2n70/Q6PNBp3VyhObNHW9oZuMQ4rxFR8CxAY+17Ow1nw9b7t7JqxlgZ3oW+P
Y7A/ahGJMw4KehOF9X5YJLcpnWP/NK/b8s1qvaWKTHGGNTbflgLXqUb1kZpGl4c+RCdD6znKUGzU
b2W3bU8GNPdVRPD4NvCIzseyb1NawfF7Wex2nAb+vlchLpqvU5m0Lu1Fd9h6OAEJmCsexSC2O0YS
gdGm0lUp5HhTVnHG32GpNP+oZ/EDnlkig1jFHekQvUHrqE6OERitIJj+VCM9NRVRsJ/CbRh0GgVw
jcZCw+WZ+Le6SRA4gsgFPHSuuY9KtUUpDFyqb7rCgTaFbkrrwdikwDNSxFVv87qr+d1Ea/U9GN14
u4eE50tHD0FUjXcBRzE5Te2VRKGWsVAPBQ0VRSxXhxKJL8GbA8l9sqZe03bszuiM5U3p/V1Tkxdd
8+CExVOwSkbF5qcm7Uq2p6ukPNNjfWWn8qWs9JIJxLRnmq0ubZFRCJZCNVceKXcZLsfXwMzfBSxs
sgGywzb1bB0LcAbTd8xydnkfk6ZKZ9+4U6Sx05ItpncwG4vuBasDHBS7f9uhdM+XunfIxhFJOjWV
HbJ9m73KNs7dZwPdRZPT2fVN5tuozhE0YdIJVoDYW4x8r4I1ro4rGLMWypxKBEc5k2nMLCPtidt4
yba6XFPBpExXlAUZ35d39JJTAI0Ri8O0xzB6C+kLjy1SW9ZrqVxg8k7PZs+SJVIZt9gS2cqqqxl5
TOsdxoWbFKLEMKcICc3ni34TlmQcw4LiqilZffR9abPaNO/wXNIpPE8q2BhGLF+jWbyM8C7Lmg0R
Q/gjPNpPgyj5DFv9IDgkVo/Xspvvli350uzt3dh1VzPSjk5h0kzqFbOmyQ3qwaB/NPDHwCEX++kr
Ipj9ltFVdDNWywBh6OIfh0pvKmfliMNBiiGBJW+sWNEBUmtult0lBzNZdtsqI+sU2URhnAm/Bn0a
EJOg00gE6osOe03aTLA5trgUNyUStb5WdmXZiMr/SSaxSoWn5MbscVE30TUKoPGWiM7VabA4X9Q0
/jpX7qpvJ4RatCjSNGq/e3jOB8VItuPguu4eVg/fJgHdcjJ0SeqWPRpThN7H2UI1mhfTBBlQJYdH
QzpUSZReJVU0stMedCRKx5X2V+hOeAcprdx+NTCbOa5lZ8Zc260qEJMzpoSbTRwWLRoUrxdL9Diu
9KEJgiGbdXA3gkJLSVW3acRHfbDRGL1ykIKIs0Lm6AhTrbQtA/wWOt203QyuXTdM9Fw3jctLnKBz
RqXeT5bjOYUppZCYwOvMZysay7OGVf1TuSsgJBI9WDosSZfk5QojgbOVkX7Y9ToXybyWeWvgYzdu
Tf+tD7r5ZvDxjLAoXSHNYR9ywxZ3sK1CEYQpggMDaPfF8MGdsGuYInGDKTTO64LUa/OkWcIeGWoK
lIobMRmJouTcrH33BVnjEKohOxepp+3QnOdgsg/o0ZbbgDGci/EemwkhqEZkgV5wiZcmDp4XO42f
foJn66h7fuJatDQtzRCdGxTiNzCQFVmzjvTJdV4fhWYYkJnx4DNoMWFTPoxj6lbJUgYvRps2Zuh/
UoaWNtmXF7kmMldWDcB0THsF7abC1KqpXtsS1p6Y7utrWswRI2EaKq0+XOX7Z9CQ3Y31C6rjyLkr
Hpkej1hVT2kSM3JOdlHnXq3kSpSTOhvWRwUQ2lg/WD/OqtAGlAN27GiFDgj2aeUWVHUOb9ry1UvV
xymW5fQt2WoEwgYx628hTWm++HKiX6WocO1q25pXIRxDI00sQfEfMrCkvH0LjbH5klyqa9e14Z5G
ZgrPtHLh9bhUw7usQPSjz0HdhK4yLsoE/lyugwc9gbvezbAZOZ1KN5uUG9VNt6uAQ2oKeymSTfG0
6KyeyI7TSXUl+p2QReAASvRPYk3Qv3i3XK2bie+ABrDvl0icFMGXIx7mSnvECtnqallZL1NrQvuK
QycesjB0kFjCJ7OKUgN74GPnp/64YjL0jC0uflZ1pN9Yyz3CHMht6SDCT22wI41+ZdgBy8FHuXYJ
dsxgXM0BR7EfMtXMdwS6yRxFePKJqduxL/BUOnWnrcDc1GWeKfMjAAOI1CMcuTy5w3PyAyOdHlHy
ycOwzXhuN7UWMpyTPlXbgB2ujnb1gjDB671DgGc19W+zAIiQrgulBn5hahAFCzR/ZJEYlm9LK816
QP5xgHE2zRAP1O+Z9w19WNsOO3HIx2bOtacSc0p+4u9DYrevnlSLTre+Twg2thJZi76p0JmUpHqp
ZbMBBhEEOvxlqMghFmGyp26X7q7mrp5zHwfoBoGHSJpGFYyJ0wUA0CHYCHLhIUEbXstxd3mkSoTC
SEgOrjfeoozhQv7sUYhkQ1uaosbOcqcXrnF/nEDKWsmq6BQH5XZVYsDwdQG7VNQiWK6lrV+hQIqv
hxqAkcaekGJ8TO8wlwOQA6+bMe9h1H0OIq9xiRpenbpeV0ecI+p22bspD/lmchdUwUHRLsSsFg2q
tPRkLqbOmrsRJFOGIlm/2pAPB4uvM8AvKveI470chhYoA+XdO2DS5R2CQ3sMx67KhfNdsWHDzMQw
VWdgbGjvNuCogF4gCB62i4ectI8KThB5VIf6uSmHUaeQztdDVtPhdUGSQiqWZe9TWLeGB8T07YdR
Y0demBvymYWi6ODVe17mmacTdpR7Gc91CuUwnnDXepXCDVHonGGTzR0v2bkMrPwF7ag8oVBKznpA
44gXfAw03hJ87G2OClAWbG5e0bfyg9Vz9BhG8X1khuqN7ObrHCjwL63OZRc6mEe15QvSxtQZPlHt
lLYrQlJTBftilH1Bk2EMA81OQFl8XU9CZSpC8lnPPXZBD+9SIHfmFu4vXcojtWTTDLHjqpsNU+Sz
/rFI1mcO2QDXhE/8oElQHkKFiY9xKodvlVMoqFektzSkkvnO6rmAuaN7NJ2TDwPO4C+IGYTt1yj8
aeQAKnZfniJbN3fK1h1m1GHctLbLyx4wmgZQmmEPD9qrBsH2b8PYFAbF56Ua0+neuLBgBh37BC4B
u7/O0TZJNFvNYztENkN0cl2sNfsZhlV4nAwekYaPJ7XyJOUCJRjb26WAveqvHeaz32M0FVdhgPS0
QOs2HSQ1BdgEe89sdFRarpmNum/bSJaL9no8SMZF1vayScm8+aJVYsnLCR+LKrEdgcyzs062hw0l
19G6Gpuu6K+jIPjYOj8f+ya+p5HHJ6iGh7mRd1GARtHLBbBRSL5ViaTHIFFAVWEReLeMYQdgBBB3
qm11LAnHEE48Yx4HM6wv3og7Ji4FlFQsg3tzV0Cl9DUkDUrKWL+LJZ4yNkU/GtUvOUeY+F1Atccq
cS5Vbp+/trASK6INE1iN5pnfepl5TCAdN2N0VvVwta3XGE6iYm9vUZ/gnuJwQBD9TrsCMACqrl6i
l4AlIG7ORGDwT6tDua1x1lnMnQ1wrb7goiztO8vfFKHjFfVxkyM/0KSoHzZoVtQ3O1ZAmlYtC2eC
+2HRKEuVeWHr8Jb0UY+KYVTZUvEWmsDKHBbb2sLo8r2lGqLiMCgWOE3eVRxRjWRhjxaxM49lEM5F
vSyo4GqtUtMipk3Y+ECqNckRSB+fmrFlac3UN1UO8hCFfhWZTEryFuImAKpe6heYB59n3O40IZAA
45EPDywosR8MfZc53owHuJM/xaC9naq6dK+XzeAMb+OrGZlpDzTRSdYaii1JLpiAWut+PDvkx1+P
ySiLWlZoj3oLozXvQBuWjLtM6nG+UUTPQxrC/ecrqp131Kz6ygm13Q1iJllItu0a0071AxtHh/Nv
2vHhgBT3NiVeijuArPp2rsSb9XF7P4kqWi9YsVm/jtADZJ6bEm9cizt4vvl0gRImhdJjeV9Vg/mX
SI24VBNGebwHWO065cVVVyY4lxeIlQkgrzp6kBUyBo4r/CYwRT3NSgEFL5dHUe+uP6xKO/6zanab
kR5Ts1dG+plnqgS2l5YctU4aNizp7zrf+PomII6n6P66HHfWYgnizNXvlxSS+jyJCCHDMCo37Hmh
ifqxlWaJ3oLkUl6kvpXxXW/Ydt5UVC0oU3AAvk9du/Ar4OhLlGEk6bKAIfo8EKSp7hhenqMAtWxP
hzxgC9rRCxz3GvZzZHOcXwEUeJLIm5pRq57LKGrNk4BR5HpYq2ooHxAhPBxnotAjC6fRas7dMorb
Zpf2qowhusZCkA+UznROE1BF9eOKUUQDpM53t2MQ2Pm4cTbZ3I22r65os0/Ds6EzztlWb7M9OhFQ
leqVr+U3VwbMFoBAwa+00/gFQheOjuZSZaWrYkhaG1EJ9I/UcYkJR8zl3cPkCRadKTgdf4gigK0/
3YTc9+u1IW7Pqw25x2lN9nn5xfSOQxhrJPSHuGnsF5ck1Wku2/5Ji37vr+PIqfsKpxIWRijr8TwR
27zMfYXmP0i24CXuuvDZct/vx2q5VBdVE8HaF6sRmOgYjh65uLCWD9DRrUnw0IUTu1cX6/mDDcse
8Pu09hv8+qCzP0d1oPQtzu5Rn/gAF+Nzxxt2wvOF08ssUCKpplvuW+AFHz2b1A3GEgcwWi3D4AIS
2uMYEa2bRvAB+qU6nUPDFRIeWqXyrpelOQnsFgBJoRU/4c/KZ49ORpxn+LqKIwnD/oFLByuZfi43
DLpfnIuxQ5XjTzjBTi8K42FPdu34mlcD7hA4fmt/TnKmJEfbzckDYtejU6dZBIyoD+SzDSqjfnnT
w/8EpSNydEqRJC4tcenbrIy8QHDtCg5iVF3lUakN5ddm7k19q5EBHOSJbUYsk5pYc22IVlfJOOqb
Fj6QtECKyjCnSAErw4codEvW0mkQdwMJ7JRvtUmGbCD1TwHSQ2eClWookMpePyUyFJiWHvV2QiPL
WTpLDsBntgk89Fscbim4Gv2rYhysSJ0MPgeuvfu89Hr9NW82esYQJN8OCmTclWR1S351DPhxUSfO
Yki6Uc0xwiD2lUaXO16ETPErNeAab7Zm2nw2iJVNH/3WhLxKY6W8vSPz3pNzuIdUPGq5y7rwBm55
h64b+BX26mi5Gip40KUJ89ZkG7wqZbaGInrAzZAaXAsdUYi0MSZxYaIR27xT8gm5M1Zjo6sZEAa2
B4DX+NSf5nBcTKZRi0GYNPqyUddTUIb0JwWmHB76ba7ii+8mTFY/JEgPfQ3yZBSPhAAByuuJt+2D
aXdQhCvOnmNowmm7fI76IHcTweYvoNg7ldXCZCHSzF8hKd3e4BPf3caLjw9zty9fIEgAgO1weF9v
kXR9hjG+xqfElAZRP8HCfxiUjE8DuLKXYZm75Nw2w4L2ntGIPllp3S3Z5NDlWLP1J+7B/tWrWEYn
GRICp0ezmowTHdzPq9oe2xU8e92hu0xJp9BK8E6I5kx0CawJ2H7doUIFYJN3TEWvCXPzPYp/8QBa
qNRp3ahZwQt0ScY3MaxNnNlkN2UWAsK9FBvV4j4ZWxdyEKxBzGky8eSxVvN+jNAZIHi7xrxS13p9
FyYSBALbxwP1chPYNdcY0H7N2JBRJVtynljEGtC2o+MaEMugyZsJF45718MOFdm8c1zegE3u5ofN
sgio/T6H9KORffOOeGV+M5VLRLIE5hfB9WD4CnU/cGuVrYCQQCmqmL+ij3O22FolXyYSuvOGDng7
RqFKXkXv0dbCO2k4b9XedZ8KtpywfTb2QvaCFTjRle7osbZdoxCOZfXSjMKmJSO0LvbwYoM8LGDm
08WX7hn2Wvv3BP8t072Ss0gF5rp/brqm5jhNeGqLBWXq0wAUAr2abmy6EY05702uI7uqsIdhC9hi
QGID9mlVwOq6pVmrtlGkEA32zckscnv2vkp+dEqjfDfcT8+oQ+tnVra4EOW8Ggwkgoj96KAaaVKN
48CBj6dxUsAFEN2dDEC5tFXZn0uPmf40aLf+AR39fm3lHl37VsCrDvEnWvK8HUW5Z/3Qsk/MQsnq
wP1QayQ2bC2C/SAk/1l3Zvrg/cDHC71u5vMONPVzNKUqC9YBkj44hg4WSHOHs7d3muKoDVb21JoR
wDWLBjvk4NN7nZkkxHbRCYKjaQdjXwKpbpIlrUiZvAGYq6rrSmP/ABzVk+oEPd0I3WfjGRr7sWp/
zaEaf+h+xxEANnD9uYygLDNJB//Im83HNzg8wWawqQMbKBomUMdO/kxIJ2+t7+v5ylqmgqwmHSJ2
3LSBO2IqVF8GMHQcTzSUj0dMsLC96Gnrfkognx+ki0R3ncD/ucw3VwM3Jo3BHg6AtaqPVMCYOEta
kNoZ1iwL8sqADkMZuTdfujbovk9mGejV3pU6PpRt3P8EU79E6T4nbSZ0zH9e2o8kgwS/W7KhL/09
naZSZ05iMjQDkY69npbTa9hBf3EY23jujuVMcCwHshzgibyHAIEJyG5UWxFmSfOK+k4XFkZwolgN
ALAC1Xn3bQXNnGJ3CcBqu244xFJ77LRqNXfYhMk19QSMbrysP4AbJ33GgnkHMEnL4Rmxo3hiRkcJ
LqlfQnq0zGGe2ksSVQDjWhe/NLAekGdsskKmLCQT1NisUV8iP9NXS8jcfkQjlBwYSNh3B9hClybf
V4fh77kb4tvdVYvP2VhOd7JOlh87sIM92xqzsUNvPTpEs7YTCGIv4X++I8wnwwwZIzfrTFe0v8CR
DpOZt2tv8av3wK4A22NsTcUno9re3Gi8/Q27osKKqKNhAJvRDhB7jAZPBvrydUXkhCdIr1xQZxr0
2bAp+lQxQRM2umDtUrImTB5MnJifcykBB1B43AR5sHfLC8hjLw601styuHjrVDnZoxkKGWGGV1gZ
V/uxxMjqR7VQM6c6TCwvlgnFWwajStM+tqxx4CV0A+SPKIASeKy1ASbTjhD34lbcOs2amyHoIHOn
Oiy31DGMmZ3dPrgJ9MiIun1fvBiLuDbtK9YHpS9LvPEe1ym2cb6i/eaZ5LyHoARtxltsdpacJk9h
ItXEqGjSEmN59mnd9mBCNar98IsN3ZYc8CfsV2xuSMauVQvOauzGALKMqPJRAVf6vkvhEtBEUPBI
FRwYGOg5A37Rfzjh+Vo4PAlLCiwX6RjUg8kqgmoK+7wmIS7rFO0tivZo3z4qVgl5245o2tB+DtN+
gabCdb6LALtfJwYsWLYKrqeirUB4HOlWDvces9lf4rK+eIFMU/BNoz11BwdVyJKP7SD7fEYXQt/g
VDe5R9ZvPrquRx9gLBkgbSAPZKo29N5mDLovoMcN/s8Qxt1PEtU9vQMLEPvDRjCH2qMixfxUClwA
B5MIhYnfGo0yAooTGKNetRtOlxwhbQEa/Rh6jyyscNDcdSDCCfiQhkyZhAywut0UwcYpWjI+B60J
vvV8nd8hBPWnRPd1hI+399AScN4tZ8+6oM22rYsuxNwW849adYvACT+hottR7eEKHUWjmd3Tie5x
V5hd8zjHOXnhI9rxAbmY40tjalDeRPDxzpIGbzrsm7oGJrzMryOp4Fc4rvZ1C7locsSZ2P0cV93w
da2ioM8qutZ7hhuOrRRB7OGKEr3jPoOVCURldJkrlHs+CILHiEV0uG+kiZfThh08KcjU9CzDCTDc
xkbFcRpitPMnsBhfZhFKcgAAyo7ukhUUuJzP6zDdzEY192qPJEm95Wh+PbbbHFuU2a9x7uN5lmgW
p1SFAIwh50uePNTpOpuHiDZZ02LSIe3XHfBVL1CrXiVGUQDT29KNV9zNaAfRemLbjfdhbVNgSLAr
7Ac82h0jAeYTW9feBsvWbscKfqnm66TA5Z3BHuJQiaBH2lIgscwUcVwu9JK0sbT5HrSM3S24FrDn
LrlKUhqP0/JlnuE5YNImgVcVjg0V1g+IEqmgxaum6QVOU+xxiIV+0HHtv+NSoSyWGBuYz/G81RqV
whB+h4hQQKYQymnDXLQbwgJcaIIYsU2Un60NN5r5ta5lBtAgemdJtYEe1WbFstNkv3HBMt5sUoE+
CeelKXqu+bvl7fZMo06ZV2ZB251cUuIlgTFG9uQpIsR/xbNqMWhc4rYVjs4mvK6oYet93FD7a5Z2
+4h1v5RQOF36dIK9oDrMPecr5HZUt/kUCZ6XtKtMQWA28ytmAXjv0AUDSXHQ0m+QDu54j50KEV8+
l3OVIUQxOG2qRD5XGOljLOQvs3okySwhoQPimAkOPeHgR5IK2DyIXEPrMTyUk4vVLcfyDos24dUb
Mmn68SWeSyDoBqGMMtc0ENeowEb6BKkMqty03GT9y5dDf1dFPAny3VY458zevtElEH1Wb2tHCmPr
7TmCdmDBh6jQnVRVr7oiQBRmlXOxyygbwmbHjjCKukdcnzQ29SYE5MlwTtUpAz8qAUmHfXmeJqK/
UZCWazq7UTPAV36GRcykxrWwNQWp47EarxtKk7VQUyxuw3ps3+zAUdRTB5qe06jcIfjbwAr5XXCa
SbQsz6Vymzgr4uoS7M5YlicIXXZUbRHjoKErcJIfmK/ogSMneJyzwO5SXOn+8inQ5rdP3UrCxzHR
wBylwP2hpcp7xRsw7G6Jz4OCaAyuT9OIywB0tUCguvM4w0VkgXKtQp80mfUtSq7JHxY4dcd4kwn7
EKVsXgbbl8AvVmIB7FFHDjh3GnNok6CFYGHAAFEBnjp+q5fKgqaPohGlGHw+RxCisn0nA51f2+EC
KUH23ZmTqXdTIwxlADSpXNzYQ8IWaw/1TKImF+ASKuhWRIuDbwrtC+YPoC2tlbOX6442/6WN6/F5
mxFm/1hKgWUdhwjPSlWAqbu0hpzE5GEyNp+o2yZkr4kRl3+SNcr1OKzRagMx5FuBPQKofh1rBUTY
keAdlWsAGqtsJGzv4pa9lii7GsCHbBJAWAfeHvYpWu8MAtdV5hbuvnvoId/KWbAO+IaY8gBBk0E2
LiMSInpe6inXjUGNsq39DPILLSR2Is/El4hMAI0rPcy3l4hsdUSvVDnEfYNvPoCZ2/ur2th5zcHx
BCAf2yGgJ4baUeVyIxcX+L0df9VzHT0tIZpRSBFiuKB3ZsfLEmFx8Xfe1kkmSxWcCdIBxutEb2GW
VJiZKqaxBwrnMXDd5S6u+CfR7fq8u9pBz2RZv+cz1KefbbB0fTaGEqmHQtYA0OZ9LRFQm5DZQQS7
O0AprG3uawiJL5c+bD800e69HCIsJLpIiK9giXINkZtpCxeH66/GWbeg8hpgyOK2sr/VZSt4RuaR
sDxBmNJyEDzqx6JaSI9CDUVLeADAtbpDsyStQZO/R8PR03VcQa8Km2BcvzfRXRm7srmpmwm7Ejed
XEEbBkMFjlp3GqGlfn/qYYPU3M2xGTiIpICvB6pVMuGEvpTanZyrIJtg8NG/dlCPrv9mXPZfacp/
My8oZ8nwiZLLMMSwosKGZv1HEBv3+ccmBX6btdjIvq4rBUsxsb272DEtN93ai38zefU3h57/TrD+
25wjJuYRqLk19BiWKFjPpMIqPU4JpAApos3qMe9EgLoULfD2A8308MHGNrB50yGU9FCjxeoKnO8m
Oq+ShH9s2Oxv4vp/ENGDRWz6CKpbbCKQRTd1u+VM/bucjn8xu/K7ISmKf65jCcRkNEH3VXV+/LEC
Mt/TYBoH+OGwEXDTH7p1v9uTVvUYaZOI/cj8Wl1vpMW6Cyx//mOv/tuYJKPCw+LP7ke+YQhTioWe
Ke2b/I+9+uXy/cM9SExDK47k6uOmBlrQiZkDAsDYHxvq+d3ltLVJT+MW771nSQfLxzCIOFJ4VP1v
Rvz/xZr83eWUXCIWbeS3Iwj7H7Rd0nk0j3/swvy23NFniB55qPsRS/GbSpICSdL9H3xgflvrwzjP
kMZeCEAdtsjl5KzAx+j/mBPH7/6mK1QVcqBqPyL9T1331WgP4x78sYia6PcUbL0PbYMCYzuOzjY/
w8G291b09d/DEf7zY/0f1Wf/8L+2JPfX/8LXH/2w2Qa6nd++/OtL3+Hf/7r8zv/5mX/+jb8eP/u7
792n+/2H/ul38Lp//7v59+n7P30BfhsI+eP8abenTze3099eH+/w8pP/v9/8j8+/vcrLNnz+5U8f
KAGmy6th8zJ/+vu3zj//8qfLw/mf//jyf//e5f3/5U9pPU/f/5+f//zupr/8KeF/ZjwIg4QGsA9h
8hJH4T8v34njP0cypjwEWUoDGPFg0Mlg/KD+y594/GfBOeI7OKUsQf2EX3L9/LdvhX8OMdiCf8IY
uB/F6/3v9/VPN+b/3qj/MHP30Ddmcvgc/23icyzE7/6HVWlKMC2SXxDy/0nemS23jWzb9ouwA4ke
ryDYi6RaS9YLwrZs9H2Prz8DropbMrcoxqm4Lzfu027KZRBAZiJzrTnH7He5TikmVG0a3qFUphvi
RKudUsrmGwJVinMI562YkhkRmk6opqJ5Cin3fZFk/TnQKHRyPCsavkDNUMcrkzRShBS6Gdw1eKES
7OFmN4ubJHFnUbMr3EBO7K8DYTevPfaIe0uyWVwcTRO2vBAq4ewI7QvrYeop4yEboUx2k1aRvqu7
wb/3C1MUbEqwbTgUwA0cTnJjOT5SRNNFJV/s9E7xv5SW4o1U/lEnsTEMPA1tKrNJaMV4b1T6GN6i
OwzZ9ahlQo+4Mu1iCcMhyha1gX7ebZM6rlA0WtljTB/gDgfCdKtleb9T0SbTuEoqJOdl4qiTkR0C
dB6vneGPO13T7BulV8INhYV+kRS9hNq0Jm5AhEb+3WvrbEWwR7coSShaxyLIDyQ5DXvOEMGSmgQo
GOoAvqkHh9JMKaaLBjccIvOpXevloGyQRzktoACXBPIvlWb4TmnRC4jRI25GXcfbnBih8TUJpXwT
+752M5gDNo2SrXpj6g9l2ZMw4PntQmvlifDRsVpUlo1IWtMPmaEOP7y5wZAo43jUYuRqZtKMtGEl
7bGwTHTpeslZAMFCt1YNyXZTqyufm0TWdyXiBbSLfWNu5wp05RRsQbfUcwZWik6cwKAqTzJdmZU5
tbTx8ni6m1SbI6FBDXSpSez3cHpF9X3BTh8JUQe7tKztvEYIEbAkSjEhQ1hcGD9yuS+jZpNKvr+Q
SLrgfGU1bt7F2j6guv9sUl9yO01+Rkzc7UcRa4cet8+z17WZK08w8UHrQkOoihKFIKKZRRcQe6Xx
ANhUB+AYUuM5ykPDsftA25gGZQgGpW1qaFrNLnA4NvfUoxC5Uj7W2Q6BTbK8HikXN8MePdfemiDj
+Nf7I1u2Pg+pxVtz1orGYadAW3NAYi7tVSQkCfXstkJ+O1Zp7YZlLysbIh9QUvsRnR16MN49vfSs
WE268Pi9Hg1eahWlemrHgeYy4lj6FU2imHgC9YgSFLCoHmNgKg4+UP0vVIJMRAFJ2hWb1vfFTVLp
8mNoGxLfyMzql0ZDd8ih0KeJ+wrFo9k5eAiUZiWVkWgWEkctiX+z9HdGHBvIpgM93/WUfVeZb81a
MqFJd4qPXEBR4BbK6u9p15fygTZB8+zbUXEIldqSuMm8LRe6IOsDmlOzVkHppBvUf9lS9Fp0kNo+
QGnSZ/ukkzXbzWk30IXhFcHRJZFhBWvRokAwBg1NiEB6koWaHSjDVQ26Ovle03OFRakknSfINI5i
amb3W0Pv9K3qFeKXOdreHcmraeWORaM84tFsMCqiJxFuIEbLXHpYxyg1eV51gv0nsKyg7dNpOxdK
TAxnO/xg/02unkXJyqkbKbkNIkyNLb75zonCHrvLUNdmi7BKz0+TQoJ8buANo/o2q+cCH3tC3+bb
wkgN3WmjHixsESWmTBcoGnrWYV+8NtZs/CztPtvhCp52smqhAmnCgZkaIWG8ZXCNN0pplsgg8qmI
3NigvOAg0LDdkq8LnXrM5Ju6C4O9Sqv3tqFRdvCMEslQkuWqcLy2U27GLpYFytU4WmaFZfVru07N
rScRYerUUEiPuifMG5lmUbpIUmFsa0QOburr+RLdG4dLBajLHQdnuvY2SpitkDpKEFFmhXsLqOlN
aknVc0k02Mh8RLLghN54n9fKE9kX4YNhp8PXwjJKuDC9j/lSl5RN5w39Xyez/5+3JJwlPtmSVG32
M/xjC8Of/2tLgqP1P6pu44RgGs47EjYef21JhND+I7MpMQzDthXxfkui/0fW+L5jP7KFabKj4RD6
95aEf0eGq2vD6aX1P29z/jdbkrNTLodwVWZ4qqqqoWVWMVb8eaoBfi4HmujT7RQOhqP6T1IVj0s2
LGCu7PFLr1lI46ObuNsWMgkhJhVZHLLFcbSjK5j+P4+ff/8StloKngCqA+eBHm0dxOgDw3RbxP2W
ddfD86aFX3W7uJp0Op9I/jna/3UpnqGiaoqpsR3klbw/ypV1pMpB2qbbRvZYvQgIH5QbKGPqRq0C
sSo8JJoYkZKjJPxqMYX5yKkjiVaTwkZDtPW1yN4/WQu/fw9wb5v3yh6TPeoZdcS0pXykCYY4Ne/t
pa/bLzRBw2VVaNvAQE+OQjlwG9l4ejdI/96fvt+Pzrd59hj+uOxM1Xl3opWMWBVjOSbbnuoYOjWa
/yKu1YWwrCtHww/e7fsrmWdMmFaMQRJXItkGQf+d/g10wo4j6GS+JeHVu/pN/fznvhjFfPQs2fj9
MHm950Rcr7IruaYtsZUSD2OGGZtur3mJi9fBKSr9C5utdWqLX5W3xcO69ONdEWjKkqCwF4W2+Tql
nKvTAbcKsWwRQSAXo4i5TppwRGCd4W2lXeNoeK4Lv8RXNOYuzp/8XuiKuG3JQXGorn7n7H4qESA4
eSRePF4+bzBnBRebIOieYmr7q9qonyLJChc0YoYl/PXOFbrVO3bofWWB6O7wBjq6jaArQrfiDop1
ZBujLHvVy79UDWZ2p+2yr0otHcc2ynejGjzKKPhWetQ9Sx1ujTE0l7jjHwSKLswgfnBAyHiwB22N
3ah1PE6jfF16PF3xjmrrCoCMtaGsgSB9QPxe+UxEZPxPRhLMX760X+Z44x6I5dyjLotPCDOWldpY
Kw4ItdMGpaNVNHIwGqzqsPnJJvStFMPIxpJ8DLy2zK9p0UrBV2syMVW2q7yX+dYjP6vUYWmFxROC
gBeRAU40NOH48jqvfxhKj1pbCr0NW9582+ZFgXCgLjZDbW/q2YGjhS/d2JyQEP+MIdmjnzTytcVu
jUjYkSYF8e+c7djYtO2myEKLj7r65IthzUD5LnmB5NQlXog2ebVy/C5+yZ6nKddTPbHlbhE8puwC
ncrAZkPN9EVuPHnd1cwXMN6ok2rs0JqlPVS0OTFklsfaR5ZpUaNcdnGDWaL20PZNaGs0/kBufDEF
48Ie23Qph6n1pWnRzitj9KrkMtoO9mi0e1EF2QVrDsgLl4eOBaOjJ2rTsdoNlm5gobe+SMpcWTXs
5zjqn/RJDJzRODSOqZ64kVovso6EBZttQGEOm0lFY2Fw2olgGJbysMzKbWSWP4ZoOdqW08ZotYSM
ZYq9nEmQYxMEqisFzQ6MjXCQwO/pIvpo6uCQY0tFCn43BKiE29o8pbV1Z3EyQMAj0WJtFGZNupya
8H6ifTMOYe/KQ7JBfPLFgMaF4HnH6oyhkjZZ2S6HiBZ/ta/Fg2JnW3948wPlJlGGBR3PNVL5ooWn
JoEez77L2uTqXbW1vOqgQEsfk1f8fejrG6eTpY0vHnwW9LzXlriAHXS0yONkZzBfBjGvAPlSKb0d
NLjFmLRLBLzWoKCSLZ4HlldLpinL9PPzW/o9eJhk3dhBeF6r9CWkg6VjWaF9rcXHNsluCvxKRnD0
27Vv3fvgKdRqWsqTKzecVYdXNp5tw93F7U1bnuKiQxsyQFh51a3xmxZ8K9o3aawXLd4IKULz/NZI
8jIRt754muBupIM7ILGUlVtiF/mvw8KWgDlg5PLfooxTZPBrmEz0rquieaPl7GK2mVJp3yjdyip2
Q3qfERjt2WLZd06HA5d2+AJpg2Y0x6zSl6pkukMVYZNWELVXK0U1lpL9ErSvyeBiGOBEgpw4thbh
M4/Xrof7QZsJa1Tc+2MB391LtCXNWydAv5ODnwiS7TQ+SPhrFHmvoaDzYnyMpbYLZZtggGIXqSSs
+AzhLl3lSEbbPMBE/UNPp+WomgyjNSASF5vlykqDk9J1C/a1S6O33aZql/OzTCHbh72xgiqxUGh9
pSmZYhpSPqapXWYo7FZqqtzrJX4X/6EwcyRulmsUc/dEcQc1WJVltyrGblEnvpN5LynyqXZaTjY8
Q8AQaBF3IwpZESo4Jo0FXbO9pXwLq30b4rYNJae15ZsmEJtSxi/moV/MtIMSJF8rCgFoRJe6fDOm
1VqXJ0cyKpzw4ULiJJHh2YMiVlfSBorEopRuEdQR6HY/dxJ6OQbyoiyVqV1pfYlU/xsxWgaGEtaU
Q4bNw9BOkfIq6M2lqeBvOSh5fB+FwdEmzTw7+Rk5AP4PPbdWtlG5YEVg2OBew2egy6GLGnBhekdQ
qmsllXV817o6n/Q9iiL87FJP7DUbXF5YpNuuWiUbsFvbHjDlKhfha1bNxlcUvCgD1XpVJDVCaN96
kX3fWKSNGPE3jCvERJz5kdu3LBrTKMRqSOeukv+rxLbX+8G0A+fxMGi+vffm/mKexCnoHMoTHUEm
1i9V6W4rgarbWEuab7mhVO1zWSLnmAxMskncTkp+ehMLUFRhjtT7PU3tt7yrxAaJ6B2i7RugXjcC
2Myykf3151slVN5/bJbmTQXaZM1WDRPrpy3O+ZGhqHVct7a0aUrJ7YkOApKyQX+XPczkqmUcTPu4
bSKX7iltaXYouobpW5b3ttGXa6GF6X4cyj53GnADcFJaIEfbLqlXokYBFKLCsaNvI+dixCB4kN+8
qdQM12L1weXzJe1M9bGUjGf6pcHSZt6K4q1ILBTDEfsCFGDR49CgvSHRaDh60AVQSioHLdraoxT+
QuZk3hrtlH7j6Zjl16k4VVK3DJt8kSNrcFIMi6BjUNXj675ByiRC/9lX7Wrhc6YP7KOEAr8T8k2v
mZUTiXJZTPbzlMVQPXw+p9R/EJ1+oT+6yLt2a5iN9z3Hlj6iT3sQYmj2kJ3LWyvlMs0ojNugrKLD
SHN6IXcWawjpTfALqvF7MEb5czjmK2Avh6ZujopqxneNYUnAatKXXvew/ffYfmj2UBdBk5VP9hyn
MDg+7k2571AZTfl3xcLgBGLq1jOLp14NtKU+VqBQIoodOJJDQlUplLLCK+NJsdFUYRPDKd8H1VLH
cYS0w/b2ZpWVjm4R/uIUdjwt0rzku9sl8goS7WtEuxw7I+BJqoSSvpD6nk+JUu+yVh7v8kY85wp2
praSdxUikoNUTYxXyz+aqDioItlvJqAo6lkp7qASFCmGCwNnJ9uSNAvztd2P1o6NlzazG3BcV5JP
KYAVmSWEtckulW2ed9gX1epUJ13hlhlGVRSwkV0cWQdvhkl/Giexy2QN5kQYL8c0fVVNNI5B8wIP
SVvU04h8fESHrDZM61hRStJ+y9YVbFoPIBQSWDeUeuhKVK+eolOesQfBGxjQMvAmJ+kusfv2R4Oy
5iFT7WctJacI8wEbbe3Ft/G7YUi8JZHnZtABUmVJ9w1HM2iXuoj2Qz5UC7PzThNiJi1lG4JR2VFi
ONQthkZcxd3sGGcnotB2lRpiTWrzeUgqdhhq92JFSZm9It0wRpQdeQkveoztHd1mYWJ5U4A7WRIo
hE5DRbUMIFyyh7JLu74DDQIWgRPej7jGnOkoZtr/TBTkK20WPEyFkBgKpQKthxEj698ieRfFa1EG
P0hhC+2lGfmPbdMW3zIZ2tNQnJAxOg2oDSpfsb+JwF85Jagu7qrVtnr9mvWsD4uxVUeMdk1+rEQ7
PJuD2DVgjG5jMeLlLcXkFhN4mxZlkZTs43KZZ7mPqGrcFsjjdpl3047WZkg4KkjaQUj6i4YGCPlS
qCMT16iNKl1fupb2qjRRdeCAxK6pHZcS9edlojWLpDxoVZYt5g/aZMPCY1dQT5arMI2Y2NuaaraX
72q7OMwtgpzvZYKpwEaKxNy39V8iWsF5Qs7Uad/Vdi3hoV0gzO/E9xwyhRgAG6Wdg8BcGfJlNghH
L4FO9YhFxTP2yhCaSJcXDzkypDgJtnZ4W04jeh91X0/lrVKlB8pfffFcdntjHBcxuwhN+Wb1tzKy
/cTqVjbIb1y732KqiClacr390fYZvvy4WU+l9FgyYbO2vvEtZO8KXldf+R5O2Q5BdegA2vDnLyNm
cqMwNnUpnDJQF9HQpDgA7GmTh3K5rGNtJdupY9HltcMYBw9npOSl7X+m9V5tyJYIq2Thl40jsXJ1
crv3QRPEmbEsjZ66JOC3ilTVeU/FNtql7eQU0rbEiwqqIyKPLE33TZhsNO1LKkzXC7WVhsFvLgFK
5az3TaKlMRuRp2mdjI8mS0QbnZAC7yn7OxhUkyD8rlo/2+EmyqIRnomWrIsuLDCXR8dqOBCr/SAN
pbmEo5MsQAXcYsV2p2KyDkPNB5UuNkXW9CdOVXXWuPYOFfVjlYm9VgWL39/N/9uVwEP4o4Kq96s5
707+0dD8f6iFOZeULtcLWaGzb+/LhfMf/7tcqGr/MQ0bYi3NSlPVZonEX+VCU/2PTnWdIqKmyRpI
Ico1f3cwdf4RJUZBqYMSA7tCqnh/lwuF9R+hU0S0f7c8/xfNy1k88U9RReKvNSk2asqZ7MEUqpYM
UGROnohIw8UvmIz+SmLF6srOINM+dd89ig+qUn/Wiv650FyteleNarsRJ6IZlKdWGb8l7bDiNL9C
u0V9APbX6vOLCAqoH97OWb2ThjRSsIK00cI0bkWD29dULb7dM/iI7hTfNzDt5dBNCwqzi8m0T3qS
/Pr84pfu8Ewo4aOzMXQajqfCo8DSSOFhGGIUxUq9aa9Fts61u49e15lgApU/JZlI1U6SzDFbBFsI
3Ee5wxeh+V9VMi7DYlxG12Ip/ixg/vPO5qf87p1ZUWWEpaZwtXam7iD37+4irHNev48KnS/XFfXK
pbs6qx9Sq60RSw/6iQDpb7JWb/CGLIVsObb90iTVA7jLJ3Ayn7+mP8uj/+em/ivuL/YNUeqmdpJB
bpHqjfY20jdTp/z4/O8/q73/c4Gzcm+fk/dndpJ2GjlHPwMzmD+5pDLITfaKVwiuIUriJW4EsZws
/1ea1comaaTXoQiyhZkb0ZWnKj5iszK3xTzn370+LNVF7Q28vpAhWEu9O/yok+0QK7dT1b9C/HNV
vcVfROjb57d+Ybz81ke8u6ApKaNFHUY5oSj9EQgI27W0VdtsZ0YIsAd7W1Bn/fxSl97i2XKCVtsf
Qw+2Zy41QPk8ZKo5RrmNQsTrXx+5PwQ47+vol+7mbC2RjTaBPxcpJ7tXNvnwNQ+mrQFbKYtdLTtO
3tu/u5OzZaMRlWmaZEicwFNBIfR9d9L7Q9ErypVF8Xd+9weLxnm8nowvpDDYBJyMQV/iQIHbsYrb
n1giMD/d48ZfyRTPpGKLfEJXlnm0k2v2UFu/Sp1af4GVM/+vrLkrOB+l0S6xgBsmv1QUBhZ83PHA
P62ifjP/oQkCFmMs+tnAE+MUsKqvLX2X3vjZYhR3OlnhnbBOcYpJCvvfwmwjJNSeVmw+fxPzi/3o
OZ0tQwhtU4RCtn8rky29UrPY3OQ9/orP//YLn4fztoUwda8aCCi69WyYsUkG3NGkmrCwx6xbNsWV
dtuFQXue5+cr2HWiprBOIa/CjqkkjP2wTsp22xkjSvd6WxfLz2/owqotny0vukrkgtlVwW0ajLZj
FJ4TJfJzoE83JH2/jJF8ooTGCLo2AOaW6kfvR56f7LvlRQJhoJtV4t9mlnTnifoW8I/mZA0F4bbT
5Qa7sTFb2hTrNUAvvxgKX11SNi83SibtK8iaHMS7pZJ7Xw2bwoeE4MUx5PGnZcWeK5TQBYC6TQud
Mwg+gC2ygc7VpULRrwyB3yvvByPsPFAQjp0hNyoiByke9iV0AQG4dyHBsd6oVvaUNCierV+UHCCB
rbxJeDdT9BJBh8PE8CJRomhUpQaWxqnw83d44RsBg/LPZ4osSw0lTfaOkDLD4kHmECa8W/6HbwdO
Fx1CgsTx/3x+tY+ngHoeYaO3szStbqWjIAbeCfNynWl4FqyC0+Pz55e4NEbOFm0+thTDVEA0iqy9
cZ5eDzONOy9p5nx+gQuLxHmuom3NGWaEK50y6kqO5DWPiKyuLEAfP5+/ipTvBrgVtwNOeT05dT78
yUkpYaGoinU3ycYjForgymXmCfrRKDxfSbWSiFdDJCfIQDtwjzRc7nrjOYh9DNTxv9C0s/k4z1YM
ujaOQTDFJ8lL6nVK20L2hXxlIH38EsBa/Dlqg0kaNJECD0HW6Tk6xC9YDFf+7o9XUPU8lTucpgzQ
YhSd5L4ed0Ve0ECQLI3uA1PDZDOqh/2pGfX+yjbj45dOfu+f91J5nhJDYaEGgJYIOL7VxkgwtB3w
0c9H7KULzP//u1FFZpdXaJoSnZpWQsxGYzqL+xfYgDQvmsfPr3Hh4IXQ8M+LFORolr6lhScRNdo2
shX5UU/K/LtJCuXSDMbFWPRHj0T72tZWkzecRCitP7/2pRd2NuWx+9Toqo2Q/TZ1YwqUPU3bQUES
Rtr8ZLqivjL1L13obK2My1Kmr9rEJ9q/bmEmB9z7yzJbMfTMZlVUyr+aOhh4/3yWsFrjXkPLeBr9
ggJ1w9PrGn24Mvsv3cXZ7Jf1qW9Vb4xPStsrAJ9sed8qgiY0smdw7NawjjJ6xFjbrmUpiY8XZf7G
P2+Ib7FRAP3MT1kW3VaTsoa7gxYPUvzjbD5bepW+01raiH6TUGaDkCndFPkhF8NOm8zmykS78CvO
4z9lEz8fNKPs1CjTuIAs0LhQXIsbw76yclxYlc6TPzMDSMgkR/lJiUqcs5Lejs+VV5RXxvml33+2
UMj+aNspslOElMa6lZXvgx68DbjMPp9Gl3792TIhGYUOiEhLcNSG9NkcQ+j/bgFC0vbHAgQzJ5Ir
uI8nWswq/WWZrix8EmzEbl9avz7/+fPS/98fNaRuf15ElLElbM3AhNEQARIkJoZDmCTQ5VwbdUor
oiUgH5VOj3rlgV2YSOeJoAAYawMKc3IK6/oYy6cWrbJK3skEIYLl5+qyc+nFnC0HcG4CSbJMriOZ
xsGyKirqWn2lSPBbf/fRcztbDsAlapBz0uLU4OmH5poUtVvkdQQBsN32BQSV9tBp42uWfrXb3ahk
mxxdwjD8pO2wGNgklsTAe962bA4yOOccQb7YAzIR5lZoO7UYYVE/9qKit061v1NpY63S7IkFEyzB
nv+o0p9DGdxLGCyj4dEwsc9fmY+XXtDZstNOodCllP5NFhrsmIN8yhwAcF+7HqxfaulIChRgCQ4U
e+vKJ+Lifnoenu8+tui/wfAEMGkVOb0xE+VOF/Bp9eAuCpubiPpqZxYAdhT7hufw+ci/sC6cR4va
qLX8cqy5ZKmvdKwCxgQ6MrwW9X1h+Jlny44BuQT2qWYdp6gF88tpctL67N8+r7NVJ4pp9vpQKY7s
flrlJZy2A0zJeHiUBV65BzNWV/pwZaxffDlnC1Ha1Rw+atM+auX4RNaxC4p7hK8dtbDU9eGuSoN1
LYNeJR7gyg1eejlny5Lhwb6Gv2Af0WxDbW01tCsjIOZW66Yr739+VB/MYPNsBus2cvIua6SjFCRv
9JNXUz/cZnUNiNW8MpMu3cXZTJIjAgggU0vHQNJV9EQm1oOwIttluLKWXrjAufxCshToPNUkHdM6
hO0fruS8o/uWtst/NUfOJbha5iV6oao8I4psOc8G44DjDfef/+0fGsCIhjbO5git8UFCgyShFkNx
Iz3AultAfpLt+wG+VPCoN7DjtnoqnFhFU4A2IntT9G01XHk/F1a6/wr5BJRiVLEuHYnIOihRzgFC
RtCUL4hl+Cr8bFPHd5/f6oXBdh74GQKxGHKZB2mkA/Ce+YYgbvY34poX+tJIOJswcaqWZRv20hH5
wMbQJeiN36Txyq+/sJYZZzv4Pu79tvI69LRRDtB3niMWTejPH838sj+Yh7M58f3S7ytqM8KzkI4t
J3jo9BBlp1MModOZn5VeiyvbqUsv+2y+A9yTEvr60pG68T3wsl3iWdsy82+bul8XIB6c1vz6+S3N
X62Pbuls3hOn4MfAMxlXYMaC6YGEcvQFFUIYtJ/kd5M3cO3VXFqcz5M/lUlSat3mxfMlkLAtMUVS
LkKGm6If+RQQ3bxmznx+YxeGsT4/23efacWPPHAZPMPSypc4CABEIiBQlVVaZleOGxeGw3kaaCda
W4d6JR1VmL1D1rqp6Tnsd/J2W5Aa8fl9XDp3n2eCAqKI267mKoNfHuaaXdUcuAJLTAT8VzO+GOCZ
ENGjeLry6C6+qHnmvnt2XWeHfj5qEnEtq8BTV7XZAzXdStCOyv5LQYAWy51kXbvFCwuCfrYgGG0t
jMzicjWuKb99FM2XWk6uvKRLf/nZgtBZgIMmj+VMabS7rjLcRsGzaV/5qokLU1U/WxKqgbCOkUSP
U6Cab2rcHb3Qg/Vl9V+TYBXb2feOxHnHs9NT0uFEsMfakbV465fB3qPvOejpyg/YN7BZcCespp8P
GmW+uw+mtX62giga+Rpy0TUnetYQwfOnKI83ci+25FDeCHzAjko+fdTOjZ/Q2xbwL5IeEJPpF44d
txupCJY5ymKyZuDCebmLoZnCPwMuMKTYDdv6mfS80+e/9jc94qNfe7YI2YlBYoxZNidAxksTobXv
o1nT2dyAN3rQg3DbAaTK03IDzdWZhOqq0CthHL9kRBI46v1Ixat7s0wVkd23wKweS3LVrCrcKEm8
BOi0zxDtQsEETiNtR3U4lFZ2Y8udO7Xo2emXBDPV1ioDJ+Ow5PTTQHSIVt/2hXetKf2bxvHBTWrz
CvxuUhl9qHtNlQOFL+B1CjKDwwEwDZlhgJnlk0zeou3VC1+PTqntfYdKfBeRw2Rl9g9csnOe2HEU
NZvnYZ+pAylBczuuP7UdwsOAGF/qfsDFcij1tnCqQT62xCM6TWM8dEqigVS3TnoNaV3DURLl8jaM
yXJKxpgesYgwufhG7fpSCrVNBN2VyadcmB7nsa1APGvJlMv6BBHtO35SmLkhIuHSm45Vk5ygSqHo
1Cp65XwFskx7Gkr/bSDQcpGSEU3cVVGjBNfWQx/toAdvYr1+NMEargntW4a8tKwc92A879Mg64BS
y3djqZHpoMHNM/afD88Ln0jtbOunRoYxBcB7Tn2queDlfsWdBwIguI35JS5onmWTGI/d8PL55S49
svmD9m6clL7W23ka4TjQCpYEZZ1n3Yto1adWlj0nSKalHeTLf3ets4VeLwQbPM1A/2j73wVZBRk+
Vym78etmU2gg7NtrMfIXPsfnNkUq6mLqQrM4xbF26wOhtFPrmPlI68ekv/KiLnyPtbOlvq4ahI8D
sQuBaextJflpTeEdeXRrCxtL31/LR790K2dLvt34VE/FVJ3iKf9C9nqyGs3p3vTM0fGBz105yl66
mbMVPLRwCxHFw3mmaY9jNx6APlMktvaTrr9kUvXj8xGgXBrdZ2uvGemSOk2edAzt5yG7g2mxGfGy
mcPgpsb31nguxQOFjCa+o2VIip4LlRo8fk4YRIi57kHHJKJ131QsDBB1oFJsZod0PdhfjZEkgMJ7
hV1N5tq8tl7boFz4pp8Dj4ij01lLff9k+9mtQXQUg9WT7ycRTf/u6Z9zjqTArvS+YYjmWbQ2m3Q/
323dihsIFL2LrOLzp39BSaSqZ2tLE05t2BIVdvS65NhEkmvpxZogzBUKZ1eKs1sY0G5LpgCnMPvJ
9qrHSDLJr7pWzbqw2PwWlLxbbIayNWlESvaRQJVVXw33UZ+uyyheECRxN4LQhQX/eOVeL13rfLEp
y8AQ+OtPiXeyARJXCoA08Vp/DcCopPgcAmdScPSuEBvDPSaeQHoJG3XhZT3goHhdXBs+F5/62YYz
JJ+it8icPhWhf4gNtVxHkfZYKv6JZvhqDgrsy1XZRK+op0BbPOKifBsDq72SNn6pmKCeLVRFbg70
68riZMjFrSLHj13TPUqpTRrc4EcuKVK7AWto3FJI7EcsUkaxTkRAWTXJfLcIVF4QmbK5U7fDeOVT
fWFVU89WNQBigzqq+Er0mrOLAOu+EMCVlrWffSOQ9ppI9OKzP1vXGOfTKHfjLLmvvmdZYGxp5oHJ
qUPbtQZ5WRf990I1X7o0RXyeNSuzZLpVQKp9pbkyu3/roj7Yi6lni14iKyq5n0hVeajHXGkVMD2h
90yMJkHacWO6Y6I+tGr/mBn9bVeMj0lhxT/1Ki2frkyGeah98At+L8fvJl4Km54OvV6cPE2rseoB
tHbJTL+VMFfcqJkJQQxIMtRPkkK7pzTs92DcjKUMrNQtbczNQwbT8soydOFb83v39u7HmK0hRkEo
7MlAYL/MO+llRGino0zALQJ4kpbhVYHMpRs/W/GAoad1Q6L5yVbvJ3w6EOBPSCzitl6QhQKXKLoP
yiOBZE5llQ45j8tWFF/a5MoqdGGYn6uh8xEkMVm3yqk0lQPqpZusrF59u10k1yS1Fz5Ov7VN7x4m
6JquKJVJOYVt9APszU3YDcehXF0ZOPMQ/WjgnK1dk+iDsZfhAzVsCBA7B54blMirJdoxpdXVjjqE
+7TXUIRhYc5qP7z7/MoXNgq/j5rv7kuLCyInG1mcvHh6bMtm4zdquvBS/370zZ022o9qjkEnzEly
+/yKl97V2ZKkdqKQFC9EnkmiWmApUEAT4z6MSBGTcgyan1/l0uA/W5BkEgyIeEHSikV3n4f6ciyG
x9qiiJxQ2Lv64i7dzNmSA1UKwL+WDSd1GHalJ/+yev9IwOqvfrDH9b+4FdP8zVV494r6mlInIRTZ
YRybe39oiZMKvyT6ZGPlDU7k/l65zsfHOi50djNaKOk27p3sYBEps5elnlg0kE9umNuA9uumfJg6
aNhmvdRLQj6aEg8PSUO+Lkn7YC79mXzfCZf2xRKLH3BlEmJyeViPuHzr/DCKfmdXmMzC0a3q8Nkr
x+PvAHBg7CYCvs+f1seiBTwb80h/97gITpH7iTiXg21BY8sgC8M/2wqFI8nCoFtOwNnNiE82HTfE
yMO9yrZtW/WLUYU7n4Q/r/yM+av/XzOanzHvl979jLz26rb1hvSgD//D2Zk0R6orUfgXEQEIEGyh
5sHloe12e6NwT2JGgBCgX/9O9aovrygiendvL0wBIpXKPHk+DP3ahtolatdh+nREdxuzTe9UfvXb
LXxowpLnZ5ABYG7AGrpwarq5MHH5SUC2JPc4H0Rxptz6wmK5hZnJU8f8jblUir35hV1nY/57g2Cg
kKJvreIM6GZEiL0dHNQ3MNwM2OFZjO8Lz/HmzoLLXAPyX88RdrwtJONAZBHMbz4mVgwCPCnqB5+M
cDBQGNQGK6wEvaSPAKRPjgmcGkMG8HeV1OVDUmM7BaBwc//XzPyYP6XVv34Mkjme1hknZ2gUXomG
JZ1K5df7f3tu4U6FxqCklcCJCX32E6QuYyVg6uc9jxBMs9Lf+Jz/pHABcQL9O2cFXM0xJsuyYG2a
3QGN0HMt+O7+L5l7s5PNCNBq7Q1a5uchBd0aMwj4aj/8tI4oSbcuWXiWt4useLOTfHko4c2VZLhM
ToEaAPcnIjnMzLPyEz5vz2A+bhhmRYFBhBNa8oJ29q4W2dFuhgcYKRP4nqUbOHytx9LaV+m4un/v
M294quHqkqBGk7/L8dmmD7Alx+RRIz/v/+3bFXjc8WRTAvi1bWpFizMzgNMOfLjxI9s/e8l32+j2
jou8qfM+QDZ7/McLTiI6gFkgHJiihLk1Er6ebuPKBjmAw9IBviBwAXRFZSFOSw/qaztfeIYzsWcq
2FKFYk1uo2bS03qbNcawZnp47vIq3gYMdKH7NzezSqeqLejkTVoxkZ1rEFylhtV+SjeDCWvKwj/a
4uX+VW7mfRTTepPwAwMfH1tyei5rUIChjBzCNIVpxVLmN3cXkyhqgBnQZbRPz5VA3gWILPwmQdUb
DfjgtHuMzd6/jdsKdtzHJIwakiUCDZ/knGbwPuiD7r1zwK1tx1TvbD4cqcKcMvP4A8mSHePJj96s
rMdA6+woYuvqdQnfADhhgoEl5OPYpgux5rod3tgmp3MPMC/DxLxT6LMGzzAlzFpn/WXo1CqjyR4Z
N1mVFZbo/acw97AngY1CYCE7bSVniAhxJkHTCDwnEJY7gIiltzQVN3NLU30ZnO5Hngwywdb7anoU
LgLKO3Yi2aLpBv8RfPrQ1RXbf7ulSTYNvplXsrFLzjwvViDJR8Ix7K0Vs4++sfY+DpYLz+52eQMr
aBK84hZ0YyDkkzOcR+DwLwaQXZuk2JatEbntp12fPDNNQI2HfwYI6wcygv2Nts9BOgZMNeTBHL3P
xsX59/6dz32Zk9gmQcJq+oInZyc7wPrioKor3bf22oUne7tFSyECnXz6MOCLdd7nOFC+wHl+06h+
3ab970yrLQfREAZ8YC3m/b4b/IdYLbTNbpdScNnrsvorxzAbzAI1rV+dA8K/FwMwM9r9Jn7K5tQT
kAaK5pDY2RqOVScYT8GHLIMpDvbK+w/15nEQF79+OX9d3MiDfLQLXFwNQJMihu9Liga79SWwn4sA
oo7uOsguFgTT1sxuSyfRDxJpbygNUH1oL/eeQYajsqxIC/hH+AxY7O6AUuFFNwfQbwC8E8RC6p5v
2+RaljYXQvzsE5/ExjSTAzCurTjDzvnixjaqVXrdD1i+0GucdTK+Z44TeZ2zxszdOsjco2cHj71c
KBzORCU6iUrYXnyrdAPM8Fm/MRY8wLalScK8HfZwSKq7f/tcpjM86Gp54OOO/HyN/VlcbOrReciq
BW3LXDI3FbNZ3iCZkxN+dvNih7LPUxpkKznGm9Zga8oSsC30xS37SGXWyvazDRgzkenBMKoZYQsR
fGME7jGdFXVy4YZnspCpueEIxaNoCw+/iKmLcLtdVzavlqqiMl84as5EoKn4jXZ5R22R8XOeua+s
bR6SbHhZ1IbNLIup9I2jyFPxwTZOBvxdIuED5w10mADdhMAxZmw3vGNP97/6ue9wqoMzDNVVCWgq
p7LHlCkYG0i8LfsR/5VCJpYruIsZr2P9Aj/x0KcXy1HoaC+UbWe2y6kGDujXWrDKMKC6bVceGkqV
9a2DawxxReSI/FD9vH+TM+thqoBjDhIXP8nxtnCKakZnT4k6xB4+hqWPYCaaeZMPuYEhgmphD32G
kAKWew6GAkc4k9//+ber29SbauDqFC40XorWRlfb2apARyceHnTSNevWvlp1pzXAiOohgGK6TtpX
JWwRsrJeqCfMnV2mKjkbOslB+XhNoJHDd5KFlWE+gyrhjQBuGe91Z51xHn4GdHPhfue+rkm+kbWj
8q2uN04pIeOn4KnxnOAnwJEH0GtmWW/QNsjfYixeapB1Vk3zK+b0FyzeHIyV53QNW7/f2nHjhXRg
7udM0g2wbC0+QIaMXqH4bGP+yGG0t/gFzizO/xPRQbJTSBHj5VZEXbr6am9voNJblIGNMAkXm4Wn
OrNGpwK6OMFHUBBcqLYPBPjyH0VPUBIDsQoCfzrsy8B/7uGJCcNMDutQmA18BfZYbzqzyFdwXaBh
QIrN/R8z91smyYbHuqCUskXUGTB04acAmmVCr+7/8bknev33vzKZ2AlUYgAteAIMYZ2m7BFOt1s4
LG4W9+25L9K9LpW/LjEatLfGyuXnofIhfaQXSFKT4KXpwjEb3oSwdkMiV+jw7ExdHBcLbzMBcyqs
i1nlFkLgsgkq2Vx3XzIXttAwFXpvYrGCAUEV0mu69G/PcVKlAQeI9C7v2SnLij08OLZurDc9qXaD
sbCNzr0p+7+PEai/NkHcN04cfFwfdmL5CM6bU8uj9JdgODNf71Q5B+/FhAFOxU6JdoyjJurTAoJx
J0tQDv7tOU3ig4chha6oY0x+dxU+Jf56pRvkvv3GhmEhBs/cxFRrBgBba9WEsFM+lKApGHudtmd/
yP4twk1VXTlMFDRkjuzkdeSUMPe1lOYpgw/q/Qf0x6jlxlF/qrgCByPOuuvPL5zsa2Ob3dcS5jAm
aPPgg4TgWF+3fBfOFZgFg79aT/tHD+53hXt19M/hOsyrFpjZtl6TpOnDoLSbFfL2YmEZzuRbzjRg
qD4xSgBiz2OThWgeqdAyq1BcOe12D4jS5v5jmPl6rxZTfwcNcN8HkPaQNDrmeCDU+638+FhDiut3
7cdg/hrlwmqZqydPxVltTIlUnBgnjenN3kvWRVvtneZQwE+hEC/wdUcvvtNvWmxVWm7sIYjgHPgd
sohNbLTr+7c7E+On6q3RbT0g+AIGg+YxqnrUOzsbX/f9P/7nnHhrSU1CR17DrJVn1yBf5Sg35uhf
VrTbQVDVPUA41vuREjhZCpm77wDIJdtaYqmVZaVCAaZxBBu9UwvWrHKFd7FkhuNu07yWtTluCqCa
w9oFaxQktE9WeV8EOkWpGmE/2fXvFgRjj7aF1kJYW9KJYLfZwaGYKRBf4Hr3s3ITsukTZqxoRbIf
ZdrCsw7CkPqpSyFvha+lJwElDEj3O+mZ+Q57xEusKpjKqxyeeCZrCADsfh5J3+w+Y1/oDQ7mSQQm
QHGJYwta3yazgPwZcxjatr3Vh3mRNbuSp29owJfrWJrFufKAqR0NG/qH0a+OY9Me8HnBbsqJ4z8e
kmC5t+VHDLjhVz+x9GnsuiSCg6aCw7Rf7BOUPw+tA2seLfFJ2mPeXHQJw0/eB8E/hp1JntcO8H6H
pyo7WbW5ZX4O9TQ2r8UCrj23AieB2SGtB29Xg5+r9CvqRfaq6VseFaX5kHXwd3RabAeQuakSNJAk
Sb/WGY47vMsxHkMBFlX2gLfVJJ9Fq8OcgDxCRFKHtu1Yq84InrjJtuDPHcoqP1BRLU3vzSUXf4oV
fyUXDmQ7SL5qG/6kSR7WDAhK09hmHQcb53ucfxl1vm8IUJWQCm+0QME0Th7vf1ZzkWOqxHNy5E02
a5CNpv6mhasJBvBAjDdDGx1dTLmHo9Dwi/7wSXcIHL5iSH1gNO7FkU2+3/8NM9F4KtWLIb4Xdpmb
Z0X0jmr1aqZyawzkLR6B3NL9QgSZyT2mSj0OIQWPLWGeC41ycG6f4Ay6jtsGIIKlc8zM+puK8cCe
ruvBZfosqvg0cBhOh6xQcj2o6kW4zk8VMCTW0P5ZmVpRaYSe6l7qIIbRSkFgtAtg7MLNzmw9U5gh
Y6ZjchTYzrKW+5oBIQKk2RYH/1AFfENaOCj7/aIa65og3ojNU7RhLJKCSktaZ9c0D8Cx7Ave77ys
f8xxQo7bcefG1lMwsJ+8bdYO3GMFtlu3XyhIza2fSdqqZFB4OrXNc+NyGkraR5akn9BcEkxqNOaW
gCKx8Fj/6Mtu3an93y29kA7znd40z0OzzuEifOjt+JvLWQXwFRlgngCj7iSIGjCRo5IU+VeFsYQr
ahc05pq+AB2xpR2MnAkFB1iM3qUSSmA+I9/a6k0Xb+C7IRxjbou1Zxcu0LU6pOYWLSik4d7CTcys
jT9h6K9wM5oNBjdNhBsKTYTLuggpwQOcioHlHdZm3/w0lj65uWLTn3r7X5fimhVwuoINtnL1ihAP
ghC+z8qjpR/gJbiGsfMjb5pTW4mdTyQoyQY8gdGgTNqFo+HtORrqTQGTeRWovNTcPMP32VeRbdWg
ghtkl7USrHmSnpHI/7Ty/FduYkgegnAYeAfiObgmhm3/i9LxvadKI2GVP9ye/srj0gzCwMphS8sc
uYIxpwnzGT7+cEUcL2RSM9n/VN0oBoyvtmagz+VYDlsSl9CJeZjuKTjQC/eD7owCCFXs/67kUmGU
iQ6WPred14dNn21NW9lRezVta4Fe3mfypIGujyxn9ID3rrpd1jdpVBvuxtTahk126WOx75Mce4EJ
UgfD87t6k3SdjV563yDnNImSxxZc7UeTPpUo+g2jjwnr5/v3MFOJ/j9DCTp2JkX/qT8WhhhfhNVy
wMJADslFE9l1+1Zp/p5ntrGCQBTwkIqgkeMw9PnxZsWQ5OusIr/Lwhf4Tb39OuY2O2iTp0vHoGtU
+P9oQabtwSaB1yhS0+Fo+E1x4gNQG0FqnlKfv9pYLjtFgDooSJuvYkgqVxm5YPgQ6DG2sI5ub3kw
0P/vO7YcR3Ss89VRNteqixd/75ty2yTtUyUWjlK3lyqZtgpdmpvDMMIteujhKd84dG1z+NqDtVov
PMXb4Yr4k6QOTjgWbVXWHzHH6Brgk+sh28cZpq2Agw89Zn6zFoXlM3cz7QOCZRknHBTWY4rfgXlw
6a3jq4g9BwLi/pq9fl43lsS05VcxqIik7NSxMPOHVCYfLEs2BUnepEEehmaAkz9lR/jJ37/czMOb
Nvkkk8BKpLo/9vATC6s+e01L9hjk9U+wCgCoy3Yx3OUXYspMIosT7X/XmwmVucwpVJiDVaqIVK35
aLn00tZIdjaweP82UvoH7j5mYRmnRmQnDc5Ttr9w4L6dCZArYfbvAzfmAX18aUIdm6b86geRkzgP
hQauFbTTdyP4ef+ZznSLybSLpxWRDfCFYJh6SZbtRpFEVQ0ZVzBckUNlOLbgdvpusMnMOt17w5iP
e9f1F764uZucpDsZET5OoMQ8KCfdNENz4Yzv2jjZViDbA066cDKYW6iT2FFUcdCq3jYP0ArFsbnq
2vR1DCTs1YNPUHxf8tYFuJD+69KZHA1xUIXli9nmx7ZSGHEswdoAsKRlX2WsQdKNj2XTo3jMN6NJ
3/uq/tlb5VL1ZCZMTtuH0tFQoLC0PDqm5X4yTBkT+Ug7uTYLsYdb83PaVMhcytCHTV5D4JYbAqvC
Iq8f1i3IQRJrIRRULjmuzEShabPRx9Qbpn0hxwkags1M6Sxs82It+iUvipkbnvYbqV1hQHUw0mMv
2gOBngqQge013YRy5f43MrN6pl3GwYBhnmsF6VF16Tlo2Ft+ZXvQTWMx8JaSt7ZstwAK3L/YzBcx
bSvqulJ2Sgt9KIhYmYK8VF6zE7x4CeIXI3++f5G5O5rEltovYJDlGeWRYGx+TNpHaF8PhYR0Alrt
M4vzc5l7b2pJxTV3T85/Q1mfOzFAlso6KKDCAND7QLEW4IodjgKyXbIrm5FDgBHz36tAkVwwiAP1
QTvFWzuk+6GQQYTCM7Az9Q4UP4xwxWu3rCJMrNXo28T70s2exbgoyLiGkxv74bTX6NpMDEZtqWOb
SvBGUnhEp/kubynqC3ZkpcW7KmFsbqo+THW1N4bxjVliQY4xcz4hV8jn3xuGY+a9R0ndI+pABuqy
t7FCTVzmx4BgdlZCptZBwu3R5pX3LYyrr8Wq4NT6+Ee19DHOfe2T/MaQxshcr+iPGhifLobQ2MmK
kCm+WDq9/YinDUeFBLDI+ro7gqvErifLPfb+16KCQ4PpxcU2a/XCNzKzaKcdx6KD9Z2pOpCY4eS3
KSoBa2FxTWlagCetCvPgeRAsfPQzj23q3dFpHfeK8/bYI3Eqif1bZOOusIKv9z/3uU1+6tpRwF/K
6MugO7pdXUfS2ADNVUWSYqzPzHFYjo0xQuv+mzB+ODaALn36b+dzMu01go44eEym6ugW1UFnTRE1
nrUtWLrzmPWzc4CSTxe23Ws0ufH1TfuLDlwV+tQk8pgkMLziZlMCX7XwgmZkBMSdBJeBclNmHjx1
PPIeF87vgOiVVNWpdtKz73XY2TDhbwDlZgxLJ66ZID018/C8wlBZpZuj50kXdgRdujZc9yFz0ogh
fBxyUVqbGHWZyAYpLFs4ocwUUcEH+W8YMSqj7MAJ6HHO07suwOwfOucZTB36Fdz4jHNvY7TGjUm7
Tql4y8o0ja5+Q3ZX/qAFBzsG6tdvDIs5vL94577DSUhx3NZH78Bsjwp9ERSevK/MhAodg8+Z38J0
e2n5zFxn2qVslLLrQWOTsumDS76j4PhxVfUwsNsh2vvH+DVtVmZegrJtQPsjWCEU9csWaEblgixu
uJ+UOqguqmohFZw5Lk37lgSGG5VVjtWxpXZzkUIMa+VWDz1DLqgxyOzkakXiJZeoue132odk4BW6
GVq9R9/ao/y0EUOtgVR84NgEaOZump5HvC22OWZrw4Q7R6HQxPYte6FyOhNDpw1KmEOUApBXebRT
uWuI2tdNdRlp/HR/Gc6kmdOuZK0D0mZeORwhSC/R8b1Ox0vfX5uNqFZl66t/W+7TxqPVJgWGk+Aj
olvxMvhbqd1dmfA+bIv6R5d8uX83cw/rmsH8VcuUQD3ZVZwMx8Lr0yOys2ZH0qoD0al3FgLJ3AOb
xBHpUJn3cUWOphk/dL06iMFeVaw+B0uvZG6BTyJDGsBdA2rxDuxX6PvMsV97g7nxVG5AFe+DLhTv
zWFB8jtzN9PWUuansgavsjuA8JaHpuEdR+Gh9uBHwZIRwEy8n7aODN762dUy+FAEx7jvf5bglqJ1
6eWQxfCvQ48xPGrAi4D/uL8G5q53DYR/rYEEqn7bxVT/AaI0LxyHLz0aKYkwnzBr8GZ41TmGr1uZ
ARV8/3r29b3c2KCnHSVQmFVqwWDiYMk6rMbPGLPl6pvBq5PGvDNlGy6+j657rlpwKPWqBl42bp8z
pw9ZC/c877XlYlcP/OiJhcRoJuZPO0sdYlHRqUYcJPPXbmejiN5tFLOeLTr8wCFl4cavX9WtG5+c
fxqjEKywtTww8sTb56bcXG8WzMicPNjskY6bGhMQoHStGI/DmJNIF2OYZRsBqIkhgWHQsPllpxo1
3xgwZLPP/i1nIpO0xg/aOGPEKw4a8th45KfGqT7v3/Vc0jn1cHA4uofKg0o1523kG14SJZDCYN+B
0pO3+kS5fZCYhtwWrnwCmgROG8m/xZ5po8QH/MTUtKoOFXEenXS8ZIN6GGDQG6ZGsVTLdWcaaGTa
2vBt0yRj6lYHLurii22AaOZ0b7EkGar28MCzgNs4ddyhe0H1YaiaaGxLfUKnqNAbJT3+Zsg+26du
CnAla4OoSJoKbZ04iWTQ/nQHlGLssu2ySNEm0r71xIAUjeI6f2Xjdc6hGfnK68wSg1e2e0CtHTI6
9YOCbDVyqHhJO/iPyPuzS27mfJW6enhwoOg40MQHJTU29jk8c5ImuKSOekKM/jqM8bAedAaXGdcL
NaaQI+ifjP6LX5bZRnomx8gajj1ZE9Rh3oinbIRMMedXFa0Rq73VFRsX9FZRJONxQNa80ZXbta85
G3Ykb8CrNfLK+AmDLTinVa469C05+MqxoZ7uyVbETnmytFtdjyCXFDvUJagZu/BCrE3eqm/XnqNw
pLcaKSNrt5VHy2/e9RBAIdTlF6NU7aaHCuALbarhcwicdeWZxwJ+LbXJBN1ZRtLxjZW6e0CF3HTL
qaVYVA1qPzgGdJwWKUke2swtd2pEagZdXMK7U9BVR0vk+84EoHcADHLrGq218dxaPZiAMgdi1Cdb
lU+NYz8qlzzC6A9GrBxSpa2mA0QtMhiikhlyTdK+i7w0yL+miZOsEmlsLdccHjNVP9me8SACTAUX
VfqqIWyLqGuUI2QSxi6PyRdhAEY/lM7JzRN3hc0nA6rUNx4dzN5EzejaMJwbxp10U3vrZ7F/crBe
1qk1ngyChnnP3cjijEU+3n5tEJeu6swbtgy5/Q7dxi0dSpjI5mg2lQFsPZGgYZJel521pwUGqb/k
eZoARuyAwc4SE1ttb9gg2OoEMjCkEEeftHQIW+bUBx9t9FCS1sUw3ChPLJAPFRajjdbs2g/Qmdj6
IMEAhdn2blSocddJ79Tz8hUApK2V+R2g64CXAqHs5c8tl91pdE14TDLMMnku/HRpgNBoOcC0a4cd
3ZLJSNbmq2VrzIqnnYuFlgZF5PpFdqDa97fU5ZHn15vE4dva1ajYQZXHmY8HKrrfQQbj9oKi304b
GJF3mpgrqHug3vP+bMPaA8zd/KUd/SSlnzePAactztFtwx98azjZgztuA5ydi8R7APxZ6dAaB/ju
wvKZm2Otj2mGQgKApVKRAx8g7HK6jmerxjdfuG69k9tXXR7qMSu+9lYt8RCcPso7KxhfiFOfXSQB
9iurum/UqfYZ8cxTkgn+3tatuekw11MbqdjpPj01wITCdQ/ssLSKgkFtMPwFRBoOA+srlqZzshSv
YBy3fsLrfW2i/jPAgAhjLaOzMTw+PGVwgN9gPP0gM3Lkaf+dcuU/WKkNGqts8GWPwH++6ySH+iFJ
EnebAsIGlRwc4VQdHwqTeL9JAf9MANqd8lLSIPAiz6WJ3tQqISfXBvIWfUxkayqPz24SYJBadYSH
plZ0nRg59GfliERhTD/g/gxpLenyyE296pfFSlSpVVa/JYmZ7ay2bOCXaCYn9LXf8gQM6BCym+Li
GNTd2Cg6uADVNzgLIVHTXhRUzgBWogXuSU0QZhgcwhr6iRFL6y0wXHEIJOrVYZl5QASPFF+BlwBb
XGbKvLhZk8C/cTRCsxJXqQGFIxqgwCJ4jXMwmP22oSs/axR+Am/wLuKBr8fELE/tmF9YFbCzT/vL
1XFClHYN8wEDOGGb012d9MVJIBxYurW/WZ7YldDEYYEZF16nzYbR+EsMhUbkD4JEVVNcDSlr+Lva
AExEMI/SP0XpVJusJdmL0hLTLlDmv9estUnoDYkRNWVnnM0Kh5io72QQfORB1f0wnNaH8I+U9RfW
dL/8ojOOONCgzT3iXXIXI/rcMDTmdkwY6UsYy2VlrTeyiKF3N8qiDwFbUD+U02QbR3nWyjcKcGUL
uWajk39Yo4RdD8jJcWQKex3opl7By6zciaF5lFCbXDAz7oUEXCC4KzYDXo0DmmHkZ8FH33Z8Z8o6
+ZqjplMdADhUYwTWAmztexXQiATyW9PCHpBkjj6ooofvS9b6Y1g3nvxEfaCMykDqx4I57peADBJW
tQE0TPAAWVXKLeBGM/CHoos77NP+CHicaHaBEv5WZxU/KQxIKtdqDjXV8dqKawcOizCeIp6y90Zg
7tvYFmvith2NxoI/ej0FjVw7XQ9/sJTEG48Ov2Hz4NEjqNFJ/UFRSYDRfMO3rgATtAiaLyrOra8m
3ik6+cVvRzhFVDnCFa8jdXS38nGCJSs/tel7rgKThrVp+g91oXfCsMad43oAdHtJD4s0rcnKcLJP
JJVegeJIiyNqTn7HtvSfq6YRkcyTn8Rs4T1RxFb13o2liQN4wN9VIwGViYm3wlwqsXZjFWP0F0kN
SKJJJ1FCSxwTviiWApUTkqSOwXcSCimfXMmOX1C7sPY8CNTvcaDxK63FeDHSwtnK0oUGJXdAnQxs
F6+rkHG+KR3/kkqlHx1TA5lO3AMi2rWZm1u+sxFtTtNDWbcwF6TCHuoIjeUGe1aFAUoeWCjhF6Js
jzweFNvqIu2eoLb2vlSpak8+VcA8BLpbS5fwt+zqV4acHjraDXqZ485OiqE6ZFYFrKhFYhdz960L
01kYmSk47lRhL4zhYGinRNE6NlbAWa4TVhsb4o1k1VfOueeJG2oDtaCsz1+dlvUbq2JP9UhwLIvz
BronbKVI7MbhhXS4QoahzNBM6leGTAwOPnX5OPIUb66gxkKR53bV3ydTvKiIDYjfDT5cCmv8Uo3q
3URVLqHxzrd/GLE8a/aEcHcYUxUJ8czyz5oPnzCaXZrvunmEwvWvh/O/TpFWk2Yx1+ZwgQ3im/Ty
LMLAxabGhBVYb8+MLhwe5y5z/fe/LlNgJIb3GOi5JLR6spV87BI7CjL9VaLtvzhsevOUj5u5/vtf
V8EGMDrYT/XFNJuN5CQNLRvWp7I8tNm/jA3iEteKzF+XcOFlX3Bhuhi6IV8w5r5Gh992vDA3hjfg
djCq+3z//DV3L5NDJ+lBHcb5jl6aFC5BOmbw6elK9+CTrI3QXv/HFzM5QZI+Zo1ApnTxxdX9pcW5
AJ51yQogrm8tEsitC9n2/Tu6faLEs7P/++xK4viE0da7IDeJnJJ+AFsVJVKHotYD7AqGJCSKAFtf
/m59jVFPe+Ers69X+L8TPK48KWYp5TpBxWvvYsROGmbuOKwbWGZ9RztKbJkCqL2xJPQ7ToOIklIC
Lj0qX3bAPpwcGi2Vwj1huOrSALP5AV2e+Vx7+bcK5QaUSAso4uBhFUISHaztOhuXrEZmlsCUHUhY
rWI2Dv7F66FPzMcIg8XPaMp9Qb5+/5X8OczfeDDm5JV4hi8Ywdg/hNQDHGdRG40GCbetmssXT0Du
UDsULZ/ceWmSIJVhQk3yAou4g9L1b6hZyBYiY/06ktYGsaf5xLaPZTpgBpuLwAhTVXqHgFskElZu
4sg6ZKigtN9N1wRHWVTPmP/d+wlGQJJxFNjhZbpKU4+5B7cev9+/x9tKIOTukzpjx02XIlnwL72j
3nuLqVWnACQxUS/y5aZwuiZ04B/Y0foBSQC0lGMJ5+wen9n9HzAX+ybXRzqb50gxrjm8cQmSfKtl
8JKU5ttVzDjgPLjwMue+r6mTEzS8bq8ty7p4BcTqbo4WTxXA/2Ow0s1Asya0M52vS2Jc7b2rp7qx
jTVKW0tWxrdbT1D9TPYSIoOu4JmAKt8gMCSP3WPvm6FZOHtmiE1K8p/EUv6+SH4ZqV2GtYQvpOek
xXWEBP/nrp0h/3X/mc/+lsmGwyCRqcGmpxetMHckPQOqc7KpKYeejuY7lgSfuY0X3/iRF8TwLx/P
Ga1XGIH9TsEDXadKLc1n326t4LlMtiW/z/O6qS2KE0i6QvWwGfdYeL20IOvdAl/hOziGYM7Vsysk
+hu/fL//EG52CXDdyV5V2Ojc2jjTX/ysPtR29WH5/k4vGSra1+B5K3ZMdiiIOW1fcmjq6sT5LtmT
CSteI/fPaYXiYCnf/Zie7bivw6apj4xvauM9gHaRm/D1GZT8QYFWCSX0U59+LK5VhNLfxUG/p+US
9/NmhwG/ZhL2bY8zgwVaXST3Q1RingJe4KDTf/MrvfOoFblN+nr/Wc/F6smlssTzGpekiNVBtgvS
5jMV/tHx889rfen+JW5LjPE+J4GEjE3h5LzwL4KyS8EpnLyNgyjBVivjOHSJ0YRJc2kDa2uNzapv
q4+g1zvQ08iwB7/VWrH2CritvlmWWiIl/emg/P8qsKe+h1ksOhi3Ef+ispx+y0bXCkcpNrCSKjDs
hsIAB5J2g+NE9ZQQtw7rvnoepJZhGiMcllr+LNosEqYNO3zP609Dj444xFNeWBHxEVtCb81xBNUl
b/cJMT45DmypLw8g6VlriPSfzbj/7VggN1i1ozEz8KFc7z1mHEWlHv3mvgmVhyrO4PofpWvsBpGW
P+6/kNvv3J56LaYctZjGZd6FMPXsFcjJpbZ2OHYBjLHQe7g9vYrNaxLHyniwqbJwDWi012jLHxIc
VkzrHULqOna3TdzC+uh/nF1Jb9w6s/1FAihq5Fbq2ba64ylxNkISJ5opkRQ1/fp3Om/jT9dqAVkF
NxcImxRZLFadAYUyRcI+63Y+29eNOnSwc0C1UCjr7tqGsTytQ9Ca+u3tiX8eWOhcg9G3zc4RJGfn
WooKqqYCAtIFtLzKf0qy6Vx8sRrh85wPNTt3BG/6Oj+UOX00XlGYcci4NeP329P4tIOGtZ0FsJLz
io8ThtGEwofLBQ+wfYvh59YWB6XTe3vovjR6ZU6fQ1Aw2izT7nqrTBNDYNGwyyX0NxvBT7gH/Oos
fWtf9C00sst7F//n9vQ+l87CiLPkzuTKKfCuZeeeZaig2/W08bwMVmNw36mecuuH039v3RogCS+u
d42ArFPvV3/6qxWQwlvZdx67MVlT8lq4L+hchpCgzEehVetDpZr8lrXgW0+ZxxiFUFhGisEGa+mX
2YKAABPlI+7BLn3u/W/WmP2y4t5G91RdEvU0WTbEKbONQ8ojrEzWcJsLCQOdqwf2jdnZg+chuCpU
632eH0zO7qbGey7o0SoAgoBKpEYxzzZeSGNses/aNkMNPUiRH5hy+O/bX+3zNisurVkWRUANza3a
8M6WyPQWfLJ33nVR2og6mCYTyvW8eC/ldEp6qKFUIGuc4pzlm24YTyn6H0FuFiDS2Mlv6Xsvllvn
ISrewyadNNt5ySTX9vNC9JtLFCq0L0rL8iG/b+iLstR95fsXDguWKu2eGs96BQZpePeyMRzip76x
v7VCwjYxO9VkRCqa4KVwe8UW8l7qz/KrCTRkNwe75KyqoUQlz7Uik8BSLxtL/eBo4FcD7nP/EZxc
cB6bzN+7lDZvMNmYvtz+CUtrcQ2UH6oCYLuXlUVzdfYsemCNeBV5culTvXe1+Hl7iIVgNTes1Rqu
nfDeUefJp5dqghgTp902Vn2oOZiGJQq+JvUvwnLTw+0RF6L8nDHUStrbIq/UmST6V0zoBWbFL+ma
zfhSdJoTgnre5oRXUp2HKXkyZBKSagqS9GsDy0Wb74rqTUIvn7QyhEwlA6kRrSRQfntICnvbFk/K
27NcistzTk+tOvitGn53JlX+M8lYej+ZNd9kbrLvHeOiIEu3zUjXQhoXyuiOUP3l9sifvwvpnODD
TbdvZRvnZyiktQcSl3fiavfJuqcW9hUH9GfWDsjC9vwP0QfGIIWZw6LCSoDJqK1LhXpmCsW0FMWd
sqdb3cTnpumDVPMz4fZdPZFdwrLLBCHFzYh2ZOsZX2/PemFXzVlAlu3AvMed8FticclgQSt7EsGh
cOUkLsXxOe/HYYPjXrvrZ+IN59ZJ8sDa5PRwNSzOoVY5nmUfbyU6r4093bVO/KhxM0NoHsKKGp21
25NcePLROfuHJ+Dv46FdQ1OUH2XThPAr3JfJ1h5hJZypbQOJBVWga6LdV97TP9wc79B4XtvTC8Fi
zgoSXWy4QjB5roGjlygW0oIdWLvDKNTBQ3OK0TaFoAOBZjU1jk3RPXPNuw3A3yeD8TAW1taWlzR1
D5a3pmK9dNK8WQZUowY0yqtqfVnYAUnJDxdbTZXt2W7liYkOpPvivvB+rBrqLZ2weQJkGrSloxhx
tMU2AU227sp7T/T7dCq+rZaEl07X7OnXVmgXd33cA4WhLy2D9V7ePRLmf0/ImirZ0qGZvfxgppKr
VnJ42rn+PfHHe6fpDmr6J6yfT+ckH9vOqgKSUl7k2sUuk+kDrDU3IKBGk/d6+0AsrNGc5dNohaIh
WqXQ0AaIpEzQhB0afYDbPRyV/wVBilnMnkpVXfspr9vsjC7js4AT9NR1Dz6ZjrensPD8pnNqjwcp
FcPK6uw8Fn9UbJ56LwIBOzBieeHfBrEtqTr69M22GDpQNNmPo/PmTdvGFM+yNJ7tSv6ayEpFe2Fn
z1UFtdtCKpeJ5Cxt+ciGfIvm1sFv2mejZPvCQufj9qQXKihzbUFlNbJKLZKeJ6bv3cr94zv2K03s
l94vDiiah6tfbyFkzek/cWvTnDuYUV/FW9toncDMyVvuxfAGcx7aq1ZN3J/ywV1Dyi+cqTnbhyjT
9jqI/J9FSu5xbEGpG9DHdmu2sueXvtEsLniVUaMIoliU1gMUVPiB+vpUFv2Dm6BdLVd2wucS29j2
s9hQTm2qOr/DYQWnHXJjj4aoN1J3x7ZpQ67QWBZfBP9tBeYdG36zdHogQ3/OaPJTECGCDJaDt/fK
Uh7+H3JP545dozI/KsbxWffsPOr0JAiYNgTSG4wGPIfRa6s2pSQ/jZiuYa4XNumc6gPk7VTWKHVH
gCWhHrN16mlvFfl9WlVbBuCHtDcrM7xWBj4pds2JPmjVMrsejDgaBppBzCfSvh846Q9io9r5pdMo
IBToFg2hMT13Sbfnw3QyxnLtGljYUXMeUJyq3OjbwYryon/JMuMI3ZYQpsEHMY3HNF7J+5eSlznp
h05I9PGKolE+cGD+rV9tDg0iRk8l5BodtTETFO8SErjmAAEbwNygGrqV9ZqC7tLnnJVlGps36OIW
bqSpA+M013ptbJ3tYcqeAaJ2bdfA3wp+HwOVazt36bv+JzMhZtOnuR21gu3yRLxVJH2Q/ks7+aHz
EwqE9lhsLU+cuO/IsBqMg1lWR12wP7c31tKHnSUq0G3NcR6KPoJzwi93IgFn6R/ZmWANtM+ZsOjK
RBdi3pwcBFn9mNQgB0V2798ZtvFIneFUmz9uz2IxAMxCkWA5t7vE7CNnJOzsm64Dpau8szbOmOpN
21Ror7ZlmQROU9KvgmXWHTzWUcZVxZp8urWwlHMeUF5CC3dkTX6+KsqklbNv64dKJddGF8xoX2OG
2znnDO+7QwmgL/7IByBBWTCa37zxpwMAG3Qp4mHaS34PQQT0pZ8Ks9z19i/ozgeuZoEcH+AifFW8
BQkdLdE0wP+8/uGAqo2/xX8Va7p9dGk+11PyobRQKSsFYCrNz05Mv3Tkij0bDtqtdrn3yB26FcBD
pcXOA+Sl7qDLxc2wHHacQvyHAv4DXKVr7Yb2B/wHINhuBR5cqwcnalPQ67rXHOC8609e7Sgv7YE5
bamBuIAJZHUG7WsetsNvLB8Mlb0cGkXDDuZwR3RD77qMHFdzy6Ua+Zy6VFUN6mGdj8RvRHGTOdeP
OlZ9GCdh1w0gu+WbqRkg8rzPM6gMFe/teCSOtSlBZK/EcTC/4VPb9Vrb/m8F7JNbYk5looWJZqvX
IVEEjqsUR2wwK77gmXf9D9EDI/BuZRfsS7/+2mkRuFC8dZwcjfM0zFMJL8uvnTEFPGYgEvwCTTGA
hlzljRt8/qAo/6A3z9t0R4UXWNnvsuggcLPNRL1v8zfubRT9yugYDNVbxp98D734+gEDY39P1TVh
Q4a/MdGghb/GdmjdsK+tkPkoBJShCeSXp+D8gyzPKkQ44pnBCdDa8IEG2KoUVwuzdkAdfupPXnvB
zK5HwKen2PgzQO+8ybaCphDz6O/jVB5xDPR4LNJ43/ZvSeE9+Em1lzt8CbMNUWYOJ4vuoHFpwqvx
dgxaKp/OiV6syioDgmPZ2U7lXstwAFyzhV1TaY0bG3gjYqGQ88MAsgs/HhtlKtvAAvaAmr/s+IIf
XFrvdQy5vWTtPluqdM05Yc1Yy5I3fnUxINgL2zLQg+lPV7FnGHV9Qxcakog2EN/OcIkzfc4gfW5W
xsEa6a5pdZD09bZkawZdC5erPbtpRBG3qNvSNjJqunWr/NQV02NSlzAgqEKz6EMpnZUqxNJQs/x3
FL5fF9ClisA2/R239TGt9V1asi+DBOZfOY/YS7c/+sK1Zs/uHaAOQIMWUK1zSv+gy+zBsqbfbCT/
djvPyWMCN1hHLLON+qo95L3x1bS819HKN2z07yBq9Hh7FgvrNSeQQW82aQY+tFHjW3iHKBhWOhXG
cHa5T3cltS9ACz7fHsv9PJH9e3t+uFVS6FcNkpVtlHC+cyv2rRzUYUgGmIc2aw2C63f+JAzO+WKZ
glxE7DEVmW154ohrwi4j9v8CNXfULXeV636h1AlGPp253vzbzK575MPMmGnpqQC4P2ot+0XX8kig
CdaI5gXig7dHWLri5hKDeaZBVKx9FVVGtZus8gdlyUYW3knTHGZhdpj5coI4KodLorl1J/TlV0Ze
2OhzvhdEz2RT1bGCg0ajdjqDOZJ0BjTVc/p9TNElL9McpMPMf27dKxuwt38gm47vKMXNoVgnNixx
f46t4xxu/6KlPTsLJ4Ddq77LHBVJD2JYpgTouRQhetQPbCzKsNNqC5G2ldi+kArNaWHMoVDnxpsk
klxUvwc7Y++9I9J7KErQHHhgIKt9ZTvtv8WvOT3M9Lsir7yijlg5nBRnIGSR4l2CoxDAXdkMPLyK
aqPe317JhcnNNfA0A5K9myiPqDvGYuNYPn9C/uzck6Rum61RIr5BANWc1oSxF/bS3Kd38hWB1qvF
o1alkMbBnurrQ7wKLF06JX8T2g8H0XbUhMCc15EYAbcag14cDP6NZYdr4jyIg2U++FZ9TaZvL+BC
AWluxqtZBSJim+FzmeWPBopQPUKNg1TPpO1dbBR1WMGZcpN4a06CS19sFmlyP22lY2JA9A2AAL2+
Ixr9Awj2Te+slDQXF3H2FvYMqQBncXgExXj73CUQ3gRtncANhfPN6Cpo8KpMHOySOF+p0PljKcx3
r4DG6u1FXTjfc59eOF4qlppJFQlubY0REvxKH2rqHC2DBJ43HfN2RR1u4Ub6C939sF0gd2yVBsgd
UddA+TKURjGlAaguAJhwMC4hfdyb5PvtWS089/8iFD6MZU4atj9xXyNf6OpXo4ndoDOqNbTx0prN
shE/ASiOEnwzB3wZG3goi3Qv1AC40DQe0sE+2P8kzuXTOXnAba/qa7HNIToOUQajVx0IeeVwUMCO
rV12C7t8ThAw+nyUeM81EV5M/qnUUJ+JJ1jJ8z4ewFv1ISA7wVytrcSwn3wAkr5CPzwwUnWBVtge
irSmNAMHU4Z+0r+5LNO/pdAP328k4N2WFNJLw2gctW39aCo3bAqNeFxNm9W399LUr1v1wzCNNflF
Zvcy0irT362+fG0HUf620rSAMwmt+kNWK2fNcnbhAPxtaH4YDQlxbJRFrmHvDTal2joT9DfU06p/
x0K8/8tA+fDvD5xoW/aZjgCqEgG3SdhSoLbNNcXFhW3/t5r44d+foNvWjA1+vxi/9475mrMLLlAI
sHzxIRQCwYqVa3lpnWYpR+56SU/BF41i7fBfqBWGnk26R8ulGxRnV/Ljhcvkbzz+MBkoZVtUyUlG
jAkKEbK8roNOuj8aHOwta2K5V328M30FF3Gr3N8OS0tfaBY4RJmAJkamNuJTeXImbW0Stxehysq3
2wMsLN0cID6CMqz6pG+iyU3OEKhEIc5Rb7TFrRJbK3F8IbbOQeAT6GCpYSUiKoQ1fPFjCieAvEn+
bYnI9ah++C4pyGeC00xEoyT3UotLPoHIpoS1ct8trdD17z/8+5p6NRzbaROlXrPXWQL6qXmAbvkz
W6NcLFUD5qhszwG/02+NJgIUr4HTR5K9lYWPh3cHZcmpTtDYZXEZ1Vk6INFsPQ2UMtizmqQoAGUp
6mogyzhQNg9gQkJDeBFD3Pj2/lg4wmSWbUxqEHEm4HJtDKaNK7jMwQgFNVCS8rWzU/07yRl6cD1J
10TMF0LsnOJS63T0kUeryNBsw43s4HAS0sE4FzKFzsjm9ryWRpmFDKesJyCnChXx3ICYX9E/F2D6
UEkAmO67DSEvt8dZ2j2ziodfOZXOp0pFHgiPGd4krJN7mYtTAW+N20Ms4VvmIHA/9jsrNRoRcWgl
uidIJxD/jVZJxQKz7u7sMb+4LvcAenFH9WKPXUl3hucD5NGrL5BnaWBxY3NYOEk4xfdBXytre/un
/c20//vgN+dQcJl3PrGvhoQwOdEeKs6CoAHfxvwb7W1fv1Su6ODiAHypx/d6SjKdB4kkzWtPIHF1
sr0aXsSZaajmhPppDoaIJfUYtA2uEas3LQipsByyp9DZMZ5jGKKXkZbkeVASrIE+Hr3qLjNaS+87
nl7JTLAxvOokeGtcuYWja/4H8O0j6ZH+JKK4JbW7aYyqj9xEgTJU5kAXZv4P8MqbPUmbPOT+0H/p
3QH0fiZGIGsgJ8853VqDFyE/e0+ENFdawJ8fW3OOEYdpRqX9giLkauhKmKnOw8JGBoFCwYtZcBXh
LoMHt07W3HU+3+fmHP9NYI3cqMISkT/ZG8dz8DqGFViV+gF492zl0C5QY805Cpy6sCeFSaqIrLi4
94sI/aL31uJsywygAbt00IfczkCdSX4q42tK8HPq9Ek5kCSl8CxcOXALBWVzjhJHwg690bgyHmSP
ZpIEGjBmVIek5Pf+5P42pOcGkhfIfoH12tRpqkIvFUVodKzexVmLWjIY0LB1AsY5RPey2mQ0ftCy
9UO4BjdQh1I/bx/Apc8y62K6XlsVxPKKqLOyL0AyHvOrUIILECdkQ7N//SyzYArPiYxBj6eMPNty
wxyuYDvKMugeCaAaanY1N9oLxz/AxPbsQSPKq0UdmnUFuw9r7em9NNNZoNV4HSZGkaUg7I1fFYRg
Sq6ehqY7AqV6ey2vV95nsWyWi2XwEIGrppeg0kbrIyV1eW9C7m9lU31+IZlzsHncQCqlybIyEtre
QPh/Hzc2ZMkKQCN6EKZ6e+Wh+3lGCXrX/6YzElRMavVJHWUWyLXx6PPQqOQxhY7n7WVaOqRzFLiV
VrxhJK1h2qEBz0XRc9vV0gvNZo+0/A3mM5A4ohCN8XUX5Lp9rJX/267bR4+Pb4PbtPuVH3Ldfp98
sDkIPNYpqfMC1Zh6tI4Kd0HQtBA6guqRt1dCPuERUsIiotuVPbCgbrKZCvdwe+ylVb7+/YekUSXF
YIErXUdFLHeS5z8ZjZ/7NYDPwl6fA79HUfRWnvQ8gpL0gzTTaCiM+7I2H4fGXdMevu7qzxZvFjkU
MLGssgiPplS+N0VxJxu26a9XyER/wykuhDwqutySnVar6J+/sNAS/t9Fy4zeZe2AeqetjUB75WMx
hrnzWpdDkBFkT6DDQP5y5YZcWsNZvLAdhOWixOYgqYLWESRb6gzm0H3lbbxqJTAu7YJZxEhys2kc
eGJGyEF+emlyl+b+VfXt9h5bmMEcLD7BB1X3CsVoKx5wAeaHBvusKKCzE9f/NoE5Shz1ZztL46qO
TOm920mfQ+LLmDaOS1bOyUKeMod+27XvKxh/QMMUmqKyF9AniveyreGPOjxqPu1XH1kLm2sOAp/S
2slBvqyjynT3tg2LNVDWAjyrvrlcbSTAPb2qHvq1lVsI53O0dwI7yF4RDOcmbkASCfcU/TBRuZvI
726Qa6d0IcTNUd00ZwY8mHUdqTI7EO085td5PQ/vvd++Q8bjubJKXLWg4eae86CkXOs7Lc1vFh7S
rJtcAwrQKIR5r6Su9gouJxXRKkhL485PVzbgUn49N4sXfStiXTR1RFW2iQWJHPAEEuZsB1GfBjf5
bpT2xsiFDBwmUN83Nwnz96KqrCDPTqJD+XNYQxMvJADeLGQIDyqEcmiayDaNE4qqeymnlbO8AIQ3
5yYPSQLeaO3IJmJxwcKrlrelxetowGjUNYufbcYOaFy4QCG53yxarjUTFqY0h3lbNfGMPsOwdet8
E/ABoWkwyE1d3eVg06FIi3ROU5DE6OPIINnn5v6+v6pbrNU+FgLAHAXOBg9SDNIrkaj7gNvm+qfh
5+eYq99MWFEST1t7zchvIV7OweCo3TJ4RaLhDKenvWHHR4Br7o3c2q5OZmmE699/uPXHGCJgcqR5
ZBNpBQrSmADborNFya4nK3ni0hizzGKaAMInNMXbh6QGrLGvQCZytZE6r5aFF0LlHOFd153HaDZg
odh0zqevmRPGnrPH9g8Nx7+g9/RNZyu1wYV2ljkHeY82FSzWGMxPcqSDEzoXIweaTX1toUV3PWUt
DMKbtjpB5urJrNeo80vrOEs2oMRVFb4PlyMI1/3y7ekAceHAFfpAe397+4JeCl5z/waj5kXa9RMg
Dklc/Elh5LonVjZtkwoo2rIztqbKf+YM7nvlwFQYt/BTScvp7ObfO58CIzl4UJuKE3qf1uNaarpU
k5mjw/2WFjThLtIs6GHZtc53pYYwF3g4zYa2AHE1AJv27rFVe9rEV4HCU3b1Shh04W149WYb/Nnx
Uge6gwOBOfLwW7bvPoXynQNbWCuHMGWcHdByKdilApvj9mIubMo5klymcHulBNlO78qjbaCyjwc0
JVXoGe2bxRqYncD4ZO2VtLA75vhx2SZw1QVKK2qqmB9bm4vQY7H9UPvZve1NX2/PaSE/nGPH85pg
4fu4jhCDp/vcJfnR6ml9snmp328PsUBRMecA8RqV2goldzQ2ew30Ngu5hiijxzYaDXjJ7xoJFxzY
DQ+mewB1/8kixqGClrH/XLVdWOQ734b7uXxb+TnX/OCTZ8UcSN4R+O5AQ7CK4vGlrcx7bdUPXWN8
Bxy1UOne9+mXbBq2NQpHEoqUrdfdD9lKyr9w1zjXS/BDePZys9d14qBzjQSTWu0V43uooDXKkPiz
un0BmGMFebC47LP8yPWMDhovNcaqDRUAAg0F6KvLgpGeQHjexLV9QCErC1o1wvrOct6mejo3kwei
q1NYoWrbfZsk9yNJniZHf0eKt1atWcjcnFngQ0vUBTimrSLJrGAwu7eRTRc24DFH2Qjr6c3Kl154
QM6B5WXOEwpnIB6No7mFJOmb44htXfGN9sh97LZQx4ZOY9tvkjXTyKWZzZ5bOvWqhjScRxahe8sj
bdA43mkUepd0aj1lWYgNczi52UA2pvJoFbGR7VLGNg6Soly6D7CtXnkWLQ1x3cEfdmrmFRpqm2YV
uQBtQ3vyaxK3G1PCt3LVleoviuKTkzhHZSt0JShNEx5B3rKfqpCXsXVJClv/trpabIfY3hF19eA2
0HC0lYzD0aTw624T2GSVuL7ElgCgGsDs7TIKFFd6tzTuK0ESfNV9F5NN3a8x3ZfW4/r3H9YDuHEN
99cui4TZPA+xEaG8cirq4p+fh3OAttU4NEdvwXhovWKvibkzCl0FphGDZC7GJCjoBKUCZMLWytNt
IRjNQclFwSl37cF4KAEEDmnlXzoKL2vUhrdd7h57Xp+07lYO48JFM4cblzyG9nXtFlEFg4uNRDIF
mrMDga3jymFf+kCzoCLMacjSLCsikjc7j5UQEEmSXVKCNG9/IVDIbX7W1SsMWu8VVlRThfLReAcC
0VcYM/+y2uTL7R+yNNHZE80fSQcpXT+PVGp+7416R1zQ9K2sWXunLdxf/8EVm3kKLdmkiDI8MxPR
HrSVqQA1sr0li7DtoHo8lhvkId3w5Iotp97ObNrd7dl97iDvm3PYMRR+UyFKCw+MNHEh27bhLMry
MdDZd56Y+BPcoDwmO15RXHB0O4p057TTpmz0C5hZGgBGOAW35AjSKnJORK9z2dlWgGRt0s9x7b/c
/qELm3uOETNITvLe9ctIKh7WvhclDK9JtzU3tpcf29oIqrX30MIX/w9EOk0FWmrYeYz48Fvl9bey
YUcdr2yopYf5HBYNsfSeKpMXUdlCly9M064MPd/77ppW/gpp3fa+d7vnjIOh1XgjHJe1VW5vr+LC
oZqjpSE31zelGIsoT6cLNKu9DZKE1zh2nbAb6ZoX4sKtOXfMaAZzHCu7xyiQtN2CQAz1fOaXRzoC
ilmBNwRznNvzWRppln9ZHrRmOk8jCjXxgwn8nvDKjeDlnTOUj06X/7g9zMJLYY6I7k28jisvQQwg
Ymt4L5MHaxdbbxIIP3QaFrMG2aA2dHuw62//5BadW2KUedVTCIoVkYJY8rZTtQ6rHKoOt//1BSav
Occ3w3BXtR2VeTRUg0sAtxx8N0x7+kjdwQskLAMPINb44ZSPJCwg3h9WZXYHXW8oj/k0cy++C8V+
GM0LHo5TOwao2Yn9oHW8kuh+7mAOb6dZ5OceEfAXZdc3rgPlcdCO917V7VK3hNSuV2rISycs9Ij6
2U6kP/JRDIFRjOe4GPcxB5ok6fD8HUsYy7MOeqspMLnQc+t7GzqRnXa+gI/kIu0wB44DBqvx2yu7
EKHmAoxoPnJ3zLHrHcpOjSf5OY6FHTV62EI358F3yuqudceV77h0kmeZKRFtW1Rum0dgpYyhZeCF
3RrdD2gRQjoaXeN/mtMcL86rsWR+PGGz2O6vqhnhMJXs07bYQoU8L5sm6BNjFXRyvVE/2fhzrHjB
E1kRqENHNgziesjB2PQdrHY42oi71iLn+KvHL0TV91W6JqGylLLO8eNdh46Nw0UZGUJQBjpFe++a
RmgYrr+rjfEexiR75bKNQtm3dvzfVvtyVdVUJ7PuQTn33L3hWUdWxRSWy9wM4KZtARsKaYSxkPKB
cefx9pdYiHRz4HmWWTHz6ryKer/740rSPpR9doEH+SZvx/rKfFkjui/EH3q9Fj9kxmMjmUNifIYi
ib+xhN0zAHnC27O4/huffeJZvIZcOu0h43j9t7vfNkkPqSRP4Drsb//zC0dwDrlmIxV1PaEeOzR0
V4GLamobwo7gAl/xOaM2tlNXXG6PtbRMswM4cFQ74CqA3epV0JECBoJLe+W+WcBfmXPMtYHWhAv4
QxU1LdCfY999RxEf4HT4pRRWdeZQnHeMzdQ3XWA0al+TrNp0iQ0eubLB3PS+kzpZK6dew+4n32yO
zeZxqkcXrgYRGJ7c+1HkXpDKn2AnhWhzwgRC7QREnUA+3A9Fck+sZiVPWviYc/x1P6XjwHmPegei
eGkbD3ArOvJaX5+OPPREHBbe8+1v+Tf/+WyO1yj7Yc/zzMmsFpbAcGWZWgvAxxqSEvzo1V7+2rsZ
xPG0ua1LG2OOaXE0pzEPql69SEeDkD0VSDzMHgYKMoMpQQLyQlreW7XUofL8Lznu8SAx/dYObKO7
V6ZThiKFzTC2jwVtb22Jy8QS47UuYAms8AKAVP7wPqRteV9YOaQo0+GXBXuYk1GlfEPKwlw5jguq
1eYcR+s4YFuwpC0iI/e+9K31i/vyXnYx2l55BLPZA5Es4F78DVqp0SDF0782NuYY286uKYVpJ5Jg
nW4aSU6ANGwNp4Z0VLpyeS1VzOZg95ZMEH62UZ1Lc/mee/4fSfxLrZLnorMDVhQwKApa2kDvbQzs
/iRPllPeJZZ84QyrUQ6XLuY/PFi0395lSzCWv3//YZeVFfU8LnGqK5cEynqOS3nHnGKTez9qy9+6
HOCcL1fBJUfCD7kAdh52Uv1qX+QamT7b5LMCIqNJVnXCwIGKh7e8Q8Ay2XOPGwSK2lBPKQP/WsF3
wepeBTgtBrJZLgf1b9fSyPejUmR7gTKx1jvK/R0Dj7Yl4m5iNjy/SAPjMrVViNat4vuy6zeQA9zy
dM2GbeH2nCPtuevU3dhmmLom3zpRfOOOCajJlIWmIf0gsfXL7W+8cMH9ffN9+MQGo6Dt5ijSjkoa
T0kKu55UORINr+bn7REWEr85vB7gVmqYLTZR3lLYiBg/3VylgSTDL2ic/dsQ8wwgtUswdO0imqxf
rIastpW8QY/mdfXwL7Wx5hhwYRbCE55TRDbNtrGE8RMbH9qiDygtgkn/ogmSK3mkFy9Pt01vfVW2
3nHXezIzb2t629vzXOoUzoHheGvnPmxxCmCJmyfdqbsBDFZY0r41FLVX33ygw7Ajhni2WbFuurGw
R+Z2CHGlvJR2tEDDQlfhBIBBV+VvsLVZyUwWLk5yza8/7EETd+UAxyHMKoG9mv+rzcx7gAEDlY5Y
6+z7KiN+cf1mORDw17QVDQMWlOBWTmBh6NIDxHQimJ/1ofKth8Qv9yb1Tib8/FYD2ecPBTKHgCcU
wCfUkQsIsHZvDXO8B+TDfAMhYrmtsk49wg5agiwJjW8fDVJTF8+2zdai+Of1Okjs/e/ydn0is0yq
IipcP1De12vZwevZxmZfvaHZVzUwTYgqd16Ka9+yQTAcKmen1oQePg9lZI7D7rupgUsRygMkdbYJ
VXe5qrYGTS6V4W48/nL7aHxe8SBz8LU3InKJDDWqKel2cC++b3FI/cZ4dGDaY1P4SuKldmc7Yu2u
Xvqms5iTl74W+lr1qIYh7CH2vreq91RObzAG40B8s0ffrQ8ybiS2NIfIooHS3+25fn5eyBx7LaET
CpEWVHil8DaugtecpzeZhOCeeUbRd7Ma9pYWdXYBW8B2GyVwllFRjC9CDZc6CfkAaWzm55gWN08F
Nfer52RpuNndC2akkcLUJY+o2QIxFtcYo2RbAQU32XhHUbTQR+z7YWuIeGXbLNQ2yVx+uxKsrEZn
uKZ1bJMIupkyAb5EfbriFAtaB36R7P0+PnZrLdjPoymZG6/4thqIrjuUz2WpUJbyYKYJV3ZQBW7v
joVVnKOoXbAxe1sToGP+j7MrW45TZ7dPRBWjkG6BHt3dHuLYTm4oZxIgBjEIBE9/VufcOPymqdqX
O7vKNEj69A1rgEPotpUQ+ayy32SEtIwNu4ncrIIuAzkGHYKVKnYhrJpzQHV9lZBWzBHIuMX95Il2
M9AsMrzpdB0ryxoOdXoo4b+g3n2nO8Feb3P7XZeWbw609hUc7QaOJzc+36epKr9hiD+iCWl2EYU4
dMAdWE1Dc6OBr2zbBLBSs1e+8+d5jTmHVg9lWhmkR+bUSfYbDcpN6rIjZf2vVRDSQrMHo8R/Izfh
jed5JAFARw0iTOWQHpS/87SOKhPSIErVfVhYlb+zNYyOBz/gECzZDOW4gaz+o+92VViL3jt1ug8x
NfXLeyC/UYQ2BqSRKCcrhe/i+s+6JJU7po2boSll5VUeWBp1ZGmg45bkNRQ/BBC5W5jTJtzlW4l6
IoD5H0RVbm+BhetlrsftdLaXjXkH0oCV7ikj36gw7tOSPDiT/rEqObBwaOe4bG8c4IDlgN7BuOnf
wwGaPrQqz7dNYq+1E5deZJYFMdCQawA1wXEUR+I0ZjCmQEDCCKAHjyiEqdbb7Q+2cHvMlb0bYFbd
MhswmGLxpvYlVK+aU9+xH7CuORBkJKtdioUT8j/o7HLwWlGjEVJ56D/GTcih9kTE+LB6QS28yxyc
TRvFiM2JcU7t/stkZRokEeOki10Kxd64/QJ9qZU9vvSk66p9yFFpCx95Hw6uZ9V66tAUECaDpbkJ
13LPe0olLo4sBYyFS74GC13YD3O0tj9BrxsOzPziKXerCvdHY/m/+saqtnU2QkpzZTssLdIsxhTc
gcZVz9NL7m7aanyS7TgGPia5AVub8y89YhYeqNVIbAORQpDBDyzVPI5E/eGABQbQWVoJA0vPmKUq
UucF3EDBAwHba4qAHfKhN2T8Zn4jd8hh/P3tw7MQB+ZYbOB46GD7ZnbJAaC1Oq12eiJeNJrJmrTh
0pU2h1jzps+kI9HOiqHN5gMolRfl2fLEPYr+KB7qb4lwNqalL6unaOmlZlVRUYM9W9st8q482fky
7+ElSoKiKujK4iyUz+YcY52MEtjmCgVQVg2HqagJLJmusEU4pU5m5APP7jd4URjWAhC2w0fGT5js
9yuhLWiqZutxA4iUtcHXwl6ZA64TqZXH4flyoUkcTGkPbUrOYRFSeRu1VvUsPWMWL4gVO70LNg3U
sAxehjYdbSiYAZwBx+HrkBAex62/8nkXIsVcgps6xUBQS2bX98EAKHkwWhgv2/kOynpQSluJgEtv
NAsUJVJKEzdtdik5POWHjj3VunpzhHUHqcLbp2vpRWaBogTzX3e2/f+BYmyMO4u4D0UGIUZYba8m
4AvcVXOOt+4xsDZY4qWXya0vbmoF5QTmLAaSKa133DoUpfNLe9k+HqHuKPrqMKmu2icu6TdJcwep
SGJ8HzmA4EkNsl5P7pNKOiu13cJZnOtv+xJ8trFMsJYEHl05ABBB2jJUIWp3+xsvPWCWZoz9mMjW
BA4KTmiALOs7S6CuA3D49p9fkEk259BqvzEnuL+jxQLrr/RoAZHDLAjcts3G5mJL/ToQWR1vQR2O
JOqqADpeIbrojTbDlV+wsFHnMGnDdzO/y6S4+LYvYORRbMeM3pXo1Xqk3cDl7bWTkoWQ+U6C3qpe
myoOZAr1qBZFp//T6NHrpijNbv+cpSR+jqPu6QRZixGQj6mptgQsdD76xzh5tHMoTdYbTz95J2ZY
j1oPgabpVtrF1q6KvSH6u9a1j4VTBOZIg758zFDyD2hKC0OuNYeuy/6/PXYQTf7Na+wm9b2swa+j
Hty2XBgPpOQA06fQLy7wWUef077XJiTTSwxunbWnLrSk5ohsNVQAejtZfrGBS5MwPWju2kQ8umMF
RF6ewPYCCG3IW3VBgtryICwHx81vix8+eOH7srLICnZjqXSZg7FhBNloAWDRJa/g6s7kA/UTGRYp
iTrL36seszXUXyI3wbU3YMpD48PtfbFwDudIbMvOq74uKrQiMZB0sv6kKvs9g+/l7T+/MLuBDNW/
C2v2YhCeJ8Rl5IhVrVH9sV0o1ZpTMOZ9ueFxjmKV7aB7+jYp97fMf8MFtYM9oQ1e/mblRyztLvvf
H8Ec2OhczXwu3Ktk0OuNX8R/4G16rGKsLZmKvd25J20AtgdrY1VYa6duYY5jzqHXaTIMXe4j49Du
S9+dx3oPGARUGHPoQFqhnbaPE3yMr3hsZeSvpjYibdg/YdP6Utj519uvv9CJ8WZ5FdcWBLM9ll1q
KIN5g7s1ci+yr17SNX20pnKPVsllNeNYuDznmOzBLSifFLqCPUxW2qSygfYy92mmYb2SVC3GAtDL
uf1if3VxP4ka7rVK+lANmV3hOSB6IZ8jYHVl3Ew249htAaaG5ZpIktNImi4q0jjSrtTBNMbmS6XQ
eaogLu4KdcmpPKE9c1D2H8eD6HQVE6goCxih+riL7hCUvnJALr4kBjgZV6cN7Xr3hW9tFASdOSSu
DoMnzEOeJ8WGsqscFHB0V+4G9vxW15h7s6wSe5ic5wHPpnNXuvuuh8Si6+mT26wd4sUPMQufvjNN
LG9qdPZZuW2nXj2ULsR2BXRnqin51eRAONRVHjJMEwdnaiLuMS+qgcV5HXtydPiLNbWHxKRPoJI/
q64rNiP8Wc/cYNVGkmHveX4XAO54Udf7gLIpQKK+IUJ9qejwxpxxnzrknkyD2FPhnAACuDNRg+4F
muxubMEfwAwT4jzicrtLlCLbxO2+w7TbWQljC1Qqc47QTIZ+HGFknF06pi+G30Ncuqxj8iWuCvZa
V0UT8L7Rp0qN3+RUOOcBnqc/c1+0cRjD1IRGfjo8pjiqMhST2e1hbYqLuouNF96LAnVCDq+T2LGP
dKx/WLH1VEPzJgDltvtdmdUXIQq98ipLlddcMR0wuGbKdJ5euqx/KPX2eiMDcbBlnRVmvf8dMOIx
SIQ+QOnx9kFaSFXmkHtb9WmhZIqc2kPw5wJwwOQejN1oNSosPWGWUqvBBSy9Qh0yZsXBGMnWB9YO
Zh17z1+zjFkKPLObBpWOVtQzUOq48oiGGGzopsgsIWhOOfzFzJX6YwH7Yc5Fur3cyExCi/SiKiiE
QRlwl2oAcycKJYaRIXi7J+KdxgKurgyemVUxAqWMPsbtpVpoALmzvNnBGZwS2AhixjygFhlDxt2X
1HfuXVk8wShgFU67AHiFKvu/wdWHrrbmiqUXyaZdMQIjatLAJ1U4PDosewNE04YqJwfcRyBd4DR5
R2Z5Zo3bBsBbbYHdfIWO9EqoX1jcOdweF+vgQ4IRtXKqtnTgl7Q37wzlHFunCZ1VptTC1/0fCLtK
+5Ip0IaTgocjuarPZ9lX3qtgKLMjouH2GshG002Cq1msFnutN4n3ZqR/rOE4TP3B9Uho+z9vL/ZS
FTOHvJfOSIG5xeSrTJ7sOD1NpQOKIN+WbbYfgWRzqXe+1jNWZT+XsXlwLXox5JqL6NJHv+aMH67X
wZZ2Y6gxu5BePXtj+pZlPdSKevqsS+tpHdi/kJ7NJbvzus5EXuOrZ14NCClA0tMmYeW9PSUvLAdK
2WTITTEtuE79DtLRryuf95r/fZI/zPHp/sjcISuuYGD+OEr5OtrevY/NpQx+qYrsOTPbx0anL82k
fvdTfV86IFfdfvbfA/vZs2c5aTaRAXhqA9j45t2iIPoTBY9hiJFBeP0i084HUhHymQSlMUfCUMQu
DcBBRHMlObuFvbHpD6uNDzQtNjpXFoglULAylIxaPz7avYFKBa4nOzyjvwyGCsACKzpAuGNkAl+Z
FpjYAH7XWtUlJuYP1+6REqqDALElkMRv9pX08gAgd/joJn3Yx0+333uh3pjD6AcKhapOWfWlhhlk
4MT0aDHxvtpDvN4nn33VWdAiPjjeDoOYoDNCLNuEqBo+cbUShBb++BzVbULxO6lLXV9I5rUwyfUO
vlGt7MWFJH0O4p56IArtboSemtW+Q2H2LoGoWZ1MOxK7dtBm5rOL6boAPGplAy498HroPxzuwodO
zeBDwA3QNrSY2MaC9WZiRgkfD0ZOI0jZbFf5vguRZI7CVnFX9HEf1xe/GkgIlyEZ4nxFqU8gsXbd
pk6h45XW1d/T+8kemAOx7Tx3TXuC4pxRsOIdEnt/umLcjPbQbCGCiNxbSHH0XJwQUwOhDd/vn3WZ
jtsudbKwBrBKa3PEvLBQ+54xeHzUE8gr8e9RlOMjvEDjkHqmfxLwoNU+/sOBQmaphbP3RvJUmg3Q
K2n1tRxKFrJcxW0A6CvZxrq1olRVX26fo7/Y7M/ecpZRoWkdx15b1ZdGeDvUKKCNN3u/JJepYHu/
ESowfLilo7WTtGTLTHjIYiKhvCSoyLtpfZFmh7ed0pe8sUNBXb2JS/FT/MeU8i9J5cP2apPGtaBH
KsFlGlFxfxfey1UWYJVhvHBTz8kuIvWy3ip7ebE9B+JBbnckxQB4i2j2Ah5MVo2e6RqzaKl3NsfH
Y8rW51qPEla44uDXUxSL6hXkbYzdio3d9HsT3IdkSCMQ1KJco60I1I+D8xp3006yBKrUVhhDl5Dr
DEouPyiFJRRKTPF8ezMsDTb+tpg/fO2h4vFoCuj6cp181/BEL7tvBWSGxACcdEo3lsF3NWQhnN4I
Gv4g6VH9rMYUQH8qwv9aRszR9wTWzPC/gAJnm6Znary4ltwjAX9drSIWwsgcUs+hRdC3BJcH0w9i
OCWti+7cVcfRDJ1V3falXtwcQF8yiRgsodhp5vwENdZ7wBlesib7rSH/61ndMy26TSVBoK2GdxCS
V9bwevF/cqD/ru2HNcwbkWrwZPFy2bUVmX6nUL6HZNnvayfWZ/oXmIFgQNc7inRUolMIHNt/fPQs
0ROaVNAWYfUFhiGw+HyxK3ObmAD009pXG47DBH+wEtlC60adk25rDFANUEdvP37hWp3Dux2nL8BZ
yJuL67GNIuIur8pft/+0vfS3nX9vucTTXWNw3lwAoLYOsGPI92PMQVx/QiHj1k4cquk7HY9MjX3g
Nvk+q4c7NMpfwOU1gwpyLJtaFy0o+RUJIceThU1Nn2qhHpkZ8T4/l05Ctu3wH3t1f4vOD5vAGg0L
e5yDNMBEFKevgkSxar/mRaUDaY0bW8j3VRzq31Lusy03Kya9foLdtU8roMy78W0Ei0sESRFnG8X8
9O6qXRx3iQ5pbzWBNDoY2lR2eXYK99x37RBI6fYgpZpfCt+/UkzqaHBYeWcAABVkDdVPpOxUKFMf
wrpWZYXCioudyLPxuWvGeyXZfU9j3Amp/+RkTR5WQk5hy5g4YW4O8KKQKmpaSXcppFF2zTDQbUHt
dw8ki70r+Fdz1PDIvr1Tlk79XPkberAQgeFCQiaO723HB628f2KN89XGnZ0wB/C48dFTe6M2IwZx
9pXHLmzQOaKbeoq7hlninmyNewrBDIdAP20j+c/qaeBiY8Lwe3T1XZ0KdBc0fNFkEqRdtjICWbhG
50huGD4BlUsqeenjaW/w/iLHQ52xXTyKp9apf2ZNs1t504X4Nodvj6NPuriABKM7GF/7yYphpMa2
/nQtoyF5Qgs45UGxInOg/wgeSYe27GhZD7efvpDtzrHdbToZjk6gtTqCZhDA/PcBc1RkQideILbF
sGRpWfna/Nce3lwInLhO0+UFRAd984/nOPdO7hxLhx/dDh3TVtyRLH9pZB6sClwuNNj+NhM/BI5W
gCPjjbkEhFy9qJE+FR6c1ImxWTXc+FvmfBIt5gwKR2KUU8gCjyiqsFKQIsswtI4b8eAyGD1Remlj
aLYb+QYg+nsSP5VD/0Ra1990OP7bEcV70Nj2rszdp7KSR1xldtedaA65KjGg917yIBfsXMrHpvTD
Nil+qYK8I03KV07bQvE5p22lXZ+5VoOkdMzjt9jg59i0fibdmgT5whrMuVkKdJleEQXlwAa9cTd5
w/V57ygTfpYrjdqFBGjOlXZ66nRVg+M62S8ZyX+VrdqNqvlR5164mmX9LZT+Z6F9NucJuP1gKRM2
HhcjbeneMKl98eK8CFSS/Mh5LE9pCYxbiFZB2LhF+8RKw97J3KdTkABst4VrYYImQpHvhhi/StjZ
seHdm1FZXuD6hv1Wjqlz9Gsx7lFl1ZGNJ4SV75MIpjlr1KVPFwMvcY14Hw6E6+BTeRn0TFtmPiQ8
vycceJ8WmLV1YaVPoyeecV2mD88we9kYpCrRQuFZAmgry2A7/ZJNh6adfqjJ+ZJ0tkSVOcGNsDa/
pQx3XNff88E5ObX5KFV+UHBEhRB0HUA8YFzZ5gs/a45Gpo6hMZ3RcGuCH24/kteyHy9c1CIwevsJ
2iIwc1jVPV36ztd///ANZI8mVle11SUx/V/a6L4k7QY50g4acdtRTGNo2kGcnGr+W8JqT6Tk2Fjb
rjlPWgZuIVa0tJd+xSyDtVgGkbgCKnFJ5TwKr9qkpZsFNRiZ/03kF4t9vcE/vOhYuiwfYSJxsd3q
bqjt+0wnr0D66kCVK7OFhYVjs2zVhKi5LQdQhm2nVEFjnRjAZkajv7dN8a0SOlR+E92+ED+fTON1
rtf0h9cx+YjBvwZ1t6A5lFq9c5k8mJpv0i6PKiO/E5Ke6iH/7nvymyf9r5iSn4mToE+Kwwoc3fb2
7/g8Q8fvmOWgzCvLBBuouJSUHRmUOoMpdtgWCSnHwYAYhc/FGOm43nPdHDjGkkEi1YPGgBVI7mTf
dWhuIrE0AN9J/V0H71hjiusAdDH4xpZZ+gzDjfREuRGJDl3Oafp6+5d/Govxw2etxrL13MZtwI3E
8f0GY+vQKusIk8TL5HE3WEUvL+yJOY/CI6PVYqJVwCcC6DD3q4R3V1dezHTASBnqfYPHXm+/0Ocp
sM/m/Im+gmVCkyogbnAvRoKyJ81ZoAZ4rJt/qiw+0ljtC9gfGW25mUj5Y+W5n17LeO4shCRmnNc9
uLuXwuO7SVaR4haLmOFApMhN7+kE51tVWrD97Y0Tmkp7TTs7SMxCBGTIt50ev3kGXIRXfs6nuSJ+
ziyWZHnj+40HIdyrDinq/s1UjRFSQ9kd4R0RQUDrSgL2immbpj+1M+zLNt12yavEpL/QQ5jV3Q6d
09VW1+cYGvygWeQZYAxFDKvJL0NMZWDZ8hs0ZEBm0Mm2qtPfBHLpgZ1b9abDoQn5ADcH6VWvEAkV
gJCtEWgXf8YsOiUTqcZCgOIA0X7P+WHER4V5H0qhcUxDe+K7K+kd4ba3guF0VZhaTaf/gtQ+yUjm
vId00pNpEJ0jcUO2SFIe44CZdN+3nTp4TceCjuvfjmRtEbq54ULUym8DlSXtvqhVemp8m2w1eFW7
uMloaHlm8uAQ2DuMykQpD5NN+GDF1l4iR9hWnZltY+CgbMhCNGUX2eM0AKkUO9uByXxTMkjqBWnd
uXsQYtCy7yooybrT+DUxymLbZLpyYZpdSR06jCEUKT3Az5nn0n4WKfTlQg2AUx+h0jbOdjxBtyAv
gKU2WwmRNvgZ7zCSkjCaSCafBjTx8gPMqKwS37km8ZurrOKLCywoHMHTxH6hdjs+oJtvH3zqgClu
+vJBZ6xckVVauFnpLD5zKGx1UMaIz4LLB6NUd4aXblxyVXBCtXb7yC3FuFkoTXxTaMBNjTNMj60T
hcnVVlPMl33T3bZ2NQa1qFVIM0bWbr/rX/5kQ805IVlTWyaGmdD8M0kaeFiqXuc/8Rse2GTcVa67
Fa35rXDdp9XR1MKHnJNE3KnBBsjxkhBeY2jkkA6JAwooAVJ6RG0SryzYwr3kz5LSZEKdy5IEFBFL
vGqOwmyQmOaVG7ejT+vD4YU1m/NC0FXuB5GM7GxO3rYR2Zl45ND49Nh7Og2IjSscwrK398fSp5tF
ZFtZOJ25zc4JGYPSHupo5D40hwFYiqjFVnbh0oebhVli2zallkHPhgc9XondXdYpvFTdIImTB0Sf
tdHb0oNmgdQB98RSfk/PLjc5nKo8rk8jJ/kf2ccWjLgruW3ifA0xsnC7zrkiXWkkRkEyds4bZ0BQ
TCQkK6BSVruBdFsoyN9eo6X9MIsTYnKIqJMGDihdfVey7pjaU0DT7Kub9U90Aigkz9dO7zVH/ez0
zuJFVdRTYVp4FtXjdqJ8G+c8DRxh/KQ5vScmCWxmHTjtEGPNO2Brd6saD0tJ0pxDotUEwbe+SiBQ
huYHKyCSJoIMFqzaYujcQVK8LDR0d4gIEwPZ7Gq3duEQzOkipOQ5VMNcmB5B07PqnyREeyG3sPr3
F9KeuSj/SEpLjy3hF2m9uMqOIHsgAk7085ULY+bxg3IGiFGvYm0WQvCcLsIrVsBzPjfOGoBqWvUy
KtGGsyukuancIZJsMvwfeKIn7JT2tF5poSwVPmQWTNRAEgHDO35x1PjmwwPEcc7uVKID2Q07jbdG
lUVD4fQdbOOpD1kN/ZMYNjQu+KaI2/OUrznlXgPLJ9t4ru4vBMm5rUp+KbLWDJLMIGjiwPbh9oH8
HKjmszm/pOp1YkuTGmdPjSjl5JZAP95vt7Fx8BQek6OEKqbhvqbGJQPGfnUOuLSTrsf2Q2npd6lb
g2qAmy49xJ4OYTb/03HjZ0c9qqsA5HZVOnkhts1l/dFgZYOwbGgFNw2A3UBGQSn+Tif65fY3/HzK
jm84izQUGk9wJmCwhk4UJrsHC/jwoTYfuDFcegIOsdl9j0k0wsVttE5wlg7zAVriGkyPagDIOGdg
aEL0/Xj1Cj4WwkJjgjzc/nGfA0V9NmeYCIfLrEJifEaL4A1i/1A8hThRIY5ZneqoMCHJb5BcRtCN
/ubZube9/dyF62vOJIHhqRN72FyXhPVRWwR03Ekftuct7Z+netjcfspSuTGnhLhF7fDeHvAYxJye
yq82r7a8A67aP3qqAKrAllXYKQVdje4B1PMRCHCgNUYDKqbj+8qvuN7Jn5zROUWkczgcpUeegJQo
syAbk5CN5R0sBH9Yab3tePHQ+9M7SQ07EEMTdsI6dhAdWO3rL1yrc2IIcwrquYNML7z+0Xm/xvRH
Um6HPomUe0jL/e23/BzggJ00S32o5FlZpXiK4/x2yxYO4QLjty9TY+5hXr8tG2BlWmcLGdNI/yIt
u7eq7gJAwZ3J7TKCYc59N1h2wFS7N+CjDi2q3jpN0EO4/fsWAsqcRGJYKk0aC+Rgh+t9X0HxSIRe
8o2Zz7VXBNMAdT+xsrn/Aq4+W/BZ8JK9D1sqy8CCd0MZpCCSBaN4p1ygt5N3YFDm71b57EI9NIDG
01cpOh5edcPbCaV/26L8h8+MGMZ7QwDsQersuZNFZPbM2tcedHwhzSDv0F2IhmYKHKDvg8oygU7n
mI7Y/rBG/FzaN7N0zLCwaWqXwoRxqlDgGt8cYzqWHv/TSajA1JberYb7xZM6C5JmDeyAISx+pQrv
2xiFaAbHd1QcUkHcOvOHF+Z4oXHGIhWigqNJ8qszwA1Y42su3KNzyglTcD4ZLDwfiAmc0XL65iSr
AjsLacqcY5INhaFhSMwvnFh/xFDC3GeT4LTXQxnpdCzDEkzXIoGS49rwcOFSm9sBWIYtm0IjQZma
4iV2u69DzLuwBYXx9mlaSCTn/AJqlc1QmD2HqRADBYlfsR1bXxlHwLZXDuzn4HGfzRkFHi9rwmGb
cUFT8dz34DZbY7IdqHx0bXlfI3V1YgemO/6fttXPdQrwRZ//vF6bRQtHYjjOCSdSa8rkC4dhrvBP
0RwkAB0i5fN0lJnuIZ4AZJ6c9Itfl/uiAbJF6ZVXX/q6s+KuKmv4IJsOO8fSP1lZu7WHeKcr62m9
H7i0JWchirEhA7/BYueqjHpDnvmYvReqjVIwmgQgFi7z7obc+uJlP27vmIX4OycdWMD0J9WAWh+U
pQZiv2JTFN3Wy5gKm6n+Wk0UQAWIbG5ovIZJWliyOaJNd4lnmYNDz45XivBqWctqdiElVBZbS23T
xLwaOK1U/p/j7LFdZxFsmmDL48gKNbKVPakq+wIlja9lP+y70WLbtoF+DDHcuz77DX3sHcbgZ0dB
1YV/vf19F152zm4Ab0CM2SQZuoEqspufNOGnHAiYxFA7nzdAkKq1qcXSo67//iE3Bxi6iMGEwt7x
edSUO/ae1pDz9sYnbsjd0JO1tsNS6jznLmRMYjYaa3bGjXeWGARW+oe2m3D8nosy0B2MfpIqwrwU
8FnoBL4VmX+AzvFjy8ffVU7ONBE/a2Bm4VDBi/QqXPbfGmRzqpidaDttOoJuEohBRl1GeQ39D5D1
Hq7RIG2dx9uruhDH53L+PhYzdxODnbnST41hvvF8ug4Gbv/1pYWcpWzayKXDFUX/zTXuGHAAhIo7
iUBqFNbDFPsPq3iAhet1zpKgnNHCkOgAx2NhbjrooMHD3XBWzt5CvJzL9g96BK0mmeJzgjJOpOmX
OE1g9wLvLRgsrtx4SysxS4amLC9Trcb47Kt6ezXqo9qfghKbfeUllkoxZxZAxnQA+gEeNWfYbWCg
3zEYOr8MnnVH4+Gxps0juKlFaI6w4R6qNRX2pbA1JyQUtoCnmBxAFCiaXdzFMtS6jlI03Qq/HTY6
SX63vmkgFS3c0Bib5s51mz+dsPMga/9j23TOXBi9dBp74NzPPbolLMgsS17qCWU4zGQLsplyIV8x
8xvKlQx9qQM3hxnHWTGZeVNQqIym97VTbPpOAsNV7PzUluhsFucrfz3Ne+gUZ9vVY/B3LT+pDOaa
9yCRl6LPMrBie/iHYWJxYSlstVt7akNZqge0o+8UcX/nkwi5Qd/tKhER2nbdJjPigJHpyCe5aXmz
tch7TmgcJgKq3FBDR8cAFH8Qb6Bovhl8aWygG33obL4RMg4Kv4PWcY7IzDzjm247uXIsPkd0wUny
eiY/XAYxsXxFpAOTBdMYdtwf3iQV5ZEN6LAGpVEewIR1NwAIQJChQ4CEv1Z/sup0D4/wdEeI6YV+
XB/01Q86MRP7FZUM0PggYqcyqimVd6DWphEHqHbfq7w/1gAchjA7zCJlZeOx4BNMAUBRSgMzScXO
EtAAvR0eF1KWOVS81RMo762gZ17Z8Bm5QqpBo4WpZdQPcehoDoFo/7xagixE4znnBCESeh8+rtVc
bMlAX61Y7qwUxR3Ax9tGe5E/kpUEc6H98hdI8WHRkgIfecpbJGO5B2miaz8iMMwjs8u9Y2UrAW3p
Ic6/O6Mnjt1gkdlZF3R/vVV0le6loaN0Kp97Zh9ur9LSZ7P/fQzJ7NZpLTymtcejz92NY5Addhug
heDb596mzaw1pdSlZ80uAdqklkqATDq3GexTPSDs76bmoRv8LXDf5Q6YbjOE+UgroqEa3wcfzJqB
u+FUavLcu5qEnnzUhQvCx0hDt1yzJl34WXO2QZLWbdXnlJ4txzhBA7cJYqUOqq+/XbdOytTjai9p
6UzMjrvrxIWuMNA9wwshhLr+G4b2X647qTDGR8eI94z14D2tXYpLj7vexh82auHC1J1cU/iUuz+V
OW5TZe2teNjixhCBV2XX3Ha3Gp//Nqs+ic9/2xMfnqcmn6e5QhbB0ZkNnav9QV+0YGJr2IKZ8Aaj
TWcGBEAC6OzIiJDkTXjtVWwEXR0AgGMwOrz0rfNBAfCth7iV0WT2U+gZEG/z3eY+L804unYjJ+8O
csUpOMA94HSVuR9iRsOYpr8aL9+MCfbYVMoAUINNWk1fbLesAh5DOxN+6t+YZ6HkHmUSQr4a7jOy
3eRpeio9AtzL1O1IMvUBWBYIuW25b1v62CmACGwowuCf4UIr7PJkWUUWmj59uX0OF4773wTjw6eD
EYMCcikjZ9/BlM6woMEj22cAbPY96IBtXzzdfs7SZp+dd6HaenIVATEJ+Mxzm1MjzK9GQ5mVuFGS
ANvF0Jw4QKiPrxz7hdRvDsSuMLYVjlVbeKL3G7OkJ7dOolVJwc+/G4Rq/t3idj9kMYcSBEpw94FJ
xkNXPU6OtMMc5Lxg4kRubn+5pWnO32zowxJlbQcMCJ3ssxqncsf51LyWGuR7zpx0M7lxE9kccclT
gSYUykHPLrzDAirVyha5BonPTtcsw/VtkXZ2bNvnsZO/B9QXpmudDEc8r1Y0S5O5OcCcTx6SWUhQ
nO2+2fojj3eDB0ODMoCDSmbuCjVGpEHOXkKYMBoduFIB52728b2b0y304NewkZ+vKtzq/l3VboqT
Uiapfc6lFUOzyL7kcfOWtd96DHCCkpXO2qJer9NPPuocMW7rEtI/aWydWxn2TshbEfSxhI+STJ/j
uISEDLiZMdlOfQWhFn876hw8x3xNrXKpczvHk0sFnZreTeyz6anNWMZvqNVhzxqDsmqHGXPBQedQ
s0jTYGzYcWqL74Rg/NC5oQk5sNs7e2FjzYk3eQzF4MyV9rkEmQeNngd88G0BEjcmasPaMPT/OLuy
JTtxJfhFRCBASLxy9oVut3vx8kJ4GbMLEItAX3/z+MnWbQ4RfpmJ8cwcoaVKpaqszKVBjNeyzGoe
IBwjEXUgIONllfNc5yrf9QOjF3DljCvB2cJb2eynkQ73ZVJgQTPbRuwPLZIyTdfSVEu+zPCekM6t
iYfmREBuvA9E9hev8D9xUFv/20YYAZJogyyYPQlXWUJop+9fkjn7hWrfhaqVzMvCeeMmKH/gdjdB
yIpGbYITj9hv41XZQSK+ZAXfe+l8tKRdhCpw37R9Yw0qNw2IC4Aa35XlSsz5/lHgJmgfaDYyj7qn
0SjkuZroxi8aMKqND/CZ9xfyff8BCPjf/qModA+W0BnUHEXz6iNSlKM+KQs1Ao9XTzRQKzNZuBN4
cDsof9wJNbRu8C6saKRGLkuksLx+n4PQbcP99juecsMzt249B0Wvw3xgP5qhLvZeXM1BSAR6NP5t
uoZtlchE08kusalguwVvZGTj6YhQZYj8AVrbXrqS8Xq/y5lxEx4/i1HWpBAYyLU3mWx/yZ5eLYb3
D8+7Z1eXP2UePFlJiYbBeSNBMxV2bQ7l1zoibLyMMv1ILP94f9bvGyM38fNAobEGeCcn8kfAX0lm
/Ue0fwADz/2ffz945iYsvu5VZseJcCOpxUn4gLhX00U1H9P2h8/Iz3Sco1Vk4vtOi5tIdldqXtmq
9SIXD/kQanBnX+gP9+exYAsmfH0cHY1MSe0htVc+yb7fTXR6s71mF9Phxypj65IlmNB1yvsGIhGj
F80MDH8CXK23TkM/BhSasGnLFRCXdjHvqJJb7pIPYHhsoPBM3+7PcmG3zI4bPwCEGLS6LApatp/q
m1AZuFtS5HtboLPDuPEhrdd/0SCnXzkf70fS3MTMBwpNRDZ6MaKi9T9Kn35x4uAbingfQb3fh17s
n29FtfuzWzjqJiCeQ3zLSS3JIpFXTUj94dGz5VsO/oj7v7+QPQUFzN9+bLICJAxBehh1LNhKwP5j
y9sxOI/Y0VuZw4wJClx67xNyuD/kwiVg0vX7AQd5ICdQwKHTs2ByV8IxEDv4EFTdymW3tGrO35OC
XnygpwJD8Dket1D0+nRLS6L0MKxsy9IcjPta5wDAxDEG8G/v6TitLsIdNsAZU4gvr4yxkPTkJk2/
chEdprmPvU+BOCG+v3P83dBNT27Jqs1IflagkG2hElmXiry48Igb5bXRQIMrb6Du091kuDvUewio
Y92rBCRh5/fel6ol4Q1HtO19+W2eWntHySjRbqFeZCm3qnND/FgI0NT9DV/IGiMT/fd2eCM0qcAy
D4PpWrLxhejDqknBdOdDf7uBN3BZcREditQK+dxSEv9g52RN/eg378n/R/rcRH9XjQ3dPm9APjJV
3UGR7k2ADoWDbphOQ1ikuI1n0sgz5KzsUEFG9QgijQ3u9r3PfPugp+Er76d9rryQ2tW2rtPziHVK
nBxKW8EowHZSv2prDfe04NBMYF3pQGDUi5kftdngvLoZGgtQ+j2zniBDOzeZPKWV/jZUkFDRAEes
HbeFigZnt2vkj4jGZ2mP1gKHR3pQ5GKh+abQqDYnwwHqAFdVDOWnDL4e+UFxaYqDwlOMQ8d39sTK
fbXki0xcewk1eVSKBha5CfePg/hMevvNQjsGeEN3OiZkk7aTDFNefBBxQ1bsbPF4GqGceyMCSP0R
KWkw0Q8SDfFskjskF+DL6RXts0cpOBBCzgeaoYEded/7drFwjzDD9eZ1KqXPGmR+SHEoEKKSRlxA
4/6xbqf/KAgI/hGRxNntDfzH1tIsBSUrq1DYze1n1osxLHjyfQaiTjH3IIA9Dldj/KVZGb53GGsn
mTUIcMDW5J46G9DdgoJfjeJajlibuK9EO1M4qyLZ3l/HhRjKlEso7SxpCURgIrubhx2FZPupA1HF
yq8v2oWRfUGLnHYot2kkJwJmwtYPdSDBZz4+9oAjl0H3aCWQ2yE+FCGLZ3fQHjjtxBxmiTjdn+DS
CTWB74kUjRwJPgGiHBskRuzQGbyz5v6PBoknXEZ8U+bxdz5UFwms4CjqlZEX7jkT+D5art+igIkH
mwIDjl0CIJ4k/SO14Cndiul/HMZwPdBfgD5bjkbYwrJe4tpBTs85ZKl3Bl31yhLejvo7l4AJeadQ
KgCv+YReWzzaKxUc4zjd8y4BLM55mUBQsSHK/1Jk9n5QBx/EovxsUXfNsy0YhQl8l22fNmOtaZRZ
bb4ZRv8QF/FelMUBih59LTYe7z7aVnkd/fbQ43IhdPhKCKQccAFku2xyfoKpcddVwcqpXrpkbrb0
h0cYAl0iV4JscK78c5C5T40e9tbNww7ei0yrrx6bP6+mFxeQndzEw1N7cJy+qFk0JeUzSZxgB95E
FVqOaCPlgei4ZCA/rOh4qUW2YeNX6iVvk4dmgIlBxyuzBBQ6hJ9fgqn7UoOqcVcJtm1m5xMNeLeJ
x+YH0d6vIoWK+ei2ny3c7ude9WgQ95NmR11r7bZYWjjDvWUJsas89/wohmAKxAtd0ORP4AeuHnXT
7NrCnlFk7UFLzVZuifclgRk3cfDFjQeIqxZr19JwfvDZI/9PBByVi3rr2u1L7Xz1Ef75kdvHoKuv
PrPJjfQ4PfEy12Gf6avXrXLmLJiRiXtHdQAQfDToR2lhv8IVnBNBdoAPoevHOrjaOuTCP0MoOmrn
aadZ9twO8wPeGCuLsbD6Jv7dgwAJoZWF5zKhbQhK+f2QOTCg9L+5zj7V9TCGEJoNV93Ggt2aQHjL
QbUXIh806ka726I7HuQaFmt3eKjbGwuES17RXmY069z3UkvD3dzwH1YZpwmUuEAuFjkIKxEVd5tb
/0hPq2c95Qe30VeXrL0sl5bSiHqA6o4JSDpoZLXTkemb27uV6dvkY2k5uMnUr0GIr/fntRTZmSB3
3d6gdIECeVUVvM7kC5awU/xcAhMQI+3tOWhPcbPX1SfHwr1lotYHSlGy8WsKlhnrP5nnX8oCDIG1
3v9r4oYafmDw4pZnINm4pLabADTVgXA+AyvBy/0VW3jBmuIFjStKmYtguvBesEeIq1uokOcO8goB
nb01auelwMIkXSYagTaypOCSDiRERSa1z9P0Am3Px7TLoTeISNFVydlp6BZYgWMJCtv781vITZnC
CD4Bv5RknnMp3DqK62JnKXVMaf/qp9563LuwiiY6HbWF0p9FM11sBdoAeI6ChoVrN7/kjdfg/kyW
zraJUrf8OCOuV7pQz70OQkWjGxwckR4BfNumQ3toehdblz7Q4OM/jmiES3YpEj+LsWsFAX9vA1Yb
X17GdnzJBuvYJgytMCOSU/YjASf6/THfV0xi3ESutxpsGME8OlB/70Hcd5pHukGxJZxEc2jlx8pJ
5NZyyK4AIV/oNZGa38T0lfrNz8b+Oc0gl0YWHE08TXMoQToSKkToh/vftmDsJuC9ngoO1ZzYv0gx
PKQp4opySLZxR+Gmn+4PseAsTRR73jiuK+rJuTDxRd+SmkR88aBfhtrvRmbNBbDzD3JeUaRZmo/7
9y2QBzFBOb5gaPcfX1jlfbHzJIJe5hVprTX82ZLlm1T6dtUDI1ZRepGA3IQkKR5SWj11YtxSOp9s
L3vLivnBDUi/yVy9ndp5ZbcWRzZyZwwVtCaliX/pzlQCZK7mCBTAERrKd52H6LD3vgdwCErNFyRk
VkZd8gTGI05SKy87RtwLGD2+JCLbDy4CCGvtebHw8yaKvK8yW7b+MF/Q593iKq1vSoo+sClrKk23
uPyd54uJ6PZVbPEg7ucLG3AKYw+946gTDysZuoUTZ8Ky7Xry4nmu9GXUzonMoIeaSlUeWJGJULXx
cLpvRQvhjYnKHt2uJBqh0wW+4NIK/3XObDgMce0GiMOQ9lO1pkly84TvLZfxvMntoUkFLdxLoPdx
CsExMJxO9mPNFKLotTbJpU037VT4sXBr37lkTTxvY1+9+cCQoQltWKm6LQ1gxBgTWjCnCnWuSyKS
fTHdeEDKc8npyj2ytOuGIXI0ydZz3IPkXk2beOY/6EB/FE5/iq1utb5wW4z3dsIwvGCcPdfnrnNp
mHMs6/qM/H/IQTcoc4KMit6r0ju7UNDjyXBOUrkXFrkVUbsVZ7pwEkycdjC3jKNO41+g7v2i+nhv
Y/+9IE/QKMyAFg/vH+2FrTKR2NXgMqrRQnFJJu9oj4jgfVCHDT//7ddvk/vjXTBWDSsSodiFpO4H
iL8/K9qv9/AtnAMTiiwy7eshYc6lQ+LBbflbp8gmcOjrmG/vf/+C9zIhuimroadQa1iK38iQqBpc
t6X3b67dBOUmpau51Q3OZZjGC+nVcQBRkLZWfNbSxppGDrmZcprr6UIdP9uD9rq7WGkTb7NpGo73
V2dpCMPMK+jztCBsh28HZVIAiHnSPsaFXEvsLy2+YeYBQt0RkG8NcuDxZ9UFYEpfDSOWrMuw7tip
klkhlLvWXbsTtXcqYvEGwnvgM5O63rCBTSsGtnBIzc4DG/JZED7GSIHLtj3vcMs2/s+WpWhndPf/
tBEmcF1nfon+vRmMMHnwPM3WIUUpbdVFLM3AMOKezRpaAR1+faiQ+uqDR1YrAH6KE2QN7k9gqRZv
EpnrciikdjGGK5x4U1YvHeQuvVSAIR/CatBE9o9ZmX2tyy+8CkIH/cm+aF9XBl+43n9jC//wUnFa
AEJmd+qaICGzTUjUejc9+l3Dv1NEzvalnaN4mkMPVZSGQihggLiJpz4TDd0H3h8dPk57vwUL8/0P
WjicJijZQj7VaWZbXSHZA9yWFZ8YaaorCqndkx/nBHg/r1k5OktRrQnjtdx4CLhIJ/x8v6uy4KlB
HQkYVWz0Qx8P4KmJ5++Z1ewzbV+gR/d2f44LvuP3QfhjzT3Z1SX0frHhFsAO6Pzd1DP5Dv2DlRBk
aU8N5zG2bhA31TBe7cGP7OIUeMNDPEk/DIrkZRBTlLqf/m0mhiup7IDwpuDj1ediKzP5KHRwBQHN
vx0GE+CauXx048KaLyOEVSGvxQ8dOt92fkle616/FlaermzJ0lEwMazAogR12nbOpQLH7OhsCDqy
EFDvK3/aNHa2Zz7/5XTOMa/LKE9WSX1uW/JOpGUCWhMl61wjd3cBsRQMLE5AwsfC2I0vtVuBydxC
QtbjT0xCxnUez51VroRYC49jE8nKBUk1GeMJ3G1p+Zn5IP3lPa/R+gOtaEgbQRAwZGNqfeyh7vhh
sHvN/3FTb1bxx+nPaVoAlzmJa5bTbzwHTCXwg/HUdzk9eJP3QPr66f7pXLADkyveRZsAgVCpuMYo
N3QOhLvBBx1vEdUMuz4QJbg6pp9CrhYdb6f+vc00wg4WB4HQc1ZfgxmMUyCBEu3OqyJ5E0UoP/f1
93hSx6peef8teBGTH76cPVRn0dV6te06wsPbObm6yQ9NAl6N++u3lCUzWeA9G93PZZ0011xkr7no
T8S2X1PpbgFuB7ej+2SNXaQS9sHP55Ws88KFa/YfNEoXg9eo5opoIdt03NkGFcgwKrT3/RtfBJho
/z6ADphIc9dn5ZXJm5IRq0IfeZqmW+1ufT94AwHp3wP4ia3bDBS9wFoO7nHo6LaMdbByab1/QTIT
juvX0GCthxw/PlT/tUXwSWspQ3fKbiyZv8BmKNd2//0DBjKnv6chRs/JfZqKq92KegipW5TfgKL7
Vk62/tnHyc6b+3xne6V/STpoIDALctdJYAtoYeVP9eBvPGdmIBVWzbC7fyLft2gQ7/z9SdDUC5y4
76sroNbovtIHYsltG3dbSHN9nf34C7eLf4N3g+Tg77HiWSPxYQXVtSVyn3TJZ4e2J6LrTRaQz/en
8/5hZyZAN3VYPhOgkq9dG4d1A6FdiHpv7cr+tOolfudp/t8poWn172mwIgBIiPRwt0j8lmCfpfF+
LtMNBEzGwIW415nE1yajaEiNIAcaYmRwSWxICohadrj9Cxt6rmn3ptQnENKUXRnCEmWqboy6LppK
/CHZ4L+0KA2Tid7+J3DOXrL621S+tWvp4gWCFGbie+0Bda82w2HUaH4FH5pXHnI0eIGkHZ1rHI2I
ewjlhY6bH0aPHDK0RuRzHkqBziKkSqW8emssdAtekZnw3xGKIpXPkAGzpgcb1S/WIKOufi9CRd+8
AFe2Qz/6vlqx+N9af+9soYkJhsw6D/KpwD3W98MxaTh98EilrhCPkUA4eQ+MpNmWSZBAO02J/uEY
r17aEv1BKjZEfd6h9A5BmVMZF//ZFp9BCcb6Uy+zstp2RRyfAxfIMTA1BgfllXG3SQFpuMT5MJId
lR3IJHIHGMDKHbCcHuhKU6+at/kkvB0gm/Oaw3n//mQm5LBl0MLO7bq7jinbMyqusHcERh0CvfkU
APMg/FvDWBdCtvi+AS64OBNl6EB9dCz11F29gBTbRNQ77tcW5N3Wau8L3trE582TqBI55t2VpOiM
VPEXX7z5vX5I5o6cZIK83f2JLPSCQfvhbzMfaJw2AcCy1xsxJNidTq1FT7ZskBnGU8Z5xCPvAbwz
sJvi4k51HEqaH/Buxvuj8FmIIvZaf9L7kSUzoeW+GLrea2x5LXtrqxSqTGUS3oadWbDB4+00NPZm
1b8tjXZb+D+iSd16Yp5Qx7rGYIgOpuY4UG9rt93BHfC+sssILnwT2//UHQlcx9+jTUUtBx99MNem
oNFsuTgy+mkO8uf7u7hwH5jAcdHmslB9Ja+5ZQEN8lDO3Ykn9Gin3+8PsLRaxp02tAMSGhwD2DK/
xhbdZTIENbzOwIhttTsQmj6u7sxC8xLItP9erLH1+smZLcymqPc5gfru+AnHZZuP8SFzjkmebJPO
jTp3RP8usUE0ZUELgE0blo0rMfJCboWZROjg0ijaMoX9qTxy5ON8kwZ7ddtjzprIG6pNW+hTxqtL
48//kbX04+KoxgM8rVBhoDTpEDqgb1p0X8BfB2Yy90wn9rWxqmvulfs2cCMf0hUkOVJOVw7o0gky
HuRWMNoeEDbdNUjKMOCAHSXpY9ryfUKbFVezMAQzYjCtmxYC1rS5Wuim4EV2cURw1Z79iAf0ysNt
IYA2QbZTjiiXgl/pCgWvF0eQKG3WpB+Xvt44lLFCu1cyOe1VNX2YuQKV0yvDNbNKsbrk8Y14q0b/
ljsE8Rw1eTu1m04OUBUggvBg4+W8HLeeS0HuR+s1f7s0oHHY1FjVTlcWUzS53bAL2m4vcKOhfx5N
ZYNV7VZlPReCb2acLduSVWxP5RS1aBBjN+EQLWrguKJMPnmSW+vUzUshlomdBd2Af1OaxpxEkob+
lL8phwG1A2nimLQX3amoLfMp5AUCvWwqvtx3jwtZIOR0/nZZpQNupU5zFfU2v4KO5uzX01bZSJOX
CjEej8oAtEQZZx+6RkKnK23EWvBz2653gjyTThqlbq8WpB0jCMF+D0Cmr5rgyK1h63X2Xnbp1yEH
iL0SoBOJ63MDean7c164EkyMLfRHHXA9TGVkeRBZgzzZDGbjZAaXaXyRVQuoRF/TT5ks3+o5f7w/
5uL+Gj4kmAYQgkLtPmKej7zTtBFuu0VQs8khIIHsa0xDLfF0tAEw7ZyVURcMxaSPdnInzVLullES
gPYy4eMm69PPQlIS+nH8XJDsw/3pLUSVJnC2jnvPTa3bkoIP1obMo2QJXkzu4d9+3vAwldN2Kc9o
FQWBtZ86vdVj/1pN47/5d7OVBYwWNer9cROBqnVfeOwMGDuE6Hj1Y/pHHhs05PxtZ7YactKVfQPm
27ea6QFsSRmyBuW1YO2B4hiuFnAWrhIT+8pq6rSB8OqoZfZWkv5DXKWf/mkfTFyrU0KSO2ZaRLnP
v4K9BWp8ZXcuVoGlC5Zp4lhTjkK/cAIRNXF/HF35QXr2dxAMvMxgUs5HCCHU5My7bsURLJiHydw8
TyieAZvWRLbiz5aUu8yDpmk2X22V/crWspYLl4jJzwypsfi3q4u8qeyBln1rAMSUdOxDPTq7EVXV
Y2ynu3/bISPcLfKpHEqL1NFYAgQcdM2O1Da6yFqxMsDSmhnRhASP95yXCmtWe8gLJR+BaWvDKmZH
MGfh4b29P4+lk2BYfON2VkD9qYkQ3225J4LtWPSRgpg6RA1BARCrrSq/ZJ09rNxGS/MyYgoQevRC
5kB5zqOcw4SRo2XJOgxSdvZbOV6deo1fc2kkwxMUfhWPpJvryOPOC0Uq8XbqBmfuN8rK1pG/C2Gf
CSoFmU3WAlE/RGDUGU5OngI425XDVfHR23LKVmxoaRgjfpj9OgGBUSWjIh1B+mJHZeKGtbCPE/10
/ygs3C0m2XEJqMGke1dGfdp7YTmCJ1Ti6RtCFGeNdGhpErc//+NJbY0alLxO34Ep85KAxkyMebJB
N9qPdV6L28F9J9gx0Z+up0BjBEWo6JaUBNQBbSQlIpw4/Y8OroCYDNsrb8jwp/GTRgUO5BZnl6cr
gcDSBA23oBoyYzpAK9HUPlblG1BaZ3BcPKxSay04Oc9wC52L5dO110VIrv20s1+807jZhvPspNdc
0490DfywNBPDMXjVxMYYcmeRTMDRWe+YCr60nrXvlf3r/nlbesWbXMblSLIkTXEakrE6Q9P6cVb8
CexCc7svgwHMM5V/oi3/1TtDyCFnsJn58H300OKGf1oJqBa6gZnJNzzDGVFnIF0UNFLu8+akWXu0
hnE/OOpjIvV5rly+bwrU9ZJ8V0IBMo7bnZWBC9eaxFG7EBpt+hsd8pFYV89OR4jy9vW+IPM+yduD
yPy3lfVa2HsTVRpzVzWjlw0RUl1QnxY7CM50oNxIpm/C3bdWsuEpODfUhrGozb+W017Xw1ttv1Fk
tFt5Wj2ES1kIs0/AFQXpaobmco0WMREcsWnBXur+RK3pq3agkB6n+uPcy1DYep2OfeGyMlGv6NpC
/tnJ2mhE8RqMJjuLlRvQ1n5t0GY1kOzJqvNvynNWrqqlyoCJg50D7SGnFTQR/l6HRcLSfWazB689
9W0SWoTue+TNUbQIoIs2+l+zcdRh2wRxiAMEx+OPKIb4sbN1hp9TEfCVO3vpjWMCZ4fYrQve3OJo
lx046c6yyV+q7EFaOwouU2HVh2z8NFn8+f7JW0D7M9dwa1OTeFmbt23kOp1/jCd2bNV4IBCfxqd8
wELsZMC+tLO7T+q0Oc3urK4FoT8c0JJ7oBvwZBSrx6zY59VNIKLZzVMVH//x4wyXyJAH8TtUFYBH
OSs3yr+7/Jvs0NPsOpHnor9yasGF67UkBOLjF6iwt+Ck2QexvjrFZoQ2dnnyhz00BSPHXqtvL7kV
k0t5TidGuZraiBMQDIZp5RwD23op6vqTsMXBneS+a7nzI2A12AVj/da7vN6gRykq6Pgh7ZBRpJW6
aR3OD5VN4x3BXWWPnb+xCv6BoPWvR1o9a9N8JTG25FyMuKymgCxZ1iijAKRFmot9nqcnl1Q7r+Uf
88Fuw9U7esmMjcDM7QprSnqFUEapq1LOxfchnmX3R4uj6V0UP7Nhflb9SiFmYTQT8Yvel2AkAjcm
Iz0KBRSRzXRIyhaPW3s4oLpxzh2/2d5860rovpTrMdG/Ik8HOTUYsnGaXRp70OzyXxXCXcXmT0g7
lZC9bzZDWtoh0+hML60mONy3hoVr22RGjoPezasxR9o0gMymHz9WKn+oiTivOv+l9byN/EcMR6xR
BBnLrCtNGNTrLN86tV2SbD3efNUDw2OlGMK4tjq88NyVsGppzFvI+seYAGICFjJKyCDHUGMuZDjA
/1L1zCf3MFkdkIXqU77ed7l0v5kY4nh0Ag+d/PyaknRXpgQ0o+DHr8cLdNAeE1ALBO7wbQZesRZf
UtfdTQP/fn//lmZqODOaVkiM6Qk4U3fYjR0MYqDlIzhHzlMcyLAU7ttcOK9NvSb5uxD1/9Yh+mNp
3aABklYhzz7n8xeI7TxVLoA4wdoVersh3gnHf0sS/PHzSsP4CnCoXGfbOlRQZeqmHfjOm+ZzM0GT
q/BewAka8v9K6GxDKhYhSwFFEi/X2cq7aWl+hrPhNattYg3BNS5qvu/dOTlU3YCopdPDis0txQkm
GDlzAWEldC4j6SY/rD7dT6krojmAsgpn29zLNzet7LGQu6AZzlCX2AK35WXpwc4K8L8HPEBrWlyi
T4/Wawv//rx9k+OjkGPTOSprIiKcA+8OOg7jtvpMmfpgx/llGuRRlMLbtI71M/GsNOxm6xqQ7Fxb
W13YK6HKwhvchFBbzAUrjq9LXIOQeZEVPYq5diAcKoEEyLxNrj2xMtTCSfu9OX+cNAny13FuRBmV
pX1g/fgMCc/X+0a5FHCZOOreYW4HqoYy6ufW4mfPoWm+aUbBjsPsKDCml+2BpFX21IpC7y3f5vuS
jytPlAWXbuKo09rWeHRB6KTp849JAMXaJI1P0IyPIcvorgHqF3gFmAmP5pkLlJVVV1FiA4ZRKf+Q
CWcX8D5GiZ3se1aVIadHHCU8O/zJufKxAq9BAXr6EoWDOdhlVjdum2aKt7KSa0WEBb4V9OT97ftr
hVb7pkZuXaX98ApMMKQv0Ya47fP62UPfjpVZ4wnEeSrMSgYzY4LNp8xTT1PavCi2BrdYiI9+XxV/
HK9qKAswDqGu4CfA5ejiwLl1GYq5Q4NXdwZIzQNN0LxbOXDvWy/7HVn8MRqcCfhdZgd5/smH2ucM
MWnYpOt7v1TD+k0V0De/rc82WnTCmlVgtMAGfavjCKLfTvN8/yuWPsJwnX2g5syqujIa/eS/1Gpe
XSb3jbMCx1yKkkwI9ojaG7RomjIiVvvBscD7PXTzz0zTgx3zjdLlroIYOKPBTjrxNaDjCj55wZ5M
PLZd+QNJSCIid7qxoWl+ZFV7drC2qySIC7e4ib1uklEr3uciqvT4nFnoeQDNO2jOwBAGBnY0Oxfb
cg1otGQgJt66z+yxDZRbRWmJqQAZ4/YbexDbwk6P7kAPTCAU85zvTTMfRd0dJ2Ifh3K1c3jBMEzS
YFUHCRrc4ipSg/iRozFtVzttvPMGKjeWUiUogpRggJFWm6CQJ5hNGWY5YNNZ2z5QdPZtanqZA3ej
wHWeFCLfpnrtUbO01be74g8zAl6BlKBLqaLJKsJs7D/5LrHCxCp/BXotg740huGfIGA7uzGo5xGE
Wi8SYa9AMgJ8Kxs3sFawJktLbOTicp7rBJT2deRoqJToDnSPA0/3FaP9lmRigg5YAAQ6YD33Df/3
a+H/ozbffMA0emwznmca1Q1+giQu0qTWCJUoyr6PTdVGbKJsXw/xyQ9k+XUqAAjjEA22i43PFAQr
c/bU2NPWScnZ8gEXkRwQzpx8qT37SPVN80GyFwtktWGRe9lmHHl9qEpknUfgp/f3J/G+9/LNl1Aw
6z7Nghpz8Oav1Sgv2eT96jhduZWXfv52HP44WsLzuUpA3RvVdvENRJKDm35rJ3a6//Hvx02+2SFZ
2hpEiE6qo8yNg/NMexpy1TQbIApj0KTEb4MIVg7XwmMHZJjGTFADbLou1tEk053oP984xTO0jGRp
9lCq+RBXAaiggiRsRHdNoPK5SpqyOLRhO3aVeEnmMB2lbZVtNHTld8R64V12EXp4UH37y5JOu3c5
iGRBQO4S96PduvXKq3IhrIOq/N8z7yFZLKGHrqN8ANy1iC+gwZy3TeIOH914H9jFPpkCRBA2pLEp
52uh1u+E7XvmZeRalEVYw0ZXRyC9K7fZADraUsnQsW0C6LN4zuBUQ4QvdDNIsauKNEQvpQ4zGwhc
3xtesznYx2Q+5DO393Xeb205n0ebXbWdv8SeJqGSKOxaCL2fksx6djt1gTZNFTZjo7bz4L+hDsM3
Ce/sJy4tdzfPJSMhChcaOSZxKpxO7PLGdqttSkSIoj3+0um1Zb8t7zvTN2/HogfKp20b7LqdH9MA
3Vag/u6RyFbehdbqIw3IWc/dsxPYX26JMCTo7lvVwlUJ9fm/N9yCasicggMG6onVIwD/zSOUJz/p
Ssn97HVfM2gZ7mjbQeel3mtSnlr/CaTnG150m/tfsCDFB1mmv7+gptyrEOvMETYoSnhyziDkJrwx
1L1+4i59VNU563Z2Wn8IkuTTNDK0XXffrDLZSTAW31YJ4HgLyVT7Rzf+56i17sj3Qxbf7GhKihwq
Q+00Rchmh5XXdngu1pcGYrj70UoOOrPeCHU+ulS93l+KhfKPb+pKJmTqa6iL2KDt9rYsg/f3gBfP
PLa7CYbZaCRIbQ9SMZV/bCb+qdLTNcmbDdKQtyzy/Y9Y8LPmyz1xZNqNZWMjw/8TlB1gOm4/FQrX
kt88zeO0uz/Kwl3xf69gKA8W3QwPa5Hi2sf5sefj/zi7sh45cXb9i5CMsTHcArVX70l3khuUZWLM
YsDs/PrzVKQjZfiaRpqrTEbprsLYr9/lWeogbujGU6zF0WXtCz66Z3wvh9eBKL3z1KV9oGa0GNzu
+5ywPSvsCoQ/3l0bCV2/kTeRGJ/RJXz7+PlWIOLusj7mrOpd7k30rh7zOvQ7uDn4ZQQx5wPxA0/t
SAFJUafGna+mwFHpj9TiUd+abwr23XBdtp43vsgtgr4TWpa1cuUY1+rbAX4htDpMA7nnk7hTNosg
x3IpiXW2Som3ywgWCBtt27Fh5fgsq+e5zsWUlh3sOyZ5hnmu3NNRHrgoXtri95ClQSe/+yist5od
K5+3dLeQbHYgKtWOd6a5Wc1MMvKlfkqH7GeqkzkCaPKHofIIYfwfQzWyUzvTh070oZGegCEfvOLd
mr/MzI1sm75lsjpIznaU5eBhT5DyJRSwKTkWTSCc+FNZWjAxQOoJdoyEb2JVoro4xDSLatqcnPxU
6KNfdMXB+HMEZqn/VbEGSBIQtrAtSoBv0rDp+iiD41JAUMB6rhfx1olKd45E/JqLrWbJyoFeUhfj
pu6J5cfoTozifvJhFe50AXqKx15V502f7fcTcnfJXiSuq1BhOfSa2mADjSC9HCgQstxzDkPqB5si
zO/XFu6SsthCDLvhkLW8ylruhmaKSgKTckyMCN+6Et+PTXxJWWyY8nXrJ87VLStoDMI4uDlYZQU6
NH9MBcx8munJuOPzrdttQ/vwZg/yaLXpl1IX6IVYG+n0+/sZKp3/vhdrqjTyf4telf+CGfqOpH2I
pkbeI2kZT4AGh5sGgWtPfNs6f2XuN7MZUrSMXtsiuSQuefLpHLAhOXwcg97fgXzJbbSnwvXHfrKv
zTS9ZjyBpw0U9C11qfDurJxt1GgrMZcvCYuNlyZQMZTu/+9BDEkiKCqAJAfJqWR8gOimC1RA8ZBZ
n9ERjaGbvamDubaEi5JhTJQLGkLiXqEGiBm/PRxMnf7CFHb38RquZOZ8SV8smjImIlUuOEcmTHgf
US+5b3QKr7wHtB/j5oC+4JORGzXQ2ju7Zap/bYnKTmy4VKbu1WrecJbnJrtmnR0wlkBV2Wzd0re+
2f9eTshi//0pY2wXmkDL7cpb/xs2fLe7bW8IVF9Ba7wjhAI34MCTL+lPo0FHfmMt378T+ZJUWPgz
tb2pwstqD6Mn/tDHrVcsIdTWrP5b7fRRW4zhlH3Z+MDbqr3znEtSYY6CZTI4BldR8ypEz9RD0LDD
IhlDpr4pMb7QOr+OBsqAZX6CUS33tjCgtw343kcvwoiaIHZitVJcR6UP8B7pw9RLtl7g+9GYL61F
siQtG1tKfq179pJ7+oU0TeT6atdnWwzQte+/KFB8X7oFyl9+hUPWP72Hops5ZiMwrTRcwfz59/7T
pV+7NvX5lY74xYUao14+YtR2yLm/rwRSfpmBKOyAhOsCCghatrchG7K2cst44dtgPKDLcVWFH9Kh
uXrUAo3UedlkkKzcH0tGmNXNGO1bjF9HkkSz6c6gDN1o3JekZnD+stPvNkFTuYw+3uMrAWNJ/hoq
7fPEntyrXQ0/R0BHMO9/0/kYNWURTfH+409ZmclwbxExYNhs11Pf82vRqn1OkaAlzcVPor7bz/mX
ghzU+GSG+hkCYwMm4io+V82bSfrDXHOQtARxImSlG8+8EvSX/iMOaHju4OdYYjtA1J9NABeEjx90
Zdsv6bmu7EpA8/GrkVlBczguCYyDti7Kla2xZOJismzKvMe2hwwjCzJAnmFiY/XwNgM93Wm9Oqg6
U0Zcsb2dNNWJwoThmVriQmJamTBufaMCMG3TqNVjuxvqcgorP6WhtEVxKFXONlZh7dZbEnV4Ps5J
V9H5CmbyxUvEqRo7EBbI9L0m+hM6BgeXxS+m6+838d8rG3nJ0bFgkAl2TkKuU1w+6Sq7QiAdvu8T
jB6nE7QZNi70lXewFLyv8zKF5Us+Xg0q+JmG4xOMTu8n23psmxmUNfA0NgEqq8u4iDYp7WoDF9UR
WPL4Guf0DK/gGuUnGhntSwohKoyly2Ao0FQlBRD2H+/hFRQAF7cl/iuJoLCLBCFv9q7ZIHZxXhwq
wMnk8AM0uh0grWqCAgIhAWdZWMcStEDrmg7tV5DVdz3rfhN/vGuM8/zxt1l5r0vSNsDVrZUAaQB2
uEZHc7qH/dFeUudb3maPzpbI0Nq5XdwoAKTSGp59/rXXHoM34Jjfk57xjU2z0iflS7JmB6m9ypHc
uxI0RYu4UHmgXXWYNPyhsxlT6owNB02LPerXOYJqKZoLdDhlTXOfFTCidwC4sCDlkHaMngdif9Vg
TPGufnbKUd9PgtKw5jAPlsbLUAEAUW1V/RWX4LBznZafM7AqH2s51Kd0Jr8q0z4WLS2eLGYNr7ED
vZ8OFfizH+cxXIzEM7Tv0gjForMRD1ZM4fmS7cWL0YXjPMBALTLfZn4ee72j0IgjB8nQLRXZzk9g
Vv3i6UfH+WG1EyDJSWDAqyoeYK4bmNkPXfxJa3LGbLNAAYKaKnWOsqgjcDwC43gRIEyNvYW2WTGp
4i799yEQFkSX2YCv7MsfXH+G4lJgl9axsr8CjjyhqIPYRIC1Es3BjvdqfBiGk+VMz5q8jv6bMClu
rQctPyUyCzOMSqG+AaP6YK7e+qILRz+B+cV+8sYwrclWT/Y2bXgnaVzS0rpkNNlU4DuDfBxicYv0
3kNumnjPXn0shzd8c+icBO0MZnUXBwSzEShMBjbMV5jn7hvQVOvxXmloCYGhhb/6k7XLy3Hj+63F
syWUJ6YNGtTUEde0zfD74xiUGb5rGf9UJ/OpkRZMLrL0OS9+Fv7x4/CxdrAXrxFS9p2rK8+5YhzA
A0tjWN6mbvTxL1/JBpcGPUrRsjVTx64cemB5U38uqvKaTfYp29L7Xblu/odPzFVVVbY9QdbEBz6l
TV4Z2P8YZIyRi/5GFsvfHV50baE9+fEzrbRg+ZJXbIzRSnr1fO2LSX5Oe3EqjBufVDr/kw918pWP
St6UYKEYA1mefcfcOuqIBcERSGd8/B1W1nVJMaYAX06im+frpFh8kABuVIWbH+CAgQ3is82CcmVz
LCmWNxkw25ptYBTzFyN0GEM6u6tUmJXxAV2aG9sg22ttH+JbNYsehGmDyX/6+CFXJih8Sbv0MnuG
mgXEAMu6DVyKIZIdQvce9eyt3WGKo+l+4bqVDF5k/LkFsTrJYA1z16U6ROxAsAlvvl3tiEHn1stf
WfklX5PPLdxQSRtfPUm+1MjiTmOfhangh1vXFL2F38g1VQirXbbPlIlcOZwZIY8TcKXAQTB9lzNm
zq30t0wp10qHJcWzqUQHN2cIls7lJyxHX97f7ozezXc37OxQZTuUKQMHAjmxAtKXn+aY7EeAvbJK
3qeIvFgr23/++KWtlZ5LBqhMbTVNseVfLXinKlFFffyUD3PI2BuoJHu41dhyjnghAoHI+vGH/qFp
vBPXl4RQy4a7WKwZoJ/9t26Wka3B//JUpCHD2SRvgsJphL2lPA3Z5GLk87OErXkxtyECvuFf/EwF
2MsTsEf9N0R1O/tyu4OwKOhAQdwKj4AKDFt97r1Dhoe53RN6DpwJdmb5w/aDrESzpVtKXrhyFBWJ
rz3tP9v0EcDnAceNKP1oNfYOxJdgE7D7R+X5vUW7XZJ/ZbE9Z42neRNfR4heFfWzmb7EvYpuR9nq
ragaLJjEZbu5z3cj0HYFjI2wSDj2BXAf8DwgyTe8zV7Ol5RCVdK767oEzpJvCLtoWqfFz42Xu3Jp
Lw1XUkqYSYCOuCLXSeHmIdk9T0lQm1/ZrWfcVIEt7tNheKihmjWl+qYmge+QOhUGqWZno9GBnON2
LADxxtu+IXQRQ6QQJxcjDrziaXomuOJzAJOxARgQydC4ueJYfPwEK1F0aemiUwigdXGDQm8Mhlmr
XyaPycbqrJTqSzsVkfgJtqpvLoVVvhVUPZmYQWN42DhZK199SXl1mlkWFHOdS6cw12skP9UZ3SrX
V17s0j8laW8N+pqXFxnDbCKzTEAzMHPg+MUIerGOekhcsWPjKSmT0+BUYsetnzzfsnK9dQrf2f9s
UcXJqUswzjTQ7cmGzzMGzQxOromyThZ17Z3yJnFTp/t4C6yFxaWLSg51eGIVNjnjmnZjsrNlfRHF
fZkq6Ebsue0cdZJCC0UfzZZE5Vo2uSTI5r7MJkm68uKAzYn0GtpEPavrHUwYbdKf66b90dYwae5S
ZyuDXSlGl3YpTda4qQ2z97Nf2ZHF6mta2gedlXB306HdkY1tuZaDLcmxepr7vkRYv2S5EgdWCpgj
FscROXo9p4eudA9dl35N0m+Z02ZQCFDWpc7EuCGQtPo26b9Dp2sct4Ihl30G9SeYofc8FjAOHLqg
9uCblLfX+tY6hsqeddJbTiNr23XRIZyUciWUTuoLz3gWDnlCLs2g0kvdlMm1Ap77cWRwQUuGeUth
ZSXXWRJmRZYX3YCFvmCwOg3fU9kc07x9deP6+8enYuWRljTXQicxlGFNf/HBb64rc2ECCqRCPWAc
fXFrGCRuxZq1T7r9/7/uulmK1LFLBf24/JXVUYHWyEzZm8eHO2/qXiGGEX78SCs6i3zJXFWlO8Dm
2CJn3/OeLf/iq/aUpWoP7ZOTGDK0KtgOKNI74cUQBPpRFelhSpr90LSPQ1n9boaEhlzmkOxpiYn8
+EmhvKxmAbtdwKTlczdQJG95aKkyQcRyLQA2xywQOd07bfNY6uTzx0+ycrMsKbGx7Yy5nm5HuQD7
S1RD2IrqbTOTXrlZlsxWBxVRFUMX85yAAugz67Poso2LZWXfLjmsTkt0OYuYnJE3BD1pzwBRiao/
p/6W0NIKbJY7tyvtr/2UQeApYTEWZy7iEKoaMMsJHPasUufq/GghCCAjhze7mRwYhUrEl7SUUVs5
UFMDecHWkYsJoAuYHuU/9a4XAFh8FpKFYF3ERRFtGoathOMlN9XqKkPzWWYXS7g/Um4OsV1+ciBc
EXKI90GUaquBtXa+FsEpzwfdtR5AwMl0zwRkTPM46GHCKeMR8oD0uLlt1t7tgqmgoVvVIPrXlx5M
3qb2j3BFJ1N26bwthaeVT1iySFNcIF7K2v7iDfbOJf65R2OhBhiW1f8NJcaXoOuBo4Og/bq/cG5B
+VF819wH2GNjxL127y/x0BlM11s9Nf2laEyUZLAnpC+T9vJQz+ZLNbMdbujHBE9XqcPHsWJlny2N
ZFJrnLg7eORMOOAbM2hBiG510xwhbXs/mXjL0WQFSciXaGk1UHSpIGF0bvmRKuhu3WTcwkbve/UG
GfiADHNAG6zlsbTfXMSsTTuYtW1xi2N/nXi0fv3CyzgSuFbCWar4xDL7jtDmS7alibi2iIuYUhrW
I53AsxHjBBb0Hsv0C1XWm8j90yaeaSWqL4HQo8wanzdIyNK0+mac6qenkp85jTf23kocWJJASaFp
n9sOOaPigkZ0l4AJ3V2p89Pkar/pKrS6wxdRwICFkdYxXgZg3Q+ZtgIP6jKdu9PNfgJpbNgP9ZuN
SvDj3b3WiFpiRxHZ4IhKsb3BMRB2BOfX2JmipD7FjRlgtCAh9vs4eerQgJAzVuU95vnwyXit+Fcz
ipDJHw4nu3jMQ+EJMHQ2co2VbsESbJoq6saWLOyzkc9CPLR9dyBOHnXlcM+z8Vt/Y4hl6ZZF7cr2
XCJPVdv3rS+BcoKnxMmIW0HhDl+0Hh+88fnjhV57r0t0aSYsmsPeMrnkdhI2WQv3wRJ+jvphJAKK
vI53yibnd+0D1OmYcaPPuHKyl0hSXRo7G6D+cbYH81rN/K2x56gYCHDRW5K/ax+xCB5ekhu488Tu
2RIl2wso+2FKA3mKYW5UWFZOv/94Adc+ZxFCWjmQuRBISwr9OrTm5BdQNpfTGw7Ff/uAReETNypL
6wabwC1+3Qwq4r7Yt4XcbQr+ru2yRSIhMMjsdNWUF4pI+CTj4mtcApfeVuWjnqpvwxYaciX9/LMD
/wrn0CB1ihw21Rf4bv2ILfN5ttkGBGYlxC7ZjlUPsqOllLpgN0MRmWCQo+O32t0omtZ+/aKUKVJV
Msyf1UWqtAzSeTpVtwq0kulGDF9ZmiVpQ7aFNcm5tc7OpN6oLC8s3zI8W7kelqwMaBEWXaIH61xN
3resdRr0HZufXZ6fy0QVgR4hdYnm/cd7dWUrkdsC/vWKVZ5AThGi82fUGSeZiuHUTaCdeUegRPwH
2rYbn7Ny6JZ8igZmN27i9cllsJp7SQYMhusnwIYf0qba6nCvvZPFwe7ikTPBKnnRNBmjrtKAzch5
q52x9loWp9rz266krRovreKHFj6+b3yAnlFmHqT3YxpOtjRjWMj2LenRSDL12XF5FTXOVD6CWuOE
lbRQHcaw/9VsDKp2U1Pi9njvtOiW6GtAdymIw+hAQKnyZainr0xAY1X1e2b4fhjZ05AUNQR8k11H
h5eCDIdEQfRva9qzdtQWaUaZcXuKuZVd6tG8KM+DsjjUT8DG/y8blC0B2Wi2Yypvm/wCEfVvrCun
QwumYTjm1n3lJTsSf/n4c95/DLZEXJPG88oSjIVzoQbw68rWhtevSQXFgLt3/tMpYEtLmdyKi7wY
9XzOa+5CJ6GDEoZuAgBwwk1z17UHuZ3Av060hzE182ZHX+Zh+panxZ2a2tN/1LWH39+/f3tmUTBZ
C6eHk6eM+ry+0KTaM1GHNAZhPXZ3PrgP293Z98MTW1rDJIWBVpFszCWh5leX5h7IsziE0TSwV78i
r5OVWt8TSMLuoINXHVu4J8OGJBmCYUqLsJVVsdeivVZiJCGxXNSnE6SIg4+3zNqXW8QbeO9YdQIi
1xk076DKOyhuobCCWDaIm4/1MGzcZe+HTrb0laETZnZGoeRJCr1rb2o0X3UO/raTHz9+jpVOLRw4
/v1SZybcoctwCWRUfsoT8VIwLNI02ZBALRwwOqZ9TPVPmk7/wHprJxIv+viT1x5tETt8DKzmyRrS
S+zKqJmdHeeQ7NMAe5MtmOb7YZst0deToybOBiRjXjcHQ3qHpHxK70rMxoz+Meinjx/kT+fyf4Mw
W3pxiJan4zjk+pKrrojcvshDiFG8OSWD7mE+2fBCn+qASPVD1iWJgxy2Oq4ogT2iEOZ00vJqqH5Q
bZVHrOKYSJvJ/T5YA/jHYvrelVUfWo5b7+lASQxjBwiKOMozYdYn7vfRtJiQ2CbRmDzqFp7rEwZ+
lSc/D0RA5duh1eeGDE1ECUe7tKQXZ6Immhu+Vf29X2Ux73Yl/xV0CjoKXeUV3IjAYNvZyjtS18K4
bTrgQoY9VYHJeuZZoPFag7+xeVYC3RJ/7iQdXEIR6s4YG4JldTuDljDQltsotPj7FyuwS/9+KIjx
TC2g2uVFWRlpQsohaO7IHxAA+An/1g7Sw7ZoqrC1hMdD3QuMwkz92vsW3XE1Z4FMxF0xToClFbX4
YmLMO+xE7m1bPxCPv5pMZyGslus7A9kUUmT5c6X5s+Xh1eS9/Mzb1Ipo7tlpAH0A/mlIrDsnt8kF
2PEiyuz+IZE9iTJYrB2kDXqBr8oXzwdcSybuI7FqQPlM1kfGMfDfBo2tDe0+NzvtMPvVkR24SxCN
BOGCmztD/RS+nM14Ejn6HknSn6Fi8PPjw7FyBJdYoMbAi92Wo3cmubdH3WgeYsv5BqmDPsyV3ifD
RAI7IY8ff9rKVlzCfrTnw3OpHgFXdPpjBfmmShcYhxY12NycGg92VQ/Uc+ujrXq9UQ2sbcXFreh4
hPtx4quLm4p78NZCtxW/NhvUK4M8tkTzm96xBGAx5JwlYdldk+x74bz1+snhpzi5zh4JplREjN1t
MppWFnEJ6O+8ehidHi0qwAQwge3bF6u1wiR+Q7skUT9ZJg4fv62VthFbYvqRxxFjS6EvihzGoT1V
lfkEMcqDgCSLX4vv0Is8p8M5i/vAJTRQLgQfKudzhxxwqmO4P07quwQStquHC4/9vQP0VWa2tAnW
XuzigtLpGCuvt1JU2oEdf7GbYGy+bjz57Xe8c2UsUf5DQxpYAvvoMsbmUwyeS5hLOBC3WfOF5M0B
Cg/neaRQ7EcSBAQHcOFlC8xF7EFyj/5OcTGXzHpIU1zV0HOJCNzLglhasC91NzDcfzQv3vuKtxP9
V1i34sqVWmJIZHzIkf+a4mZnuQ8AuGBblFIE3fCp1NfeA+4frE95wZAuqOxzBnJdwUEQiPHX8ZU2
Pf6YzrWdv4J8e6Zdcvp4Dd+v+NgSY54kdHCIUfTsd/HXtPe/etn49vGvXjkBS8Q4dDZIbI+dRlWV
IoUmOUS1vF2b5cOB2hhMgVb9loryufS3aOtrD7MIIjBkptqKXX5mQ/yltsoXiApvdFtW8qwlcnyS
orGFO3nnIbYfnLF/TJn45jeZCerM/k8DRbaE5c5t5c0jmjpnxNsK6GCdRbw0Xyce28fC0PS/lVBi
UYZrZ3BLC9vyAsB7HlgQ7wtKGntB1s2P/RYqZG29FglxkUysTsFdOBs2QtUy5UiClfuQzmIOTd7s
Pt5iay98EVymErDqLrG9cztDO7rAdPBICn+LE7+i7sGW9BlHQ00GF7x9Q9P4VQ+APARUhroJGTmR
VjQQf4dWHzh7WexDXyINb/+9yQ5cu/QXyZPX2nntkUmcKYPUtu0d4tIZdnlcjFEJzYV6X/43dDP7
HzJNZVvZmBD3nAJ5GMAvcY7smk6fRJ3+dn0QxNuUw4CGFeiBqG8fv7oVs0+2tLhx5rl2oHMoziXs
x/jrzMm8Z7YQL0PukwBTjAdtKXnKYU4bJjClaXVymmjRBn0dZ49MG3AxG3t68fKB3RfSPprU2Md0
hBgurOmasKJZ8+TW6RCR2bAAGhUxrOF5J6M4z509T5vhWdCYgNjgiT0AzuSzXfjZAZo1ftjB7fzk
JwTiKKPqX8En3ki5VyreJdgYyCUIeYNMdx4g0hl1KnGOPSSDwjEuQCtqq28aKf9G1rjC6GZLFHHX
TbZUnc3O8dxfjEqLV0Ha8azL3r1XsAAJqJqebMd9ZojDO2julvuh8qZzkzgiYDR+ngTMXmtNtk7U
SlRY4rZkDZhUIbLp7Nn1wzz7mNxb7OL3d2prdLuyvkvEVueDhQpxs+nsIwGwAIcOmH07NSL+om+6
FJP14+P9u5LXLKk0toXxyi1rPXe2NickyLvZq8dQupvoj7VPWMTplnI1qrHjZ3sexr3XYNoMKUpr
J/Kk2WjJrn3EIkqDGG6zvs74mTtFdQ9TX+cuq25STdqYjbr+D4bznQxoCe4n9py16aDd8yzL2d47
9UTtqGReasLKaDRIclOEJWhzweTw8kWi0GVRO3IKNV+77OaQNsa4QQEDYnCjMYClhrOTi+LnTfFR
fsoyUAFKSzdlUENcNEC9+TyQ7oWU2r3mcwJyHOiagVBOtzddQyJqDfRRpSINXZN0x7SFGlGaN8On
HNouJwh3IQUjUrsXMRaf55RBfzAps0PRy8lAsdTp7QO0r6ZD7Vj6c+6UFkRwuHVUiXQDT9TsyIWD
KzVXzZukqb1xa68MLUEv+XcmWRLQATS492flFP5zBZ+5OhnqUGPUC6WlUYamKiGh347ABxJQy/LA
ZbTa+vSVnbLE2zumNwqu4+4ZdgleSLs+iYzVY1lp/o3OYJwgfqsdn3FZJKUfck3jIwSvzRHYVh8v
2Mdk4a5RU3r8+PitVXRLLL7bQJ53zoR9jvN6R5SKFMvTXQlVpKgu1RyqocEYHDwRe4Cka+lbu9Ix
9fdYbezrFWwWW4Lok6lJa+1XGLbC2J6cZJ09jyXgvYnx+7CdXRaUVvyiYZCtGuneFb0aolj3j4bA
RYBq8gL/vqBR8wlCL+5PRNw32eGHMpr8w6YCcvxdD+NA74jJgBvGgzmbjl0GkqKUSLaUS9ei5SLE
JI0/Do3XDWd36C+QIjh0LLtnBD6GMDHZp1Jtva1bQHknCPxpEP1VBuk207mq4/kMZ6g3avWoTIvu
qRlKjPir1/iVODoNqkJ3B5Yb+FyW+4+3ycoDLkH9dlJPydwWqJiqV1mPOhwyD3Jg4BIFhU+73dA3
cuOjHO8Pv++9p1yE0xkkgVxRBQAHcRPg7BKMTZUJS+JYjMKRCmSe53mAm88vhaoVGnjpnI5zjo73
YBGYL3iUx+DBQwE0rQKw9HTqPkofiU4emsbGmQtb6ByhkJ6xz+0sxNQjZ68gVk8FA/8IKOzfsqt9
OSIpRbP2PnUzLn+CypqhOTzKvoYyejUXqb6nash3ZvLpQU6MW7uGlOQeZU2njhBqFt4uceAc38a1
OaB1DnzHBAS51BOqNnTYCNqRCY8GWMWeAaFAlPFb2AIcIWXNr3nqdE+2IjGQFLPCIKGLM9ic+PZv
KAfOv+IeMM+8a9OgJn77Fosxvi9l7n4t/LF7qBNN9olw5/0wx0X6e2omeHnlo5vHD8Y37ZfC86D7
npQ8ByGma4yygwY3WHEWkEy3YNGBxMJXmYmagqRBcXNUllPWe5HpeLETrVNfla2SX6qsKzB08pcq
m9nVxzMguQX5NswbO45cK0vDLO2KJwFkDfiuphb7Cq/zkSji9vd+Ho+wKuGaP8D8NX6wYqGOeVdA
C7ZTNgU2Dc7kxzkbIZ1slZZboqfqf7FSgymikC6NnIJ+hlIl+Rkz+tudMrhkpsogz/RkCSGxnKjQ
mtGS8MecR0WFssKwtttDBqzJdp6yYnUUogQ/pm+q16rJKWJynozqYhJs6+OQwCnzwQdiNz4k/VAP
x9TEo/O5Lqta7KxS4+e7iY9jCBofeqi9cItjrVxYcScAqoDhmILRfqoGCavUarCFBQNayGGkr7H0
4K8hmgywjJ0NRb+0DS0N7ZKr7eFH0VK/uX0YSR5VIQlGSfAx2seyLCBX38Eny4ow+C2RzQNRnzzo
sTN7hf1+zScz7DungvtxCS3LSDcKjdWGCh3pvDDVk8i8nOx5A2/EvcY02N2nfPRNHFXFjKo5QKu3
rB6QH3XeHa/jOnnVde2Sh9Kz59YNYtyRJNSJzqAP13d1bh3QaaQzKHx6yNjZZbrL93RqoNxILfC8
vvdtr+ZHK9YAXCkX/hpfaD9lg311SnDC64CicQ5PmKrv9ZVSkjvXcaoq9VPN0lZXWzX4pwXWhD9B
qwC8zAkvg+8TxbW7dxqo6x0HHRsvhIQkgF9BRfKSh30z+d5drIUvvwomHbOPZ+7oB6/ED0RzUVqQ
AsNEuo2f4h4a/XuwDdxhn9QVU/9kmISCSpywvpcPlYONePC6vnfPZVml0OKqCoXBeiXBWbhroU7U
P2ZeJ3fwao0HpPmy7kXQ+MPgvuWO41Sw3+FZ9YQBFlc7RTwcT9bZlXOcNRPjb1iUWv0TqO2qvmIe
b8mTUzTYsnZyM3pp3aRq/3F8OPPdeSTN2q+Z8UeAIhyurM+yYFU7QAJUjN5urFIHmGQxVPErfkp3
j1XNZyKCwbE8fa8EabpD2k5ut2NFA92KXLCxA0IO+/oiusISu5q6U/XmotvEUb/BX+MEuQbiH+Cy
5cNTypEttFvStKi/kNmjxd3EqkbaYW9q0smgdlvHPYm0bfUvE6cD1WFpD/SQ2jkvj/kI/u2lAtbb
PrqJj2QW9Isxn0+jX/TooWa4rVTUkpHdomsHIZA3Pbtlu6+6unKuFNFo4rtSlXF6BlUzj9965rrZ
58LVvgvnAj3EDJVYPtfxfY5YUZxGPFP6ZEBcKnexHzdguemY5191PDXinEC+Za9Mgh5iPuDfR3qe
y3jnAnpbP8W0bAgKYDujqBbsfhoA89Y9yY/ET9Wo97PvNfo65Xgx95bLVNtCo6cr3AMuIhBXbF+B
SDCU3aD/ERDYcY+0rCiB1HUBz9DGuMZEVZPl9q/Z9FZ3KGy/HeHDYEQ/BW7CLdik29B4xzCmrLvv
JcXY+BG2EFDhDhBplLSQ1JNanhvbRQOtyf0Ufl6zXeKC8nmh4h/SVYP1fxxd2XKduBb9IqoAoYFX
OKNnO24nzgvlOI4khBACMYivv8v3rYfqjs8xSHuv8YX7LJtves/Udi5gCRR3Gega8dm6PMv+CyZP
0CeESIXmF8lGpDNadIcFrLF4SP8tmC/4VYG49ykIrTwr/hRpHsYL2YsEbpZ+2fqKgt32X3xZFsjL
yIJIF9g39ZSdnIYj4d6ElG13qyfYBtDvI4X5mMPclA9oX5rUOyww2QJfBF+n5j8RdZOc2mbN2Snn
cZN3mjib1J7EjKqDzQty24VkTc5mnD29XYFZ6w9I9XKQDdm6ZO10aHRerj1S+AAVfyKzBRs3/iBr
YDTGyzHFuikgElmrHEUXKT/COUbNnc7hXEbKsZRs+btD4mQ+2p624SMgXJVXFAGS8T/hoFt5JW5Z
zdfcaYhpoJpO2ExPTBOAPMcQhgwRIwqn7HPeJumkLkgVUWKtIdYJ/jIrvxF5QQmZjl8WCnxcD5qS
ojnG3WHdrkTHBrpVbLeasgNXOqWYRvIhQfem8Lqp+rIpOG7bpkETdcXGgBrjoy4jnPMH9JpQV5z5
vIT5fdLputHzunutlyoWAKZ/tzP1yKFg8+Lno41NWqC7L/ZyYXA2ZAmMUCHT27nphJsMDOKMyeyg
WSmS/gZyqZk854tl61qTrWT+o8WMOQwVMZlCM4kKBNk7hc46u1edgA/1hm4LhG4HsYSeq7qETBCW
3D4xg6kSS1p63UUSzYUnfbb8o+nA+HmFfHo4K6zPyKDc2QilOLctBqZNI/RQnzLHG9lV0S6sP7IW
PZjnjq0mf08a1U/fXT/FPwCjffbF7UIMwmkzgy8QtXNdgCU3TzaaVsxkbXFGpJEUt6XM0+0yJVRs
EfHnGbkRg+qh0FtXa04NFrP0v54YuR9ZmTS0Pcsckep3cUqW7FPYPL0URVa0Z0Fxfx9lrye61OWy
G4mSyzTL790Wt6mrm33KwcT7tXmSVvbiR2aXxX9MG4nX5DtJWq4zq7th/rYvaBnOCEC2428oK6EW
xkcmk7iOplxRl6Z6BF8fBRFtifpckZb9dcVkiVNDt3quyg0GC0GzEj42TFVr0Z+jCXn+kqFSUyYn
wlO/3VjmdPucZBPNbgua5xjX8Opm0dWc9KX6IxPix4vQ/CYThbuqPKQWJ2zpvgvKkxkett3oQ8tj
Lq40m8Bk9uXUwx+eAMjRf0xs4CPZF5WoG0zWjPwKI26ux9YZm780w56a6xIEHkC2mW/EHLBosGdE
63n8JMIU+4zuY7MZ9IDS6aaYrP679RqXYdvsF+no+o/zSc1TtS79MjwRhvKpOz4olJUT6HDoY9y2
sfyBtjs0KwzzZjWMRZ2i5JZ3JMYTch4m91VmiM08gelKxXsx83n9QQF7iR+NtGPz2eJnxbxjON/V
7yZwdMfUm90Ve9xt2ToHYKILKT5ZyvpKIQD8VpOpgMOcjdOyfassUoQ1uRT2mquAnPjUbs6jSqNZ
YOPIzcInnBWbaR8bNssEEyWiID1D+5guLUQUx0WAfX+lECcuGRzldkx+zM7rYT1mJQag4dJ1LdB0
LnBVB96IUtVj2ScEw9lO+d+mXwXxNVsGZO2yZaX6mm8INajyFS1ruy3aH7y1cDziE/b7hrByV2iB
SKs5tejlHftBoQJAWP+QN6ZzWTUzJI/gfkbu+4RfXCLb/d5OmZpd3Q4xVvjnCdRpHVXYR3FB4PgD
c9uA/5ST7g8kIojtL21i8sz2ojmNNuVoZMCYHnacaPm4A7wqUHSNpzZDY0s7sPUKw7sbkYFgY/qQ
BS9oXzUlLeUdYwJiLEhOnJiP+B93FySVi+1V8aFct3tfZoOHP6+J/IA26C59xqCg0+MeTYQdJEHe
Dn+Z0cjGTv3IZvE8loNaz9PMm7tChAkqYyrPGLmkGWBuNiXyczXGkscdY6A9DjmeK3ccU2omf12o
o4PHRP0NaKlsSe713PoF1sA28D9r1uZvK4ocvrCc4jA7ldE6Vi15s82HAbrIv5EB50D5iDyFKc1j
U8OMg0SIGocPWeKxXeGD9OdiBj7grxKJLP6Idbw04lDMxK6valByDQdvCbovYeLdBdGnYh7z+YmW
EyA6pIgl79qvogGsis1A1CT22og3bMYioCpnkL2roWOL0I20CYKaoVEA2ljQgyr6gCaWUIZ7tZH0
Y4LwRw311iZt3hzyZUBgfmVbWHx++QzhS4eEbP1sKrOvDVCXbW2RBRUaTLIzih7TLj9Om2yG30IP
Yj0avBH0ReBDIBXQ85V23+L6cGj9EOcKcQeAG23Clr0ekBST5Vh3h275cIRm2TmKHBWfNd+SMXnD
IWvZiN01MfG4q6xFE0I55ltB0fo5yvnMjKLqPm4jIZd1LsWMDMde9qoK0oLEmHawnfTHRFsz3tm+
QBjjNcd8/z418Nzx0Thcj8AIQGB1psYGNGRHsc700BNJ8sNo0u0dYs3kjOSq4rGfY5Ickg1/D7SR
fHnL8+EUWt/e41lht4UwZXbIQkzqsAzkaklcXlEJ4H7MHE4QlHIC0zj0uSlClYGgiVVKMu7KV1YU
241H/s8XaSeyHly3GgQrIBFykyV7FgtWLIwkiPbMsBaeNU7aBrkZyIuYVvM0kREn/Nbs5EY7O97i
7ZqyGtE7iNjy5X41IrWQi+wB0/e6XGgaMKBsI1KGorA1rCvjuR0WpHXQfbpMhDZnLhtkvmscUGgR
Q0mmdfQ+ywDYZGpoMbBBOCaKZrxFMkx6RB1oVvmuNbXIyQrT7OTOy1IM79My4dByXX5oGw4PX4Nj
N7HfzTRi/TmG0mAtKzA4BazcezelR9XizJjRTlGbgFRC4YoSmDcADyQhvRG1oPi1gUUeB0VzBC1b
5PgOkuYUTDpiY3LhiiDszwA1GKZGiYXNcvw82pkNgTBTg+9f5tlUW9Qh3CLoM8cWgBQ471n239Dh
+CjQa/XeORjZfDGyJ4aO1/9a0jZXK0d0VqJpHucJMjtJ4lltEUR9jJrsGEQZnBfQcWBsUqVPLqsO
8yH6FiMdY334PcdWVENTtjB7Zfy1nTTQekbkSTS5vZgBQ2DV2g26UprY5hZbNWY7+G/OfgnsNuel
GyqKo+EswUshPoaQoI5bUwh72890+1P4EQMwltviyRunsf7zbfgy1KeXqUjiSwF79xlaCgTksH7H
lyY1PUjEecEE7YfPflnF7czY9ENuQ44nP9dgFhgy+RUehpOncrvFegzYvpX2uJcED/oICW6nx7jX
sQzrySYelRkpxDJfsrP6sS2J/OVWw6p8Saw9EpW5t65voPI00LaxG506c9I2sPmQFV3/g0o5PA9F
Rz+abND/FrklT+PKMJjBvv3f7pKE3BOG0vBl7JvrmqsyqTbEVhy6QmEGiGZGAS8YkY+Ac9Bf2A6Y
6wB/bXNuabOtdTF0qap33cRLU2ZSHZFMj3AOnpo2OwzOwVYqpiWOgI7QTHIwuL6Ozd7E7H2yG+5l
NJ3F9DYr+B7echpWfot2rEQjc8wm0xHbOnIup71UD2Tn8p5kDO3VK4A8gEg2fqZptO9s88iHRn/y
jt8dVkSslQvwBNyTyTFwMf5AYLwj1TiTqfvX6NYMNfKJxYNs840dJNjl7yTwfXqSGUbMsLeoIJ9z
tJH1mfDyAdTQYB52jL/yaEIhH4u87MvDLpHMiJ8e80UtcNV/MIbKHNjH3AnyyfFfA3f7DsxzRZCp
IIpXSPoraY2nA0RSl7q5rfNcF48EnvmtRrBiOhx4Rru+6sZkpcjcpxBEjrwsRT1PfLAHT1riryiG
K5ejtcQj8DtHnhzaxuizyv3E7pMxiL8p172qmRkx0GaIqnxPh4LjKYYfPz3mKOP5/rQzFvxOxPAb
M970s9nL5sv5kdAqE4nMa7aim7tSc7/kN/OGLbOOqJ6d8bJM6S/t1vkBh0L2MYIH+hrBQz2tYo5l
laLazx6TdQ/361qym1VJ9cm6QP9gZONoC7YI6sMlsiS3cVXun2owv1X5UMT2IDEnPSz7pJCktJHy
NpNTjsM8TPmLCZje0FzzPZQirEfe5phAVO3bPp9OzTbt/QlpVIu7ssxZKJW+IRCOPwwkRx5QVeY6
C1Cj86qrSd45/lMLWXQHSWdIb3OYRf+vrUB+TqCpkbZCQJHZn6aN42QTBc6/p32fm+TXhqnuho4I
TjWzmhhKdzcgrjCXmBIUzxp+5EOL+pe02ASFabKR5fMO+vECxAO7GQ7FtAEwJDp350Oa+pr3Mbnw
xuO8UM6z/KeSQ/m455t7dZnGBr7z0Ix1wRWwj+Ab1HziOtgm/6Njxf4ZQjtftlRMxTGJtn8hCJ3/
jdZDfnajCPp29gTjH/WFmS5x1fqN7RoB2Sn22WdE7MqvdjeduRRtts/1uAHaOzELC3CFsj773kGV
+1hOS/8wcOjojg11ajwCs2BL3WMHkTcSqPx8wX9R3uQQ3aAJmmesPRRsRHDDnmoPp4dIx+HIGJSw
aEDhCjsHdBcoPBwL8vzdyQeDnRbKI7mr3x9TC00uMr2TpTmhDRJXliuc6G9X2a4fmk4TJE+xA5/B
fCHOaTFCPYflBEN4Ma3QxS4acaUAZ6U6qDwm+1GTTbobvXd4Uw3o5vyK700yVAyG9qqRe3uz9iFL
rzm+uo9kRrdF3WEwQSUughFPTTpM8cqNccW1LwuogGe3mCfOdN5Xs9l7vBC42Zi/AjxQ5jhyAGQX
hFUsEE3PVtw2aoM6Nvcc11DPliV7xOwVA7aEJahaLFuqscK1C9g5T77v37xxZXmRQZqfhU7V8FyG
TCXPPGZ5rDGgu+2cTIMMJxN59jQvffthwo5FmuoIOLPHmARuJSuyTxgBMIEQQScJM/zg+zodRzLf
F2lBA3baBZVm2mv+OLTJ8mcMsyYXahw6q7IEwEq6LkNX4RfWfdClJQe+zy0SRkUE+dozTAYjFjN3
EiWqBkZYHHhlNKKLduio74FICHaOYNuv4EBs+0mGMX1ZRmmxC42NvRvS2fonrkh6BQT5pLqVPGYy
3W8yrN1oZ4oOJB16EjnAxt4qcu6nDR7DXs/yfSi72FbIJV2uloW2qHONbpI9XxVW5t3SY+qnEQO+
W++Goi2wpa9bj6DUjcr0nPBs+OnRJVseMPWODmpqNw9nxFIbXMkzFrNqMLk4OgCVKA5yWctflkIN
9widb0M1YbL8zlCy4UX1iHXB6bJCPJl1+19F5hKhaaqEIGjIlzEcyxI+/hvqcfQD5RWYLqjuJ4n5
KcGwhkoS+G6qgKBmdUCprFvQV1KW7cWwVLAa6ChBEmyh7IomOqbLepUpPbBpZeA8IouuYhqIDVKO
vqNPSdGXqB9MtjophP7ciDELdgydLqc2HR1SpcYNMw/qXE4s78u2SkpCgDQPg0whdHc2XPd+iP7Q
u6hE1XULkr+thwzs2AF9uvKZsEfg1vTQdkQ+iKbAc5Jr/sZCDrwK+TKsQsBNY99kEiZ00mxlh1Gv
LbOx3lzRQkwIuvH7o6AJqVrLWfoKDYnhTPp+Tys7EQSwUQonLEJo4ZKYsfSryYJnWcrxBYHW8TdN
Z0oP3IJAqNcRI/dx1honQS6oSJ+U3Nhrt+8GCV7NYF4Ss8TiwYtui1jWV4lyFlAT8UibZAM6amk/
QPQKFLfGi8f7ahoanVSg0uKLkz7OB2D6uAfyGfhfFYZ0gAlLdvxDlsr0/3YyIHUP6yXQgnRw+JIg
a5K3zUgQpN33Rb9UbaOS/ckz2Zjz6BI0JBUyIDEQC+5TM8tGHVkPu91BQwoGDzgvDbSJjZcvUBBB
WR8R7vIKZm38GjIexRGzVHuhSH4/457HzSS9vbHAxbYTwdb4zSws6lGveKaqUcaO3iq/qukmas7Q
NtcCZ7jMsrTbsWtj94F+uuYoXaN/rQVb3onN4t+IxeYGADyeOmT+vW5dlhOMqgLyCtP44nHGaoNu
9BFKgkgKj6SNEVY1bDcdJzedIsn0mrkisDOzrhugbC81miNdsz70RcvsLQisvvwdtx0lM8uI6RsH
xmi/IBiPn+Oucnla0yV7bSXYMak98lNxl9zOiJr8i4WHoqh3bzQmdJAxX4GNeAqk2DJ3tAhNAzHM
0CdmGxfvKAPwt8DF/SqQl5c3tDhYpFQjqWoq4CXOo8JM4cPf0m3Tci8bcITHniHhzxQsvwpPxruw
IupKpWIfasByCm2FkWMh8lA/Xh1+0QBIXYYVlE+44DDNaXh8t2IE7AC4FKYI2CfP3G75X4Wo8KRa
EpAzQbfLv8UAL8ZRj7h2J3XzFju/cTxeE3cHmYwLDp7Vh3uabPqfLUoMwUgB5LQCmQmWhUu9oja5
90j+CML82BIFkhN2wf82XG24jCek+tF+K0AEe9HfoOowe4kJcX97laTHZcgdkgLBlbU4Y3DQEUyG
BMHsR5KnEkXec39aCf74LEXp96QdML/S4JKxIHmQcoyOTsDCA8xNfNGIewWy9mJMiU1M7hrU+5g2
94N2GHkXs4WPpTX+0IyU4lZJOoQYinw/NRoRgeCsZFO7pURmDu+XN77NM+rCR5wh8KLy+9Xy4UIi
wi7B7UC3iw0MfDdIs7rv6AgQoJHkfepgkYUtXz5DOSAOAVWdh22g6885QbNQDsr5xfOke7TU6Bow
p7so3qAoxBOIMFMBczHQsOw8N2OKLiIACLgL5bkjs8EbpBusJULyvLYWcp7R7miEGiPMIWxVH1nm
+1vg3yiUA3z8MFoBHqLB3FtnoLYu+QQMIB2lvp9Jn1eARL8TNMN0T7exGJExid4sWCVRZmDRdZBG
ekBbfKjpxunFuma7FBnI2L6P8Q7LRoQwv0ueFproS8s6ipLq7+b3xO5niPu7u4C6iyMiZD97OKpq
/KewCQ1jo6vZmWytotPoWSq38sm0NH1btcsPICbTR4C63cOgbfaJh50c9kK5mpClaQ6bS8FySGQ6
OaIghu335tiYpf0gEpghsam8TDpTBy73Cad4knxAi9QA0NQf6JCwZ7Y24rSIzX4/F8VfDiH+rI47
ATx4aBnvnhXX4QREGrRos20HMvIZFeeRJ6h8WP7MSwJopp33q3fFXwzcX8gsZy9w3MYDYpzTh60F
Z7UCp39NZcrPoH3zg0ZL11WUY/Iwrf6DDW44Gq/Arkh4SooJ1B5WEPTI4T4vXoEsIDrTjAZRPo06
QWXncZHH9isvgrsAh2TP3RheJ97pty5lRVfPmAHOXk1NtTfGwEIexEuGVD50cwCPQEV6aSsD7VWO
VJ5oqxh4CrlV9smhysH3udDDDh0a9CsqIu0REUVmrKFkQRTnSpe1VlBPKFz2EMYfvBn1wW9IL9oS
/Z63cI98qLUnm7nJeNqz4ii5S+pZ7cqinyvMuAgNS8DHPPnYpvLOzlNOklNkqE8DKhWC3CleAEuX
nwtEr/0FY1vcfgBKbR3IqjgW5X9qWopPaqJTj6nauD86dOyM/1BAsyNacFsNrPBqUj6/38tdhA+h
fepu8HW33SfNoSQAzT0O6jH3hpG7fbTmUMjF5j8jyXa0UZvMgm4kYVX+pYTZfMS1t2S4JdPOZ+t/
5Twq/yWSlflY9YPOxncx419g2kBS5loFqHNUPaMfHZhuzMrfc+gwQxdcyAfQnyY7jkvf/N8f1x5z
HsKrWmdkLUBeNibHZvFtrAHqcoyWRQgrNsk+wCde0cHl6iN6U4DzatAc0T1o2fg3LJSoxKg6HDcW
9XJ7fEs3+JyeSy1WdUJmXJbWZeeHe4AqOeQMpjHDvyVpQv86tDT2LxlsxGNdalz822HkK4LgNV7W
9s5Ng4ceMUP+KvZO0FgFqvTKvn/sQ4DlcJM70NrKRADWdbdmI6gGBFu6/qYsSRHvIC9t5K+QuCge
MW2l+i2udB+qfS6G9U33Hg9TDkcqxjYS1/wdxKvIngxAFvlPidD/mzl8dEfiILbVh4WmAtusA8Jw
deOckRpI0548YfQJ8jgJlbyWK54S+BALo5BQj5WUm6aSnsKlJZMZ7j8RggZuHOiyFbYWSszbj6BA
zhz0BNVTUnEHZWt2pC4gP/LE0iad/2XrgNLCI/g8991x0yk5VxODRxnp0VlAzUGTJfMvQ5N+/SoB
KYm8ism4jT3mMYTBbrXHtQ5MGdeTBvk3bYP8SdoEjDg840QkVzuoSdhDi+TB/qbLITn6dpeWoUGY
PbXZBXqfMV6nMZmsO/DJiu5h2satPHPVisFfV55JjEVSsP13scxW1oiRsw4itBlM08Hakq//KUBb
5Hmb0zj4wzbxmTVVWOiI8ZdlO31INOZckNY5FBppgW9oqWCmGdehShK53U0Z4cTeYifFtlv1OXII
/9JIKUWA9ML0DvmPcoAskMPEpRtPsAIAA5tTybp7Dz6s+wSB1e8/JxxY9F+bhRTEJNPdqhEwIhJa
WMwKHFo5cFsGnx1Bk1aL7LhnrO+xO6mQBKhT9ywB2nC2+GXK7orzBAvcpe9dvv9K5YJsazIFoc0L
yIK4ugeR5tymB7Frv/9hmWTbR4dsbkTwbJF1fzYgAjPaQQiR6jQIvfmhnnK6+3u5g8CGaZvB87oB
HrDnXS4leRl2gtEUeqeAqs2ph4w53fERqiBaSNyrFZKyf8D7DT/i7evEchAhjqh1BUx2n1GsZu6E
u5QjWaCZKfaTSHBO4Ju23fAHL3Nb3Kch10i3W8mKShzY7fD2G09UvWSTgB8wlP+kSvXHgvlnC+C5
FIWXzxDIC+R5KOTevTRswnW9p3Z8wmHC2ivILUt/GKHn5nFNuyXcJ0O6xBsEjoVThsQs1Cb1EN60
eNwwmyxe/FVla+CfJq3HKyoxVmBk9CF5szizUSkZlm4+attn3QGyJHLMWIrO6KYAoPNB5c6G31B8
5X892XY0ZM4gUAFrrwKtAyCpsXOA2iDnho0QXGWu7F7EoMvEVhtagxmCHtJ8vAfU2P1SENnMj6gT
Bx4IYpT7e+W00KdI8P4ehxIkcEXmbR9QJqJyTt9WF1ZyLLN0myCb3fbH6Ny6u2qBTXev2xb461MC
1Qs9gWJGVnVLIo0YSDZ/63M/b3WDQhF1QVglvEmpiqiux8uT3BQu3148QlWKn+nK0u0j7QW0+XHG
Qg5wdIlvW54tI4ZjJAm+L1npzmGFYo1Ixq8lYkBPQAR3U+emo6ESeYpXCUAGosAGzYFglzmjdYl7
DFUqaMYGs78rHi49HoD8tTFofMfmknQor2m7p6kQnj1OmHYxtKgwb2ALW3tjjOb7lcF1fZ3czj5p
iT6uIwQb6S/UKi0/JH6zUw0hfLwDys2gBuXp+DJCI8D/MmDzf5oGb8sFJSFrf8hpAWSQpxgFrxzs
e3EDUcLyXOgCyVXW9qKpZpouD6tJWnPbGuUwbRA7fxRDSbaHdCuH3+Dytr+24Yi8KodGQeU9FwVY
PWkOWAb6tF7LZhE1PI8KAQMF5RfAjPjLGZMwqCb8slCrtSeoUugEkuSkXc4ohtvag9crYIj0+0V2
eQk2JA7jb7WGHTYn0Om4K5YBhlFR5ObbD+q+OhCFf90KV8WPvaD+d0ygSX9uO+Ob23E0yXibxmRB
sTcY8vEI4eQ+HMp+shhMVqJ6NNki57DuNUCUEyxXbfLCoO9ApP9uxj+g5L51xt9wPRy7m5uB6KNA
HJQdCpbHBkyMbEm96m8XMY2kdJXIBDG4UGnaPALAhYMKPixvpn9ZUDI7KkhZMGyl5YwO1Z5Gm52T
YUzyX6lrnH/DW8XXKrMRANfqU9M9loCxxwq/OMu/pnIwf3TmfIZnaJ/Vie/rwG6hIcNVrSd4V1hp
PK/3JMsvECi1UzUrAAthcsPzwnIPcHOEVEE/ydwV8gVAFXsBBGskOiaxU6Rzu6B/NCTPMGFCJZ4x
nA8wvM8Tzv5k7pIXibPruWg2yWvOFyqObFMGslPuk0LfrjBUdz9NMfQ4LqVK6GXFAsYvyGGV6Ymj
yjg9QeGl54NMV0hUbBTwsFDpofHhXZvGHx7/dhsRuuIKnEu86EWcjnoZkTZBpPT5K2IQin47d7nd
ycHAPPckg0vLYwFVEp4rVI7DJhfLCHh2zUsIVyq6OO4eVTSq+d2hGYXeARBaGlGzoRFFBRBp90fi
Gaf3QmI0frRmHa/WaVKAhB49zqW5LaebIOL6Cvc0en8Smk8KpnIL1sGB4jzbOMsrtzjpL0ucp7UC
bMo0CA6cQ7dDnPb89ju5wvxwuJUgau9hbYCQfABQ+YvusyuOazkU+DGWdRmRU6fxKZi25ZXNTf8D
7gT+mpas/Jl7PMl1yNY0+Re3Ae0EgfbNVx7I+FukC3enDQwWYqmbYZPHbgd0XKMEbGCfOc4+pKHM
JcIuXsTK6H5crJr8G1rtkVfeIe2j+dtjzOA/94EuqADNu9sEo87LhKoNaFDMiN9X19AIjmGeeZUm
RTsBOOZxwlM/d71XT4Xvu/RxyaBDveuakKBDAIoW3Jx9fBgSjFVQZ7fGPPigwKlA+QmHkVVdd6Q8
Ud+pymFHj0uaSfLaQzd3dVlg8qm3o6pXbAnVgGUa9lPKysvYQ9+59In/ReBxL6sO8SePQ4YQgCeK
UxFdhW1w79hMJAQAvsDU5QDi9PfGdmN37N0aUfremlbVqSg2HGJ9XjYVNI85ziih9ncWM1dDtoz6
Ycjl86dumlL5bJd2RDYGd6q9jqpDUwpY/mGr9kgAL8WF0JeNBQ3tdQ6B31lh+odVkzdxh/YFWOUP
bCSlO/oxXx7gfqH3cmj8tcS8AKEF8j7ICxQtW3HAsjVNb3uXQ17JV2a7Vz00aX/UcoNiB+rZrf3J
ehUDtFvDQvUd5HotoODFh+YfyIM2vGPtYXmGtvk0FidM+3tS45yxv5LeCtRUly4sK5JORYsbqcO9
jMM5JyWD7BFc1nBeoH1aHHBm60A4JjOeWpTKhzDUs06y9YLCwvyj79sSP4HOITYcxQA9Ua13WubH
iOOtQ3fiFsjjititFHE568KeNstMd/EjWr5+bWjZXd9AUgUP7BPfoDWVorzcZZUCxgWpW1DgsnHp
s+biyn0HHS5M0D9xgyDfVK9QsJ77bxwEcRatFIBXJRItb7EHoP3aQgmcffoVUsELL9r+3wqtNW6S
bMu2a9YrBWSBQjh0p2bPyC1h64R5uDHYOj/x8hfxqNBmKI5Iuv8fZ+e1GzeTbeEnIlBkMd52zsrJ
N4Qsycw5Fp/+fO0r/33cFjDAADMwBupussLea69AD2ummdGvMj/O7WfTy2v8CCgEBnue20hX2U0D
iFHsl9kanQydnjeARp08iKQez96IJjZ1UMufyAnACFyj7RP880MP4/UmCMFY9ESYS6s0R+MJ/W6r
m+sBSYrxWtdxNGAdANV271dGlj1OWgxHCjMfe9gzYIM/ngirTj7TtnOR7TZcua9GUwLyY+VWmS92
Ch8BiFSa/VIlKWXADOIrVWrUOta0Ain3212VtOqziTKcoWacAexvB3YxBIHYD8ItpJRUe2S6DxlS
AbQNd45basXGTKxYrozA4Rvq5gDEBRdtiOcK0taWB9YMP1E7scdywFdG0SVX+1ORhI45Z1U28gan
N8UPMOCglN08SO3kXXf5TfOg6MT4TIM+LJs2F0PADMOZtIU5RGU1LsKupmzWOj94ynA0Qr+v144M
FuDYXjSXaVE6sOSxuGgfAHG6DIyzKFPUN4GlbhK9zl6Upqf3Ar7AFjs9ay2HItvXPSKGWYEPzj6v
hbGKosmz5/hW9PessvGYO0K79cFh+60f+zGhyTFmKrM89DzCiCCGLmOISJTzhROMC/53elJxX740
CONQWyR67sCzELhH+omtNpw+/bT2IM08RRVZpElUyQ+aOBndTWxmrC7SXol2UXd0MkfOBTQi1GaH
EWf16BcNpRlzA1Yhjo5VokG6M1vP+soy066eHEP1xiEN04kxf4Xj8BcKUJDl3sqnT3CJUW5q2/X4
CY1FN7Mw7aL44AwQ4sZnTAbPMDccmC6e2aGPtmw5pB95WzjmGaqQtb1kzOYqm7x5gHNDDDjkULlm
eoCPLHnj25hHVz03Y+8l8AhzPYfoBDaRGEvT0NBiyTSDGmgI17emWS08X7xJyRwqoNLpXBfcitOO
CPgghfYyx+pO5PMmED7wLy8V/txcSeiNB6+ragvaIvAhadwmAcLb0aQ84im6h6wuCv+o1zL1l0M+
Bs+yy8N3BDkAjGZoDc6irpUFYOaZpts9M/8y833laeFnkIT200RTx8LSAyvmfhRQg/MJnI0g0WaW
Tv3kQEZ2vY07RNZXAjmZXr1pngw0E+UqaxxsaBCl9l9BWHqr0J6acqMiz4QhlYfJsau67lQVbZcR
c6Tc+j6fukSDbRAFoTfzw7IOl72XJx8a09PmlIeB2yxN01Nr29EGfJ6LlHyp+EzvplDJgpXyowjW
vtDyuT3a7icEH/O+8svoEBYOoyc3NGgp+LJM+aepVau6M+B6IE8Q5SMDM8o9LXAE8Ceu0vEsSHvp
b7qizPyT1CZxltm1uYTJKwpNO5p4AuZvxdBEN3meO2rWKdt6tEgxkjRHwo0PmFyN9nFoQIW/gsRB
YDPlGMLVZ/4MkxGGdzsTKDFbGbE1MQfQxumowWGghCHzadM0ln+bTnDaHjI6pVvT7AeGtwiaFr7V
jNPBiKPEWbnMF39w97X63MjHUEUzCKbTi2gt7xxpU0N5dZXswVi76CwqRQjfUWe/NV6Vs7H8+ssO
BH5qngdcrvVD+BIOTf7IsISJkeUbm47x2kcVWdPDOFr2wcib6aeK4nSFK2h8cIRjv9sEaJ5hX5hd
UR1/4A9V5vPUsNSuD6zxoMGIauZdzbHFUK1+zWCS0xOUnXPKkOQd/MJ2Zjq3MpKwBGzSMdryzYts
jTlGOj3DHhtvJsY+21RzEG1lPsHYGOlZe20sopOe9rQkk69xoONTYRLNMhkO1N6gW1W6gRI61Nof
EHq0myGMGG1Cgduj6Ku8JUqi/BNOipgjVQAmbQbt0Q2H+r5Q5fiOHSE6GFQCt6Mz4poE7bmVY/Ug
+oq5inDqbg3rN9i5fV1vC82A1qolVAfY5IqlbvUfNITIIJowPkDHQX5jjPohIN75DcZmiXnW6NGY
jBlsCN9vi+0UWGJjDLk6Op0Vv1t9VrwUAWxGjTfyEfZR8StPbVQEY6s9jtA17r3QHw5JP3Zbk+n7
QcqYjColtS0oC5XNwDabJcQkHF078Q5Bf6ZSNb6eQuHS0deRmEvdU9YLx2oIk/P0PGAKIdSSYRWX
OUxYTs5ohOzgxQyFEFlbDKg7u7zHWmXs4d64Gu5E+HDeGQbMMmvQSBFto+E16zOwLlCF0Fuovg43
TTi29CNYzs/rmGq7l2a0KJ3MSOadgO03G41GUPsALXIJesyl27LuIF85VXBsNKJZ7Nov0rlI9Pcm
cbQtASv+zndH523UTHIuMtc6Aj63P1WsdUzLRfw86A5wdzcYB5BtskD7qdujQMgXvof9UIBN267s
tGihxcH4zDwqP8SuGGctBdVZ9qWvJV0D9p/jCmXKuwOxcdNOXr+hi5DvblW2+2ayijvQGmAv2UCz
xON5rpUOAWZ+L8xNKyNtDSkxgRMuvNWI+u2cvjR9TDoSnxgV7ovd5vXPoDf0O2aSKE0HJkSllvZr
4rVae16xjKB91t2C4tRo5ip3pmfWL2yBqnCffAYLycLoRfBL4Uq/BIGlWWBYeNLZc0zNOl+0s9gT
+bFRiaXPLWnqyM2tamQmKrKdgh9OBxOPxpFyROxKJk3cOaPGsI3zaIELPT5dAJzWc6hqMrOqLohm
ObATGuUBoMOY8LwxOtgXtLPqodW60iXBTqUvrm0Cf4F9LD2ngaTkUJfdQsahnaZD07aq9LJNIRm+
uCTL/ORGYvKfBXayQOzUfdjE8b5CjG9Am3FStlwzOZYBhoReo+ziLsOUZBGGZfba5AOSUk/hGTEL
W9M9qRRBKlKmFCqH0SanMpFwZ2D0rFMrjndd5lM4+UTRM3zBSSsqTWwA+6Fea4De2TJjqvQ49hJb
UIW8CBa8ljLaGVzc/Ur5Qi/wI8fyDsFn23E5djY6fMPScyZCtjTm+gCrdROrGnZk2BmM/pDLLgYu
z4VNMwdvo8vWZqysdwM21KmBxL8w3Jy5Nq/V5hYZ6nQRAgrPEQvjWFG247OA3YN3GbnWHaohs91a
YoTFWzW0RqGWR6uBMTSCYoBeZ4cQTd4Vg13fBdOkNpWe4Vso67CDTlLpv5J4yvAN8ARE6kyD8OWZ
FP+wYSrvqwLSCmbqrLma6zJq94bZJccgs1pnz1QN65+0AbjewA1W0EogdcQzhG25Pxuoszey79xj
Fdb+EhSOOX5dYsVL3tlPBEVM8KDgtEvRVO2Tj/hNf0FD7t2NumJCHlRRl8YzaizEV6gAupWTtfo2
q+FIoLXrVqoPENuEVeZ38x7DpV2VBvhSF16RjzsdUbiiXtJzvKRHvQZaKadbAoTpCzBr6heOnU4v
lKX+PAtxZ1wn7qj9CAq7+aKosDbKNovVZKViiW6heDQmV3+cZK9/lQWyAatzfe6liVnLINPgR1j3
RgivwjAPtArtUpcx/E4aaYvcLyRTIB8DzpAeLeKOUfcAANRqP1oPFRTInpM8VUNmbrM20t4TMn3y
jUJ6ukfVU+wZW0fbQVT10Qq0HHadV1SHROtZG+QinULFb/OssTmwo8ACMLAMEY80gzcDdhh/mXbU
LOlCLL6TwOOSDLgIqa/FQATa5AOWRj4BIqZxQkORr+lxSoQglVq1hkcopxb0ZbjERat46IvKH2Zx
2rGjYlmcVJQXP/NIy281z9Y2llNNjxW0G4R3oADTvPW6MkZkEAMR2ba3MrokvZumQa70YbJuLWh0
XzbCEJTjkzizYJNk0+KXsuwA/G/xgosOia+G5zMX4UQvVTw5jtm/piHVB0KW6bPWG1i6bV908Gun
PN2BXai5xMRlp0G8vjuru9AbaCyK+Tms4Tg2GSqG1pg+QiHlvQPHdetLN7uNjan7KWs5SFjzdlJw
2oPxQrEE3pJDnoC+EqTbzBypcxCaTuevzNHvT1CosF3DJYq4bLOJQRGZSttQUgK3eHJ7xIpLbhp1
E7SEwS6bMtcfbME1kSAs/Dl2JpyO0WMCeBKIYOL3yNcB+HUFPderCu0XKanZ0qy7dPqKtFRfNa3Z
uTdur0PoaLW0O9QBhPcdGVbiuWn8qV2GlqjgXrWlE2/DgOF+ARoXtAnpFTHkhygOU040mHLZw5jn
nr5sVFgcoWhqT0YJ+rfycnK8V/RpWke8rsJMFRWH9VmGvl2sVYVEYRa63N8z4pQy8Zzotq2v6z4D
wlIpLwEng76f6IPSPEcOO3aav2tUP9IIllwDMYIcS/fVHCPwoTpAb1I5+E6NjmWG0VxvIbYICUVF
nuEo1D6ajCfuxrOSq25ba6s5qjJ+ZExC523q6/09l6DTPg6DSzc+FcZg3jnE4Y6zpNLYublw5d5R
v3m92HvdwLlx00PmaykuTBTScXOymioeW4LJ9WmFRQJc3LGOTHehlVWvFStpEZsM+9eIQYgdUZb8
X4NCdWKhQkcMb7Ciz3OaKIg1mvmycPGTwJ3jQMp0L59zgHzvkaFYUnAypol6KUOgr+hY2o1kmJxX
xB+JDHc1tW4mRc/MPCyxjthUGMO8noYKUpoHG7q/H4ni1lA5wDrIfGGWBJJbZlMfmV+4LjT/zKoD
CDwOtKeZFeT1tC87T+b3Uw3l6UbYAtbtHJ3XVN9KF+dL6KWW5T2KXBCWPPZmNx4qrVTvFnaLZ0v2
IulWRciAyZvVPjwiCmrHsvtZBz8DgMPWh4XRaCBD2dToDx5y5aM9uhDjz4iAnNvYNDy1nu2+qGyy
10xpsOunebirRwkPfozxqlLJTVefIQ/HMn9WTB1/BEgHdl1lmktlOkAOJXQWZpxKf6PO07g7sAuJ
0Lzd6hmIWmFB87LcGh7A0NrZ0soS6mcj9jv4G156VGHpPnJFeGsQLm6pKOEiNshkjeBovwYq4fSo
LMqes5WmPndwQdiZxjj+Yqasz+O6g5/Q+LnB3NFOb/PeDW8nDJD3fVIQOpNCLG6aOLVmMZkD5gI+
iEG+sqaOQGkJ3Miz0GsWDXHzVvuARrOwtMJ32ZTocHNCXaexVYsgs8vnsRIQr81+fIGaUD/ZhgaI
nlq5/sOrJICiHCBCUPh0j9hXYjtN+0YW3xiMrI1iGE4GyaivhUTSNaehxKA1cdU+qjoyBtNy+JHg
E1PPQ3aFZLjJR02IyA+TU8P90rPsuWXHLazQTkuYLZ1zhzxQ/9CiEWguHs3HyYiyYyKcmOzdcuxe
MgXhFpVEsbbosg8ufeumqWCpzhTiitdSGvF9Naga2jV988rkOKCrQ5k7S6wwfBRaEfzIif2iam86
E5flMVykntQfStH0Gkhmn67qQEP5kMvqJokSDhuFrPzNHGNED0CYwUPlNtVutKdp0eej/WloAoAE
QrJLeC46qKlq5G5gonFsdMN4lWY63uYO1FCBXgMbcAv4F2mED1sAYvxdUKMMRIgWLzu7jvG7MIJb
j694apyp+YXoDambxICgVigJ0fu5DJDbINjbpQs6LUNtfAVqqE9tWuSbkNZwgdFA/NzCVH8Ket1e
YOmnVnYQZCh7oThijA7CWi9TzTjbTBd9c4owHrFPEMFJU5pp+qSV98bQGj/iQRDYXYXwNRZolmux
ImFzIn581B+zhEHMwDoZV8KRZf/G6MrWNwZMkHKFqr99LVz1iuIJsp1E71XNyIQEsrbO7vJJXtj9
UtAaxifRllZwDM8tytyPq2rREF88zXu/BAnKw6xc5RJq77qb6mE9cYpT36adfp5Oe94P2w20cKV5
A2z5AnTtPHAzi2mjix40XWE7cSoxRtuYeeiuCgFHbOdrLZpT+C33+J+gnVCypADwnKifsEPO5cpr
aPL6SKuZSwB10WC0HUd0R10FCKbNsjZLNvVwJrCdfQ9WdZbaAGCemXRzzrVu0aM/25TN0P+MFET/
0WohqDAKkTqL2jPRJuBpgJs8QH6lFRVEPxkPP6ES4BdkgAdRUEDzoBk3YxBMajPYvfgSoiD0wxqv
iTrWZ4wuoJ1l1ERaX2M5iUPLtKnKHhonrdKO7wUBr1dndrtAO5qPern0HT/d2vA4d3jWDHsZIkgc
Q2hujRi5DwwaBFZYWYRiCQEDcqmPMdoHTKyhQfzXVk89rpWfKdfRz1BG3jIzZHZTAym+1LS/y1EN
at7pdb7OhYOMLolLLV+oNNAeYssrv1RmZMug9Rj99FpdzA2nlnNncuE2wlGsTSSIfsWcR8s/Mwwp
nibfYQxptXZFWTLBOPUtOLxJqNfL0O1h2fiGBtHEfm0IRGQK5uqnSk8SeMCxtW6A/VfcR/5t4yj1
5BVmvvSNOH5icOs+dhmSHmb2UZat+obnx2Q+nMDem+K+xNSKnY5c5mugeVlpjQl1Conkx2QlE9Qg
tyjnDkw1OkN9XEBh7DPYmHUQz/u413aCid+iHgQlMENwnWBno8D/LkCg4xqQHdfYiRXGdvAzVAfG
KLVo3vIP5wEpuvdF78Ah2vag4RtcHNM7GYEeYaoUz+kEEAR4JZyvUQuobjvcg967yYC24jGzj3JH
YhhoYAoyMYK44XJWL5Gy6nutQjuP0IvmLddL9DyejMc1DoGevqItmgLSWXMrZGXX+hFg9jyWZ8Jx
sLj3njENaOtV2TVhu/EKO3sVgzuda83JPJ/mtVHcwTRwDyDWbfwclC02ja2MGYcRf8B8o3TezKKZ
Ms4dFEzzKCrKzWQjF6YNRUo+WJLDeSq68T6GReoswkwY00JOom42Vg4fDTqU7trwLkRrLqismsdU
dTGZW2f3lHVbTZiUYR/mBGtb5D2J9KmdZk9aJft43kRBfWYYYc34kQ4+vnuUPTUcWAcLIv+hVwyi
xFypMqIxkHlGD628MTOxxAFy/eijuMp+tZkDRyGwsYXaqvNf31WuEtoG+ELLFvDTR5BR163RpLS4
cdQHbGl14wfaa4fUgtzJrfLey0VohnMTHKLfpeYwOGsSTbxszuwkYqTJNWvPw1Z3IOxHg1NvME/I
77EX8u7rUu8f26EcjWXtKKhDFLljdtTarBv2AJHxXU4E4MvU2yqdM0IaopW0s8FfpQzbNkVplvso
TxCZgKUFzMYwktmNbM15mFTuc9TW6GdMusCPyPCVv5MFJftbjL2Rjc7DsHAKCZR6V5Baq7lVD807
1HUM4fqOvm3PsM531iJKLMIuId4eg0SP3kekVQ9SU+ZLS0PBuB/yDpRwK4zMXYdFhMKcuMNECaO4
2n1IRTBUD7FfkH9+xnAzDqPS9fY+TglLEi3R6rmITMYljnFoEyDLtPfFKPSV0U7ipLBYODZtYcFr
gbPRrpGCMR1JwS+foGPEXANJ4FOXhMOv0sJ6HszDiuZZZ3Xb2NetbjYMOJQhlY8+Oxu8czb17vDe
mVb8gD5+uPGA/ZNFZYG+8WPNcqGMgoxaXSb5jJlp+dxhq7bundDeZz5GGKkrrV9diQiQ3IZh4JjW
RLHK+Hsnr3UdY51ObXPSoSmPy9GG8xN7RhMvQ58WbW4aMYpcDwJ77mVy5ULitXZwa/j/choVYlES
n1gy4GfqPnOZOkI3AqBeyza3Fl0FIx13HYpXtrbEy6TMOKK8akRl0OqF+zOcUP7M0IWP6xqzsoNl
Tmo7JpAdmBUEoJe07jNsiPv3yikHPAKS1hu2nafIOqR9W1l1nN9A5MJBCH4OkWXxmB+qOh1OaZZU
O9v3w1NexD5MoFY+OZmmJ7uYqdK670qhndy28tYy9nBi0qxHXRRqa/qmdfRxTfZ2CZUJHjhq2Djx
2Ni3eeV7zRGfPwoZDBpixygWlRoxxWIa5BDYwUy6r0r/FonTdFQNG5Npa7FqGI/jcQbjAg+ZbIfg
1qS/y6HGh9jjHCPG6+Wce0X/gQc4tbEfhdmXD8kaTsRY/whMoqW9sxXPPK9S540+QF8yBsJ3GsbJ
DWiSgvqj+yKY61rb6ctAxkCaUobJYYADuS4MfPBEZTWvI9J8sY25TKklu3LRlbq1MYeuLuHFp627
KJxEw0YmtZfoTl5SCxmtrVcvmVHqJx3LKkxXpmGde5P12EWi+chGt76tbQxq2BvFgzlN8iEM8TTj
2hRAdUTRONGsAizFNSGJ+Z4pxMxl2Lm1BfM3+8CMQe1lMw5LS6fVmbGZdE5VJQ3wNeHjdaawFzlB
Q+ydOexXd5f11cgUA1NHSj93rB89Y8xWlENADWUyND+JrRMHZZ8ddNpBPVh6kdrzpuRG6522XzfJ
VG6b0fQeJi23b7DrsB5o6LVDXbbmXkdvAZDOi853ogXerQCCkjVeD47AWjFJGfo6NNxj7jjRwUzT
8r2qsdI2YezQcgYjUySMlNYoBrn5VY3kVkpEsFPUDpswaP29m/vDwuXQ+7BIKXl0bdI6AyDudSz9
lqk/6u55mPXcyINCNxrH3saIYeiI0k+RqoRx8dZYFdoCRqWwBGE8rxkysPt84ZSKkavog41bJNWj
UxvJk0BCPkNup+HUVyI2bFDJLxBcauWsb/poWzTomadcNPeYOVoHV6+wcAwGo5p3g8ZJSd68QV/b
ivwUu7KFGmcBmfkTZPcw7nEDIrIR9qvpt/sxxoYwL6W3SzGNeapB2ZneBjK8CUpbP4ydM7w2lfhU
k4xedVsP7502TG5sO6wWgUHvJ5Iu3bgGsnA51M3KdQsbd2PXLzclA5E1IzTqVpzizucWc00omsEP
P8SubNnSV+OrGSP/gP+HnOi8KWXSvwldWS9D02krbTTjI/ACcm69S5eOhCAaFG5/NvYOxScXr/Nh
a8gdFCv1BlBDR4hidcMp1GoikTTyJrqpjZfYWegodApAjWqDaXhClYmPNgTJbWpglKVWHgkBMVYQ
Eb7oP+O4MMpDzGUVopkarKo52QNCgHSGtVk2GLNacyz/JMKkAD9IW8/p7qGCRmY8x7QlY0hA28Nx
yHb23AxGKp5m7C54S9ktXdTE2JksmBZ5H93z1JyYESUpJ4FBV3DD/YoGe1bYKUzQ4wRKFGurCSOU
gOqXDPKVO8HJu9cgwhVf/zaRvZIyYP2/lAFbIhGScgdMBYexLjCIDwbXePr3n7+SNs0s+7/OzjVM
W7tPKnMXjpy+kWFvveYkc6xgund2TLtg0YWgEPqdFotfutftLeIyUxl+hq33TVDJld9oXuSU0NLp
Tprm+s4bYqxA0YCvmrT9LoLwmluzeWFeLbUgQTmF1DvOvSe6nyNcyUUWqx3mA/d+Ne0zu/ugNbxL
1bgIRjefw42YvjGvvuY6f/73P8yHkySzI6xKjZ2mJXKuhe1OR0sxc8d7/vPvd3jFHts8//sfH4Fr
SOYMqjR2LPK30m7vbdEvIa7M/v3nr72dC2Nhp8QzETRu3BWZK28gMFRbjEm6bzIJrgS1mBfrGw4S
KlcoJLsEvODGNO/ayTnQL6+GDJuQUX0B16QLwqmH9b9/zpWnJS8WvCvxMWv1pt/5TVItYa9YS8qL
HwLW2zdmzFdeubxYzsjJ9CSIQn0HafyzgSOFI7LCCKRP3r/N57jyUn4H2f3xzrXqt+9ybezMzv4R
2c26KNL/zZdfXqxY5cedAcvVwFUPzk0cocrh1cyK7zLgr72Ai+VqDyKLDQPlUZH5Pzvff8B5d+Nw
Nn+zXq/YbsvzI/vz0ehZWyRJbe3O+UVmw7g1MT9Vlz1PkXjFZbH/5nOuvQL5388JNJ+hQp0Yu6Dp
bsDFXqiJv7EsP6+Uv3h5S+O/f7rWC0hhsVPuciXcblGMnUH6ieE85Z3Tr2zpGqBM3vSrGfP+5n/b
Fhe73MRg2TKLutzZevKrt0J0DcJaCyP65hy89lYu9vlYdTUT7ogYKWx1/B4yLlQg/D0Yei+xBl/+
+1dcS80xLnb3mccWN3pe7gh03LtZu7DjZq5HkGBADtw2RjoWr0ufqjKPtl2arND5oP5v9Pd/f4Er
i9u42PtSIoc3GHrv4FvhQK4Dk4B5aLBQvjlcrpyXxsVlhnLJjS1xdqERyQ1W2NuoDI7YNS2HogDo
C8nFI7XCtG7//XuurETj4jDIqhKfnMgq+dMFhd4dj3IBFLMd8maTdPpDlZnfHDvXMiaMi3MB7odZ
e9Lpdm3c37rxA3TAuSz0rRyOpaetNbkCkGEY879t39+haX8cE5Vsp4p7vt/l1LskTr81TvtNlta1
RXBxMhgDisfYEPU+Yx6tme1utNxbZvZv/34n1/78xemAI4CHfj3o9llQODcD6sG0cfI7WDP//vtX
7q/fWX9/PBkv8RLkrhGJ1HLclWW4he1Ci+DBr/4mcPFaSWZcnAYocbI0sVS3txGCzv1CT5YRNfXS
Yzjq42dqZe7Kdpm3N64/J1p+uE897cUOy+W/f6J+5TfqF+cEdBPod0bY7/HQtQ9MQEBF6AZ1fzu6
rb8aaK5WOAkUC4Vp4wwuNOSSGJ1/0g4HRDJ3gY3vFrrKO2ShL998p/OP/8upr1+cHcjzSoOIpH7f
IitfjnL46KXBirfH0xTf6TrQFvExs0gvsUdw4v/1UVycKEUMyROBFJnQxUeM39FjVY0dhZGzgbm1
Hiv1KIbtWBnPeNanCxhD1APptkjagBACPzmDmJ8N/ew3BeG1I/z3K/tj+Y2YLPeap3d7SK/6Ksmt
4I74oSXz12bu5xW+AICU22HqkSL10WsXPJTNtmzsRxwjtW+2wJUt9jvU6o/vgK94M2p6gTmfAsCD
ON7soN/oK9dBrfrv133tIy7KFCJZSrsbfUj8U2bt0roJFw1TF/w4a+ubR3ntIy7OIa8WzMxsbdhb
vfC4kVS/Maw83uuN/12te+3U/r3D/3hSGZEUULMg75dO8QO1V770XIWVoRRgcG70E1oYqNXSnYi5
rL65A69t3otaRVYWeL/Jo0NFVywah2GzHnX1nlgTCFqi7f+3muX3b/7jtznsC+hX1sAqwHErhQf3
nETZl6Nh9CiwLV5J1dXfLIcr97q4OJB0zyxNz+Y52uk66+u5jVWf41KviPsI8bHTrAkz+vfKu7bD
xMVB0wxOZCJcVPvQ2XZ6g2JuehBNcmKq9VmdB0WJUS+1zti3lfMSymYTpRRtdRR8s7t+V2N/OenE
xZGD/58YK7DZfZ/Vn5MdI/5kGKWvy7jbI9/ZtJi4WtWm8bUvv/519kQRFckAAZzxJGsf03R8E5l+
D6C4hZR9DOp4AdbczjLF9JHYrfmZn6mxoQAKCXSHin9Shf1NGue1JS/Oy/KPZeF5VMZYTQ77yUCf
DJ0/1+x9IASEYg8im/MqyuImNiJctjrz65t3dr7c//bIznv8jw9NtV5rKhxr9rEW/qK6COdpMd30
Q7VSE6jctpfI+iBhSFeeAwbMBc7s3yW1XbstxcVZ1RtmWDOo1PEiuBPjR05ClDTvmY8SDVCsIFMR
y14IBTsJEybx7Chr1RTHLvHvMrn95gGcN/ffHsDFYRZjrFaZcCT3gOcHF8ZH+xh58oWsk00gGmxw
/YXvGu9xh8Kcme53L/vavjy/jz+eOybJZevCXtsj3Kn2Xpbg0OZDd7QDnE8jnPvRyr9F4JbzxLFJ
GVfJ7YgXdxozl5xcfy/seqlPBAv4Th7smG7+wNs0O4Zh802FfuUwFBeHYaPEkOTYKuBti/NEix3O
DO+mrRdg3VB/0xyeD4a/PfuLci3Xg9jG2oWYrgID2DITc+Sia2+Qz0YwQCaJdn5r333zov++0qV3
cRKCQ+J4gf/0vgikuRi87EZhnz9p2l6O8OyxkdZfzkOaWxfV/u7svOuSItuWpCR98w3Oy/r//1zp
XZyPlB04og1s8GKAmoVYllmU/mxmqPpTA/FW/+5o9bum5CwMCSprEcgF87IA2uNQ+vd3+Puyk97F
CQn1HNBaGMOeZIMF2p/nYiqWhSM2lU9Sk9D3PIGd5Vu//v1xf19ECE7/u8qRiphpIaZ2X+g1PrmY
66rMvceW/nls3v79EX8vRnB7+u9HhL7noTSymj2epF9ySHZMG570yvim1tHPT+ZvL+3ijPLgOSC5
cPS9kZ8yPdnQD89rGyGv3i8gzs6DzFjir5T4w7oG3Vf+z8aVswHOs63wIG1fuu86y2u/9OKkIjcG
iyFYeHviBOZd0fxUQny24Tf7/UrvJL2LE0kSJyphHw97L0zXnbmaCmfPf2GJONPyaWeMK8W/QLrq
ii3WDv9+e9e2xMUp02aY57SM3PeaqYqTUeb9Jmnxl/j3X7/27i7Ol7KwUge7nH4fEYuXu/G94Rvb
vqs2pQ1xLfzmN1zZU+7FwdIhfMAwHVxomkhCt6f6CDUV+kBWabsAm9lNZcImgE2azyfN/ean6X+/
t6R7cZjoCeYolcfrcvH7gssyAWMUX31mHk1tunerbFVCPpsZdW7T4/gPdWR9c45dWYfuxRmizvky
SW1S/lv9vRZr7yqTxOKls3+/tKu/7OLQEG2NOK6w9H3SMafEQ+sUuFG9CIfzJKl09nhwPonWvRmF
Bb3T7+Pd/5F2Zs1xI1ma/Stt+Y4axw6MddYDgEAs3ClKovQCIykKgGNx7Nuvn4PsmumUsiw1Y5NW
ZZZKSREMBBb3e+93zmawl/3Fu+9X07+53r2f7ifdMu/ddzVeQfbS7xLDAg6/y3+KofguMHNEhu7e
O8OchzkIkcAA4kMHkCHhlTGxWzhM/5JJ/4+35X+m7+r+v96z/+d/8us3xVQhmdDhp1/+8/iubl+q
9/4/97/1f/7Uj3/nn0+q4n8//5Ef/gav+6/3jV6Glx9+caiZxFkfxvdufXzvx3L449X5Cfc/+X/7
m//x/serPK3N+++/EQqsh/3V0lzVv/3rt87ffv+N+dU/fRn76//rN/fP+Ptvl5fm5a9//v2lH/ir
tvkP3wO8xNcyv//xXwzjH75pGcLShW47e3kPEcmQ/f6bZf/DNsipuB5xISFcj0unV+P+W4b4h2UY
rukLwwO57DjWb//74/7whfz3F/Qf9Vjdq7we+t9/M/8oV/73yeLy+r7n+gYTv8L3hPPHw+NPq7l6
7acR1m997xObufI0GDuySCim5wKdy6JvuDGQd4zD/BGy8S0apWQ9dl+sXEWl7ZzzWV2P4sUhMCrc
8Z2JZfqkGdlG50KOJo65um8Xs/7aQxVH9urjoZ1XwJQGPeRwW/ZpMpj3hIXshIlxBgMStPGBS/IS
RCqstI2hzBkcSmBZAp8bkKmw38oc+EdG3DpM0rx83pCKRrU0vjG1hWHC6xD/pnd9OlwRAn2jdCTi
atVK2EFuekibD4aAUTQyAQ5hE5O4PxufPbW+WUZlnfzCzW7JOpeHXk3l517W1Y3Z63iJwWgU9/Ke
Re9pwB2zVdepxYBjIc4+efYifdSICR/dGZFl3QGtEpQMD8jAnlucyyzGFi+o3nwo4O7MaD7DKufV
8kPfjMmxhJsPUdV6G4uazHbGNSv6mVkpDCu4e0F2wKbdK8y7D8SVFMAImiyzE6lWCx3jTfoAjhij
Yc4yYOwctN5CqKbtlX4Cn8WtFHLI90brujtoepQTNdN6xnfyUqENCxGAWwerF3pYpZs80jr9Jkm3
BD1jnIcBkD3mry09EsPdbUTsw3ElaXgQ1ds0LkgQUwDZLcxecidtCbe5Jblh2XPUeCw1yDvkNxVI
C4rxVh35OoOmydS3T0PZybvR693jtlhLRL4qu4av4+EzKZ5xCfeRq5Wv4EB4/MhSxcOUsOYkOxtv
yVQ+OxZhGjDl1a1i5vxqbNqvQAooS661jGDZrtcwrt0D+NtXyN96OK7ul7pMkScQFQrtFjSINOsl
dAfoRUZpf+DLy0NY1OllsJiiZAhzObm++7DaPSHqhuR+aykREktSH5KCycul8D/apihii+Yac9zM
uKdjbUXePPcXeG3MaA1QP3sg8Fc1q+EvJsORh4GZhaitdX0IOwLikYAy98IMHjMh036Sj4V15bY1
yLey9AKzFgzJp6u6yL52z32VlByD3gk1ENpB30LhI+5kXSey8oJkQZKUGaIJcsamA1QtTaA0plSI
BUwHxjprG3gsRiGC29MNRpCZDePmGodiTqDg9gIFihvnehxP8wwXtNhQ85AdvmMsEsRX0WWRB6aP
1QCaAcZXZWT4GmMJGolRV7dgEbgOKZ+kymJLTeapTOCyQWstYGIULTkynVFenVmNUQz90XDLjqrb
0pGl9GyG2LFL0P3K0Nyprog5DoIMxlYeJjLLZG/IkXp5OSIRI4AriEsEC9SNw5AqE/Njt3uOGp3J
9gorA5skcpEyhcc6fawRpYQ54SAXAMBal+axEuYLSl8YjovzGasZFV2lu2Hu5t9xfPbA6eYxnEn7
UKxY7whQgkPQ0vwAr9S6zVwuZqtO5yglYRi2my/Bw/t6kOeOd1yV5kVTp9ob0DDmmajMGtkjRsZc
X6qDMSX6wfMNMpRJmV9qhYyic2fmhJmyOawVFp4RxeEO42MoN13TwKnyl1mz/aAoXHVJ+cQBILE1
9kRXn0ApAS0cty/s+upQWj4U32nLIm3pCr7ULo0Yy8QvBUv5NBmlE7fUSH6x0tmXaj8/PXxCZ4bD
A0z37J8WkFrdFGAEu/re9U10VwRbuBhE40Wg9j4mTjqQ4U7Of3qk/usZ9udn1o+LN55YtmPTfIXV
5vm2YMqOn+lPTyyGcIduc/rxflp5M61PvVslGKU1Xd39xVLqx9U3b+UI23M81yE0LCz+7ce3WjUX
xk7jmvddIb+2NSnNDap0nkSQJ0kgmce//2Q/7jX/+nY/HU2UE2kmF8+813L5TDz5WcuSCJXTpeGt
/5/fymMmW7cMF7Qey4gfPxmxnaIol9bnIN725g3JPGk9KO0XNaK/fFWQ+f/8Lj99VYleA7lweRc5
fl7Ab9cPIvtFAebffEW+ITgFhW8RpPy5HauUNWb7NP79AgpxtS4WCcbFehDW92X48vfH7N98Grpt
jmc5riscHIc/HjPHASJGYsW/H+ujoUL6vtn2i/bfj5vJ/QzQUfnty0SDz+P+/GmMpO2qXrbavaYH
9RaxEPj7j/BvXh/wCPBPnTfZL54fP4LkTOckm+RDh7mR5cXn2u0f//4t/nqU9D+/xc9HyV7gcmFa
oj0n9c8Q685Q779sBIz+/m1+/t65A1Bi2rW0hg6R8efeeGqyAgFZW95nzQ3y8Ym0OlBxWqPaL0bw
fv48vBH3Gt/VDRfTurNvAP58u1ltrdfhSeb3blnBjXvR8g+F9Ytb2k+Fc9fjTbAL4wt0wbwZ+s/d
tcnqwHKTD7+vJQjocQxWcS/9h7y8rsV0qdwx9GwgScmnvz+IP58OFjQE9hfc5TifLWYgfvxsWU3G
onAsec8sbvJeA+b7+9f/qSKzfy7H4g0s12SO0je9ny4ZaU5MfZkdNUMFesPfPpGSjn39QfoyGimN
jwwhs3r276mmR2Luf3GXM3/cCv/X+7OtcTm4RFCMn3txuSfXdWNa/J5EB1AR8MqkfQqdRz+RAkMQ
Xa1WoPrwO2HeN/4QTo4wvxojnAOY0s87UYqgI5lAo5X2Q1VX03kVzvuS2vl9Dg83dP3BPdYmEmB9
skkpaDzx0TXpbKJaWMLs/lkiOx3xjgKGbe/byZ036UMwWf2GWSixT8qw5188tv56yrL+5TwyDcPa
maY/lduI8Wswm938XgkwERdf3erFL2pt/+bM4S24XXgUDQzf/qn6VSq/M2cnZT/04DcsOaK/P3H+
+vI8rD080JblUNUVP52YfSUJvc/tiH2TIaUnlzTH/98b/PT8szyDhP/+BgvxUIKGwy8+APe8/cbw
57WR5XL/ZmSCf3STF9w/45/WKdIhJJFqrXvnwmYJCejDhnKL/DRQcDupBQ5+yer42djxlQNPg+Pc
Sx01UuYnnFYzcjQ9LdAuRUS9psMiJ+i3k5/HTZ69oQl17n2gHBfE2kkSO6DNhZB5OC5wX5lazq1z
p6bkmrJ8xyZ9Nm5FLpewH6s17LyZcfje9q7SVrpDMI498TxblPOh5qDcTmqonpCVNMd1Xpj0zsz0
+9Iu8KnrRs64eEFUdPbEZhnBd9zNI0rb2Sx2X8fHbengofRwn/ZEqYO3x1fbfCk2q4xNyLAsgjNG
0LzmS7P49hEDRxU2wucVjMW/xe9EQjft8lAtTgaCk5tvUMxD8tnMKjzq/toi1LKym75sKVGYk7qD
ItI+uoVAXFT33ldUeNgJwQRl14ha2o8W2OWbzKqci+uk3WFEYkQYd4bBZ2TWa8494+LZRIgdCLFH
u/Tcb0wCzOECtzhKm1kcFooP4eqhX8QIKM4ADcyzlppz3HnrW5UXMujr6YubKSsiDovjqDRwMK9Z
i+t1JB6fZo/CaJ5TEscBKRT8PQC7whnaz1XaA4UfUJ/svotlilVbcqTIW92IHobTAKALWdjUg3DH
9Upu3L9RpbXdtvlUx4PdkoesyE+m3dqe2rRpjlBuBnZ6FlmbtBtPaiqyg95gpczqAaA80VuKM4Nw
b9CflWdwfOzIIYg/oFHgDeAPydNWD5/0QXRhC3M5ZvyiDYh7w7bHfHTWKwkvtRyta4qF4rpzsDYC
m94Ys/b8I+aIPAYNTZdvER67XF+TZEkbz3rHGn7DJm0NtkoQ+BCFenQsYXHK0A522foRhfW68b2v
tufaK/eRo26+MORvXVOYzsNy8rdHZdJuRL0yf09H73WqECmJonNimDZYvYAhxxxo7W4Y1u2hmG2a
YCkUUb32i4OnFvPOcxad79Q17yhUOGfp9macwZ8JJHirwEmJJdc2fw3K+Sd/SaeYfNUUQunPYlN3
q+++ZxoBPhVJks6dSa8tztXC5Xbe9K5kWDuz6KiszbkGxxLOciNaM1i0fZkmOhPrLh+XXSENeaA3
H0A8OqEYPQJGGkYFJ5mSkO18AysXFRlMQy0oi36PC9ojSEfjpbP0GjXXQHTWavoTiP2O/64ZbLRk
daRmlr5DvII1p4g92l6139LINncMgJzxajwoZ6sjyC4DnJJR3WrL1J5xaU0HL13tU+F7/pmN3Hrd
bTobxQaXD5TalD/siEhHrhwBGQGbtYJ0DUjQlYg7XbQNHrV0nLtdsOqjjPW0EwGEfqiADVWARlWh
dCpQD8OaX9oeDtuY7HF0inUvlfORusOtNuQMTSW5unZYZF0XJkPPhVWrOOXbC5hcDWWNtsiO/Mo5
pAsw87Gd8wMR3W8smT4MpjNo3C2V9dVIFxhq/fRx3lVg4FD0MwaXMs56T95teZacckAmgd6v/cXe
09vOLLNzR/Vzd8w0x3JF9DOuDcqy2VTRXHqeCDQjpQwwlICIm/ENSnYezcng3VNHodRjdVaEadjF
7OCYN+hg5dmEAh1Y5ihPoEp9SD6pIomHut6rO7puju0z9ZMvDd5fNyUkPXDj0gdNvGg4yq82b+kP
DXfVY5eRPWWRi0oZH/mJG392Vk5bHcoSQIDBnGMsKE0FXlOoe32mnlXlZnmqIXbdTBM81axtv22y
8a99qWkXEwUq+m8cPgoY/mVUyfNo454qxZe53hSQZ1Ae+Fvy2J6wUdVL/WZMYgyJWm/wbQC62vBU
Xpe16k9LXakHQvrT+0amiInUEWy2cMbpaWpaecVdsD2bZByvONPQVa1oeVHbwE4oZH5c/fxRH3fo
0VZCwl+1D6RMpxM5XeYlRvTilFpE2O+FzzGT/jHbQM9rtcrj0VzlLWOAGkFCjufYav4XcDbdQSGK
JX+xNmBSlvQLYD73ALVrDhJjlPezAzwXaHEb4vDSg81Ox9sVHHa4NBZm9dbItJBoOTJCgAxPc+Mg
IlVJf+qN/dGXcI9jaGumOK1Vw7POvK0BdE2bucXzTIB3tbyZDoetFJ1zEqNZfPCVZGFrlytoYCKT
l61dBKyKe0UVR1ILdee3vnLFU7FRLulkax0pmT5ij9liE55DrGfWFug4RGv0mXRja//SyQpQGFvH
GwYBgZY3cEchR1G/ltk7XhZObWcDjZbU4gT0HueuVk0hD88caKL5qvI+/WZMsxaZfdLfea5UrxJq
ngwyZyfvkW24dSUCakqEjFqZU39eoXSG4JXlFbZKDt3I2mFU8m1crMqEdqWbNmTjvnjIPIcRpHqW
6REUGTQNnt5tJIYxP1aGTO9Xf7JwefRiixXrilvF8uDg1mYZItHAQeF37rHslYyZKXijDLYGFoOV
F9Qln+dO6TdKpa+CDxEh8aEWvFILBtqXdKDYgOfzVExMQqEWxeE2x6+31A2eGDtxhocaCUfQYS+9
1fOhpNeIh1d49urBXcSCykxlowcQzqwL0do0wmyq3avEgT49if5hKccuwHzT3PY1z3LPK3o05iKN
+1H0aKGS6uAqZi2xdctztRdCCYXx0rbxVSCHZ8hFkbCmYH/ImeXFsoHbfpqyGbLViDG0l98lSuuX
zNbf5/3/M2R5TpzhkkHjwjyqeT78sflFOjRU9Mwdg9IzytPSteU7rSGdtYTHFWuKN0tmL2o2tZeJ
HXM8QpA9aIUwnlYHtvxooyNl9GYdIPCR560TxJrgX9ITfV5oYYOHsprprRCecR/mHi7xvkWK1ouJ
iFFXs8Top/V+LMVLqjAgB1naverm9m7ZtXZuYF8MgaUtayhSN79ayjo/OPus3uxMr7Tl+cxi5g4C
8Iq98zDymARueuswQri3d/tDzX5JRhogp6M/OXfMs92adGEGINSd9alLn73UJ+/tTYHG/RLCnbXc
WWvmRMnYfMf49d5p2kBhFImk0E0nNGgmXU2TVsfAMz120g6iHDWPUV8AzmWyuQcr3U2h5Q/toS/n
5ug1yZ7sL5ir6TBTqL4ubhS3n1s6UsCp9hKjBZUOuWejoFfzRVCVFyypbL07jl06Hyc/ySM2AikJ
umSNR99Iz6a5cx4L8RWgNpMjcoSwmTswmQpzRLRQ+Zd22MnYesqhM4ClkAPxoPva29ECfUiIOZvi
vHTeTDnAWMH5xLOQuyn8avuo2232UfORRTUmC3fau+MZRxZ18R2J5my+f51p7m3nl1uoYGJ9SsvV
Oow0Qj5h6qBTBw/Y3+WvlJ5lLbPL6AEf1IvV4Udblkta6W3Ytpb3uHpUwQ1TWyixLGmIzPCtnvrk
eh436yYvrRdHZ9mFMg0ncLWxQMihdZ0AcI0BSyQVbQ25wmF0i8OCO/wEfgk06FIntwsW8utsRRNt
VI3+2FksZnXu/zxwMwYY1QNnnRWJ3vfuCDsXUO9ZvzqL+gi9hUm7vjOCWWrdGZz458YbrEOSQSns
kvrbyiLp4PggnDKfm5Bn0HMKGCUmM1RZ612JrCZ0LRLLosmnA3V9EGtVS4w7TJCixm6L6i+gQ9JR
SVLJVWYU2cJ1NvZxYe5OBNgz98Co5huguikmHZYPU1tqp8SWHTRIeDysBlWMV3zk/C0xRhcyGW76
GZJLIxWrLpBq3H5g6LigVtP+scd7/lZBvTtUDcnptXCnJ0s25l2q2gmWVlp+LBoXi0PbWfvJ2ADC
6via2AztfMpsvQw+waS+5zJsdbIVugC7bKD0bRlLDBVGgmPfZshMJMDKhSzGoV5sLUDpboLnyIHD
bsYp2bpyR5VAfx9Uc8N1XkYVuwOaZW0eM/P+WlBJCfD5rKdUpe/0NuYbmDPzU7UBj8xyO7tlMhx3
+YQQ1u1YN0J612LwjBRkCyMNjaY3IppCWRrQLgNknOctyJaJvlCVw9BBhOif6OUqLjFzQEG7ZXQ/
m0SeyPhDFqrN7QZLY3owCjGe2rJm3s3M1k/kloxLu01rxPiIDHxmYm+0RLPP3Wq1DCpP/nPptPKj
pukTLo9hmaOM6OnRYIN1pEntHpiaZLJrVSnty2WGYmwXj6benCDrUrcB8MY+P2CrpY6s17KL7ZnV
JylalnIEMZ4nukYx98v6aJs9QlfQn6FZ59SXZm0N/G3EaZutSdyI7QNbLof2MODOQUGJphfqZ6cV
IRC2eH1+qXtGXkYz7e9A+wFY0FeUzDp7YoYL39LW/0AvFBaOB9kqwXd/Kk2gWxO85UeHc+fsAHY+
WljpOJaOvLXw69y2mw0tx1y+VAbd9cbPsxgi6nr0HSTUDN/Mh0nPshBzEqvAAkT9YJdIyvOxj3KH
1ahYXRNiof7dkU11JlQ7Hx1t86I516u44/YYsSF/yPV0PmdelgNQmbsrRywFmCGdGYEM/rtL8zxk
t5vdqtrpHmoD6LZe1/Yf6OfQUI4eAW2oT13D97fzAS3OJ9JptUMCZaOQBVla+V+aLH/XlCBt3tiI
ITX8QIXmfx1g2ISljmGAJv+pRbcQiMLvrwwzz9hg+p/YUtENn1g5oZj2D9h6MKpsrR4lU63CDQQE
896szh1rss8SiAFMkrEPoZpw5eccl9qi1g90nshhqguItw6N/O1Jyw3WYTaPhBR24I30JwqAcOwv
U2U7Hy2mt452atrH3N+M0GrVfErANoey6P3jwlA3jAONjcCo2R+XoTKwBmxo1Wb9Gw36Imx837qu
ZPm6JnZ3nqDohOaWLHdDmy5H8ILvozv6t2ujtRGwqf1+qJZzWtWMYHbc2DNN1lfKdP1TZXTzIcXa
GuLW4YGHMwAhneVdptG1nufVdKMFQsgXwx+981ok1SMHDtTfthRvcDX206L6ak3mwv3JvOU6ca4Z
GitioQliYoMNGJWQH3ZNx4w6xR4UA5kVjrVRRYz6DfEI7B0vDo8gsx6HkOkN6NJu3wYTmsAwneCb
aWM2cbmwZV4GjXYrILhwScYpcKbhHTITRaFmdKJecGZs4JCjrGBrn8xjeoKXPURj6siLSmdwAzmy
9bYONKX3Z9HWxolLBHKLdaa3bt/BgqmeNA+UQzM0nwofTK5Vw9Jrkg1dc5bLuDVqPgs4c4pPaj64
DE6fG6k/WxnG5Bn82KF1gWRvTUGBoE7Ww+gLzHwdsg0hK5ASwpyPlPiNmOIxBXUX/vaRmhd4WLWT
wDe2xeBliwHsiIYenmk4hmsYtQBoi+mo3JemmVUAfp0rSJgbpyBDXLd5P3DHVsbO6sFqZBupdnbV
+N3sbeDM3VhEXen2h14HlVF4FVOdk1U8KsmiyW37+pjNa3sG2N8fezXXpwpY9MlpJ7Sklt8dKqjA
N3yE+tAuVnljwQu8XhKUtVLqX2isD6G3AKawrRqG4lyJWFojSwQEGkfZluzRk3TFI4LVk/sL3e4t
RYnQZ82TSqW6E7r+XeEvCHSAh6EzMR6EuEze+ehQTvycPphrcHk1ddLDNKuOYUraRRhY+vu864ur
2RpfXf7h/kaZpDTy4o6Ny8ogym67XLeC1Q+n17nFSh/X2uyfCEapq3Sg7D5jYaHdzuGGpiEvrlG5
z34qjJdhM9cDj1HyED24/r41XRggXJkya4CODVArrpM0YYp5AZjUcmcOrGb66Om7z7qVU9R3g4FB
ea3OLkfpjk4BF4Inu6OQrf7AiDyDJVsvWEwm+XF2pDpounDiNBn9eBo8gtiuyadpreYot3E8OagO
4jb3vmChGo648kz0pTkBQHQcPLU5ZReGVe6knU9H8h86qKX9WcVmLgbWpR8YPfDZ3jpM2rfOMzR8
dTIYVwkqNithVa/ZQ4oL97xTrm4YSOmjxJzb87bstvIcCKQ3II3HlMkIVpMX56QsqD1Ir4h6iEfB
YE6vKLaqME1z55QS9QlUNTYHTk7uj0Olx81K1aH2mu7bnLTZB80lzuxwxgLh2iWx+V4yZqM4h1pn
xltGhWM+AkGMeKzlYd/zIBkrpo+BVAIkLw2I+mUb1q7O9r9JE9ZwaV1fIa8y4nTUn/+wb6YyQdGx
wwrzXcCnCtArCHWoWBtEmB2GJK4NGJTMVZvVMdG27kAkq7k2vAFzX2nVR9VjMrCRjtxspZijwXWA
fTsYntFcqNOM2hywXP0Ox6Q6c8sF0VpTntuqEbGhVVDBHRJWFOlQHvlGkxMebHaJdu9HzWZrz2aJ
hrlCkxHgN1suDAapS95rxlObcZfegHDElpcJuA79K6VyQQFmA8PtzmwMqgbU04aTIvaohgHUKjAz
W4UMB6JKQWeUDWXg7pMomXda19Y8rAsMKsCc7jk1kVxDBMWZhCZl1RoI3KylAt1q4Mh4PiIBgDZU
9di4YyL1PlebsVw3pvbkuBQEezcRYZPOgicFMzkIhWHFez11qa19Q+8qsXf37mEWrY5GHb7tXtFH
VOnxwDbc9X3uJzpokzF+WKDEB/lYpKeiGuFuW632OWGbcI2woY7yomTtwK4+MAk4xh3FuUdZ3Iv6
qpCW9goWntSK1fuHLi84tHrj3FK5zChg8d1aoNYAvxIA0yZPHnt/dM9L5Y5PdpYw0ZcD815yYR17
k5gaC/spLDoELr4o904DAnvTy9HvmUCIpt7l5HBGtHHK1aKpMmHvW073nBeMbnWl3n0Y2xowzth7
cGDLYrxRNhxGo9jpJZoyPtFzmaBqsyKEM9am9BIgk9VmBU6yYmoHLVkxlOX9ovWfu2kv+c9bG2Iz
nPiC5+7a9amY1N6MNaLxp7tEl+2dobL5yq2M+YhX9BMKH4JhCagMVdbY6yk9Q5pn6+JGLlXbA6pU
ndmxVH3EHGN8txLhDZwoPhYbdHk0G6i3DbYSt/Xiv6zoMY+tnHUqUiXrQ6iDkb2s3hX5ji0yuPEd
pSGneGZHH1JnFUGvrUXMzs66VB77uUX5KStf2wT3PsGROuQbkHPoC2kDC6VOvzBTrN2ONuutYdnM
UCSIOrhwknsyJEtcEjv4gPZ1hHS8S0opH6RRmk0q9NBBXg25M98ya9THHQzFzxBJtrtBNBW2O8jL
jPU1n9upZrZJ75oni9adpY9vSaM7dCd46ph2Xr54UhhnPcnmO5AQ7K2hLJ6SDG0TejP9q+dX4jub
wy82yYdbum3iqw9B8xPQ3BE1PdWyz1PppeeWAtxRm8UTNKY0aE02CqDoYt3vzVtOuk9mr7w50jGr
PYkRRxHm1fLYj9uG5qnZqmPZYhqM1Fo23mFrmpVVDucJUiNq2J1r37G1/Ma9cLxLTKgImFYfaRZm
p5KnAWVdlg6TQWt6UtTEHHMwg9WWToRKUNsHujtutZZ8GHP7Vcx5eSUIPAWyTaa7TuwaqhZaZgbN
LGQ2Jgmadn5lpsoBWF5lx9HUATc2pa5drzQY8Mc2S9RzgtzLmZLB1NsT+2b2+7qVs5KSnXldiXV6
YT6ppmqQ2q8uWcyV4tm03OWdox0aEzgK9l6KGaXGIKlGobqnENrtrH84k6svvqNE1EPcteUjglL5
IUcC+dGx7OHGLDC3s6iYIr33hy8DfXKD7W75VdPBTGoYqM6ZaE3k1QtArVwmGQ+nfHwd9NIC45nP
96XwOBm9GS4Y9yH4tW6XffbzorkARhuuZh6PYSs3FUlweDfgxO+XXh9OhrOh5aGndWAzxvzBqkk0
jaoGl94YxHenpj82nhzCBrffDq5zj1XdQc1KDbBIfjmvH0fdkwbNMQqynZs1ZwatmfX1Bv3IQLaH
jNQcok113ru2TkPsqGR/RLPnwkpEszVX2tHPFZ/XpDfWFM1Xciz6STfkNy3L9QcXwh0jnplnjvQA
NcFUJnCuJ2/0PyhwkMORM7M8ahqzu/My9AuIZ2F9ajXd+iZbY82JphvedVKAu1QJ9SmVOxXP+SK9
7kGVPqwlFopCtO4F8OU6jze5ZzRHtA3aDT/HBlRPMqhsVC3OJdfLjmbBQDFoL5BibHMmZhxkaoJc
3HHqA18L+LR0+oKsQF6vbdPeFj3tF5xbbZBXThmZ9P5ulZ5umOidKa0PHt3FqPBVRS8OloFyNDek
qGyFNkUqlMAonnNaw/Gk1/QHM7FFMOCyg6dl2VXCZN5FME1yAlk1HcfRQ7AA0jNUsw6wuC44C2l8
PFhbNp0aGIqHyqqKRzZhjIW21sQwijOfbJ2Fs5UY/kFalhtXQ5LGqpo2Wu5c8ogAmsgSHj23FcJy
hYmK8V6DhT4EkHBKvSJ0C9MMSHViFJ7NLV5MRMnut6R6kNoXQI0rz+yM2prZIp+rfPzxmr816MRw
LgbwMOjF70s0E9E00O3txWo78sZ5iW1t4gn+YeqQuY1juiAHKIc4g7XAZqEiVysylM9JSXNpnY1I
8+Y6dnvXvnKxJIV4iFDH8Cyij51/Y39toP2TDIXuy7Her5DNp5QrTPowoWhoL4lhffH0jK11tS2s
L7iX515QMNgZUuB6nXWwR91uWM6n9AOPOOsT2M+KT+QUnznq+hsOUspoXcskQmHmV8ksCxqVFJm4
ib+Vjlvcm7STDtUCKLHwUd6to28/F0O1fNJ6e2ijaSlLSjelEfVTDw2wAfzXDpSJ3cJ5tnsFQnnX
gflOmkUtq4urrSbWWe6UYKbDaDSyB5oo7rgszCX6pFDQtCGQqNArSKW5RjSIoo6WYvk6J1zUpKAh
l/u9M1UsSgtQ7aw3bkcTWF/BGqEx8DMJHdWd4c3DSUP2wA8wTqcqndMLw+dW6NSu8byWOvhUCeg2
UEicMR40dmQSn7tyUlN81UAhDqHdJyqGG26EnHNmtJjGeHbZsjy57JjCLK28q3W0mSTwdPXZ7ziT
pb2uEUYUpsRBKkXsG3aD7iwvlWgMmooMp2+0YsNBM914sIAFaVipj/w0CyDJEVIIVvnPXd1SAheJ
dZGr1XwAF209pVXGAl+S7APtl7IxHl6ThVB479RVWDQCDJw/TldZ09ex1IeK+fM8u2ibxfchDdZH
JJlhBcIWsIcIGmT5pK2l/EYLENRqAlJQJMv0vWlyFbNln4/VohcfJJIZAOVt/roUBZX6ji0MRbaZ
fWM1HLakKZ5c1LWPdBNpl04ao/ag9nW8j8Uk7kaDCv0sJubVzS1fH3j60YYV/WgEI7I59u4zG4Cp
Ix4yuhULwtU72nbTxv5oioNHvWPECWauV5QDIdhnLo250Vpj2yyhfoKLWsBWEgUxv1VuLVgUUp+e
zXq4MrdKnjeqt7Sa1D5Uo9lvAlZvsDQI6mgtva6FBpMgm7eOaIp4xxCmcAZraWgayo3dSgUbETe8
RuGUA42cKiNjg7pQiBs0Cj4KG/uHjBPnsShn+Y1q3DjGOLzzexqHDLJzuRwZfdwCtnZpVHKKZ/jB
jDVQqIRu4dkvlNk3cYZFQOxblf6Jo90/1O30v0g7r93IlSyLfhEBmiAZfM1kermUK0kvRJUMvff8
+lms7sEtpQpK3JlpoDHdc0dMuuCJc/Zem/RY2eo3YMoYQhbWdUeBczTZopUoawi28lpe1UlHAEK9
q6501Sjhl5CYo1VbMqMPfogLB+4kLwpA+tG1DLVeTUmT0hC1NaKHVWYSFyHhjMu0DNK9QZrdm7Bp
lQNCNg5WrlvPQTcQweknNaXGXKdRmKxp9DOUs32i2Vrb2TcagOt2lD+FYZLeLNqR3JKK5aRwChqB
BMlk6BJDn1dd5IZ+zexBf4Zk7phuNVGn1wM9E+YYyAIgyQoYEbIfH0kNqbeQsukzENTtbdLAoC1f
acoVSFoEVuSur5SmNplS4UTJc5Nr4RljA+W0ST46TXhPXq1PR2I1rUfyeuhPRT5Vl1IwWUjs296I
RL2kyDyHF/qLDBSdvIYnz9AEg4lT4V5JroLakEN9E9r6pc3ktx3CldmmB7Mcr4WRPTS+96KiMMiL
bvVvBXGz6FjDfuA4SCWtE8Vd55TAuVjcboLlVGFkP2P2/Croc3BBYGdD28okTpzoBalmmNebnXet
sfy0NH7/pXAa0TQyO1VKTgCtp3mi1Cc3Wu1b8kWv1SG5jJ3ObZTujJj0yylIDZ+eI1QHka7DoT7r
+SrK1LLN++mGdlYTg1Xvz2gSf2Ok/lQMzipc3AYa6mz+jQfg8xHidhxN36rKK13zya3SFWvuTDb9
Abc21hcrrTHeiGnl13TE20zpLj1VjV2sxywRUZ28t50kjtzpApXMx9Zc0WXOdkkD5VeHjnVDDGnx
QsXBaMHOKZHO/P5ZPP7l5zs2Wi/LMQzDPlH7J7paFYOdllfMIcnEvq77TWgT7iQfVVaCXOd9Deoz
OsvTmzJfMikwS1qmJXmsTi6Zl6joBcayvPJo9g3FncjOyL//c9U/n9YszqZpYumOahvm/BP+0HGq
iu+bdKWbK9+qqzk3gy5vrFERIgSZ+l88MsTHCAE7O0IxokfBfAuQxS0om+gVTuw7psIZ7umSmduQ
gcJcAfSPIB3wpRXYmVp97nknKd8Cmj1ryODZ1jboWS2ETPId8gdzrYX6dDGSarc0GypQJritO6Ua
UzGn3iVs6d1MV5wl8/FHWi+Zi9OzwKClKWhEKnubK4Dx45SWjeIzoMiq7MHjz1Jlqtoi9wNdLIWG
OopSliUc/9/GamWzkl2kb5M2aA522OTr0E7jq4ZX/G5s2+rK7nnPbGhYOYrKq1BT60NmIAWTOw2S
9JrMdBtTol5uimJQ3KEvCJEVDprvsn60gbTtMn8gVhiBiRupsdzpstpT5rPzCMK83ysieedlkMeg
k6gMrG66tGGA72wCr59Cpig0zjvLXo+jVvC4s4cdBTuOBdHo8Rrv0MeYmMQDWKri9rqRrGuwdi6M
8vqOeNphPTRddJWgRzkSphOb6yGNp904RxoAizdWxmCle8cZfQKAKi28xwRprgSQ5iU17KtuldZu
mvVYI27dfeppsAYgduPk9AZjEfPPXAbJyBeCfRhlTDgQ+BqTRq0oY3Rb50XrAmboVkZeoKFMa+9d
WgnBb9W1VoqVJAnJ8IPDGOqMi8IUW6Xa5zcj3dB33cpoopMFwA8jvXkGZSOFrWvL3iEoGi98XS/X
SUYyVKE4dLwUR0DjmftFYHD8g2O1byEt4aMT2UDK7YnNiabg/p7yZDcZuu2mjZNuaDNQT41xjc3Q
U5Vlr9fJMarzcaXWJUN7WZK8UHemJ9Yj9OxwoZlpe2josbpa4+HdKwn/Rd4vR4Yf1vTaKfx3hE1o
5DL1MVMcWy/Eup1yavqgCAsGGkH7hKKc7789xZsmJonPzJoXCAXhg593NKVipFi4QfyrslGJtY6q
8LK0TUYWSqe6U9+QQRQQCbYgC1xdyETNj4XyPNY/mmWo69MGoStOvyoIHqRR3BDHchGygSNKLb0M
pxbhYpAQzeHmj1lQGy9V5Md3flmXm4lu167Q0n7fam1w5fSFvKD6oRMpNRT/kRnMEvLctg7h2BQr
wdT+R45i8iEzqOCmeltpoMYXeZRpqxAXAoMteziqNkNIP/OeydJ49Wqj+KVUgP0ibR6B0laVVwrS
FwSuJrGqE7H2JRPuJUYD8mxUtLGqHYyM21qaFXXWThsk9HJTla1HoA7oH32VVIA+O/2H7FC9qo1E
Pj1MGlPpygmZyDsKgdeT4xlrZlH6ZdCN/t63lLfC0Znp1Nm7jwzKrRPkN/wE7wO5T7EmhKVDfVe1
QH3wYI92+TF2bJ4tstkYDMxq2US1t0lROG5n6v1e5xPGrQ4tJHyafi91WgnA+4gqbss3rfIhxcZ2
iC04E5dK4FQHxRozSGmiJI6471YFsYoXpL3TnnBK0pxMLJKjrsRMLHBspqKgt91MkX8GuDl/yf9Y
8ZHy65aQqqo7umlgkjoxB5C75FWEn2g3ehDYwwoF2HRNnEJ455Pt8quRVv1QSbSUGUr68MxH9LN3
gy8/333L1G3BjJBUmtOPqKp4sZwGtPAlioh+pbKOxmdKvfnn/3N68yGIHdNnc4xuYWv6bZr544MG
LsDTxqZzrnCdD2/VRFrhqj1XLZ07yMlXc0qTXHgGBxEjQy6XAboRLs1z8JVzRzmpWunmJFGc9s4V
G5GpvyIWUUeC2J6xMX4uMrhgjpQgt7liBpdLPwVKRQaKZ9EFIR+OsF37Q19eRYShbr6vwE/PxZGa
jrXQEJgmKTVO73wda3WhquV0w5TXd9tpjMnxq7L1nFFBwiZRuP/meDb2P3x6FovU/O8mfsbPdU3c
TIFGXpjO4DcgyWbRqK4aEvWiLL8/zuer9/U4J3Vzj6WSjXmuE9beyeuQDPGVksfey/dH+Xz1vh7l
xNmImSxHOczZFPASAtpcrwry7Xb8dxeN3ZFNKKJm8q/5Qfht+vnj3cEcQnCxmnh3DIXpadLWG22a
n2fe0BNzI3tAQ+Pdl6R5GrPv+OSx1kt8XQx5YPHzqQyNwvWCfTVsI/633rTPnNLJ/ZkPJqCAYAbG
MiY4rc/PgUFyoZBFm9/qL0xnq4fv78tf/jpPM75GyjLVFqdGMaU3Gmfy1PQ2VXfUrer23/55bJMq
VBUsGFgY5Xz4P+6HaQ4CGICp3Hakj4VHZP9nrs58qf9ZLOftuK3zjlgCr5KFju7kLSlDUusEoUm3
QIoeCZNFu5GdsTB/OQSfm3lJdngV+fQ4JybJgLa8AWSlOhJfhzxi1WGHojb8/kKdvB+MMnED4ped
98YGr/vJWziQ2hyqel8cVbNfNeGq7FSk3o8pgufvD6TNz8unK0YKloYlUHDP6SM4J7ckKzLSgKbY
OFpJbVB7afvKxGVmNogD8za9ttpsSX/3UNeYrSZIvk7/iBXl3zUEOF8QAZbGC8tHzpQzQefPByMu
hJnW5dDd+kTFb7JzjNovj/X856WOM5imAE6/E4ulphAS2aNouNXV6adZmE9AXL6/jl+PAI7H5Pus
0W7gUp48FVGrIntGDHc7pq5Dhemv/39//+QCdW0kSwPcwC384JE5EOrd7w9wWkUZv19JPjP0TYgr
kfNz8serCY0KcSory11SlK7SxAfGJi6OkSVQkl0d5ytfYcjy/TFPL5qgUchyKaWJso3Xan7V/jim
VpOnk0UxpT+KP+KZvH95U07//vyW/fH3hV7kNYPF/JgkR4fhanGmBji9ZnPlSfMH3gRLAdXGyU0J
Ha/2CEHSbszJOzSBvzFFu4eXPwtkiLpJPBT8w5lr9rltIzV8aySoQYD6fVR6N5/PSet9U6I3SI95
8APf19Q/EcMtrRu9fvLCDOPFWVf4/Oj+s0J8OeLpo42INwp6PUvBQVU49kV0UTnWohyDt7iv0QAW
DJOQkO2VvD6kRXv8/hk5obP97+GxhUuWQgIoTx6S0QgbNIk+Q7qy2vOVfWonNPYIXrowDN2u84h3
6vCQjYW1B2RwrzD3OfMT/nbN+RxS6vPlcnBrf77mYVwZWsOM6agrxtWgNJddQrgXKq8PmU9P1EtL
ywl+DkN1mQ+ma0JrWDAdnfNRf0aKta2iWTdKRlgqyWGqDmh0z3wu/voDNdpdukHdq55iwdrOx66J
kP+YpCzk04AAwnEWjUDalOEjsvLRrazmlZTWM7X2SQ/8P3eH+ZnGJ1HXaO6d3J26qLVYkKB3jHFQ
1SON+4xtCn3w1HxgnTW6F1lfkL1z5o7Mq9HpM/nnYU/e7JHRS1AVPBSemPHF2xK9W/8y+kczcNxw
ePIgqib1NZoZ7J/BmWXlNz/1u6OfVBlqHpLm2KfpUYkZdeJKPSR2aTJ7wcxkpb86C69s42dsgQOs
C8gFXpm9vieddQcncklxsS4JCSrwUfEt2gmVGe6gFVgWytc+qBQ0BOqNSetprbXZqug5RjWlN3wA
UhrMDJmcYMnSJNdj137kKV4lM/OXs7i7p8+oZbhzFGsVZRi/UdFdBQPEsGl6wnNykDHaH9kX2Clr
N82D9dhkrmHwwPgs9b0+bFuvoA1qJA+J599bmXrjxcUSg/iw6BAW1uboakW2l6W2EmN511vO2skR
egyZnBZ9asWrogtAODE6E7h3IeyndKa0yC1zfVNZ+ntXip/YrXCd9s2qSo1lRe8oRCmKFgUdtO/f
l2HdLqNa/6HV/sGW7zEzeDqRj5agh6i13aaYeN17pJAEiREQ63cXYy7uB6W/yKJylY+0R0n2ox3h
35557D6XZf992hm3sKmg4Odb/3khYB2g8Uar7Kha8oYJL0wuZyhQFSn7wdc3wViuzBR7kTWRIjkd
tMF7CMJ+qaEaYBb2M2uVIyaTcyvk15cB8SnDoN9VL/CMk+XJyJkXhyIvjnH5ZvIl4D4J5CWK9lDO
YXCWq4w/m+7eIGd5rM58An+HOnx+F1AiMfsy2W4TNXF6SUDsRJ01xlSq+LgOE6qstaGAXw8bMaEY
HdQPwgiHX5PT4Mewq+K6SaZfaB+C/aSp6kpJDELte6e5rsoR3xi44L2gsb5W+7h9+/72GV+/ZPxW
wbYDLgybG+vkey2xSCCVNPNj5ezC7i3Mf8gJZoNDOJRzIxCSRO2lr74gIl3k5ZVhq78q8H3mlF1U
w7UHIAT/i2vIn1mM1i77GBiCJsqctYmDOWH0B9HBNy4GNaTjG9840b8ChcxPH3MzTZcksOMX/VIu
hZFfMJAai+MkmoMHqDsOyxB4gBKfWeD+sqpTLWtUgUwBYWKcluMAC7VKR7x3zBJk00wigjeENcm2
Uey3IRvS69ARwyXMjPGASBy9fzicywf6XFv9PlnJGsZG14bcR139+VWz7JCI4LYujmH5OPbmbZZO
iGTKBcJvJ3kVanLmI//1E8op8/2kk2MyNTqF6yoq4bVmzMX1M8d6Ff2UIImBaOeTSbk180F/SOMq
Q/2qYT1oUB58/2z+9XRhIQNIUxk0nQKSFLVFyFdmxRHlDWZqJoMLPydguUnxO47qjjxRt3WsM2/v
5wL8vxdZOOQ8z2+EcZo2RdySxxBgvsgBdM46gVc5/PsKgQv7zzF+v5R/FOGh7RXK1DXFUegbB6VD
M4plYT4iKMbTNrids8q0cDe22Zkd01x5nCxMtE0NenMCWDe9gM8PUGFoGJ89yRXVnPtOaojBuocJ
idz3N077ehz2THCT2MNoNKBPG4FliM5Zz+zqSFzqde1lD0reoVpOtn7A7AqJFLyjezAXu0ZUawbS
VNDVCulZt3DS4raPtTNP0vwN+nzen3/P/KT9cb1xyabjJGVFRXZt1qxOPDkIn8kUqNZ9fP/92X/9
IM4Hs5nP0XDBOnZykQdgQBPYflxiYbhTc4TmbbObZLpF+H5m4/OXQ2lwdWh9zo1Q9bQPHo6sfyNC
M1S00Z1l5s4x1gpn7Uf6h+8R1P79if3lrnI02+F/DGOm1X6+ikBvWy3qmvloFFtFvVbtbJXqZxad
r289DQmak7SsVYQQX3QWDs69JhjqY2FWqzptf9p4+E1DsgrEq6ipLzCNnHktvr7y8yElTVFeeprX
J8WCMgLHHzQOGU+9vsMqqBzUUul/fH/5/noUEH9smtS5H3LyXBgOrGAcu/WRtORj1ok74mrPXLu/
bAxNWvC6gY4EbBbOvc+3CIm3wJg11UeZflQQ/sp+RNv7Nki2gAVD/MEV2XHCxBU5wZmn42+n9+eh
T94xA8+ML+V83+piW2oNYsAOP8/31/Avj+DcD+PrBzlHpy/z+fyyAmcTgnPzxu66Eu6RYV1iFk8P
Uwil+ftDfX23qNzAymk2z6L15XYpUYf5w4rCY2vaEw8eSuvAAFY0MqN1izKeziyaJ2sUAjVipyXR
GJaq61+Xjdinad/m3XjsNGCoSpYWm6lVgdsmY7FyEL+wqaiNM3PCLwdF/MsczTENLPo8+ydPvpfo
Ceaj1j5Kr27Xnuaw4QnG+NCZvb0euL77uFfic0/pSV0BiFSlVzP3pKHyMGk+fRNKWifJoCpHHSn2
Tq20eN000BjaXMNdXvvatWKH/Q82lOCKKJX30q8xblVdHD9Ndow/Ug+maOm0fXIMoQQd0qTWbyY/
pFIZ8mCfMyf//mE4ebh1BG20ASmTYaDDdTrNLyG126l8M+XvQ/exgk2n331/gJOn7eQAVPmfH2yB
H1h2FrUOIXQLPUUtGNKcExWArHMEzZN36D+HQpxF65f+Jvfg86H41CJHKbX8mE94Cl4j4n1IK/8/
nM4/x7BP3tOujiGkIAY+4p4R4gckBEQhnmGcOwxCKX7tH5/207M5rVFtdbBGLzXyo6qlJOTAW7hK
orR1h5JxSo27Z9fzuF3FeNUPUYcmFLwUPg0bOYtZkjFVwLqiK8X/B9g6uatKDQlwWs+K3URJwq0w
Gh/fJIAADKQCXo6fyY9Qy6xt3tvPAaueGxbTe6wo9jFC++ZGaLlMtw1sZgOhYTYgP3Rnm6UJKMDK
j+kZp946N9JhwRoyi+YDbaENmr3wzb5ZVDi1MP89JEgURnB6LibYYoOQ+FU2VYCVU8uXfhm+IDt5
69H+r6KhbCAn1eCnajg14dRb7wi8OE89hgbAjGOTxgDlTPY00HOi4DgNI8Hj6bYn4G8pgQYoWATw
81u1Lpd5kFGK9rq86xHatVj0pgu/tKHGrUe9oki1FeMSbkAIVKpCEYOPBFZCKJpFqOOP1mPLWTha
mbm2CTqBVdyB0zJH/umDt7XMqLjR8+TVSH2xQrdvP9sYRzcGCKhNVgbtNRYR5Ls6KiQmVljZ1KZ3
a0nKSx2yFqlxDLYktKKVYjXmbW109UEt8Ffiyq4vQNgUuxi2O2H1pdhqmpc/241fb8y+LVe2jqnR
ydG6y8Cw9+TbO+6UJMqqwjDq2ogBXa/qXmpBFmJmttoHwO5xGbSs86QxCYhrlo5reRyILZIAnkZR
8UGdZjV4VXhYXqRB3mXXhu5U+hoA37EvF4itzI1fgh1ynKx5yBtLuHGaeeDtQGhdJH2gX+h++lFq
qo80PJcEpHQ52XpA4aoJrgcR2bQNVRw61cjC0IdyeIHcDNgH1/JKlZ61GrPQ2BYCwx6S8eoyjKXc
p33VbE1nZI7MqJebbGmwrMpfPDH2OtFH49mfLEwsOvyhrvXtXYlYdOE3Y7KKqvGNiKIeUHeXjfel
7cF4CuinFUHQXXle4W3MyIuIL5jM7dCOb4i/FVyukpsis9K1oCokbpDAPiuQ8W1sTYtWss6aXW0h
LuoLBLThRRfvw3IB8Rz7R5vaCxyr+gYBtL/N6l5svbyFtgWCAm08sfQ7rxfx0ojbj6pXXsrRZDdY
2R7xW5V+VYuUhmBdBCyZo/0E5WW0FnWS4t0NGaTHQzVt6qQisNuo4R1Dz3K7MFBusj6XB6Yhzbox
o2GR6TgP2paEnx70zNoqwNY1Qelf1rZ4VxwVobpszKVW4qbqEpzSIrZfBi2ifU0ZvMzQba8T4qNJ
HdKGnRamA19SI7ys4qDb1Z7m3Xr+FO7qIgdqP5T5tTNid3UmeJVYC0EkZpDSFR0vvBDwUUjO9Vdp
Emp4YA15FTYBVHz8MBsZmK8WLEvMdIi/4lL+gmYI8A77z5I4adwnqcfWIy+qA95wvoeqf9kDpNhl
nqQVi12T7khwI9VucINcZo9+atkLg/+4NkRrugMouXUXTTY2r3yicwkZFUgKDiil19dFPmJXKbLC
LVsV5r2DbTrUZ1/hgLEnTWa6XErPCnWpf2HxH5dhDbEoaPMQEFpVvPoKdlmwXAAPha3Qt2jLcdmY
9ntgWdnCr2ewvpQByQh+sjQaiW87igeE+xbgRynJAuj83A0a1cI109QHywvFAu1bt+z9sr0jV95Y
N7M9ti2mfB9IlOBdBprByqcSi/xE0z8uvQX/hHejTTB21KB4jtrQWMajD+6hDgU/uWJraIC6gizR
gHhD8R0EQF8ihxgL2PjOKg/Rrk3wv9apEpd0YDPxK/UGdVnifFqGpf1SYdQkTC5+I1X5vcCaw9gh
eutM5YdRtBARB+M18/gSwErBicV8ecH9eTVN2jm27hVLrW2BqBpR5E4tM520KYI7NpzxwrNhwGSN
cl/FROAopZWguQuQ16XqhEwTsJbfpLw3aYXhUmbGxoL0sOhLaorADzwATMFwmXUj6i+YA/UD/yBv
YhIOGHDDii0DK8ZDaNe4fswyebTT9MFCpfijbZX00GO2249T7pONSHYe1lWgT+2s77RnKAKGMuVV
+NJx0wzDIcZABI+Oj67RUTAi0QlwtcCx9plvvwuJbmvCaXtR2w5csL5WFtTHJAeb9YAPnN2fX3WM
360i2ui9EKsuSmFa8J6swRpYt1Gr9RvESPUlaDLoYIWI9hX5hYu51r2giI7deAh6/KfmB4tQ4XbI
eVnuSGzprKZcIFOL1kXnjBtALMM6YIbEo9239JXweGH5wnwpjHHJV5gErq7t3amu9bsiCqwOiW7b
wrgGJrkJESQvetWJHoVX873XczN7zaOhm9kGGR5wtfeP0TAzcvUOm53D6MvJ5U8nypoFoEoQHc4k
rrDCxbCHyKBY6Bgg4XSK+AL4/ZNdm89m2z6OJviWykjCW2CTMQYEKkOzAzNoWaOzAIZTHZJW8W/M
ECSAgwl32dQGG/UhxrDSe0OyyCDB4h8KNWFsPdIMJ3f0zWqfFYKJjDRNXFu+f61zw5hAOMHajjMi
XCh8102CXyibMTtZwnvP7stbJMyalrbdAigJsmSRkAyyH2wxrPXKiHY1hrqrLhYMIH0BHtYT72nJ
DKzGSbhXm6ZZ9VoinzytI4MiTPNtYjIjQXtvrCVABJcJs/5UQznDqI3kDKPMZN5Po8Sb3IoI04uv
dbcpICEedzW71ARmgF5JPoqJtTGIUDXWxDQCP1XC6ylHZZyaXbxlXjJdF2g4+D8btX8hrB4BLL7N
wzg3UxHi+y4fO++ubhKx8c1abIhlG1YJBnIsRG3xmJW0sdq0lNiGDI0kcAv1VIbtcZkrTQUpuXOu
sYrzCI+l8yor7AOyUjQXeJpzA9RWroTaoxEeGl7UhOIJgnKAO7V41DOl+WlhGcRQFY8pMERChPFJ
TqzzetxCGBC9etTK0rv3Wh8mSFsOmzjTPNd3snFl+YzanGxiQfYkGSWmkrabqRn9exXeyK0I+Poh
74UjIIfOLfzOW7G/LO7FbKkE7S1XjcK6AzyJMeFgRGvEt3ITSjVyo7LDn+vQ8I5aeWdlNWQoj5oy
6GWfk3BUvhu4fiBjJj2aAhzxiWa9q4KZWJlR4tZw8lhnebYWSRfnvyCmmmtGW+oCrahYh4Qlu8U4
Vdek/KK2jRzOFS1znh6iUGvuS2f8adVqTeHTvo0DzLJxMKrLrtJVN1a1t8Gcb9pAw80qdOxuvSS1
BfgEqI0x2A4Dox8mVPgGJCt6UQbaVcCEhlw91lHZhNO6qExGBvha12LUhjtvGIulEvAyBkny0KP4
dmlzf0g9svG4D+EeZOx1m2qujr41Xb8WanCvIq4FP8zGHSfGuOlLIm56cBELdejbDRrkcDtEY8x8
x9LWZeUPK2FMCfJ4L1nZgufUqn0AMpIa+DCaGnuKKGn2YZiUt2aZRttysIwl4Kj+Ep5085MLP270
LsaK1oOHX0X27y10WXMJhuRAOFCEQzn27rGC40zHXrjJ2N/COJQAY6k+NLT0QXXQI6390eQS9iqa
ENcpMnmJittfmxNVk1FYzQ1EKzYIKij4lzpiM7KOq7E/FjAmKurUrnwmBudiGMwXtFkFHlMZZFij
zLIJDdcrGP/MJRygY9yx8/MYdwAEaoMMm8zsVqXVdAtT7Zx0ETaepq103tKRNx5y0aXV81XuLGEv
Unz4O7PB7anDHAEwxQQ5nCw8xZmwyKYu8m08hdbC1JTnpG6w0lVlvpOFVf6IS42tjUwDsMWVmBhW
IFFN2eZQXHsJcPtl0hjxji7CuOrSKLjRCnJ3IBtV9l0QOtB2K3HX9dg3/ICZGEu9vLFCfCeeDcCz
rEocTaC87eYZpSVaTaYgcl9Q+O0MMmHXJfCHXZQwkFeoqN2Eo5O80r8BDDGXY1AjY69j6FsCMijt
LuA0KSWPasUO1tTC2EWF/cNBHbZWZeWDOKswxrKiLbLAe068JluKWOiQXPXIjft5LcQIuiisKGDX
JM0FW73gsqxH/jD0rOw+BSMVuQ50OIp6qfBLtYQSBqgIS6YZjZdQWogy0iJzupRacROXyXMLw3fb
W5goF62BPVJJnArYAYAce1BJBgQasEKfmRIWDKBrxuDiZOTRxP8aPFIF0FKCGvpmBf7waqtedzMy
xd/yBwaANk1wBTQR0aA/mRo0ZrvzWBm0/KlJsZjqmTR2djTYW30KjIXigeai4uh2etja17FX8bZn
MwmxI58A+laZulU9wsiRnnNNRwvQmVk/+7b9riS0InU2IPuBDLIfji6VTTUq+U9n9CAyMN9yEU4V
y6ABU6GkQYN30VMYiBo4PlkZlqZSKluMZ3TFGAMuVOjwbun51YXV4whQDWkQf8ZnSowK1UFvmOyk
ilHZiL4nccqCv3aj1oNcgNXRV5pXqkvTJ+cljUETkiFGA8ywpyXNHh0nkfHu+LA+ihyWt5b5giBG
4buhMGGUBJ5GcUU0Uu3g0lJHAUNQNYZ1yr6iqNq1UpYHZUqHu0anxVGGTbetTKYrwiz8i6o2Mc2n
pgTWF7bXcWq2xKXp7QsAc3mwhki5wpUES7U363UKfv8pYKk5gBeI3WiIAbnyVOk3lLYQM/IAVp2T
t3fQ2d67Hkp/0HTOgpHZdKEHd22yJsguWrIB4o7osfZMCduxxlD+FIrZLPu2ZojcFPYqQJnu6r5u
LrSmYOOH0TV2wyCIOT/pPIncwlpuwkb4NXn2TzxF/YOvZ/muMRUg/Wo65uGOmQdEIbPUoMjLoLE+
gtgcdnE1sAwNUbJKVEbQReEhqNBwqJKaUedXdaO/WYah7EHjDYSMdzoyNfxsvF4hrIGO138iWAE+
hPWSWXazNZKcBootNArACoN4bjCCzCJaJjiLHx11/GFjxaHEGgH01QWFnpIoG7slpS5OBxB3GTUr
Qi3gRfGcZUuCwNqao47tqqlBHExHuhgdOkO0JMyirWujw28W2kwCoxKWf5iqwTYUnr+VZVbdBrq0
7zgpY2HZPJ2hRFZU9y9QxHCrCWzWKrXUgiYvcI+ma1d9nIofbViEq7FJjJcm0PUrJ4r1cFESQvUx
NQnhYSylh04gykmaGsqP6v3AOoV8IlDIkdMBxjQCTFqWVPq2djrfxS77a6ribgWkBje2NFg+UcSu
I8f28IMVvwZQXg+0niDPEAkGoLQCsCa4xeM4itvMDh6mqCdBUVHBKRkyx1WOYpSmJK+T1b73JK0t
Cy0utkFbCdYf7p4akLuSj2Z9a3aZcqhM0nFhHQdXtiCMNY1lvJogFNPQLTgNbd73K89ObuTXsT1Q
sDZEBLNjpnnhe7yd5isfl3eiTeBUoZJYihHTe6MM2K1603GtWUvkh6HNB3QmvluyvQ5xIF7YGV+8
DP4Hv88KyLXQy5WvOj+ZLJdrpc14LRWz/jl1tCcRFVNm1f1aF3l6RXHYESgF48qovGDBtjGHP2hW
Gy9t4xkvwt5gKqz4ecJEvs6yjnJjNNMVGxrCBNQRS3rRJNG2yYGh+7b+AaoD+V0xTcuiNGHPCflR
FGoJGzmJ9yy55iXioswVTY9iyveN6rZM24EdfNLgXyPvcGFgRVlLXLckknn1usDTtzCi9BfK3oDX
tnoLBggxIAo0Y29lPP3tpL3OtvxFoBa06YA9U1WTy/BOmHq+zGtTuyaprlyBuaYnJzrDbZsZABrJ
C3sC2msgpd07kkWBvlZLOlEs4UsApmA83i0MJVAeE9jrx87QgmNVG9mlE0v7CZMg/Sn2pQsubkEg
JKACkC/mVtj16OIYNVYNIX4rYcFgVPWocRW/1UFY5XX63DSWR+J5X20D4vy2nlYHN2AVazcj2G8z
cFuWbdTrB6Pj1viWry+AYpmrvIeBlXrRtMkjRz/o4AtW1aDhrDTAtDuOlm9+Z3xUfr2esumnErQ2
DdlisHZNL4I14lQ4UVRta62GsFAXSr9lTAcCSwbcjqQnUSQU1q4fxFYW4X2JWRgRXd2uEtGwL1OD
aMfcvLxyQJbvdVq3hwlYKV+WShMfXWIXz5ZsnrwiCQ4a4K5NXEMxGsLoza+Hnp9PQ1hMczSf17Q4
RcPagwFjDS5TURpVJdsCYcfqNXB43m8TWsHoO+oqzY1my8tprAkhEVjg9GKvVEN2p3uR/TRM8hcb
XJ4XlfUGD2Wzzm3QTYOSyZ0wy5y1pMzua0XWLslN4Egy8om0WAmfO91uLojcBM4bKt0qaIdyqUwk
S0ZFghsvVYqHKWz+h6PzWm4UicLwE1FFbOBWgFC0JGf7hvI4kFOTefr9tLdbM7O2BN3n/JE6BHAJ
At4FNdVPfBkay1/RuNRckq5gaw2ByQJtoNYJ62NZrfFgcWAQMzjr5DVLdXrhqjPv4K6+R42hXpIG
aEK3o3G3jPY9eTEnEIZicc4CElzKhj3AAov/waqUuMSTteV3EpOeUg1F+QfuimDMkRzIyzCLs0P5
0WNC/8xNLU0CDk209BkpJL5VdSUzCPZ9rHDkNpg82Bc5K4Uf23MNeNFL6u2XmZG0H63zIIDiVp3s
QZpA3zGFohqY21+chtOO+h1CUuapRz6horjewluQ3jM11dbQjOSsy3oiX9NeUWyRhi6x3byJxXyH
XFMZ15pPK086EgVatn8iaPq92SIEVWhm1aNo+DFKV4uBchfWkKxv+oPjkiVV4SXBS9XLd73UCbaR
ZeePGJH16v2evTd1T3ptcjP0lfXncOaf7HL6QNHZHKjY2VRdvgEAVD7SElHyHNO6A3jQe7McWSxp
cAmIMeb4Zfr9yGzCrfQSa+/Q29nTqNUSkoCcaaIX7W2UVcluajSdcR2tCL0p5aETELC8cVaCOHIQ
dEDrg3tsXK35sNZGRoSjd/p2MdOXwU3YUIzpI2nuId0mn5/HBWA+OeAFxB4PRepj2ljHsCxLs98a
pRFt1Cx6bJJpOieUc2YBYHTbvaQorYdt1sv+xdDNwVO71CUQqaOgoE0M9UDqqLOfyWx9i6Ta+by1
MJSii/bxAmKsu8lrBJftVU5MTwlVcGGEXX7HehPtcZJovpXFVBPXlPasA32TStwVYTZMwHfuWN+T
ai2/dZp/pVr9y+tS8wgNxY1u2cBrx5FdUgZFNFwLh9jIwSGmmnqVjJ0p0YOW1Caw3fzfoHEqjk1Z
3GuIoVPUwY7eWnWpGaVnt93RQBG42SfgWR2dqmqwjTOx0/cS1bFP01BCET+sWFsRRJlpiOSO/mJS
cyj6lCSplBoJ/UIRP2tObm+FYQrre/0dFfEdknyVb2V2FO1We7r/Aiii/breCnE0STwjnp+QLHMu
9yuXyCZbrae2JSCijmho0YxWC4VGiG0PnUSClDsx+zYRhyKnxNIM/cFG6r7Go7JZsvwFFwdcHb7v
bVY41iNtUv8WXTsuef688r6HKmJH2kgA5AvS3yk/O5vTotEYxMjbqekv2coYe+yjPV5LzIoWSZQg
nXopGNzLInpfGcbOegnJ49mLkvw15jQ8Z8LpPjUy5HyXdvZ7oqS2cr07mRlkZT/ebNVYD46efjpG
9xo3KjHuBXkLvUZ3umorBLTPteQLrlLPNRtOmJrohY1JxNxlaNTpaNYErYELT5s6VSjTVECjqxR0
YqjqGOi3l/Qvs5qSpARHYhC6aYzE1ZOIMG2KipqfQgPWBzEqoDc4hBc+Lc+ciIgaG32kuWBIt+Rr
oWHuSnpTliohcBXAhnIQLjXTHp67GTKlTRP7SA3DB8e5HtrwHZ5BPcDFKp3MjxDPeBUaZcGLjzN6
oyLPQBcIBrQxDd5nhbxPcCDunk1Rjt1vabMrGblTB3XHrEb4AB1RU/w723MS0JS1VgEkx3vLAeRB
r5BIFc1fuImyjQFSBBWjMpIQ5rzVFZPNMG1m9UdTuu7Y9MRBZLTjbGKwnI0cKbYFiJqYS5v6Zix1
/5ilCXLwkYyXR1svK0bjtWm9pZo+Dc4pvyAl3CPb6IsmcfhYXbQLcO1gEpadmV967GhnWJv6bHGW
8INY/2o24mMWi4VMWIt0Zws0A7AtweiiwdiWUc6CXnyocdzusEO5B4Dnf30yTPyzGehgVrV323wX
LX7Rj/1T66ogtlEuySkjdzItKEm27DihnCYeLlUpv0pn1QOzddEmZlzVzHHFJid/diRq15YLFMzw
ZpbYocjNLM/KIMvmWOp5eVbhkWyk5/1MMu+YbfORL0jBqx9UsVo+GHOhXxqQfML4KmZFdehfJhxJ
vpEpMxnzzb3lQX+tCfXAxI67fbCs7LDabn4Q6n3clnwXcKqs0Hrcbts4T3zp9v1WjrbcQdfQctVW
yZaZgxyJ2tU5+ip14wKu+1FmvWtV8UppnsNb3SXBmkb6jvYta+fOOvNb1M/OFqJyeRwNJGC9PRl7
4iPmYOq68lTPkqDOzlmxmuHPJaGdz8SIXUrMBI+iKeazsrrO0Y75G9QAf9YdWYlzrsEGqDqt6p2k
woVuco+9l0MTkOmWaDKRvhoJSdKnmsdnSSw6zIytb6DZx23RRVdOE5P2qkg7CK3Id2Nvprt7Wi/L
DR2KWuayINAWEuQzodOI5RtvWgCyCINC52khQEDKL2Efae4gSE+B7kDIPwPmbvsYaFzFLPapMwrB
asS5N2ttd5wxvRxVK9W/crqpNgSrA8hIcshITa13jjkWN42JLIyz4ZZTlRpmoqWPwiy0c5/dddym
MfqJKNYjimrzIITV7E0F80PtRFSLyVR+JmnaBDFlOp7J7Em5e6lzo3D0U06RU1mjjk/GCBFDgEp3
pItAErXbd4FVrRwfiYbSW7MoZAMQlBt3odbJzdd157qxCMbRTMKpmKCW17e1HeWO5pA6sEdzeOR8
XqCJsI5meHp3hhalp0aXzZGAFBIgjbG9ASk6sFnLwFi3wsK2cXbp5PRkMmrulNkADesVk6K/Oytt
ql+WK7vzYuK2qOxe7LtFX56acQBmYqbwbOaYihwzbITlRSbCCRR3+kkJ6niPp4r69+Ue5yByToJm
in/KcRHb3Ekj9uUph8xW+QvjPb6wmswbK0T81VtGFVI1RxfSPWLJjNvMyzN7fEBOTAS/2qpcYVGL
rCt2D7RNuQduYX0f51mDuqIkl6bJqSzgJl67fAkBVaXPVN9S4NxM50or853tOMN9MlQ8+nsYjgdl
2WlKU6FnEEzES03s9QSKKjLrpWgGN4TfkYdGdPeOt1Zl3x3xZYiedM/IJUGljjwlneaHZo5r0rnv
8eCGW1Mg5P5RMfkt2ULgpb8t5BZ74SjF22SY+W1clslTZTwEmADNC7WvZpCPULq6FVeHzM2tAxFx
aZiV+Utm2gWrp6YeO0uf+QB6sleqnBAV6Bq4JmRuYkJlB3W17HUrit/yePmp+vYDl03iaVz6Xll3
6RbqVN3aKuOTqVCjci8WQONiq5c4QsXs2nm3ra1V31BQo/spZ8+5Krpkky8LxLiYX8a66ELFTQpC
mCECJhGVJGVryiuZuXvEmQ9LraVbuIAHei6d7Tpan6PeJ761cLk6Go84IXXJyeVbDdnMtAeX7MEb
ctbcM2fwONslGz0aCueHGU0jidSuIYtyIoMUR+6XjnQZY7E+JfPcDskpMhI3IgF6mI1NxTa8Tegp
5VUwPp0Mdg8FbEvg7H0ba9X31ZzSk1tFw4E1BpMDJHjKRatMiNLAA1Jk+J5mVjwuTWbcKG/Lz1pD
9Oea4Blak6QNCE+hvbGW2kW/EwZuxT5oIpjbWILOQ1zi5U3EwiGvYXqbwEi3PGSJD9JFeJHWWbs1
cqHdhWL+RRin7y8Cf58tw4vcjDhwW/mxhGqThNl8uDORLsk0DOecw3qXKfw6sQHm03TmKwKC5O5T
WncrfbaeWMubM639m+BH88Gj+MZVPToq9DH6eZ98oN8hqdm0nvUxtX0tTqZnp7Ztfgsyhq0cOIn0
pX7f9Pa67cjqcfrxtY5gErOJ1iZNDulmRHjpw3ZEniPHMnATrd/rQ9FfBzXqwy5Pq2dCxwyf0hvd
02KLAkSS/iovaifxaelqtxudxXiPiR15URonJp2zpt0QssTBIlaA4iEP8jrWqcBJgAeXlimIZGGC
4xsx3KRRrY/jOOI5An6iHmHYJMgez4Zouy9Ky6oTSJQJt29Hz4Qk8e62E0mXcQUUm5KIQ1dJz8Ip
1e+8c9hycFP9W/uofS80Z93NSWZvjcQAUIR3rBXTq/Fb6+SvMKP/9vX0lijxM81gVGnchTlzAQJI
WI+DLE1Mr07M/4FMxTpoO+hDVqLBvweWXaxskv/Uvh1fNZVtJ2PDJbl7GQKWkxyslou1cxT1gQUx
Jsx/sL0hn8izJc/Ed+1BC2IX1cEcVTEJXUJ/1gbjV7XcDMk/ncOzbmSeprXRzcUJtemsWrtlzGOb
XkBd0PZA147OoIMelRRmiIqdZjSw+MqYXYxoGj3KAUnJKGU2bEby2N/RP+nbdLRfnE7oj4bZ6Du2
LWQ5Im854RuuFseKTlHWrttlKjOqXaKnlKDRI2xh+dJb6CmqxSlOmjggh5IEqSrZG+UdttfUNk2j
NRuP6SAlg5pQH438E/UsCM4t6i9MAJ7kbVXBm1PiiHIo/+k1K7caOiIoxHNbfY9a9hCtC/nFV2qx
SUtQ9SPIDPXMjCrxD1Hx3JWgvQXZc3dG3zkPywvixq0l5M4UzzTvKulzJuH2rKdGO1oWAOQlTg7O
fKHVjvfr0qYRttrf1kQa0DLenai7iOgdccuKxcekpujdpKXJUPiQd2uxE+WPa99YuDapys7QnUAg
tZUlSD32YJ7VEKSSu4VoI76zr8q+1eqLwTZVXZI07GxgPWu/1HT5FL/ltCtAnzrF0zsIqvq0ACel
e22+3knnAXqxGHsvQ/GVc8PJ/o/sLEaF307xyfaWw2kufwbckXr0sMbfWinprKL9xs2vVSK3cf0c
m+9Ke9KabG/BWAvzZrfulsvvVEd3cU0dNHz+RDv7NIUe1WE7dz8LyIWVo29ko1Kn1wVIqouDaURi
wEpkMHcBaRfTTssO5nJ0EohWs6CzfqcWt6p5rniBJCv22elB+En2HPvCbwwazR3P6R2/Hn/u351I
/lgvqQTF87zSlhFYzqWWbyrHZtzkh1wPJ+1Ihc++LMg4ZX3mfBjU7yyhCBJ5qkbg8kLw3fQUxZia
BpJ95x/OoU1JguIACGc2Bzlx/RCRn5M3oFavtdgLMAi6LTdpNG1a45AgNOK54Trx+anzZNtqV4WC
W/Mjrq+Ftu+Tn3sGPLYjb7L4AM+KTgvU2S3v7NcH6Mpk31widDqLrvZvU3te5lfMURv4jc48R07Y
QGMhfFfQ4vRhhnymtIJe+yngUUsuV1LJ01WhduxcRw+pSeEVUq387HCdCwqnzE5ttzWLLhH5SL/K
WpHwtqP5koxWtQfW/dJzPX8gHDOwV9aq/DxR4OzQnMcM1ssZJZR5dSzFKw3qlAs6dTl6iD4Xp0hv
jwnpkVqxK+xqM9GYRhwbbQtU75A7hGoXVqnMfXs+G3RDmRx87svYcv668GoFCGq0MccXIsZ9mGGv
ZSjM8jCFTZ7wm6Fk3S1xisHxaYZoK8+CGpyZ1d7q3jMCvwm1gd91jHNOmJKbE2XWX6z5RXUf2yjM
0F+uzR/AZKjIV3V91N2XWIZr8TfREgFzVZNmiCF9p44ZYrTwXj+iW0TMLx9p+5JSwTiquyie92JS
vZx8qLbGS+sSpg9az8wAdbBfUN6YqN9c6gVk9dRpr53BlKnsGHH3tX7vvKDfI/01KSsoYFVqfiYQ
hk0zVptS/JsFX192Wvm2hnTfxIA5S+RZVQGSpFwRFvnkPM4W+R3uDy16XMJXW/yg/fNi1LF3k7YG
0r7q4UBIVsahu8DE7+8iSJO2uuTsLhqDCccizwDbkq8UVZB2yuuI+oz83Y0T3XLrSi3LLjc+deTu
S0V+MLKGuPmsxxh51jOJgvcLcb7v/qbhFwpKgGbjUhqTFQympYZG5Zn2WJUVkaaJajmblD4amCbm
6M1ykWUk0SEiFdmONn36Yyt0nhiBkh1bur4cC/PdeNUI5hslTDhMEZMrp3/r09t+lNReLXQWJpYf
G69VTUM5n8jM3oMgoBbEJm1hO/nCnkXcgXc8kC5sYuqNnc9ev6tQ54d86f1Sif51Y+MDKtMqdRbL
XinfhunbUndLGWrMTjmJlu5XbV2xCHspYcC5QeyoOEgWxMoKK8qcJqq1cg1f8I3bNSVg0PKKSfFm
+3vlzJ3ab5k/29aJLWNjNR/x8IGcLLBQDaBgQHH5sGaI23eTcnbmHZ7z3uF9uA4UaZXvSv0BXuU3
Jsut/aV0T/G9RS3dlmWoZ6/d+G1XTbigsEVsgLyNiFIWIOSFlTIcSP3myCbZo/wy46vdESJa7yFm
8Pk/dc3b4hxLehj+9zHTxMMWyD+MiHH811jXe72hq+ws8VjMf7AedfeDvHZH2DiLc7lR9Z9yocvR
DZf2lLVcoZziPVnWNipFIwvX8nlwkMWuF2Fdud22jNUeqQfRXwtW8kcSMa3Avz3ZOfFrNt7U5b1E
G6L1R4VRK7bdnv4tM0eekXIiCSKUMxRMAe1U/aGgZSnk2+8JFa0pZjdEcmyN4jrhm+KLT7ZMMZ6Y
buOEcHAAHSwfNBfsMcOl9ppOtHVa3/b82yE7yQgEt2YynFcKOfhKeBi8JftVIBwcSph6pNVTYvoI
SBdLCYEVqRJ5Q1YWiGh9oB4oXGdxiajNhtAOtBz3OnKnQgwfi2Zsu3hfOu8wBWzUxba03pLoVzz0
BLuo5a77cvZtfxEN/+HIyrwZy7CHilvHeD8le0H/QUMSc7Ke7mKecXkxOFXzkjPjfkCYPyX3FBXh
RHdd7RLXGN1w9aNDx0aT8yV/cIi51AOSi1flhS8oWOZscTR8OetHbD11wylzf+lHKMZDPJ/oGdyI
/nx/06CieYn2LnO3/pA2j5EOE2/ZAS1p/Gu/dREszHqAJFP3zwUKgz7h6pGevEdYp19Zfm4QHRCI
sIpgcN4U60HXL4u2lx0brbozZ3s7cm0YzkFTYCK6rZk9CNiRab2hTUWW/rDIx2X6sjWemI8i/VQS
WuAd9PSU+jTKeWh9aP+AAE1PHT8m+7jWV4IlaxjBJjlNKa2YX4A+SjXviBwt22fVQHn5pdpHYT5G
0wstQ3W8X62tTI4lsWFriIvdM8sHF0i2ni5FdjUR2qb9Z5H2PARHy3kZrXDmFktjLCwvlv4cZ9dh
PKkxFfLIpPr3TBwIixhWh3klSLGu8oSSnvro6jSRkhW0FaPF+/i+ahd3CNjnfKv/5j6C5Ca2UHDL
/c4i3xrVyaG+2CpoSFCLQJKTyrpv9rckJ9tTJ/Y3MzeauhUt5hl0URGXs3ovDzuX9GXF9X6wHzN1
Oo36ZzxEYaG7gNQ0jMkH9hpP2JLtp9qMcBezGmI3pFaxCRjWGZtBrdkDFKFSlMxykjxQRLKxuYCd
6hEvNALUF/qxOe2yw0zKfdF9p4imy4oE9mpfar/JaG9a/S3jANDVDGdo5oFGl4zxMzRiPP0OS+Ir
6YK5d7lkXUk+CPCtxjXHr691r0Tcdc20H9wrfgpGgni70qm2MHHMdmATANuIJ10U23TqHoeYtP/V
5JSJfRl9zBaa/eklas5FZHlKS1EXiNVq/Y1d6a8JVpmvKCG7BFlnxnlQg11KxU/VS+da19XNT30T
byeTGysuN5GCTpoPfaIl2NURKApOvEF/aQue5rogiD7+Ng24quy3HStYCBT76Gi4ESmHHw4jdjc4
bc5cMvpBmiv+yQpRS0RBrw2GlMmncXynkk30FxLtUV1wYkdbWf0YMOtEp8J1/tVOIAYz1KKIEOWM
fbzdU9C8HbWftpWbyKVA8J7gM5Ry34B9qnhzNkgrO1d5V7J5X1fDHo3JHeGP/2REt/ROQ92mOOlm
mbnIkudFJ0a3lgH436nHmBzaq4Wa/q9x6N2Ur70wXvW8/VpVsSloozaNn7b8Syz7aFFxERPKURbv
k0zZ09G7wf9BMq8jdX/XRuHiTV5T9yXRtWCQ6HrXfzOCkOi5Wv7clqYwzDbax0BC7MBPnOzMdX+v
2V7YFQvxGdPAKv1sVXejPZ4G8Ty1W5EyqxBMkykbDS6YjUeVP3RPDu2XZdza+u4Zg6U5tvW20C6D
TR7w3rI1Oil8TBgBsgmvZ0YUVRoOFGhOqPp09dbL42AeJXy4SH5Kw/JmsONe2etwpA14bqa92PZ5
VLQQ1edGZZcie4KsZL55zCpIArz0vpGB3wyvs0HbxUCdanGbnR9qwf6tFGOYpUmC7ENtPKNY3aT1
DPzzyxlvRg9SOWr2vszCIafgk58NvtxaH13rb6CNGfi/kNsyeZvsiNBRTiNcSAeFpwiqgL6SE8yz
Yf1WcYNM9BmeJEXnhr6MCJes+FPns9o+WwhVq5OW8XDiIIzVB9Gg99rJe+uJc2w6dh/rNJZ/hhB+
TDuJBLZKn8UAz0QxRNNeI/GST5Y3Lg99G8HzM5a9aUi+FhJDbBB2lj4egC4624Qr19VTOb4q7ZMj
H6clHOWNDkkPEBjw/GAV/IHmKrsPnQ3GdI9dqu5rMI18YQLCgVgWr7TpXub0oVGOeAXpT38s7GMp
3jNi3del92xBVyttWwm5xFTerRqMPL48A4y1RDyZMNep2d+I+LQZdnFzzii5TGvWXG7vqvpx6ceg
3TxMtZAKREOny51A6njx24wixrjZDenrWNOfpUpo6+90+nJ7fkPkBorxXun/WjmGibH4hrqn6gEx
F8/x6gy3QaEmmMBWUaPUIF27l1WQoCtY6QASLfYLk3arfPpnouhb1JzspeGEqesA6BBt8Pi90hXi
rZzUiKrzQ+QC8SvOA05Cb82rU1EvMOXYH0F9aHFJl0Afu0NHqBefhy1ZevJ7W5a8GsTADJryF5lt
UEZ4/lvTy2P1z5FokfQ5IBr7w43xDgHJVnS/j2UVoqg42P2y6ymWUe+CJorA0Mf3BLPnuopCev3W
Iv0iSTkiDpwVzA2Nrqcp/V4BMvptZe7ahZfdXqa9U8fvw1y/m6ayc9cxcIR6qmuqUpvVAxTbiKW4
AmsGxjgfgPo/LAZE4Y6HychulBz607Rs04Zmcd2uiXwSpOqp+95RTmUeHxND2Vbw/htIjV+piO1Q
zo/xokLhw1RNurda3b7jrUldh0vc+EDywixBRQ23sdykueKR4/OUGIavSfVcGe3nnDsi0GuyBNzC
PWhcuIi9PXUwNq1iBCuJ5h450Lj7/pby1ndPwhwZkREn6+59myve4YWuU5pvtRm7gL0c1jXeIYO7
Fi4EkeGGldSgKOm80bpzVcLrVdDzg9zNUXTV05E0FrLYhrV7GNbySMuCn0PnRSolSmDMdBwfHQ7o
TbxGV6SE55mInyq23vSm34xcmn2uY/RDkKPHR9xJ1JtkLxqBWbO+vnRrF7j8GRVZ5LDEnjtnNOOW
m5bKxXVZUeZQsBO7KCvWULG0U1eXO6PjPUVLOSXCk44dwFl+tIqzy+vpLLXZq63ppaPCDjqTvuXl
Hqapajsh50dAybdpHA5mHvkUodEASasvySmsPfe9dqqZ7TrQefp8nKVGwmte1OFniCxSVZRdyn2S
qFZgwTVTWgdWpG6Rs98UiytY8Pb2y3pMCqb3HAtcL7SroY6B+L+AiTA/s/ORlXlJIndt11M41YeD
OlM4hNAWao8+2r2t177A/Wfk9/eHn52LGT3zr0tj3aTZh05bfTKcHkTNxDbq09MIiNTbzTZWwORU
kJ/Zmv0CLB5o6ldd3MeULCPPGuk6Z4b7lTXft4OYyOKKQlvb6qjNDEZIapcp4DYp7yU+FlkNqo+p
z/b5VPiuLPaqWmHuzMJ2rj6gkwtKy5OY30bZSgkjcxcb6hVJ+5Tt+PY0kxEYbeGLzWDAj59kMUn3
NXVnEbeBYC/VRXrMnYkmoTiMxpmacldBTtQGxdwc65iz3FlfTCSvY89A3JLaTykdLNh4ryR2QQNV
VR5RFu3zhQBdnHyRm7CQ0EVfr3s0QwNrHZ25wnii9g751Hyh46nYZHgQShm/tTy8VCSQiTPcKsMm
wM8sm62iZU9G/5qPbHkdZnlNYAzk4+TIaJsnq88/skUgAqRS3qp2cxlTFcFkNTSMdfhBUT5WqM1K
f4ZbirTiJCHFmp4jmemHxyPj/miH5rIgl+wSXgqt8hz0DyhXcXMjAV855aOUljLehKZlwGDBsWRy
qKJ+k0WNX9WQ2tgbqJRDC0lqfc1FROgZemsg+iZIpLPTAVgJcgyycQ7y3t7ouRHSEOHrVvXAmHnA
5MumxVDcK15MopajY2qXAr8QRksbD2RagYeZFIFCE6AyyGrPKjBl9e3BzcZNfd/ZEmqLS63bmUy9
cij/qI+gXs5Y37UJ1m1cziOb4Qos29jInR3ye5EYOz353RUnpsA/VA05yJ6OyY80+bPuOghsW9CV
+tixEHZ14WnKtOVk2Bvo6ZZO+jqiPHcqXpshOwxzpnoIZS9rElHGZpaPtYU+EfkEmyHutcys3jsc
aexr0C0GYthMU8/tCGTu8IPSycIf6WFpGcnuPdhJiDUrmDII4JVvEWAUj5IfRbNHKNnWiOzNIBxk
BJQoFgIbGf28E5pwG2A+bwwwE+yofJ8L4qZ0yqYNEi++nHvv+hoFDcFdxTqVnlAscI2s9Kn/CBup
cu3iHkocH62WF8/3fb31jKo6qQ4mY42Tpe4qZEo6Hdzix8Ba4i256SUmzL/qIJnmKlWp9CsELv6u
+60ZxBt+XmWd+EKb4yxkEK1qYADvNZpx1iAAWjwbm3gkTzSW+rEy12cjM3bIukM6V55I+rxBDp8b
PpxxFuGgBLNbg4lm0y6hSzruRYhjysdLFsDP3dSeURU60sEdSDzHzS6Vj2ZCHOpAAGrqysKBDUMk
EMiuT1uuZzLDJYPy6Bqsb1O175nYKa+kONKaiXSlbr6TOJ11O3Tnf3drzdjwq+F+6BDn0vQ9ln4v
MDvwXzVyF9KeUdiMV0Tv5vdCfBdK+y+ePQ5YrMMmsuPe7t8LNI5GkV0mALp+TuCGK0xe8TGVbYiX
H6Kn98ScX0yz3msDlrh6DHWRPWL9Bg+FpIW/36tC32um+9eKlG7eHPNNUj3VpI7emXZDdcFkeClm
t98PsOZlZF5rrfdxz/NTdiXtougMDQ4ky35fFID4vrMfmD0+JkSEXqS0t2KYZ8gh/sFKh15y3/Im
Oq0DFrWpR0+ZxM9uNZ/7YsA9iOrfaoi+HZa7+2isQyBmaI0UqyAds2kGxcDlYGJORHF9J1QUYgRw
Oc5TTeXr8qFn1Fg7I2oesheYtlVMCmkxMEL36oGmD6iAqCGNwULILeFZg6SfKQNDshaxpOruuruL
Nhe7O9MpHRJrdLSHZdhBtP04s7G10uw0gzLiPAmaWLyp8bgdImk+TFMNfOiQblG77DSOb0MtR4LK
n5GsTLt1/Pi+OpYLuzy+VJV1QsjuoS0iNnDtZDTpX204v66zniXZnw11dqbZMRdWh0nmAZWgJIIl
BysudncZDDOvvzhI0e4gEJiSAIjRdAlmMq8bw4ppGAWArxVubAcgF4Ayvl+Giq7ji0dlJhdUR7Ri
t3nCKEefXiaI0CjbOEDbsJ11KrobGiNh77djAf3a4SWvZlnvzcT0dMIU2tli6DaBV0hLWA0w8X4M
7aJCXTmgNc8qswwGsmEelQVrfoaV7qFuBDmjhDWzJqk3lxe0KUpJYa1zp4lG/aY5deNsKSntwzJN
sHRSy/uddc4/Varug2q1cBAa4WSvqwGNpVunrsts+VIj/3gjRacIJ6xb/mQNaKIFMiGDvNNdZFND
s2nrnG57o7jUAv0XAiJyaMMoiauTORASiIVBYdux3ofRbI+UxnyveTeE+AtT/OKVoCNJ5pQSJtGF
8Gs8nvGa8EwbiY4SDyBPJ6hCdV6bRurv2hI7V91cytwbZqmHJpi2pzjUpWoViEM+Rtlh1K1D4xKG
YUq81Ks+af9XW+4wuJTnliyQsFuhKHX8lzv42D5ocxvpUodabxbYinv8kGiIKmzwVt6dS/2XNH70
tRn1MIZj61/0hSLXGhHDx00P15fF0aFLWerLfJjxo7o61BNG6kckacmexl9kS3qUtqCxbfZcl8B0
Ak944qcu0DHdBcS66Fh0bhkBHA7pJfF0nZrU/halRUjJMoB4OlTM5iNFx5plRpQQdQoC7Gl5gvvf
xjE9mfZiE+7Q0VLUU1ICIDVO5bejreuWbPLSVwuCO3AkfQ2zMsWoozpwnZGYAeyTflZYiN6ZpjpO
ziW52Wtf/+Vrz3qb1hULqKkLF/W1TcQIdmF9ec5RSwTToD6V8/TTqDI7VJZ2Lq0iCk1nhCMnc+SN
iBuu2t7BY2yRrXJ108YOLa13t6uctHf4Z/cZWfL8SvILkfbUWPA+LONRdnLcxnQaHVVXDC99p8MC
u+W6Z4XEy4Mw68ZjYl4r8geCWtXbHxWRZNiu87irYE3JShQpr0kWwezI2GA6nwzlxxZVsddyjLhD
ykqBleD/J74iiYITLc9aPMutyv+vmb5zlRQUdya62FiMp9Rp9dCakJAwtjS5ckCuooJLd2DVVlxy
PmngwUCBxX8kncdu5UgWRL+IAE0ySW6f4bOyJVe1ISSVit4mM2m+fs7r2Qwag0Z3tUQmb8aNOPFG
dvZm+FwbP47yOr9ijHF3NPfoc0cYlVGsGeeTcWt8H1LrVzMb0hhRiPxnR+0rbYRMpsbieC6Js9ib
qhDDQRRk3nEvKoEnxB8P7W3D001R8BXlQ7W/hb6gAJieMGIJEFUqJrKq82c0jJRhOs/CrUNZKlot
J08DyuoX/wpOJpfld2vX+t7VdsrZOd/W0DIlWYemcFAm/4FIneNpnlCEmjIioNCz+sr6mr9aOwog
q5Y/jeOpECgsbadVvfC1VTAelgynbYgSWhR6ebCoN8vRzs86nx5yh3I5kQPhLgKGiiDqjl1bfnvJ
+lKXM9mVO5PLxzCDDEcaExBHNC94/fDWHNOh5RR3u18FIxRlRRmnKC3q04Of+M1TOXsh3yIqE7iM
iuRE1emNJuH4r9asETQpII39hJ90mUTkQZRcHsegprerNSFGXdSF3ezSNBxxe9WMvh/l4rRkLF1z
ml6BB2Qm5o8+nHK19rz5SK8Mg7rd1ZR/UStbpX+9KP3DaLLeOXPTflRoQmJ5TasOrTvZZOA0EnAG
pMvTLWlTzrY6Sf4Ndl892zpMfsZFOin78CQ/BUn4kPD5+zVNYrgIC2NhbdEhBvUt4ii5nRfV6uxn
P9+q5LB4TLMiJHxaDcqcfOGw1E+pFt8x8BT+1s6myAHCrKXeq6ECY0DOtTt6hIi2AHJRV5d0YTlS
9PZA+BaVtZhd3I5oVjTupVnMrzU9WZSMUxXFN9krHB7A1XL8ywTNAd8Tl4RrNXzUw0dMaGQ3JQ1Z
X4F/2GU0W8OE3ayBxmxJ2r3K0WJelv36Ya1susVkeTwT/p9l5mkZ3XxvICjhhuW+AsEZD0lm4WQf
ULc6T/2ZbkCSWrZq2w8iOShrEOg+RR/rRYEN6cOEaWNyaqZujFdj7hBZqSumOoITzOdk+kCO23Cs
skQSw8Xyw5tvlzG+WN4hXZMgYs29Gdyc7xCNuLihKXyGPI9B88ZaSq3gcyXusKtsTQd4SQ0HA1yE
QJWQA9Fj1Wy7fIFOdDMGJhF4Fdx2/VZlQ4pvQT6lxEXSbdZhl9DDmGzQtYqWYqokGXZm7e66afyx
4fWaZ8lAhgMhKR6HyatOahDsiEgoCUR0mtNyNYORt6LkNbXc6V/NpxwMmOd+0Wb4Fxkr2ndTzfWK
ab/cRgmbvyg1ZxN84eLFX1D3bgfzwLUw2QIo5otevze97z6RbtAfQIBI3t4s81Po/hnHtvD2eTU5
DH4jNLIU0tmJpcF4ClccNwJ062N/8z8WLiJVwN1mH4xlHVcpX2FSWYSUhYoe+8rFy6icS1XO6oGM
QIfLMu8RbaRFwqarPsK1+k6tsPvk5qpxJ6Vlx/vPZGIGSmS3LAfI8IdFVt4BKhjYynYhWXpVPnSr
/Jfo/Dbb+vM3Nt+/3YINau6Dh0ha812SJaR56SPtt4Hdm3EP5U6ksBmk4gEhY4VMhbA/z/K2MY8s
++i1hfOZzAltiDIFK71E9SMBSv9aa+ANmymaMnagBJvfauywe/L+aAc0GFt3boYFMpyozR79gBUx
WYltYcMruLZSFtFTnkbsqwXlh0sqEfkt9iQSLks6R7/7EecmoAoZ+37+kKJs99rZpu5HMnKVQGhJ
2oz1AFWkP5RiPg/+9NwLjUDYmUdvsq7NUPZvSeIX2B56RAFtvBcP8zVbEGX+1q6y2RuL12mkuLoJ
6je6B7I7kaX61ecOwj1+Rqz1CKhTMv20dO0zwaqXKiQ9JQhM8h3nON2sff8+FrO8rwumPyEtSEY5
UJ1StNPv3sOg+k0Y52UlH1g/2F311qe3kNgSsNJqJsuhSoTB6EZJqre9XlkOhHwyQtSJTW3Gf1VT
/9iiaBCksAhJnzV0D4OKF6ZItdl2ngWHweYxTQ5OTv0tJbACNz8dT5tpJDttmEm3fW81B5nrP66p
IZurMrxbxvRWtBBhYBAF4LYhQzxcuCFtAXVBTVOee9Rei3c/N1Hr7Oai9hz2rMIBqF+of9SD1/uq
ZLqpVrzX1Rp856hxcdPmv7uuIU6ycPnpKmvdFDBatnoJegSElX1HCPJi3yxZ/d3Vdv0JIu3m5y5R
JvdiYGsWpAEefCk6Dm53YQPp6aB7dtzC4WZvZ/0KX614QdLg1slnDEuCos02bzPTH60p8pdYD6Wg
+TOcnRPliBNvf+LgNxyWBKBOilf8jfuHPA1dB1xidHAPyqkMYx/COOKEbUN4pAz30Ukn/V3xapd7
K7Tep0V+1SXbXrhxTQxrG1pUYPwf41W63Tbu9DAZZd74p2CAlgqPVJ7dSALwV7kiqhdWuC82Acld
lVgBcSR3jPuKVT5jd0bCwX7zMopKjphHBN2f4Y8J+Upw2Qn2pub2HPfwmE6evxL/rcKlflAL+lsf
RIq/yef25LEbp9yluMtK9bQOhPsY5lwms7IXTzX8QFaui82ulOFpUzaa9D9pDFZQ/E5oaax3uRoD
NJT+dZFT+GRRThKbzNSXRGp3z2TTo3UClg99EPqbQGQRhbLR8FPeuGxYT5gYTWA9apBSf2FjzddR
CHPxXDWc0jlMdkg/yJTRGBylWMXOqu2Ru4itr7xi7bYSPGtgsaajxJh0ZyLZn/IwD0/VQOlqKAqi
q9PYIps5gkXH3DwME0dLbRDYkCq9m2hM4GgASYKcZ2HzvB0ciUnNB0QbuS0D7d+3jdv/Lm2lzv0Q
lU9qLpI71zPFux3QXetOlt5OZb7EZinZO4G0OgfsM5gOtcjInwzLWfj2N2XNGHe8cGO3sNXrIrJO
hrD5UaSu3vuoY9si8LojEgmGBdfmOA/5oyWZ556nJpef2u6d7eLn084FdLCzreK1/L+1C4sgIQai
e/Rh6P2cW2hskZPEjnF+Vj1+yIXIvV3Yy58Q6ebizWS32cS3Z/j35a/VxlNnV/N8xdAtxy3JFPbO
qn5Z/RwAjESjFBY2MksWX50YGJOYvDYqGsW/YPR5J5mltzSaL89EuNztzKJqQ87M2bDMR2Otz3m0
3BhCVredy/zmWDcVh/86ZXuF/x/WD/PZmJAcUmnnxOEc0Q9qs1rVaumgI6Bh+fhaan/c8/ZD+0i6
4DIEjvtvcok3q1lzORpza41zhvC/JUCmxyWycaxlPXcA2D1XPTuPFDP/ACtTmyEb2VAx6EZMDqUE
tWaaJJ6DVLCG6K1fXVD6u1LOpGUSr6GODDvDSxkNyYfUXfbGxBF9qFasyLZm5Z0j0xz7ixNk/GBM
8DbUoji0BGwI/pEsRhjq2/esHxWbu7LcKtClsTaO/CftRx+b40q29LmvAEjGdcq2sItSmJvQqM5t
h5RrBcNEBpMJHMJa9SGmHmxES5YCvXHJ3yn0WbiUkI2k7VnTUb8i6/igXC/SahBXMuxOzODcvRFQ
zo3V/Aa4V+6oz32plPXuRNSv4LE2V+BVwyuWaHXPZtojjZgiZTllcokI95Eh7NNvtBwq6m0iK2GX
DPS4dOldXdvhS18pbG7VhNayDv6VJ62Db+H9VP3gEybQ9TGrxepefDdtx79zYMl83xahuuogdVDc
3fwyYOI6gwSZDrWRE76mArzNSKQ0qGioHYoFzcleXMPwS6Ip2Ubcub1jA2WXtHdd4uhAaTFVPNSc
t3tfzOF9qooJcdrxLr0gALnUyXJc8cb/EmxNseCrKmYmpdKFAMLVKVcWm4Vsd25kObQhRNBPqzzb
V2tn7dYgmAI0Jhv7+7B03iYIJZim0vax3C7h+5ijxpeul5a7xlvfvNVjiQREykMyTVK8nwuWpC7p
yuPoOJ9lxodq6Ra2D6pfVpafRTd8rGWuMda7LfaBes4oDu00DKfA8R5DZzAI7664z6gSfkpsYEyz
wSYza/Zx0L3WfZ2p4VBM6e3fEL0GYzV+uQ6am1IEBFx8ZzuWBvV21CLa12tZ/aVqd7iWXZHAkUuq
SW6Vxy5wCKTzsIouJNo9+HE3FuG+4h53rrtsZPvHUkrJhkkhc/x7+nSip972NbP9CBPfQrObMOwt
ORzUea3WV5C87XFtJ+fR8Sy5jcJifCSp3cSdu8IwUg4VktxKt50UyVdlmD7QKpkdVs8+kITFwKE4
7fMiB7/V4JlLgBkeqrB1IKGjrpMgx7NF1R6VPj4DnJo+p0J1D0VT+99QBIC4+cj5NZzHlT8y2751
7q1DpnhXJePDjhS/2cnZqe/WbsG84JU8TiANabI28GVKoPZxszg5UfY02Y2BTF+9go0c3w/Le7MH
qybGPlpX2loZ8/lKHJDt2sOs7DrO58Z55C24baBQNusMVRQKGm0Fpo6gB+k/uk/CjUUI7YCkW+0d
O8/e52Cxz7Wth5da84TguqixWEoati2LPWklbAsHZ9bBQIWFHMI4ATTLUqxshj9Olvd/pwVYEHq8
ptmdirs+rbv7xszftpTpPVNFzXOFqzkaqKif5NocI9lNj2vXyAu5YMB5rCF3cvThzHhpQ5CQrJwJ
OeG7gZ1Ha3rqn1P2c1GO+JWPFEFXrSKn0wMCxta3TniSASkDKaYIuSHnA9chThUvm4Nsf9upM2KW
6e0B5gxbFkSNkbjN+lGmWryqjMFtyohoNGaUAB/DKK58UR9tFKxNkS/vMN3QxLkhA+aQNgIGDSq7
QLjd6zyXfKQYW1gIgYEhTj8fBPDEfxlWsk3VTsnRromR+jU+PAPkg0UA9xsnB6ovZDkhgEd5zHbM
O2jOthsbqX24nVubgPjlpuHLu28oUyCF3IKr0sOfxcadm/vJfSIJtSdLU+wGYFO4V7J/OaPrRjrz
x2IwGA9D4h2zqXplahq3oW39qjwGuE09if5dywrbjzM5V10OP4IeDogJhO3vApe0bLhY9b3rkQcd
6RV9CODYf/RdhVItPIxyncO6K8t/6jVkSUyR3FtHJnLnUpJxAidlndJEKGLLGZsgW0DRC4L6DLwP
I0m2pu7tE8e3yp9D+4urLLKSZ+FWmUfP3Vs8H9tMMsD1wpGHsOVCPHmOeUuLJrkPlR6ubd6YPRck
nH1Tnf9iuUGOfMAhnMMtzjYr+ajNOuRfUZ23F9MO1QVrBn90OEoT2Bqs0q0enWtVdugt4QhGykth
GTIdiOoXFDLvqNfGeWIbhMdbNTjSDGEFXDu330PqFAwi6+grdNfe++NPdnPPMwd4Ict+IGlgXsu9
9iFIPOwReUuZXZ6P3k55aKgoH9D2xpqvZWe5m1A0TOowpZOw9vYzaeyD6WmYSvuBXWvQIrC7Tb/l
t0uZmFYefEbXvaw2Lhsvw3+MhxM72NgSu8CitJkhaR3cdXyu0FSQSOpfsxaPlU67vd2m0wHYp/0Z
3Ezl7S1iyNvDCCn8AZOub99JY3051TTEuRJzvzGiG/ZF4ZhzVAYTnPzik7R1suXbi5vXDQn0pr0d
R1G/XLJVIDMYwEXw5kzca9fm9gUdN9DZJ4ibOk6xWAA8K+dr27RcNMYIU5PFVWCXiY653sZNEUm3
PuSrCvbpUg1jjDWNBfUazVtPWlwiXTxc4TCzzpzHS0RYdrmGSwPVKxFRdjv6y8cM3f8r9ddXlCuC
YGpy5aVrW5cavWqEcc4KFYM/mzd1dMdx+HHUmD3lMgwfkww38UDd0gOdaTc+VTJwTlZlgVxeLG2L
dR3fLgkkkjXZzVw+4vf4y+bYv0+aOXtwQrKBDcIySBN4XG5X/dgZW1ZUbMJ97LZZk6fkLetVvPVU
vx0z+CUHMrJE/GVqQx+h7nbqQKLK9DbfMaQfLJdEkHLQcPHPyp3w0s+JO/tRmG56ymAl7YqBbISl
+3w7cSpvyzmSF9PQGRXMzXtK8WycRiR+y6WdSAtl4X50Fu9laKk8HyfmKscaq9hdppsdk19rLdrf
RRpiDA4tnmfDK+U56i+3Wxarq0uuplhJmsIr+eWaMeLdtm/BBLz4vB9AiyZlyHEw9vgCFblKgJ7W
ozcC9vBVdPIR13GO1gFgp5QFyYtHQN7s1ZovH2Q71DZSJJ7zJjKbRN7A5c7CdWYI8VV4HUPOVJWM
jeNUnCNvXrai0b+aHgFKV7a1CSaLbTDQqKMbmPA6CXIBG9H27OP6VvHQFKk7s+QebLlc6twFHWvm
4iXp6r8cwADNG3lbDbXFs16S+Zdf65ZTqSDIGQa4xGXmfizQ165iXkpmfPw+EYO7QS/PX5u+ANa/
4udIgjmLMxtVX8jExuexeu0BPwJDfhj9pEH9OXLb5Ifi5IeV+oRLN/dUGk4Bc143LDwfIPD49OUY
BBAe7dcUKgX2NWy+Nuxs0jZruvNmllCbgmXDLu3XHHHZ8kZU1b52trbHj2xcA/cXEU/n2asLzB8e
/5wi/4N2EHGrrs2umhImgpkEEEpRclyJFeD7xUU3dyh4VsLiozCsde2EA7vKrWOth+xPZUnWB6hl
R9eah3NUBe0OzwVe6gaw47mqnZHPqjXO/GoYaaksKK+UeuJSMcqP+SFl8eJHP9ThYgbv0+hSeQN3
bt4ZIOLdyhU8t1Byo4qKgCEBD54mRFaRtM1yqUwPUj9v04PDHSxeFoN8Oac3IAi8CVbKRQ+eO1V7
4an2UISF/2vyZPVryVPICkFX3IAV3sZXRC7TiZWPZkIJ3EDF2eD+NvTmPSywZSFpO2SPE8F3yxPx
JE6J+wMp1OxsoyXoPZk6v9I5U29OWOLKJNSDiK5GJCTFf5WysEHYox7Og7CKFxEyI7ujJ1FMtN4P
DRazNq/G3zNYyed2TMF38v3+DHOiq6XhlggwHCDphEOgFMqFrbuAtw6x+jVGegeWAgzGAyRJED8z
S8BifoIe7Zwt6Y+fSe/7N77YPDwaBzCIFZZq61TdX1QG78doh+OcNdxeugXX5xCGw2qVWDjID5CG
EXKT9NyTHZ3Vn7Iqvb2e5vGj0VwqoJEwY0/ht+PxxdBZ4sWMELhcQn9Aq1ezfsr6IL+0GtXUwa42
e+YWa/GmjFPHKX+HLPW5u+NXGJfeeuyzsH6oQtk/uQhaKKoowp4jSPnIFSfmvEgM8mVOCQPwfKIg
U9DEoZcbEHajptViCnaZ7a73kc8oQWIQvYe9Cram/Qx0Zt8XXb7TFE1UxfyDw7w5htYYxMSKlwMU
wuFoeuoEbBxan5U7TSvma6GOLSfGTqyK81TM5XUhnYwd1qGYtwBNn/R0cFUVWqaHw+POXRjH84kU
DnwqTr/W+WH0YUjzq9tneBjOymKgWKma28OMpE1TUdb4nIT4b+GsZY8OgXOw/DDbTtorwoMOppog
u+wPSb+OkDiC5XOgGCImLs95ARSQ4584K9uC8Y1SCUBaopZsA275EsaDo8O+6WUesY/bk73ezf1I
WSjtqAfArzCBbT6/k+Na924oTMzVyz1Ow5h9NZ1jnbykKLdrO38ZnxK+sa3zfw3QPTyPs4qdYuri
iTLa2EfsgmaVerGzYthlU8ydkS6AWNDJgTMVX1rWOkocqgW5scjdwwyZe7N45LRN6rP9KZJxv3oq
wGNKaUY7GvkxdBNS3e2wXcj1nYxnJUSR0cA3+Tz8KS0R/hHLwEqxlV17AgA87KTr8/sAIpCmv2uN
+xDnXLNnDZEcg4LcTUJ3yr6hXRlQRGAdyywt9nmqLQ7XtNl7C9bk3g3/jQgn2/IGAkPogd2TlQBN
HGA649qjGQLe4C+RFlh5Kus5tVtxuXUBP8/Qq0AuACUhfIJXQfvOKSlZ5E3SDZ+80dC3E8rfTBbu
lSoA6yLhCjKkQJjaepCVd4SFf1jT3SxUMgi2uR1AXlItxR1lqQFAllFxqnwc3BUENRlBYkYBALVe
fQSNBYexTTqqv0jfZNHqXKyy6959DXNGEjrbax6nB48R6FxAA9gOEldKVRTpXcBa6jrx6PORGie8
DyQCmnLd1aaFG5j5X+yHvEfi598Y/pDmKDs+mEmOuz715CHi+nemgMK5hO6iYr6/3aFaOfyKoYnI
fNYTsCiRx3mpot+s5OYN90h709dYfyNJZ0WzFGqbD0gmPIBb2GXoJTV+yg50yIYVTPGF+AoQiSDA
HSMiz6Nnkzyj+3o7ty2+S8sg7IeNuE1ywQuIANIRQIMAz4E/JNiS3YLpS3bI5ESzY9G020Ja33zk
cwFcjINpKlYRF0mQXnG64gVckUkt2mR3g9OK2LXrd7SudN+jKW4X41oMnFZ+QcTL9osVMDDVnf1v
zaLXgdjLq6wsXqmk8aOnQM/2HfniIY6qnJmKuBuBeo+OXsDFEC3w9FFFFu6GFWNNVs/+MXWxl6Qg
FQYgHwGL2Hu2kOG7k8KO5lZiLq7N07G2a7fLihWmV0ZisLHTZ5Akx5UOPVJbPfs6GkOZwZYK8YsM
o2s11aGsSVczGqDhKcveqwoicBbY07a1G/uE1gueosq7ix1wDm2jW9+ONy3Bg2XjChpRhMCAEeIp
2+BQd936oFaZPDuVsq+wt9dt7iAPRDJvjxGbjCNWWwgHDuNMXLvAAua8eVMN+3IO3OzkwVAMMPkv
DM0dVMvNHI7BbqKdZu81ff4umoUOEHRCPJtI+efQ8r13LE5+rG5ThTGmO4wu+jNKmLisRMmPBTCu
uJ7x0ea5AbwxYR4GW9C+lXnQPFs+mVuuzAueLfTvsupeomV2Y04JQHAsYI5jaQdPVWa1MXaO4A1T
J0SPKmQhhUOBjWfrEF1lTzNXGrJ8q3VslyA9NjPr0l14Ww7JNfJWQK4l9uXG6bF6qAjZORz5NmAm
vZUa2tarKGuoFVU2vFr1DB6LVeE9rGh+xGNXP4Fxh84hQEiqtVO7xJ86WOA2Cnw5VNek6taXlgHs
Sin14wS1Ylc0+odDhStylGrmQfDwCZ0mkEWYcn3sPhvJoEhXBkIzADY0CTozxsqcOjCB16RGtRl6
NEl+mJiOZ8/BSTzaB+jaH1nIZ2HT6AzYMR6wpDKdvQv88h/Qz5bHFUQBQdEehxIGXvgcztOcTp8E
S/4oOBenac2WtxG5fMda1sRLCr0ub8aIiSCTdyzW2oNKDFcTktJAFWjKSek/+s+URUIaKFuEZrGF
LhNtypLdYt3Jdusp2cMZ5hM00O3+Tbd2fe3DnBWiYZ617TW7407XczvB9/bchWV9CE0kdsmCPHTz
5BD2NdRsVXX1gN1v2k6cbUzMWH9MG87wOdEyVZNjCW+T4Dq7HYHZ8rr2T8oGfgLK3/7td9r/yt0b
SCsgGyShr2wLmKd3TjIFW6nLJW7WRMahHQ3vxaTQEwKux1Q226gz2XzFce58cwIQOi2qgPqZkhoO
7gZ3IBz5mLqpIqrDKrpqovqKf7RmsmqZPvrO+h5uzuG2B6PTYPI70N4dXFj2lXt39tR3kunsr9XC
oizKJI+dPjcUNN6Ql6XBEY35Day1h5xlOv2W4/F6txna8OESNg0MitUmSugiKjqdvbIXThjLq/J5
olnkKQJJj9N+GUFXTVSM+T0rA4H1hv8p3qbAE0cfh8Sp1+iV2xKxBid8VWGHzeHlX/uy6ZFM+vrE
abW+ul5nnV1W+Ieq1xwxDCuOZnLCHMPtsAjI3SX2J8Cad2WnTxqUO0h/9KUqeu2m1zZA13MQcR76
OQgvKX5zfBoY6ljAZjwubftdOHO1L9OypTM5uAXIaQB8jtbWPrm1pkcBrfbguWX+4t4SYXbgZFf0
svKn9thH2xjJ7u0Wr+ng6HkfjXN14a7RPq5zLWKLFrQYSgvdBLJ8yy2vb7fqWLTUusCLi5BpQ9R1
ilF2fgpB+ViHew+/ozhl9R3xVbgkOmEh0o0uEY8CHSIE+3MjpIxvublRNkIYp8NU4y7B6skWADvf
7OXr1g2Gds9pku9HmiL4V1B0MXFv3S3Ub/I8eANW+zZZv5O2EjwBN29Hk/fnVKUFTlcLQrvN/wch
WTz56+qxn53bXSTG6BB6/LrkAJDATgB8Aft5Q162P+k08o+yaJ/tXvUxcu//PXRktekd3zhzRMVR
Of8Op7C7I+aUffN1m+9whWDcgQpKeNQnUaUpCgD0pOtHNOHl3bScByxi2+NUBa99Pw+bIeAfYpzk
21sdt6fvhusd3Gl8BGJ5X7iGb7x6zQ8w+8IbvI0Mnefedjwjjwwv26XQ/Cxgw9O8QhhFcykREA1v
VStIUd0lxVO/ySVzVjRmew2euCE/O7m3dpgR4m8UZdN2DB5NmfWvrQDMc2szSi/RXIozrr5uJ5eF
DajtLXd9UYd8wMfw3mnQyij3qw6pjnhqTBBhDWIPz1qQ4o0lGq49yvMjS40cOGzzhbcn3QOOTh9l
1jvH2YCSK1gk4i9y63OYpmRwa7c9GA/QXKKH9GHu5Td4+ubstIaArzeFUPaTdbNwdbunYYrzGU85
ZwY3dmduk2cp8UqmQYey0kB2LNloooUMbI+49zzOARmD3EF/8CZwRGPRhfeDUXxHI3Gb08h+FLNd
ohzyq1tsQkxlSZ0CT7y1pz8yP+YhFiuub+6N99wcNe8ksFsOrGmMaDDNSaPAz1DP/hJSPsVX885K
qV/C1GgRxwGZycU155Madl/pbYJu+t78hK7R37XUaVzR+AVnDiJLZiXmgIDZ/LLNklINI0YWXJBn
iwKrTuDZC5I1FMIEs8llDMhdUy9Kt4QLYEAs/Ee6w3hRAXkBPxLLmwp6F4ExEWdsOeTDpfM7hClR
FEhOsA9HH5IbreMgNaODj3XiHphXTjALTwf1dtOOHi+NC6NDTqvwE1skqp2EkFlYdZQrNMkMAQqS
zxhVNp2Jjjh3uPJj6Zno1Ndrd7AczDR6tYYjbx9TtUJsH4sg36VuHV4qnLE7xjuOpFF/dNgLjwoD
zXMfropniyJFSApFjB49nQB+8s4Girl9scPXxLGfg8qfdkW7iOsa+B+u8cHJV3xex4YlBc7L8FkT
qruWIx+9duT56H0c2pWlsyPblQJwA20ZS0RZ9tBjx2K5ykuCasrwZXkAbNk73f1nbp5KjwQOwG3u
NqSy1aIWDn3VXpyItICnyYzyhmo21E1zhK5l4/7WBWtRv/9kcGXcwZUKE6asNOegsMcTtC0eXBhB
FtYl7rD1lxCDDTkw649+YeV3PFfeiY62FZjUGhAmzBT1fG3zl1mIlGwwdr8pRSI9bCwdbBxuqFgX
XeImA1YQdD1u6YHncGBiOZrLgUxSSXjGwoP+7PFycQ46YidXkitGDESt8kS9D8OgnmxFt2Pah+Uh
XWaqzDPh73DqfmICYC0IdPPa8vHZyzGFut6xcBaktLf4e4JjVQAT8HTEib+4f/Qc9FfFFp+gESsg
5WBhrrB2bwzNRbvJmT5nU9oHEvdhHNZC/9BaJM9OVLA9iuxvcH11PMBdfY6m6DMLQsxtAwoCC7S/
GH2dPdsbLqp5RWG2Be0t7CZsIUJTpWUk2p/dHnzBqOaQBQdW4ydxsJAKFDR47URqkZ2PaOVqZ7fl
je+8+qgtL310/bF+FtwbcY+PM8I9EvWZh+q7H9lTdHXLBSLM+Bolxt5Pro21VDn2JgisZjcT5KWp
pAFVyBy3nVeCmTgD271O+fyNCRsnCvoyInL5fJitzCUIhCCDmrOMVGbBQ4z8YDwXdF7s+FVwFc/s
ZR9WzT+XBsUdnKfqa1wQuv1AW589RV+IDd5IClE890yY9yzY4FDZyfyHse83bjOJ6EoshhrUeTdo
hKPJYFMoivYv/3G80u1M1ONWONIWbKPCLlPnuRJio4Z+eMo4do5ZBy8T3x8bCvaqbkOMHTcOzSos
MlwicaVf3PvURO+cmhCtyLlBBXOkieonS3JyaTdhyAoW7MV82OwV/Iym9gPTFM4mFQzrOYoMtOMs
LN/HBOU6dFk6qJJPg29P/AxRwrZja1lob8MAKX9QWHSm39RNIi2XVQBgxIbjT5JkntsjaxprW5ZE
II3jLXs81Xw1bcIU9kTn0NqQnoyofNqNZvQObqlIqA8L7QjsGi/kTx6KsgxfcQQV277pgwM2F/BO
kD22yP0Z+QHN9x/DPaEZG+NxYKmrP8qepQNeG9YEgouGXrp0H5rgXxppk7Ihnefbdd8CZUViihSN
v2unRSD+JliWYeIa9qly0WeJYT1lCizSEgt/Xw70zNKIwVg3Kucd59F7f6U5UrP0p8hHAQfHthD5
hlWrD43Ruil+eaTK35PGo+VKC9o5KEO8a6l/Vl2KooJh46+cZv0vlfALBaBfq+p+QoTZAzYcirGX
cLn96ep/yqnFzngs8zOXtxtQBEzBG8LU5gDe5iEI7zqD+2O/9DA0N+3AhjKsxLTrpV0eBmy5J8Fk
RUEio9tG8bkl9xaUx4G6J+imQM7ykNyKjlzowKUcriyx1jdJMcIv/l6aC8bM2tc6t/ZCZwtRPrxI
OBLtv5bGiYkg1/8tpZdzUyhd7qg9Pxrvxj8QhiS/9EK+843nXwKJhU+RYTlxKzXkDAp1wsMBx4rg
ytllZQczxAsAhBT+2XXKnEbQOfZ6osgd21GA9cZY7hsrbKKRwkWUlMH/SDuT3bixpVu/ysU/vgTY
N4M7yVaSZSlT6Ub2hLDLZfZ9z6e/H10/zsncIkjY5cnBgVCM3F3s2BGx1jIfdJeIkhsCXJOiefs8
Gcr30Icb+3JMCggi0AewygBYG24u6TWYgQw+4pYEknk28X+QoKYDLQi2etlAXWMatHJ6hnS0lTY4
0j1DEQGoO8Uerf1S6XrzQYWmC25VMkvnQqO/DJ1jYzvmLpTLGtuvDOByQWXyk00h/GC5zw6ABsK6
SZJEHulyLSQ6aAzen48kB2EgBh1G4+dUKU0b/atHePBapBTExjaWHzs/NU5+QjJWou/+Rc5zQGq9
44Cwp6uVfsiSfLxBTZe6N9ArGr8tQ1HemR2ISVjKv4zN1DGpwkorB6DJeT82+7oOvujchJu4JVFB
Wl0/st9JxumdDhEN7WoBPOBH+OxokJChZJvYWSWJsCOUHUqtCrAjwjfnvYEECe0wffmJF7BybIGG
A4a2XfehUBSOStgSCCthf6dyZ9EMK/VPFplt+a4vaENGaSyy8nPWg+J16aDCBZEfU9XS3thxzHnL
bZYtQbgncAwY8I00+UxL+SerNvEybYKicYCQsOnQHwBlL81OPHoruGTNaDcmA4xiyBBvnAJg7ODj
wKUemrKaH7oNC8l4GemJoiUvKD8jDaMe7TzuLpFvmFwkbLtKpYZK8WykjAyTjB2o+jtVpaGd61qh
UUVrqKaSxdJ1q4DtLc2OY63ZSGLWCGzalAY8l2apZcHxWYF2zbZ18Ka6xb//+T/5X99eAiLb//c/
yv+l0w3R5ADWYsjRoCk0P//u5w1N1RzV0Cj8GKos6Jk3uqfz0B6yMyjoD96YbzNl+Lps4o0CPD9d
th1dt1VSx7RN3Y4gl2OV0lAmQbT1LRp2SHtTDYqGd//OinprRS+MMZogVufOsS+cmOxi+uRbaWmT
HomqtcOyubllYUGgE1ZtR9N17dZcJPP21gKrOHMHcJsO7ooA/Nr3p79fLTtA/kQpZKc4F18pmiC0
8+9+/iQ+f/X5nNQhMGl+vj7srfiYubvl7yvT+EX1+uv5mTbFlQHAvhYoMLeAAvdkf3KUs9dCMEY7
H4jSLRxjsFZUdNN+HqWXZctrEyecl5qGRzy8XpwlA4rWXd6sjGzt+/btwPI86XxTNlgY2h7Bffv/
cuGd2+8PcI1I8sjKpCPQ7BeSHv9qfgz59vuWQ2yS1Xzfo/Cr6EBpj8sGpq3zduUtxLPgtVDINN4a
qKgC540Jlty2LwUdgLBxVX8tm5jWcMGEIoyB7DfCUJkHV5Le72mH2DQN0Y39WaL3MOUxsWxtZUCK
4L9suoRojecogluhSb2r7kt9ZVOtmVBv5yzTYkcbptNOb0MKapv+t3HFxPy+/c+y/DqwVwcSPitP
oWevONPAmLUbCgXLs7T2/envV993oRZP6TIqzh0xJoDyy/Ln12Zo+vvV5xWJ10s0suTwDQUNBUI6
1v7lCASXhYRgbAaxXZxLoj2808oCTP/5m01r64blEHjZhi58PucSpvJYlec+gamfIDkMty3PCHc4
L0/V7EpcGRI8oF1JCe10ZXl2qKChPQ/F0rKB2bWwUQ2ne14n7hfuvsSibqpUITTfE/0wsbxZPCfW
+39nRNhPSEf2pomu99kMYMsdDVDGFnW59GHZzKwrcXTbpntc1UxDONxNMrZoImp4qyPdgzR/n7QB
hsvTspXZtXdsLChQdMiKsCRGW0k2wkJct5Drue80BCl35uuyjbll11RVs3SHx6/hCDYQNKtrV2vL
swT5nn3IQSH+OwPCzWdS/ixHEwNOtW2Kr0FRrhiYmyVdVnRZ1VSFIYgjgNOXGRzzc/KtQtqvP5K0
zbPH5VHMbV5dsQ1bVUC+2OI0uXHtQhNb52ezeZTi1758qpWVUHSaCPGk66qhA43WbMXUBF9lO7Ht
tUlEQ0SPsoNTPEqy/WTANR153gNIihERrD5dmby55b82KrgXksRtQU4tJzX110Z1vi/P2uzSXA1J
WJqBOleXtHF+Jr9tevduQKJsVzfPf2BFJ2ygmEPVzhIcS+rZIZGpV5xJHAXPtv+XHr2O6spNMjtR
JjUaB2FwzbSFE6/KJLpzesXPZvQAlt5cWfzZ/XX1efX2ohrtqh3AIrL4FMVD9cxlBYfS8jzNbjDT
NKddzJtdF0KsMcmzUNX7/OxR7utHNIoUiBCnGnJETu3O0P5oyv5jT4wZ6QI14yHCXkxYkoyXgfaH
5RH9CtnenBmHVbdMffKRwpmx6gRO6sbNzqVFx8fRpzPXPkCwRhUZnGXyHRqjZYuz63RlUDgvgZ8l
ZlJiEL5KdDd8eZtkd8smZg+NQ63SMbhfNPHhaxglwtkpJpCsVHpYWosfhWFtrPtlM7O74cqMsOM4
9sZoJZiBJwF9tiNM/BCMDFq4aylaeRhetjeddXGpDFmRdcNgnSxV2H0FfAmALf38XKWnyP2RuPvI
eiwgsG9X5m/upF4Z0oQwnwoa8BgbQ/bPIHvU9KflccztAEMmLaEYJEJlZ5rXq5BSptVLQQqQz2sI
t9FOjM7I741AcxyVy4wbQIFNDdyysMmACdBmbScBza8/+w7kXfu6PIZprq/W4o0BwS/DZmGAwsqC
k0R5bJIr29S2smsDwGUQuxN1PDV6feoacyXGVKZN9dawY9k0iTE+Q3DV8EvByBVL/kmz/WOkAD5R
EkheWtBpGXnRQ6Q+xFAH1wmV43d2t3KJC1vwn2HrU7SD7pJCQH27dKOCaBNEHMHJkZ96QFooEWbD
xZQ+TPJiyzM8b8o0DYcUmUyy59YU4M+clq8mOHWgNlQqIYh408+3M7QVQ9N2ezOj+n8MOcJuJykp
9yEK5idXe2cpn3IeaSN0lon3qAIvzl6WhyU63P+dwv+aE6awMJIQzDQ7Z3AucTrs5QSutvSjmT/I
2o/Kep+Ed12xEmwLDvGNzWlTXZ04DzVOO0Nk9uTArVfYj2phbKr6veGsnGzBcbyxI2zOAYCjPzXz
nRRj39mfiv7H8uStLdVk/2ocemhYcDgxDvor9w1UXVoB03rrQPEq3ZdQp/owI6xsD8FbvRmTcEF6
gwMfo1UHJ8MEPneQIZ7RdsvDWt0TgruC7aqRg4R5o0XnGYjZDqHEc6UFDxYNgWDYT7ksH7kV7hSo
Updtzzoy2hscw5CBDIuxf1pkmUynMY4sRTUoffSsg8314l/cEFEj93s2rLiQ2fm0dIUoU9UtVRP2
SJeYqg+lVnCyPeWQJc63STdLydy/l8c1bYU3p9rCSWrQh+KshC3fh7Xe2imeCvVVas/fAOz/OwPC
OHK6c0bTi4JTjfRK35nAcbzvyyZmt/vVGITtbkt0EiYpJgyDql7wYo/20WuLTVaflfDThMtbtjfr
Jq7sCVsdWsjRg3w1OBXqOXU/+EBjOufQ0FGybGd2bRzdIk1JYULXBRfou0hA530bnNC3gqkSRZLl
789usavvC2svyTW6KzLfJzvpdS8nI//NZO4vp6DJ0xNTgalPEd8ylZ+w7QAOn8CFoyy9y+Vq5VzO
jeHagjCGhv4+P4K+8kRXL1V60qxafkzbl+WZmrtkefDT60ihiGem4HhG5NFC+mS4ZJFOUstmP3Rf
UAunUUfbRtX9srG5Zb82Nv2YK++dmZYWqhXGzMSGA+tZspv9H1ig2KlrPDCRkxQ2Vl3kIONtk7Bv
ArfBdQKA6N9ZEJYlp/2QzikjOH1wxo+h9Wn563MHkD4/Y3q2wIclxjwQIea+V4/Bqdpk0h0oYguR
h3ZlGea8iobegWoammOr4mN/1Fuz7BHlPgXJ33mCc6Qan2dTefuDj56KFq7k4Gb3mE1vEoE42gzi
aXcKrwusDnsDG8stvuaohoT2a6box8H8sjyBs1vMnt4UOgGyLJYMsqbTjB4E7qlQXut3zfBj+fOz
60NBVZ6eLXxd8PmFq0kxrGf+yeyMPdjG3aijUAm9XNGtWJpbJB3fYpuqZcO7JFoa1FJtZCICWvu2
VQcRqPQ+BSFawhUtQ8IBBmp5aHMzp5PHUmSZ4ipEoLeHsxnstijcNDhl6a5FQmW7/Hl1dkAGR9Jy
TJ1kqRBlQ+viukkW0hk7QLgz0C68j71R2eBi2z2CriN9eB4qCHL4WdHG7Gub0qNA6xqU8GMHS4HX
TjqDtXLs4FTZS5ntALioAFPAEPccmDkdHB7SP66j/NDR0iHlh7KnBEMdOEynP5jw6aL01thf2twd
V3a44KtJmpE5MfgfjV4BGjIEL1p0Wu2ChO2eJux1Kj+V+ldaZVdmcFqAq4Dml5EpcQrvLHMIBvN2
gQCx5k1Mx+dTWEo5NxtUIkMp0z/PUe8efOr8nyNd9140k04cXcpXA+HZHWI4Jth1XKwiT7Nw5b7z
sG4ME6jLSfL9O1VOaQbpILdf3ifCVP66WPUrI8JUZn0sFWPMNsH/FSCFbLAxNGstG1kbiXARDbQo
wUKCEVqp7UPfH//g8zzwAF7zeKWB5HaiNARL+twvo1OTmNWDXABz60fYx5etzPkiWkeIpC3Vtt6k
U8FB6l6fetGpkMMHOYbYngYwWg9h3tf/ZFEo1NBEIiOuKaY9LbvyOsM3whNUkgPyUnF2DApo8WVE
ru6WR+VMF+jVNv+1ASzN5ixRr3tb49Jii25dSY9PkI5rO2PknCe9pT0begrI2Qd1QCND2kNbAmdg
NboVGb7KfmWqvwBUSenI15FkTWDRtSaSzQ6lGVgG4UvygeY8ceeiQkPT7A7IZvcaB1kEEfzEjqYp
9CDSB/SXO8jwLuhdqT8XoLNpRffBBEA9T2JHpyU1gD2NVuj3KCfAeuHb1ikhqgHqk72SiuxfSjkd
j4bWvJKA+jbIQ/SCxIi/J2/svBtsM6J/Vt8lhsXjboi+y0PhHesxbO8UiBxQ/4HrxVT7SwtXz12r
NbAYWRDswD8MYSMcLR30f3ddZqHV0cF2Y03oh7qNv8jO8NXXNVrFvHQ8+NGnpP9gj+fsZNAZBuK2
hRsugr48G5Gx8t2w29FvaULjWiHADMYxA37uZjB0WgrKrE6S7IqqgkuI9r9drJPfpFQO5EWt7Qe7
xssVuQqHMwJlf+IAHFl1CBSpERhi2xV6ZWCoW568YzhFpMl21D9n7YrDngtJro1Ml9WVK8uaGOi3
54cnDy0I01Q+qTE9fsmwSzvvwIqvnB9lzqs5BCWyqlMfpjnj1l5cM1b4sMIT1Ikt8A23OznADu8z
03HRAqW/W/GHfm9JqvNOgZrjUgHfRyBY7rv3AElM+jLD+KEnRXCsvVhbyQ7N/jrFNHmJkdl7c7xN
DdahAaneUw+ZAEouO0DIRy/6uHKyZw42BVLeGJxsGzyUMAepm8OCzYMGOr0YRqy8+0Bo+BespBlI
LR2UbNK0R4Ub5pH6s7FyewpjnG5PBdoCQg9bpoAu5s45fJXtdl791JhAWKzhUjoWNCmw4C6Pcu5q
sfBcjJMULY/A21HmsR3pdW3GJ2X4TD+2uzKJc1HU1efFzHysAEmgtz4+DcFD0T+4sMcbhxZBxOCv
NPiDbWHrlmPo5IZ0rv3boQD4lJsYXvNTbLonz/JQmQVHFRsrMzZ3j9m8DDgfv069cBk3YQaO1Knj
k2YgnZx+TxH69TPjIDUrV8uvYr94tVxbEk6hCaoOcG2DJdN7DptO3jSSeu925dYYaEhWw10E+bZT
IVVnwQPhgCpQtc8mJBxo/97VcbKT0ALvurWbXNibv648+lLo0nSIIInBbyfaV+XK7dwuPpXoZOtf
neZvI/97eVvOObxrE0JYlWrKUOQhombJ8A15MM95VhHXi148MOnLltYGI0xy7OlQ7xUMxoA50Unu
6/4jkOiV0zy/Z5iwKfJxLEe7nTFIgjKgSlV8gkz5we3brUWGJ7DuM6tcsSRE3f+7Nv+1JETdiIuC
HMiw1DW6DCfRCH4XHh9wrGGAJgr3E6ReE+MAt6M8gCNdns2ZdVN4BTqUMqeEqThQmOVzw9QnPOEw
oLeY2OiUh2ioGndFaH6GfXq/bE95O14H/yg7OigUtNHFtmRXc4LRab3+KfBAF0T9O9P/LFnKIaye
oLqVkOau/NfCKTdW8bPTUZSUH/LyL1u78GJATMqEszeA/qpf2VVv/R7dTqYFj6IzvYbFuhPVawnY
szs8pcrnljZ+s3gdAphprb/HCuCd87I8DW+nneme3nMWNyJASsH10XUeSUgQDk958NIl34vkS4zs
dwK7iKx8WzY1M+HXpgzhXazLdpmZNJ8+RYm7gfzPCfeAAje29bHxTgUApuKwbPDtDeVMecspw0R/
uKoK/laJJRU1AX98SrQDatH+yq0x+3kCXdDD1O3eZJdgBdQGGtvHpxKyj0z5qbmX5d//K4dz68YZ
gC0b1Du41Nmrt4c/BoZOTlYanpr+WUd+21LvpeFzaT9F9aHST4kO+855MH6zSxFPcGNW7H3NRz0z
8igcn1BFNZ0X1LtW9vhbpwbXq0MGAfVARTM0YWHawKC2Hybhc4SaJhI7ARyzunaUyk8rE/jr5hZm
8MaS4KNNMFc+3HXhs4sgw0ZTIgAinfwdzW4gYFDPbSIAMq+lbYX3SZzr95GO5EmjSf7X1B3L75YF
6BNaBHcr93Bm1WYYnmqW/ZDI1SdeiqhnywpQjiAy9xF8SR891/sRNZaB4uVouH+NjgzJgwGdkA0T
wCvd/B/CJlO3ObyuR+gQ2g+J0of93gvhiCozVf0ZdF5b3Zk8B96lo1R8lFrEGGh2dg5259qPQZL3
L0UCI5KEmu/Zt6VPvgUxLDogCLTEmQwJUU9yyEsj/6nzzPJIxRfJh7KCqdCC2cTetoHd3rcVwlgA
pySemPAsTyKI3qY1WQStjcz7qJH0e6Bu2iGv3OZd4vf5fagYvBvRJXzQQRnf6xn3QDjW/lFiw8B0
h+p6JSP50MaFuvNq1T0pRPWUVZLkXtUHol70S7eqhprApjFk+7VLE+kZctEB+FpntN87u4sf5PFg
l81POMu/6T46OJCwjaEGIidLXnxYld9Vcnv2pVo/Aghr7uEQ7vf02cAY5AcyLzk00docjJJVusaz
2yKu3VAM/GKoASLkyDXCFBu2FzQYpXf0W4/biaXpa2FO5ZmgTp7ppymPkTmErLAyDltlMPyvZaPY
54z78Skygh+jAcq0Gskb2ibMP0leVCiF+dZhDCD4cyy3e6Dq01G9T9y7DroIHrEwacHT1QGxVBEa
Roj+Xo1Dk6907bbs1e9NZsMU7k6sZ4YNQrTqQFmlu8bafoQrAL6JPnqR0X75OGal/RKpGQTyAxns
jIrTuxRe5+cW1TwIBMpkIkGDNV7x8s9F0jTHwY6tbWyOQGER4H4Pli2ASRbSNkUmt4DKQr5t5DHa
xlR+N4oRWw+xkWrf5EGTfio1cZQTJiMYRVW/L5GL2rcQ6hyDRmayu0SiJawL96TopD0iovXBktCf
VY2qQVgtg6BNa8qj5cUZyGle49KAPEABLwrqgKF6NHX0FILENlb8/pp7EdwmyL3cgpA+fFZUCI6c
1yI4Ol6/c52/lt2LNXOjkeSH4lIxuD4tXQhnSa55fZT2wXOv+eY3Gq9AvkIbWz24mtlwBkhTNboL
faRcj3dcJIDNOhUJTrMoHywlcjZ9Ekm7qv1KjnFr1I70vi9DOIObL7mOjGhhwWsVBIByx3oErCd3
3+2KHaOawaGqES6pdFXdFnKnP6e8lI52zcs67MxuCxlFtSvKOHtfu7X2Qp2ogFVzRK4K9DKiQehW
B40kwUIVwz9RlXeBQWZE0kNIAJu225lOY8LdkDffJ4EY5E2dv8DvVRx/cq3WGDhbKFG190NBUqqE
tlk1mupFHsZubzt2gQREZLaXQoviO42X6r6M6p9JpTnv9NLQeGLIzbGdOuOACEAclMRsiN5AcKLJ
ZV4idBhvrCqof9aBAodV2HZHeANhDo3icA/7efAMLDZHUcwHCZAOa/l7Yff88342KHfqFvcufQK3
ly6KCp3lDE39VDg+kP4se0cseIBuetjI5VoLurCDfhmzVcMk2zh1JIpRrxNGyIRRwX+yEiSgDel9
2aUnpGWTLehy2LEt9SCn9g8VLdvlvTsTvHBmZTLm+tQ8KF7BSpDFktEqELiOUP3I0ORL6bBWO54J
Lk17AuURHVHbEYtIgP7zKBtG/xnlAK09RcZ+DHcU+NEf/YPRXBmaRnuV5XKDUBrxnhhqn10dafFk
JXadC8WmXlg2BNBeilXCrkh9ZUDIRvKfC2188gf/Y9x07Z0fdj/HoDu7Pnzmvvq+8OTHyu/+zov+
48oIp+hYiGRIsjCT+uRyqGjeDtECHKw3yEs9WWM2Eaaak+KZ4dgfDRWOpyJDo9isq/gOyolhVzWw
MpRJXO27vKtOEDaHX1zfV95bmuHuY1iBtqOZex8zxUp2Dtw/UAF5KF+6snMH/+944IL4qShm8b5w
4go5VC8v6dRR4kNkFO1LGo/m2c+hn1CqeABLrJYX1QQ9awZwEJDSJlU7OjDnDKzK2R1a65zbiffT
Le3sgwe6fMXhi11F/xwj3i+6SqMlIsCCx48U16gHFAmfdOciS3dEbJsAXLYrRTs0UH3pc9nB6meu
5FaFp9o/VnWH+jIdmMyGYLWJitjyoJh8SpQcXWXynUwTvLMS6Z3YcI7gH324IP2VZ8HcqZpSq0AY
qFDQ9nm7E+BOqeA0CYLnWLPewyWCjL2rfkK7B5U/yHp897y89Wb3vm7JdBqQTTTJL94ajPoiSVPZ
wlfkVvZogp5/LMhw7TsDzRmEA8MHZkGmizpTnWdtom5sRh/NQVhEw5WXw7TLhVNgXv8UVfgpjTHW
Smv6z30AjjipoETOX0at/+2KE6VbizIQ/SLwML3xjo0RWm1k+M+Womy5qTaV+bEYKLx2K8/vOTd8
bUh4nxRRIQ2JovvPjfM5HEHO02q6vHpzFmhBpifBNilIi40iQ+HALAefxbMC1EUy5A2EkcsWhGMw
PRcBNXHwpjZnnJPwmnNGJ6tCmf04SkSQNiznqBiVkrSh9rWDsWmr9iuNdXMWbZk7E3/M01j0hclA
VjqocpYnti3g85b1OBryuFfSwnnyc5ObU4aY+DLWqrEynXOHwdEdmVQJaK4pU3W7A5H7RNvVHbUn
VSkGREA09WMChcaLhcjGvYPIxBEaUB9qeBMlhpAr1S8C56COivdzedpnFpaSK51EJJShjBHLR4o9
aJ3XDNpTHscPQZI9rGWR5ww4mqVOQBlErZXp71eXqlqkqKcOnvWUPirGcxr/dgctG+fq88KFlnQS
rIKaZD7V7UMc31HzXJ6fGVdx8/0pzrv6+VmrxwpdftYT+d+0/SE5P6tiv2xCnbmU6U9g13PA8HiO
MIZJ+EgZksB8yq0YAnIzkCxUlIMG8YLA7GBwsDwN3gPyj8OxCGjsph6bP0D+VcC+473YsLkorO8B
4GF2DiVF3rcUwr5FRTp8gT7DVjeEnSTsFbiMl3+6sLj/3F2cHkdzgFGzn29nB67dsZMK7q52QEIz
Mi+0YnxfNiEE0ip5K65kB840Lip6RoTrEeJTqwmLNjsr4+Ngf0K32IzQjUeOetmOcB/+soPXcTiR
oBI10VkHfjkaQ+Kk5zx8hkNSz70dSLhtE3wp8rWmOCFef2NL8NclirMBUkPpeei/pN5PR4M2iRqx
Ag1ynKD/8w6lnuXRzc0ivQ+EfBxBBiicQp0ScVQgb3NGUq2GGzF7AoaB6MWyFcGjTuPSuepoU5Xx
5pyb2+3QKLDwG4GUnnXtwYBmKdhXr4NzF6t3q/1ev6L+qzv8jS1hRF5txFyJ2Mo6Wp4QZGzGs65X
aEr9jWrbtpFg/4VzuvvhOJc+OiQ0Ni0PVtj7//wAksIU4lQFpLTgGTyXXmy0nOA7ebDg90rvlj8/
s2Lksv/7efE+1PKq1IYoO8v5Y1DwgD1K3kO+FnxOB/TNLF5ZEXYi72zFtjusFMmD59Oed9/oK4+e
mYFQf5gab7jrwBcJBzgmweYjJJGev8d0qXnwGVIN8XbLsyXCfKbVQG6XIAsvxk8WKxChZwx6hSDw
Ofpmbf6GWy6wTnb8AK6skR705gnJC9/5tGx0xmVc2xRLEchsaPQQ2enZ8mgEtj9HubP3oNyMs4vr
rMSSMwt1Y0uInkPXUUfNxz3ZENV2aG3rQ0Fe8fUPRgSLtc6lOoUnwnZIRwu2WoNDpTqfqmQHg6zU
OtvGQMdjXPHrv6q0wtYz8EZEfewNWpeEuwO1OKuTa0YEBZn1Lj5HB+1g/jTqXbz9UOgfDM3dt81H
37jvkaQKUP3tdcR4n53sPexLgQsh5HM8PIf9fREclmfhzckmWrFkthHvMV5IYi9pHxe1JPmO+gIc
/rVUP6Io+PPfWRCcV/0fC9zrqXP6l18XZha2W0f2Q35/qSDUEu0kCLmWf78pug1hhqa/X0VFpWvC
+Ut/wosFcXO2QZonNt5Fa2d61gp5UcrWuFeo2G6ttAq9W2EVay9QVCIZY6R3qtvuzRYRwab7i96f
A/yTZ7WPvyqwrvdGcYGi9uSF8dG0YUhsE5j3YM47Lo/97e4w0b5GJpRSOlQYIi4/ytyeIlvuX3hs
mebH8PfqgXz49vPCoPUxqqMOSu1Lae7N5ND87q1lMZnTdaXJKmGVWBguoiBHJcWABHe8a/ojVaPf
nh2+D1sBGQ16H0V4VJDCu+lKivsCHXG6Me0/+PnkgCwuFJ3Hk63ebgn0vMgeyJX1UlbvSzrBVrzs
zNoS/+k077DBJ3KK289HuhZ6ytC7L433MBzK/vfXFhwyPo8ylo7nE65CJaciGkqxdzG1DCn7bPPb
B5/sr63avLI0nJcmfF/zdfR8JEt6CSTobbMPhbTCdTI3P1cGdKH43jemMqSljaAH6VfvmGYrYeo0
vzd3ArvTVCx6HxSLTJ+YBECSCPaTOvMuDiUnDf3PzWD8wQZFtQWAG29e5moa4pXryuU8HMMcTZLK
++G8V+u1bPVbpwXWQTPZm4TbvHqFi9qQ6loaoB2/4IEG7xAViD3eOervb9QbK8I5UKShrEtNCy5B
uq8HKEh//5zdfF+I5OOBalvV8v26vK+De9hzf9tN3HxfWAV+OaFtoAeX4ZPlH+xixUfPLALXhWPz
ctYdwmjBiQaG7dYINcQXwBn02MTveGFJwUpq4E34xxYlTcyzFHyGiqHbnVRRGUMxASNyU4PJ++im
j+jVlJAA/Wa+croTOBE6J8MCRP7mmZ0EwM4Q56kuif3EOxEpCd1ZYTSZfqxw8m5MTDN6dSzI/Id4
9aK6RAiBHfoUwnTbG4r38HLKJydqLlVlBB9MHbFV1U3g/V3eD3PmeR/IMDsqpv6mXAaPPv3/KQUA
FEytbTmW2daUPOMpV636OcyN5iiPQYhsimzcV0TdK6nAGb8GSum/5oXRp748yrqklJdD0b9G0uvy
4KbdJs6tzj+e3zQsvkHwGuDfBoTMykuvfCrHS1FvBwW5s/beAdAneffL1mZ8KFBOG3wOgL63gAAb
TRm0KOzy0tDBocJlXxh/a3RILVuZ2fz0/htT9pQwyBQ3f1yniPhmRnlBkthtg12f/N11xcZp9lD3
LpuaWxwDoPoETSYLJKYoUWcoCrvrywsKry+l6T10hrZyr83NGUlnMpRQQZpvSoxlGvSjHZblBdWn
9sV1fPUUKbUEG7Ekr1xxc5uBWg/DAUQKN4lwP3hQTMuhltUXxLqyjaW9Una568wK1m8EnWJLee7d
dOXO+5VkFXcgGDWVuO+XQxRcFarADYJdGE3QY4Db2Dz40KfHP0fVP3jYp1z/uQubU4eCZOvsFWAq
iaMfitp6WV7LuYm++iFiU1hddKUPm3B9qYNmY7bnAfKIrPi8bGTOmVwbEaa4aPIKleyyvjT1bpSe
o+HBsFAXoP1RvoQ+4nIr53tug/JonvqxeasoYgNHEEVGlNO3cpFRJinrc+i6K1fNmgXBP1mp2yo6
stWXsiDZS+8QoubuyjETy5+/bhl2P42IU68jl83tFUDbMD0gxlBdKumEXEiG0EmgnJzii6Kld7p7
V6EgqyDr9geLdWV1Oi9XF49rgdgHxVNd4h4RuPY+1T/R+ySP91EHfXkTbwqUM5ZNitWXf0ZKtwKB
AbwstA4KNpGDc6rAry9pXNGhep90X3z3lLvHwkOV/b4NkPeR/kZUbmWss8t4ZXf6+9VYvWAYlNwL
sOvrz3DKf6afcMXE7AGD1pXCls2WFEEIflZXnZS71YX2wtJ8T+m4Vg8r0zdNzxtvMk2ebYGvVMQ0
r2sjpBfgUS510sL37mxD52xWJ7V5VACJKNXPzPqueM9S+9HPn5LfZgQmGKLPGmEtqiXUxKYZuJ7E
RHLGQuMsDP1ORln3N2savzbH9feFs2aHQ4fsKd9HDQt5D71ZeQTOXQDX3xeOGUIcURwhg31pBjLX
iEdmu0L3ik1hKfU2mfSl/HjwL9IIBfryws1tv2vLwlHT/Q5UlM3IsnHEibSbJFuJPaa5EXcGC8O7
h6y4TUvQ7doog81xTnJ2holI/Se7IsQ5B8qP3x2HJcu84GiVI/oG/HhrBRp3SGhDvbooB0lDj5e+
oGUDbw/RZMAB2/3PJS1ssdHygIoWLQZ6pCaOqlxuiHv/wMaU1EJ2iHBNF3yB3sV9pPpedenSYxHR
TXPs1rjq3q4Gw+CRQtDJu9oR7yW6Fd1Wh53iksGFWO9kj9twH0UrsdPbXXVrRTgvCaJqZaNL5SXR
X0Pt2Un2yxP19jbn+46Gr/lnpoTFaHqN8Dk3uCCKV6p0RC9HhFjQGHxMqruheLKVtXBpbvmnyIxm
MybPFn0o5RA4/lS7ugwoC0raAXVZovWVK33FiCOkUpRW66shtqqLnz+PxtFpd5Xysjxzbz0Nz8Up
n0hKS6Y/UPA0bhgW9Htx3gPy+PXeKLctmgLhrvN3Qb7i1eaH819bwpmUe9uPyzIhQqmPlkoh6RDa
K6dy+rm3zuV2OIJzCUO5HxFk5fYc6m1Y01VpUUgy1I1aox1crj1JZ6KEG3umsEJ90Koeeuz1xfde
XLxlID3IwKYqZVfbdxY7UYrfgSnslZUDNXdsr5ZN7MwK3aLnH+Gkpjy20bPq7XTnWK81O65ZUW+d
aGs0JUpYWCHa68MvXvjoly/cRctbcGVbmEKklddq0DgeVqZOLmen2Vv7N3Em3Ne3yyQ40t4s0C0d
2BY2bdrdplJXhjD99wvbTqxTlU1fg5ovGEL/uQfCIZ+Wp2j2+1PjwdS7q70h38wyPZPjjpPTASTw
s6ex+vEHBqAOIxFGYUIWCxZS6GtyV2hkj8LPPhj0T3/weYipJuJBaBVEfrKyl0OanZXqovfQy23V
FSc2Oz1Xn5/+fhXu6ZQ97bHn87Iq7clENslh+ffPHgT0zqh0c1u+eZAjxqYNqCqWFyvMHtLxU0nu
iWzDvinXYvNZBzZl6KdmT7q+psNyNRTwDYWEjDFhBWgH2fQOigklQan2yaZuEPGLx7vloc086Tgb
DsNCVkclIhNcZlSHpLtNvby0sXE/AD8Mh3bnOUfNeois9yAv9kErbZD5XrY7O6WUN8i9Tk+RX6Xf
q4Fa6F55jUs2r4vKDXXWjd4+pckX27hftjPnXabSIElYg1qWuLO9LgwGM01IWka89HV3H0TqfdTr
K2bmtiAUP/S2TI0Fb2pmkm00SO9p9cW0RmdrjN0xBvS5Eg/ObY5rI4I/ztFTr6VYry8FScFGPQyo
H1bFl6w95GsY3be9M7jMa1uCVy6tAuHM0MJWevLdDx0obiM4DFCaSfJFth5J/9T8/1jetKO7C5KV
C25+Pic05ZTRe1MjVFtqqy216YuBVNNYNe/Rcv6yvDPmTGjgGib9ApitxEeiVmVKpFVJcyGttzm5
SK0vf39uh19/f/r71Q73u8DVK53vW1CIgItCePjJavapdly2M7fD6UXjkUAADEJIWKm4sGy087Lm
Ahk5EDZvm4y8SpvusGxmdjgw78AbSxqLB9ztcOShslGSTBmOqW488+AMW1XdVOTolu3MRKT4Ieoy
FnfdW5autus1z/Pl/pLp+dasu/2o3HfFvRU8qeWuWItJZzYB3bW8D0lUq4TxgveTwr4L86SGb9f7
/6Rd13LjurL9IlYxh1dSlOQ4Y1Oa9ILak0gwBzB+/V3wufdYgniFkneV31RGs4FGo9HoXus3C9ry
n+vKrEyahlIZ9N3g4EAaSVibFlR8g5U4Exz3Zhi3KNxlC8jjJVP2lnYT4g+IQdIDBci8x1pwDIXa
O7kyLJgzgCYb8TEFVXlpvSrZi4mq1HhrVUmAqju/Th1gC1cbcF4HJto4umfb3BigK/uA1qbJs+WI
WBzxCbgy1cpuGJ2jvtiBYzAbUWJxn/64LmR15U6EiPaYmYMGZLMZDqrwj9Xygcu3Bi6s/yohzCkd
kHax4nKOQPI3xgFeR4xcsnNXreNEhGAdoHZkFmhJoUL6CySR7qNiBRS06v9uovhEnvihdFLmpbGx
Gkm3n5Cv7V6ujy/TQghZTDZpMdBZMFH9PUjdyPC0eI+eE/47KfwrTrQA67vhpDSbI2oBP0EJrAE8
t969KXt7WTcr7FaEDNYlIlulDwCrSgDA3YHr1Qn02wvHUJ5gvo8v6IGaBo26aCaMtGU7Gfs0l1wV
Vk6Ds/F5DHEyT2jOLVB00M5RvIREA+GsX9fb60uxKgJdiwCeBFAImhfPRRhuXORJT6bIRqN7HYIJ
zdYkq726CicihFlqjBbEQkU8R0X7jC7TpXm9roJsfGGWktZAz80IFQCj4gwb7Lvr469NEepYgZaP
glYcycL46oS3woHpS2TZr6n6a64HEG5L6jv4GKLTt2BMKGJAWyUKqc6XAYgQQOWktRqhqNVX9CgG
olia7h3nng6TZMnX5gudxzhdELJDI8FTARQyKaqRqbiWoC9eCcALIvFSa/cQjpeFsic8Ql6iPLXq
MlUx7ihRbFa7Gbu8zDTVt5gRgN/7k5Mu6CvufoKf/n5JZQV1azEH9EILAToUrIviCWZZLG5Q3RB5
6GMs9256r4Pcxtx64Oa9mQyRd3vZKiJDNP3yfoXzZSvoOC/IuOpRb6qbHrWKbbq5bnx84UXDOJUg
GEa3sIHUDiSM4yZ+TrfT37j4gH3jTd9B9/IboLJgD+NcFotdmVqkFhuHBGW2T2XEXGsmB2BO5KXR
acFbls/nySHEnBZgqkSVDhzGDG/fjkSJVQmwZTx3g9/ogvtDSZU6WYpqiZiLNleW+r+vr8OaE8Dr
k4XEAcIgaHGuwazlBgM5+xxZLA214omkSqjczCsCczoVwpU88fcUxPWmxuo5WohPDF/Xw+tKrE3S
6fjCMrB8XtLGgxIGMBVVdM9vro+/Zqyn4wvGms86sVJApkQerkdaDdof/YVZRVgbEne5rggKvjjY
EeCMhXjR0AlpxmyYI+DNADkSUBqyBsgVVZCcQ90gOnRRPi1mUhBjTc5ojCPSUNlWq9Qng43os7RC
lKZIrsdr13N06ABcEH00qHoRd0dRJEZuGc0YTaQrN6o3aX5VjSZYL1w1LPWCBsYABE1Hadm2MWvv
pe+m5qDbpbKfkA8PZrR/DRIXvqr/yTcJSzlbKmphGL6pKWnAit+D8troz64quVOtnRRnuguHK52U
olG1dowMsCNP2YuaHmNK/an+3LgvgxKO7GjasmKmy+4R9Ofilo0kLOcJvHhTtjTkXkGiPkSZYfqO
hyfF1gfzHVrv6okjj/hLCi7y8mAun1tDRpixctbreAZEBpJDKbhiL6ji5aOnuE4PSLB/Ui3zUXUH
LnqAVxNL8kizuojo7MDTLOIKhBfn/qSbMoJuh3KIFv1v7nYgFjf8enb8tL65ng6IEG+o37i4XqJH
pnm39JbWD9HYbhXAUi8Sx7XifVFgi+PJRcXgZVrEMRrFraZpjHpAtCJk3i1aG7SG7Dl7TQxoPnBV
sJB+uQgdVGMuqsZspogWm4LuO/NVkzGWyUQI+6oFsjK6hyBi8nyqBop278gyCDIRwpYCh8DcTQtE
GMp2pg9ohNNkJrzif5EGgVfkCV/jAmIsKYAm4UFKBL5kdePeCDPCn3hOh39zGifnYKI7Za0aGH78
4prPLLv9WnU2vHB6mDYrJgIfirM8TBUgIQXleHtG/EyEfr7z1Coe0PCJNYi/tMwHgmvfAy1QctxK
VkHc3svCSq9L2inqnc2YpnBaf66f5zIB/PeTdaBa0g0O3w/m9EP5mZd/PzA8L5pHyg71PeL3J6w2
3a7CrlZKP+/Rykk+kC7BM/i7BEEB3QS0SldCAnAf9DsjCz+iAL9nADyEJx3P56eYdbNckm6MaqDZ
g6AokL1VrR0VqIT9PwFvUFInC9C4+eCaBKej6zzneTCh+iVeALM6+ZUrKQh/m23hpqGDbQZZPlT5
OhcQktWULt7C5j7K2wj0VPFwZ6RHr94N+iNzjJDpu5g26JEORzTfSpk9Vm5tPACC8wX2HYr0hNxt
HRtl1eq0ifQcsKjodB/zPuBuMkn8OkbWQLZ2K1OLjCY8mIu6H2AyCF4SYG0MP3h1pIFfrCN7M3lS
2slvm8TPbFmjNP96YW7PhHHtz9bRICAqdevoDSm8vB/6rdK9xPnvLDk6meHbkyG5D63N56l6wnzm
CHGAYUjqiJT5t47BASX6lnXzPaC1fMCH+EDzim7eDcgf8Wp+B9yfFwgztPMab1K1Oip1f/5dSUZf
iWXORhf2mjEoetk7GH34lE/ArbnTsp1XHq+rsFYDciZFjJhGrzRbA1LmeT+CXsGkXzuwBfbe3xY1
1J7nKxNgxe47M5fE2yuu9kyw4KmsdnILe4LgGr3sSPV94Eg9G58HDScWqACsvljQTBeh6IAVPihg
r88c/3/Rwl30xaAIEJETsE3PxydJMTC8qleR5X6nzaPu3rfZz+si1qYIXYCInFXeGXOB7c0GhxpJ
Xkf5o7JsLBnyh2x4ISpQnRRNSnNRR+rsD8O3oZc9QqwKsNDSgEcddJ/YQujXj2CYVhSjimbz2es+
k9aWrMGaS3PRbYjIA0kQ3I3P16CcO2OwcJWJKODnJppuWdr5Gdg14s4N9XqUXMLXdiSvNQDDK9gf
LurHkZsuGUvQpzG4r0pFQFObg1E4ciR3ixXLslAKCPJw1Dagw0WwrJwqdVx3ZRPRvwAT6H6hteu6
Xa24SnR94yCwTVRN4DA4nzZk2ABBtORNBFoVYJ4q5n01ZmHa99vR0zZtzdCAdTOYBCo0TmUK2z0D
MYpH3KKJmuIPAaRiEn8gNXkmQZi2QnNIqY/Qqp6J7xbbzJX1DK6Y25kEwZ6L0a2A1AIdsrbzE7rt
B19td2gYcOyv11dozQSQXeUdQTiuL+CmO1dxppHETWRNkcueGgIo2N11EWuJCADP/FeGCO4wKUMz
piYOzLa7Y10SWMox93rfsz+b5FMxfE6bz5YuO6VXXAIAsNAZCeRvF8kf4ZRWq8HOFkdHXOBugAFl
yLikJeOLRaeU6XBoLcbP3SfT2HTTn+uztuICTr/fEzxOMtAWhBRmHSWMP1Dp7ibLHjFZ/06Kfr5B
42SoxpgakFIEXXJn6hvCAmJLkiWyuRLcQKYrTd670GUY2LfGqB7Bx7G/rohMBP/95BDG623zn+mq
k7DD8zALro8vWw5hz1PF7szKwEQtHd6NQqW5jxV/ke1GmRbCvieEMLVRIcWJdwVw2urNdS1k43O/
czJLfdUD2DbmoRCunugwjPvHCSfZl+tSVr3X+9YTSbbbrl7soYAWWRMM6qOOJnp1C6DuVFbSI5Lb
8GzG2SYRNnmFehLDKLAJPbwOgcNtNy557rsgjgcenRlmLqnDJdN3RM3uXKX3gUj5NafqvlGqx3GI
dWCEOt+vK3/dUFAlej7FaaUBJ6PEFFdFmJQB6x6z72h/vC5kLct6orgmZumXpqBqnmFHkV7TNgh+
cp/UcQ8WETr6SZ0vPsK91wyLHdJkaX2Xgheh94BaFqMXWeLg160Kz57AQgUBplgcryW214yANUQD
6zarwJ4isdq1+zO0fRcg3PG8utYWxPB1lBrtqwPcMmoqOxewGE2nhSBP2Sumtx0m636ElnribZHD
3LWN+nJ91teX9v0zBGtb1GzBazLOsap/dIYEPEKGj4pmXKAdyfqu76D/ShLr5cvEGG2rhaTF/LIk
D5X6uUz2Vfwg7dBaPf7fZ1YskAc4etv3A2Z20DfAV+ioj01xfdbWj/8TGcIZk5FsLEmJG3pTzSiB
ONrVc1M8U/XJrB9bdTfGP+dkDq8LlenFTfbE0cW6y2okeHD6e48G8GBdXM4/dHS+r5FwIjisASkA
F6EYWqi1/QsYCu/mqtu2o7O9rs3/s93fZXHLPFFniWeUSoDML0qSZ6b/Lsyj43wZSeurIKHw6l+D
fgQJW27tACUjMUWJ0dvCkeF08ZAPBiyk03Yd26resSRh1ks0XF0vC/WSAIBDVk4s0lByo15KtmC9
nC6gL7ghBBInwjencIvGK/y7BEEPl1h6WsQ4Kqz2zuv3ZhVY9SFTtk0SxtrD3EleHld94ok4wWUZ
QwvEdmfEGWj7oM9B1u26ScjGF3xRnYNklNqYsCbbfWUyjy6ZLDEfgOKLTJ01TFaibZDUaj/T+A+h
PsCG4+AjlR6nK2MIkW7u0AEEPFDFApsR58pIJH5bYlyG4ICaXDM7u5+xU/NtH6NU+pOU2FiyHGIN
Q5YPU5L2mLAKrCavQzpJlntdBRMZRECH2Bd9wrVepNPs4bw32j0ZgOwMNvZFVlu0rsS7EP77iZex
psozcsZj3HY/p59H6yMxuvU+vuAxB63o+rLC+LO1tehd8YEmTRjS+/iCl+zQbYgzGpOkdS+Zcu8k
3/V45xTLv1wLwZM4Ht4K3IxPUxym1q60EVNJRKye/4AQdgHhYqC2VrBYgnc0QIAgZe9OoTL+zcqd
laIfyPlRIWy/7khW/fuJKOFuNuBllo4WEgBxup/Nr2z4BoYFv3MkV8B1A37XSLCt0tGS0SkQ0XTx
NxtsXvZDlknOENmkCeal92WalTbC0JE9Nm6I0n7fTO5J54Iz6UMe5V0bwdLmpgTk1lvWxPPzBs82
gRTWaXVdbBM4vWBhQ6W/YGXFWCsTrjdw8E22iY1Ht3yqmie7l2CorO15NDyArxxYW9pFQ87kFFXd
pxOcLwgWp50qW/fV6O9UgGDKDtDI85TgIOzbx6wAsc4ud3qfDq/MebG6X84Aqq5BotTa3J3KFGy6
AbPaBFKlOrKtbVn6JNvqTli0X6/vnDV7O5UimDReeZJM66GZrnzlyOMFarq3VNssMpQImTqCYRdg
uWq7vMOt3SNRwcb7pmm3nI/Tz8pZEtXyuEQMk06VEizbcXqrqBiUsiqgUAcku1+mUJ82o/rZ1Y/X
J1Cml2Di2hSjmGKAXpq+mSkKmPfL9JTJsOnXPM+pRkIkVvZqZ8w5LBytWU69MWYkUSVXnHVFOLg5
GsQB4yQEY1qjTl7m4kTobfvRqutXzR1BU52EwJb6QPWYZaLx539liXnHqidgo+HRUnsX71VUNKf+
LHl9WPcJ7yKEgAy8M4te9EhhuMVOY8+u+YE44FQFwSX0Mc2XOeUpEoD8qM0/QF6XLIhMA8EBLBOb
+jSBBCcyFl/7ft1uZaMLG79HlRQqHxBPFtXO7kKwdl0fX2JOIoh9X8RZbMfcnNS90n+xs89t/ZMm
kqqE9X3xvsrCTrcSu0/BZ1JHcfW5yL6o9FUZwuuKyCZK2OB0dhyUrGLrTfM2NgLZq/hq+u/UkISt
bakkGzyCZe6zbNOkdBNnXxKUOJb1g1J8Nqdii7Jj8Fn+NKf7QX9KvD+GsQX/uWS9ZGoK27/qAH/h
xNiSPSoqGFi82+j6PF43CBSFnQfmcV33BpglcNJoL5O5p8V2AvdL+uW6lOtqoF79XApBeLZUBaQY
uOkZe2OWhICy8YVtr9l0zNsadyS9QWPEXS6rlFw1aAOVxahjdFxQp59/PzqVbDevW1zzigHFrobv
Tu1PUusfWe0TMYIaFdX02TZwanXt55Z+JUDn/8A6nAgQnBed9bQBAgji2BpnFftjV9/+nQC+UCf3
vMVlIxsmaFBMG20BqrvE+66aK6DPQGOGp2tVLLoetBTFUAB8Qf1PkLZ+bu80JQQx6nUtZFL47yda
6IqLXHfHD0K0JUxaOFrfK4T8uSN7SZQJEryYN5R0SAimK44nv4sPZnkYgNo5j1+uK7S6PxA+mKDp
wJ/YYzuPLHNArYl7pYI6YhP2i/Kp6yJWt8h/RaBY4nzOqkzNKVng81UPqR1/IV9bWbL+uhYX/QOF
A+JLlA0igPy1AIzhz3UFZKMLm484ijtNM674LH5FqVwmcbSy4YWt1yqt2egllkBxdqUBjHTJ/K+a
0sn8c/knNgvqR72lDmy2tHfutvr+YshehmQrzH8/kRDXYCKz+bO0lQdz+ozX3Ep2Gq1PEhA3HQAz
65qYHFRnhhIiC0rgZTobg0z6YLCqAzaA65koS4cvP9ehQQBa5FmDPFGRgrxn8u3xAZQ+Y6JtNer5
Bh02WvXqsJ+LdZ+Rxxp9fan3iNpHyWrJvkM4142RgdxyqPEd5PPMtjYYWGQGsTaXLoBEOQI+uATF
M7dMCSutYSxQ6KPtvbzcmN2f6ztmTYlTCcKOqchSTF4/FNFi/I2rZ7O5MwBOcaMMF0k31JWDP5pj
fYltj1ZO9HGYu+qY1QrdJ1VsPyDb49zVs+1JzhaNL/7ZBfVNFmjpIREIfOIpP2WAOMurpToWnR6k
KZp6pgC4JZu+2PfdY58bfqVkQTeDjY5lr6C1oHm912j5aGY1SNvB0UozVKerkim4SAbgs0ASjyIX
NMqhw0H0HHm/zEo9NMe4c3zDZqGSHioU9mrpH+ZKyrYuvIggS/Ai+dC6jVNMzdF1vyZe5udGFSSp
7tOFSrS6MB5BEv/9xJvMqp01Dd52j3ZMwjlJfZhqOEqbhlYnz0UHIO7DqEAUsQ7h0gurr5rmmJq/
lboJCu0TBf31vCibspLx21xsOeiEdmyYKahQOUj2uU6NQ1IKnKL6CHjuLxajD0OWSIxUJkLYc4As
tk0Fjz9HwqqfmeLue0IkeZoVEQB9sYCObxnokX27Gp2sjDkPjaUUZX1kmRrUX92yk+iwYmRnAvjv
JwLw4KBrSlrVRz0lfjbew2tsp9ELLdmZe/m4CbCUU1WE+CrGowM6dzIsyPLJ0hIgnzIfeCN+3nab
pQLrubZNGdsYebLrvdTP2luf6gBq4oKjxgKuCf5ErtLGqpyhSsbqaCzlXQJle1Vy81mxb17w7gI8
EPWjFxSFoHnXrLlN6uM0kd2Q6pNPxsUfwIzjF51F/KrLJBJXzIM3u2sm8kSo9BCBvl3FjZOUQGKp
6Dihf06y6HtNAIgfDKDW8uZjERXIGfAQk1pWdezZjzlpwsGTIVKtGCC4TdFNj840TpUpeFSWDaxC
c3N1tHDdVV/8jUa/XD+2+PktHCWQ4KHNHERrl3BluQUI/qlSqyMFO53ZjKAL/FVa3QPLwQk/2oHm
hpOMFmpdq3eZgmvIJmbkaPzCUTmh+dN8ZeqBauAan3bXdVuVw5EnYHEOQin++8n2LYa6B7JCD6NG
6dM4LW0YpyiNG2tnCAqAWd5+UHicNhvVyuj7RJ/Lubik6/McyIHZcRkbPLfk4YiKpEa9GaAQoGGI
ObFXgcWp4iH0XIzSZ6XiES/lXFbzppI1Ka4Z9enwwuLocbL0AOlPj3Xelp9ay6zvHVua3rs8VN+K
rkEtw4v5LxCi2rnQFVT7J0c2JlslKUMwoIStJkNFvQyU0C4KhlngXfHed3GHtsZUgfxnYiDG7jap
sZ+zH05yb1kPqrct85/Xze1y5uAMLBTbcugLwFIIPryzi36xY0SA8xwHPWqub2YIccHlBJB/5EVc
VJOLpeqg4+z7cVFq1LmYW2v8UuWPqQmsoeWHM96a3hVECVtnGmnN2tqpj4Xte4XfyPo5VuZKQ10i
qPVQcw3oLsGxxUYOPDVUwx7Tgoy+q9i537Xlzcc3rAaQKnDNLgIEEZcdZpXOTGX9Edw5ar21W/Sz
B64M/m5FFbQp8KgXnb2IaoQbUofSQo2OS3IkZNSf26ksQsultSRTfSnFQSoJxdwIdgAYIFbDWbiE
LS1pyCFumbUBp0LbmZtb7fdchOBYXDVRRg1gPQcreS2mqNv/u+EFxwLa87lhwHE81G9Wm2c39zjh
/oh2EY+/4PIXY8H/mqVVDBNr3AOYbMP5Oe7M8GYNzgQIm8I2gEzaxq17WFyYqwsKwVvfbAUNBA/S
gu/SxG3DPUxVt0G1jv/LKxAnLTfD6CLWA021BYJsT7PRkn5+hNBsVOeydotjOT/MZZL5xox8t367
zZ6LEQxqnsZqBt5RcdR3TTJtTFUGCHK5KVAlh7YdJFhx4USm5FwPY9bVpR297IjmX9/dD+p485HO
BfBMJHY4Aj1xxS1CMqNXsqOVf0LTVqr9oH103aj4EOcBGM4LQGoDuZI3aYjHedlpVZG5Q4a1YGh/
DSozYElYe5nEGa7M1ZkcYfulGslnsNFkR2J5fv0PTWWIozIBwmK4mdPVHYjIj/WEe/JkBhq99U0W
UJImch6cucpAOCysRhY3xqwN9ngAkhiuyht3kWGJXYQlkGCpvFecHxgXNESF61WTm4/Twew3LN7E
Tji2kqD0YprORYh7DzettLRTiNDwMPfJk4EPXJiTMLyw51JGnNgdMTzR7vu/JEUnQH1f3dxDwaXA
wyISBcbxBbFebmWFDWKL6UDvFRUEsuiuv3FXQAC/huJlE57qoitvUpeuo8YyHOaXwb4byJHMX3sZ
PeNlOy5OCrgo9JXyls+L/qgS4ontjjoACHBijNZDMTQBKGs/Lz14wYFvrChka87m3wqtWqoiO3Av
327f5FvIlwF3hONKnfuvslni1G0KHWgduV9b2sYw9vk8B3jCC0bzvk6ehvmRshjMvDsCTM6J7m32
2sv89KXN8GnAbFtvzAjixSVvElwA00GPnCoOGCCduyTfOOi3K6dbYwCusIYLJ5h6Md1iiWiDngQ1
aWY9sr6qw161bs1iCMPzvXdy4VtGDTwYNYY3xilEWX3CZEyA6yYDewGSnop0r1iSZjVK57qNBQ1G
XPDGyq/Qxk1oaHroTQhRKlzb23J0/FraD3HpmzB3J5L5XedEObKMmZEvph516n27PI3xg0tfru+6
S98EEbgnQz2dQ/cJ9ohmy6avEl2PaOcPTpAtm+vjrxiarmJL47QDCCHusecqALSExDVCdjxqhKzZ
5w9dA+YDyUG3Mk/AaUZuEypw0DxBCZMoRkKN0oyUdryjyvBIjempaZbtdV0uEiccYR991i7uFuBG
EsP+rE1UpqmtiSKx7715Zxl/GdphiPep07d5g4IkVdZIvLI6qHnS0KeMbYouI0Gxhi1l6ZWGFVU0
CVr9ZWok+dSV5UEuS4crwD0TLxiChS2t004NSeyoS17GYfGrHy1KOmvrcH3mVvSAv+VIxyZQFDVT
0MMyFsepcsWKBm+rK4Eh0UI2vKBFpnsNkrYYvlNfLGRfskXy9LAmABTjeKAGmgjQWYUjtm082qqE
WJHdVv5vJ5PVPqwYMM/4qWBM548p4jpnHhnass/tKJuOLSXAa9A2nnNzLAXiAA0mDN5jdPSL5AFe
seCdqprsSEUlvVcFefz75lV2EB3AoFRwHwOr83yvz3pJtWlsnMjUtn2yMWWAyCurgBwIZl/1ODWA
+F5S6upoJEjlRQV6cfCsGKbhrQoA6Ru9QnAiEILVOFfA7r0mn4AAGhlk05VBk998WJ2NfxEIEhxU
OdIJkao9sD95JfFPl5sZnFkoPuH7GHyyhjD/pTd2DrM1Eo0F9Rtvefam7tkZfjgyYptLcz0XxH8/
OZfM1k0GoLOTKI3D6l6ZQhld7ZomHNxdB9ircYm4OulOMsRNjqITrwy09LttHuPB1zpVcnBcWhRS
UZCBKwbALS4gexiap7XUrOPDYgYleUjM6GaDwvh4cdPBygJcSWGi8nrSm65n8QGJwWzYpzJQsLXv
R1SFJA7yINjYgsG6IyapMmh8UMby1WLTfQZgSUlcLpEhGm0JjJy4A6HdYUY/7ahuPUdmt5cSUJmO
+7zrWNjVCIvPzckrUk8pPc2N2Aa110xmrdz7n123kSU4HZ4b24m1GjotEyRF3GjOwlGfAqNQA6N/
ZoYTEEML4tuve5CHaAQc6oh3L8A3WUzrZtCpB8hld2szbyvx45e773x8QR/bW/KurAn0WUCXsyH9
k3r7eXcuQjyv57wwtAwidHurML/W767vC/7/4pJwWGoORGbYF+cpWaYuXpxMifRlAuUA4s5q78b7
kTx7JL45wkWe6ESWkAWZaJa30wxZbveKrLBXyqoFVswXFSw6nvFxecSzoxAcEGdwvFqxSOR+SQHP
ryY3YyNyZml+W0Mp5wq8pxqb4DtxGIm6+8r0wsUYw+vLsbJDzgRwDU92SIuiiq4lHYm0NNvFvXMP
zhir2LT6xtbZnhju9rq8FQs+kydseFuZ8tzOoFBuqb+TrN/TpNjPef7nupi1hTFRc6BxYm7gzwkb
pZ+asqUF1ErzF6Bv2JLU7erw4CHBvQaWfAEQnRYmRa1ATcCc8L1E831587Mf1h3FRUBeAlkpoirB
sEaqdY3tliRqBxRKbRv95qgWjOIg2sQ7BmB3LlJf1Ozn3u48KzLazaAFeb65Pv9ry4ybEk84A+v+
Is85VKg7iGvbjPK4fM7M/FE3+l3ceLc++vMr2YkYcYMnbTX2uB4CZ2ej/lJlTYncSgRfdTa8kOS0
ADIOhEPPjEpAMjY0CxYnDWILB5UMQHB1voAYAG/l4oFUfOxjQItKqzS10JO4/FQz76lDYxBL0931
ZVmzW7z14dKNmyyqMgTnPtSsd4B1bUfawIKu2o6585GF95Dh4g8zvDzs3J8At4LWgFeCYS0LSHka
YImGs8yJrKpxIkRQw1SL3BwHCAEeM55mXgp66/sbt6sTAcKtsk5LN4tjCOjnAt0Uqf+BQOFMgBC9
qV2F5g0+TUAS23hPjnf7fYbjjwGXmr9OI2sr+Fm1ylMzIY4RGdVyN1IlXGrJzXvFZM8kCCutm0NP
OIFSRJSvcxe2+f52U4JzNeClANOnoYxIMKUqr3WVUTuKyXSngEygmhpfH7Y3bwmwLZhookAdI7B1
BFvSO8oxvYkd1cmj+Qlcc7cPjwwoKB2AyIXXBuHxrbA7Mg16aUdj+sX9pBhfPzA8SgiRx+HFw+I5
kVRaVY497AjpYuMHnX9eH37FAToaSjs9Xi7kXdR4xoZX5EutKJH9w7aGQMvtoLbmoPJkz+qXTbMo
EtM1HNccgh/1W8I8VZqTL4vVK5FKl1Adw7J8UJtnOu2olgWOsVGREHcryfGxYsJvqOlIUnsgEHEE
oYveqkqTLV40xl8b2wrNut7n8c0XQRSMIXb7PyHCUR4bKqjXuJDS+lRt85tLY4EVjIlDRSTHZL+w
39lQlWQB2m7kZODC69unLFHDbiieAOgquTLzrSAch6h9QCkPSmwctGkLWyUb22yhPfGiBf3yjvfT
tl9Jfmd8STVZQfzKwnBzBrKSZuF1TnwqUW3KWhwuCNyHedfiHqW1aGPr9N118748R4BObHMQUCBc
omNNcJIABU9ak8zskNid/zqCqfv28U0N7NmofEFlopi1mhTLWqqhYIfS+F3srPrX7cNz7lG4d9B0
A/X63EH2YMWZptLtDt702U0CrfqX4wsOmNRLZbQdxo/dwDneTP3q2SCK4fOO78fdSTg/Rm+Zlol4
8XFW71pr2918hANzH1OP6z8vRBXn3isIKpoc2h6GvWMXodfKAJcujectPEeUbmrIqopP+Yo+E6S7
i+aACnsvCVVyc8bwfHwhtmVqbBPTyhtA9mRPhU/LRiLgcpNh5gGogHQdstu6+DznZlq8uCWrD5VX
/8P6OfAG3itg/rhupZdnCBw6d1B448UTiljVmqCLQC2HvDt04/fMNIIZNcAEBQNFI3twulyRt6PD
doAO56ECjP9+cpf12jYZrZphOw+7xvMbGSKibHzBXdBuUKjBML4RbybHp7+vT5RseGFDTJYLssax
YwcFb8DWD7B43eyOULUGQB1+xqKsUCzDs8euboirskMBQrD2TgMz/c0awJHi3g2Lwo4Q30qqcjDp
Mnf5IS2+sbC8mZcVEQh2G55i0cPAaXvP13ex3dku6jo99O6mA9uC5DRY2Q9nwwvzT2MF8isMv8mt
H81d2X+/eXbOxheOz7zoDKKMGF8HEMw/tZtsr4+/9v2Wh0DD5qRYSD6fT888a/qyKFl6yJPQnHca
CSddkn+8zBahZk2DFfHqWtwjhROh9wo3XtQ0RcnawaVVwNokYClwjl0HRUClP8oaa1f2BOpGUWYN
L6VeFsGaQ5W3i5ukB3VU/TK5a4fD9Um7FOABbAYvx7iq4HFSrBodO4LuVMVCg2v2QnyT3XxJOh+e
iz9xSTPNUiR6MPySTltrmv1KY6BqsSVLL9NC2BnY8V2FxEJ5aPwq3YB86Pokccs/D/zOtRB2xgI8
Q1xkMHxuzr5lflHCuf+GWt+b3QeyqHhhx10J0TjeQs8nC7V/gLCg+XRoq9p3cuq3kqNoZZr4Gx9a
OJERvKwzqnKwDPb61B/swOxfcv3mSJ8z2OAJFMy2uFGId+5OAdv8UKjjQaOPVeEFSVzevs78MoGK
DZUTIopxMV4z2nnuvPlA6X28S7ybs4L8MvE+vBBQJukUJ/GA4XX7a18c7PC6GV06KMRhANhAjwZI
9RARn69vW8+NYtmVegB4vXJfqVrhI9XlogqJtVKcT3Gt8YgLzmPcKG0LzvCCVcjMce8qGmM5NNrd
51zbX1dF3BFvoyO8A0E4snaIbs5VsbV5XNK6WQ5uMbufAFxfv2pK3u3sRgWJc56RJrgu8FIdqOIC
Z4W/r6NsR5i73nUW9GnQ8TX5Vrlh3Ehuwpf6nA8vnB0JKufTtMXwxgwqKfZNN9FwvE1kjz8yLYRp
y9Sk1WILYgYzqF1/8SQWJhuf/37ibnHhiL2OYvzSwzP4/NDlkluFaMKILFG6i72HKmR0z4mvrhrB
7XqYxuFVaw6at3FVbPKXm1f6VISYCYmNRMlapDdfNd1vmyCRRDkrU8RZI9Bu4/FtKAaBqWf0TWYU
w2uv7tzy0ZM9ua6NjzoGPFrwQgFUdZ4vQa+0WsVoMrwiwwmkuNS/fXpQofHW42dgN2hCCKIDSsk1
QBLwypsKKXqBi1/X55+HYaeHHZYYzzq4rOPgN1GAJdgoo0NHLZRPvFr1nULQBeoT9w5nXaYcrgta
mSl0EXIcOkSznK/ofKZQGJxjRxP2Sm2fxBtNEnrIhue/n+yFzHHBqlZj+DH/qow/zFtBEd7m6eTz
+VY5HX+mQzmOGF9Vv2vta/p6fXZWPBLKG5CTRQacdy8L0bJiW507Z2X/CuCWH03dbZ1R8ZXe2YKD
QBJ3rGzqM1HCsVcYhYHHhKJ/pc1WG37neVj1sUSGTB3BbCtrqGx7gjpasiHpRslDr/EVKtncYnz+
tibvkyb6DrB00BaN8v3r1I4+rRQfqD3+YnVBSv9qzR2jMrXWNgsCPb5Q6Gq46Oyb7RpkjXGbvtax
Q35o7gRCyKTOzLskJ/PDlDbzfa6NuQx+4aKWGopyuAwU5f0HFU6YTqVOUX9RO+lr22bmJ7Ca2wSn
SekAOGMEr4vj/R1Z0m9JbjePNaY+8UuFzZ0/ufa4VdoePHokXUoQmXTFtrWcWHJOXC43bBbFzw5v
eUTLCv/9dHMMBqWswbx4zb6bQjY82Va6aSsZS8/lgkMOsr5oWeFeRLy+tGxxraxL01ebPaZT8j+k
XdeS27qy/SJWMYDplUHSBM+MOLbH9gvLkQFgADP59Xdh7r3HEsQSSz5nV539MLXZAtBodFi9+q5U
6mAEdWYGHoYiAvZ3Q43f4YiSdYQfriJJD1cXWH3JD3EZL1ieFjTiXc33NnpgMeS906z7uhyNcNbB
Pds5BGSNfOoP3EGbMdO0ZIcBMl+BEVV/D2zBqC2lVj6USEV4OXMp0KcF/33deqxc6bOfqZ/vv4Z2
p5ij1SZq5/SpJ+VvBYM+9MG+uy5mxcZidhReI3BvYe6bI4nJ825yZx3WTz/aWnjznC1ouY05NaL1
F6AcV3aYl6wzranRm6jbKfFHt45u//WoBgMjhX6Iy6JzqmsFJy1vIjb4JgvM0b/9+6gEw1OCM4B4
TjLhxTjYKh9oG5HsIT/0xT9s/unnJbMd561ZGS0+P5sfzeKNb+Q6Vs5WsMiIegcAGBednnORKV2m
qG3UGIGTh4m9kX7d+L5cfOKtUmZpjO+PNCCxN274SSs34PTn29JFLbusrkZQ1ESkbe9YjxmMbufP
i324fsaXhk6DF6zaiKeRa7fe63onhi7nzdxVqtlEpXlYMtNbmigzG9/Nf1yX8569kgwPmjAsAhIT
C52Rcp22NGKLJ1pXRvg1hu90juFrpUV9t2L6LlUy169BMxUyWK6H1C2bwGLTANsELt5fQO83r3Y6
fTXiufizzFn+jBka48eKp9leGxLnmef2tGtzvJRqMhW6NzWGvfVorZwIqjSik1/E76iMn9ukUSmI
mjgli4Z+vCOYb37gLFuCJja+XN+rNUHo9UTFGcAh4+JRIEVV2G7Wsqity+EFfQTqgw12++Oi1Vt9
ESvHj1MHfpMA6XpJKGE4E8uKWikjOh16epfUj0N2nOuN6HTlqggwCdKAoskDY0XPdw5VCkztLOwy
qrNHzdnRrWbltQ07/b5kSTjGQVpOhe/n/Ki7H3j+5NCN67i1BMlhMXg/oesWIlRtPz9bTXD9yC/9
MHTBIBwCRQRcMVOG3bhFr6edZUxRRjydfEXFVNXDJP2x/Lou53IZottGFSNqDUNkTc9PoluywjZB
VRNV+SELabNhTVY+D6yYmJkNcCiKU9JBtDrPnJa0SzT1f9JDc2uXAmZtCJcFDymw39AlSY+mwRyo
mrhD1GLmgvFW3owH/V8B4CcCtBV5pwt/YABNomWyMRrbX7r9i938oALZj+wiAl/4SkjVne9+My+o
NyozkkBJ7NM9ePQ3BFxeBAgQrjyAaKhVGJKWjjZNAGnlU2RS00uayFFf4+LW1mFsEgFdHtBJgK7j
XZVQFwx9YbnNMzPqMNcT9q/byPJe2iQM9QPJDdJ+oGdBoet8l5aepeg3KqzIfGzVz07NQupWoam9
Xb8KF5AVsQ4EprgN2DLh4UhyYhJ3Kc/sqEkj7SeYoxWya/4M8y+wDx2SaiOiWLkakCaojZApuMQS
jGWK5OwMaX0KjtSoKv/hWLAY1ONRIMQjKydWlsR1KnUqu4hplvfB5bdyBmO78H1Uc0SkIsBE59s1
YNZJk6ZdFwFL7eshBjFtKK8wDucegigOQqkcHZ31QOWeCwCvkZ2hHbqLrHQEWvO5y57b6sH5pHyu
6RJeP/yV0ziTJelYWSip28eQpVRI0mW+wm/FnortAq8FYB2uCHVl0jYyKcSa26WLTPWpb42DQwdv
sjUQp2xNIlpbC5LyYOYBMlu0UUr71rACIUyDjN33zton9v72rUJ4BMPloncLBYDzzycIxJUkpyLz
4fV2aLU3++kAI518XzqKSkuBG4vzPiqXByX3mb2B4FtTK7i36BRCJHCZMK1rA+OuBjpEOfldzV/b
9Ffd/GDqt2L6Y2pbQ44uyB7FsQPRjzI6HBKw/wgLfeJPm4MyLuBb7CN3cr2ShGp+aI8z+Cs79c1i
vsvuSnZf/+Dcr2d/jIO8eEV7MOI3dIleP7eL5mf5p0h6UVWu2+uK0UezXWPK99OgfJuzb7nyRJmY
MWF20ZI+69nH62JXniBcYLBjALkKt1KmQgUJvNEUNIUZ+tJ+A8oCWIjrAtbOEzSIqNtAaUQh7XyH
p1o1FAJ6vci2u5Bnh8Zt7oal8XVyKNxsVzlfr8tbXZApoPDgmhBtL+fyVIdnrNXcNopN87lR4mCq
50/DzYwf4rQQXiAbAaYGYQXPxYxTXnK9RvgF8gKl3itbgGLx38vWFa2j8MzgYSLZIbkGZAEjgpLE
TaQ2j21qBeP80juPVv3c8W53+44B/OdaokYoUI3nSylrEveJriOwT7kRLqTSvXQeOeZa2lvkquKw
pVWBCFH0QSPVAodTEmXGZmVl09hHIziqvpR0akMtfavi0Qh0nmzRkK/soQC76SjgAc8Ap+F8YRbA
H3YB4rBI4YBpZuAhv3f0Q7qApO7miAl7B3V4b07Bcyg50mlup2RYRCI4CVnX+YNjetcPaeXVcN7L
6CivIvKQaSRaLc6KdLa7KK5iPExB2mw1VwmNks8GKCLoART6cgK5m7N8qpRyjLqk2IFpz7Pz6Ukd
8sMwu8/Urj5YBueemqgb6re2MuASkVR950iUV8bQepMMutNH1J4OXxVrixZjxSAgVMYQcgQ5QOir
0k3V1WTGuI5liKbY8Oz+C8YR+8ms3X4+IsZBahLYc9GndK5rzdTFg1Ejd5h91n4s3289fGSc0Z4L
M43etwvYuejmdGrUWKNhoA9wuh6QKNt4di936VyE5Db0VevELQwy+CJHf6mcA+Z2f8BopQ3Igy7M
77mWQQ6iEdxKxLMXMM6eT2Q2WJtFLG4rzAObBpDEx8S3l/7Jdqs7on1JeBu0ehI6jZU88pjO35Ms
L384mLywc6k1ehOoSPaNRRJB6zJ4VVWSoC+dZOcysoXyuny+wDOK4xRIbNTGZAch0dlI5iXJoiwv
9glpfEfbl8t8NzjTnQW3GujK62e9UmuBRFhhwUgnEn2SJvUDZy5IPPOIMlXziUa9Sn/0gq52g1yt
x9BmyejpimsEuWMB4ZQYPxtOJvgIdAjHLus3HvAVxwQ/SJBn2QACor1aeoqWlqOmilasKM8/zQwF
JzXk9KGK753xQ9oZHtPUsGt+uNZWofDSfqNDGcbonV3Suui5Thd9XLhNaWSCwnappzeQc3ZeOjqN
RzvjWBptsLH3K6eN1BqSa5hXtuIO6npdF5itnEcYv+fN7cNSUz91D0NqBmR6650dUT5gplRg6PcM
JNWl9sV1QUdqBijBZbOvF1+u/6BL2yjQ+Bh7jPgNHV5yFpYWoLJY4oFiJvGuTQ7JVhC6cuvPvi+9
Wxwcjq5Kexp1/Ejb0mt77tFN7tatVUgKVFPTpWhsp1GSmWHNv2ub5Ogb6yCS0zcVs5WYc0uj2fGb
6m7S9/YWKG91EWCTEy4lnAq59ScxEA0WzUyj4Vfu7FxtI6xaXcHJ5yX728KZdRlYiCLEnAOQnaCR
26K4ueDBBlenKByjSgqVglWTzmE0LZZYCqFRNt+Pbu115q4YHvH/NjmUBQ1o6dv9kSxfpniLIG/l
KoNQRHRbwugjfpSMWmnqk9k4NY1099Gku2wpfBuumPqMjoQNf2JVlHiCRbiBXLkkiugDig2E46Dq
IImDnnpxfKCxVw83V5QMcKf9FSSc3ZPYsddNXpIagoh2dOoP7d3td9/Cw47kL5J3tlywmsZm4HrH
3u9+T3fjhsKtbpNl4DjQjoMAQ/z95Nc3Y4eeUrOhkWL4mOusPBnfMemt3Jpct6bXiC2RRNWQQkW+
/FyMlRFeM4LHY54C20VN2EPH+/WNWl3JXxEXNbFKK/TBsvIoKUOcdqUfncwf4pBtusjiRCXnBTzh
/1nM+0t5smd5PMcjZtEDZqB5Xb5jw27GUMtbJ2aKa3oqRTIFTd1ypxycPOoybxy9aqswtroKhGEI
WABMc23pSKjqjIpqpTSKF99AhmvyyuLOrKLrp7J68IASIY0DaDHaIM4PHtzEFeqXJk4Fs4qt5LM9
3YEy7LqMNZsMvjNBCg6IBESdy4Bv1BuzWZcRRjJp2W7Ywjeu7dTp96U1lA0a2RatLaPF/WSCQTRD
UjABqpy6W1N13oNsSbVAxohEFPJeALLI21UXRZzZTlJFOUtbzx7JV5Y6mL+h+2oNnHlfHSzgi6iR
7su68zpOvNbIw9a+tQ0Kyof2OUwFhslBzkZO12SMUMfKUTjT47Cxd06+4U2uqIULjwYODTxbhGXS
llI69ZybRRHprH6q4/gndbu7Yso2wpkVzRBdNzYiZVGRlUN/vWiBfc1biEl/fje3quNbXxd/P7ED
2dI06KVriijVX6gdbQG3tz4vqbUxAQrRIC0XucubG1rs0/Vbs3YEp2Ap6dePmA+VzF2bR2YPV+Oj
Yn68tddQKNGpBGkBC5pt9JYLCSQsSDi+XV/AipeOQpAJihZA0tBvKD1d7QDe/MnI8ogXqQcG0Xub
vunTi2KFcX2nj1sR2dpx4EZg+hAmRSDbJ6WR8pkW5rSkAL/lu9hDoff6ataOA9U/MSkGBfcLQ5lo
6lBMA8MLWdRB6Ty05XHRX6/LWDFkqDCiagYSEjzCMoysbWvSpOAoiGq782tMQ42Hj4B8+pQqwXVJ
l6sR5Hqo0IkuU4GkOr8aA2lcuPsw+zpt9nr5qdc1kPX/uS7k8kTOhUgKMFtNh/GoePGB8fSZ8ZFU
W+mcrWVIgVE8xUpLJkhgw4hBfM+u61tVfbMtPF+G9BBbbVtaZQLfyGgOaX23VA/qFpfw6jpQGkfb
9TuholQ01eZkAfcFjsNWdsuieSP6+l395igV6zgRIjksU+LWyPZCyJi/ZemvJt5IGq0vAvGDuILG
BXvOkhOTqxP2SdGp3xQczAQoA3ZbftFKokOs4z9yZDgv/PkenOdw77ovee8RGpR8P3U7ZzfafvuG
sa/6Fp53pah9LlI6H1Mflgxd1XmUla2Xzykg/HdD8ajkro/KYKXtGFhwaXezOTiXKh2YMY1LN06Q
OghSs6CeDzbzyO2FTgBk0LYIpjlMbbsYETQ3nZ10lYLtHMHmHz9p6c/bzQBGBLoIwgRwUC5cKKSp
+jRTGEKY1NPilzjdMGZrdgbpXDwyqNMCDyWdzhKPGLmU8yJS6vvYVQKn7PfXlyAs1bnbR2Aj4apo
4P2AdZYkTPasLxiUzKK+CxhhvpM/1t39kme+m92+GJE7dkRqEY6mjAMpCuDCrXpMokSrQiN9sBdr
YzEr23UmQVqMmywz6xRIqJ4aI6zt3fW9Wvk8qjhisAnBC3NRAlFyns/1oKZR2d5Vfk1vDiZQhAAJ
JpppoFPA5Zy/XCVZMk1NWR3x8TsDF9+P679+xYidfV56GDGZs07bGp+nmR/jeufWGFi3zlQDfgEk
nqBSQtAlCPKkhxEJ7CF22qF6VUlQlXWA+ROBmR86/Wb3+lyO9DySidaF0kOO3byONR7IX9c36/Ko
kShCedBFsQCYIrm66loFA8SOZq/dT8t6ACrj+ufFXp/fOmQ9Be4Gl0FwYUiK2uf2qA7oOgKszvlq
qfMuf1HSZo8C19frgi4PHYIQl4KVFBqLUejnOpVw6sxZ0cdRq7yU/S5ZdtZWQLWyVZjxhJgK8DfY
W3ktemW4Uw3Ix2syhfWPaqtTcevz0lNBSsIr3cXnFf7m/Ki7DZjVpf1D8QoAK9S4xYAfGXJfNm2p
N3rLXjFyyzBe0+KLy16tLIhvNx7ghEHEKeCOuBtEWocJ9Lo9ml3xWiuFZ1qKZ9vh9bNe2SkwTqEH
BQ8G6iWmdMEHYmRWT5zy9Rn8296EMVX/3felu127A1FYHZevZAnJeCjHjaPY+v3SnQa6f0RpBL9f
nw502jkb27NyFYBkwLNjoFkb01UlZ5drXMVLWrHX3PnOlcYzc4DJs62pDyuLOJUiJ03bciqbQqvZ
q+J61U/r7eYjOPu6ZDcoaZ2qsEr2CkaMZQpbcvMTBFoxUD0JLj8kx2Tg9cBHnK+bsVfMWeV5MG8x
tqyewcn3pSM2tLijzEzZq415cAMCAr/YSvRviZCOeVoUlCCBJXjVyc5Ng8zZa1uT2las9+kuyQif
fGBTZQN0+kode/g1Y5B5RDgGe5htHYdwsZbD9VMXuyK9FqDPBIEL+u0wW0N2MycQVigLGqdezWnC
bOg8SKZ9Zf5uTeqVxpdmuZWEFpAfDCEAPhDC4DbLjwbV4yLHNHj22ijfs3bcZsm4vCTnAsTfT9JX
fZ8yQ6851Kw5WvyOj7vrG7b1faEjJ983zSmp5glXPV4OmHi6CXG81LHz3y9Z2irJ+dK72KCkCGoj
GNwnduuQeZwBbLjwEUwDvrkuGdsyNkdjRndJhAQ5wHdVcbMxx/eRfweqAK0j8DfPt8hOk6pIisSK
9OapPlhbffOXz+rZ52Vff6nrhpRUMaOqqZ8covx27fwelFQBUhp7Z8iD6wd+eSMRg4HnAyzyiPNh
389XwzjrJ62P54gF6Y863Q2lP7sbMlaUCp1Iop8HNViEe9IDXoBc2m3NQY1o/TJNobEFTdv6vuSq
8Sazdabg+6kR1d2LbmycuNiDcyviIhAW9BXo/YOfJuSfXopchGTMGqKyOhpq0txNWfMESuDf6Bb8
w6fmviddeu+mrzceDbqSwCUJDBxUDSwv0tGk2qDMS6r3kdrlXkU8s0k91f6cDL/+QQ5wkMjOiHmN
8vIao58UR0XDdYZG63YICh7UpPaO16Vc3HysAjTQunB2QbYqx2jx1Nu8yCtgxco9yrupHRj1rcYL
IkT/u2AnErAX6Y1El2afamDpjjBWe/GzPphTd97QhQtdEzJQZgF/DQYiII99rgv54DBMxiIA3cb7
ojt8vr5JK19HdynmmAqw2CVbttOCs0uZizlCM/iwS3j4X33ekH68MgxDyxZ8fnQetX2f3+qGogv3
5NfLbR55GRtWM+DznbJLQpPcfrz4PMqrYBIXvU/Sr2esRh+Bpc/R8KhVhyG5u745Kwp69nnJQ2S6
FQ+xjc9jAoLjfCD5h+xWji6g1BHagzYIUE30hMmTLiwlQ0NlxdUoa2OvuJ/dLST6yhogABg03GZc
BLne0VWTXo9zqqLHNPYSxfCmgvvDuJWrWFFTjMnEYwFoJhGUqueXwHSRQMB9VqPCCuopcLYaYNaW
cfp9If/E4E6D6tbphO+36nORvZTVbsk2PMN3dpUzo46zQK1enAPKjBd9gKAQd9BUbCwRTfrlTlHr
eqe3OgvidkhS2Nr2mLbOnjj9F7wt4y+uLzmciVHl1KNU16JMyUqfEKqREOyiKbr8Heq5bZvf5WnC
fOBJy6e0TbNfiFrdyaNEHZWdDi7PoLdH695Z7GE3pHq5R24P4zbmin1DAzt7zsqxnoDiXrone3Jb
T1PsxKfOaEbU0NvuvjDrwLV50BkzN31LHZ0isMu53cWtOof5nChHxMrGrmdauscQdhbU6pimngGY
0A6zl5Mf+pSOx3gyvyntMHkmQIlerg79EtatDYC1nviqNrHD4jZL7hl6rj2ip1Txumbpar9RiP2W
VikLSZqlDw3NO79JWXusq3n5lRBjeKhS9GnTYul9J9NS31FaddeAY9QHPpW/Fk6e+A2rWs8ptGGH
AQGt16Gt5qc62qAsqSwSTUa9jB7oj2J/nivrGcM8tJ/Ucabcr9nMj7D9agJIijmYnhLH7suYT/mO
28mPjsTOFrj6Uhnx6OPmIisHhUcwca6MzcJIVw8ZiQwCbgzMPczC2Pp53fZcXqhzGbLCjz1vGgBu
Ii0L3KeU32w58XmRZEKSA/Sxcj+1Y9RGVU22EVmTct/6FTCg//D7gU8TDeeYxSYbNoVUTdklOLoE
joOjR32+sQILm3x+W7GCEwHi7ycWYUCTV6JNJokW8zdYjbwmTzxO0euzlQpaFYTcJVq1ES5eoN0G
Akw7izmJqPM6TnsjxtTyL46+NbtpTakwYRjwGmFGL0AO1sD0cUT8i+7E1kub+xxg3Lz5dP1ULkIJ
QTMj5q2gERJul4zc4xRTQ5pmMqJlMoLFLrxqeuLkTus/5fT3dVFrCgx4JYC3wLqi4i69zW2ljp3a
j1pk8I+T8jLsr3/+vZginz+mBMGzQ34fAYsU1DF9yjQtHrSoZ5Pnzn8oH/eoIfkpvXedX3p7n/PH
UU18pbXDun6Yuk9oU/G41YRLGWnl09g9lfynsWDg8obTs3aSf38Z+OvPNXNpe8dIXKw8y1/44s1A
Rw4brvPa5opmVjTo4rkFE9a5CGZNeZGPjY6O+IM6Pywv1zf3PcaTNxfuAi6YZaEnVAZlqGqv6njS
oPOG6tuV45U68yfQtuUHxlpfn1nAlQ+2A5a7JBjGHaudnZb9jsEkkVTfqvKgNwdlyx27XDR6n8HW
DY5WMdtdTqXY1uJYLYKxo5o3vkc3x9NfXvTz70smt9aGLG9zfH/mf0bDDonehTO7c7rh5ojhXJB8
ejw2SD1CkIGnCbzRNFu86we4uhTsE6B6gG9cgGpSUd9P0Ct5JKR6AZHUa1fXdyPvvjXTFu5hTZRo
NYR1BJnSBfFoj+ArzvrKAhPR+GR1yb5tUMBtXebrevLp+rIub5YuKJL/I0tKG1QxNe2cQVbafTFw
mzHZtd6Ksde0DBlbQBoxG0ewVJ5fLeqOI4mz2DxyG+Meu87bGgy3tghQeaOKjguEypvkPZRpjrkQ
eG+OKZk8FVa+jscQl+f6Vq0uA6hQMQMJTq0MzVOUaV4o2HOPLmiGVU/BsJfrAlaXIZ4RTCjCbA45
K2XlpI3NbsEyeoaZCWpA8/Zjr0wbd+USx4GJO8h//UeOFITZ+uAAuqmax8yJ/UJAzQstNPhrj+5T
Fg5D789q5bXFF8P5fH2FK1soepehbsgdoBNMOihXy1N0JFnqkSeInDxX213//soOnn1fsjdp0k0W
n/B9pfcNNyDUz96uS1i5m2cSxC848ZHsjLpZ0kHC2Ow052sGwOvPfKvZYW2bDDBi4rXAlFckWc6F
DDFYaZ1+VI+2/czS562OwrVdMkBNgIIr+prhrZ5/XkksnvbGoB5dA3OkhjCPHS/fqmddVAWQFD4V
IiXW4rFWOjXGGrKlRADxg82Vb1svGt/l2aHlG8dyuaR39jfRzw+hF9YZjUkJV2m8ABMeZuNdYni8
2GhnWBWBQgeeAHAqO3LNPTXLlGh8WQBF2iN8G+gh6zcMwKVyoaSBzj8xoQc5SdmXTECKUBvUXIAL
tXyt2VHlydSP5XTrODeRIjmVI37HiRI30K+FUmuJNPBS/VrajWVcqq8Y5mWA8Q4kdMCHS+qbVTno
BpUGrCDcX1iARrDrd3Dr+/r5z+eT0yF10doRLULTBDsWI1smcuUk4KehXi34UAU08FzE1KV6Sq08
jiZtSb63NI6PhWN/ZyAgeCsGzAalRqWD+AQoTq/olWUn2ps9N9cf4rS8G3TVH7jyuzExV3J2Pl5f
/qUint0s+ZloGnvQ1GqCCcr4s11a352R3ztNGl4XI3zqc4f1XIx0inMDnOw44wIvw4MR77M2UrMP
upsCXbiV6loVBSQcGtGBwAIf+vluL7qiJUZH1aNF/8zF26IXwTgN+yyJyppt5KQuTxbLsoCVBN4X
fdzyK45WxRYkjKV6BCdDUKrfY+GCw7vSvl/fvnU58KyBqUCHpisZWbsAS5hqdeqRJXvNzvwqD1Py
auS/rotZVQbhwP+fGMnMzmTWe71r1WOfpH6hZK1Xmoo3asnGctbkCCieJWi/gQATd/LEZOCVyq2E
Z9rRdg6JHtSL5/6DWp9KEL/gVAK6nDXk8rRjZwODWx7aGMDLjVWIXynr9KkMyfBhhP1SFgtkUOLZ
c1Bskb+s7hKsq4DfiylxUoSezMioajHTjgv5jimT8NjdYUN/V5cAEkthWpFnkusvRTJW7pCW2rFm
gzccHGT2rmvUlgBJo/RSpWbRtdpxNN/6Xddu0GFddriLzpm/C3j/+8k5E2Y1XO85zrktHzjqx12P
59Swxy82Hw6Wg37hpdzHU/dW9HaQKxiUS+xQBaFMbdGQEnR90RLTDPIpSDF0uGuzgNF6A1K9uglI
BwiiFOyxXH8GnX7WmLWrHYc0dJIAfRT/sMl/vy/b8AQTPOeYWtox0/Z5dse3LOrq7wdGBu0fSL1f
TIRFVYIlQ6zj91ufnO7jp+u/fs22EQfvI/4Hh0t+Ha3FZXNTJrpwIO+WyfVna9+PaTiOQ3Bd0poX
iXbzd6Ym9NfLF0rvW9NIWhXWes7vbLcItdK8m4njj5rSe/OEZmlnizJ+dXUnMqXXyCycNpspZKJA
5inu3VI+6Ab37Ob39bWtGosTOZIbk8dWMTO+qMe5/Ay+CtP8liT/kLUAMdjf/ZMCrkFrOygaZCD7
9KEf5w+9hqJYjZpLvIWffi9IXRjXE1lCJ08udkF7O56HWT2qUxaI6YL00eZhZmEuwVyHC4aoJCCa
LJsv1fS5VhEDvF7fz7Vzw0RL+A9IwyB7Kb24nVouBhh6sJ8mfLJncPFjAu+wNZZpTSMxEAbOCor4
+JckhVStiaoUVjmmH2j+3HQflOFjm34EOUyoththzSW/NYzlqTTJGOfciKdphDR0eN6bGFCRgWxm
ItyHDxNqan3HzeFQZXXgNI2vOsu3aWJBx5ODamhBXyxfk8bxO843zONlX8b575KN+FwnXWqIs7Zp
5bnubyO+ozayfL2nskNKXU/V8jDe6slePeG/ey/7iamjZ1nMcTN1Mgd1Sj5boxLUWRsm+dZwyS1R
0uXsAIi1GMXF6eZdOb7UY1Dxg7HV1rr6GJ6cr0xgOpbzwjGlRz3GmKqXa9MutphXF9Wj1sTenKD7
OEEXWjZHZsl2HStf2sm6nznYLvJilyfNoUErRJ7SwEiYl+dT4/MiOVy/V2v5IswsR9QLdm4QJMhs
rmNWu23uCpVn91WF+YXKTiN3ffM4N+iIL+LHlMP3LLk3oQR6XfbaO3YqWkQOJzbFoX1mQf3VY9OG
9D5XwuufX73MICp7z8oDNSOZegv1WgXhAEwW++PCSS+K3styVPS7b8b0PU23sCEr8sQ4KVDWIigA
NkFo3clyKB3cVnFzJEXikFY79U897WdjZ2ofky2QobAMkjVGMCX4Gg2QyoG77FxUyqjqWmmBnbPm
P42zeDn4Z0oni5xYRafWUASAau4mZd5d39KVVw1ysTxYCNRx5TmU6KBJm7hI1eOQ7K08MFPf2JpO
vqIUZyKku4nE6WD2BEtTxtLX+BuQdber3ZkE6dnM1KGxaYFzssEgBAYYcCgN/6UI6bVkpTKO+gwR
MX1t2/vsZpQs5luKuUDQalwgW8YJ6UmSsCJniKlzPRiWEJiY4PaTBqsbAKCikfyiHt0NZtpT11iO
JSff6MgCoAN/l5sIvTWFcjSE66hSYPyNnDPOmzTvCmovR8W9d609VzJvQdPf9bWsmHswMf8VIp2G
UsIKoyi6HB279pQK4zgwwVp7pNmGwdlajPj7iQFg5VjmLiVYDAnT1ncL9DBuiFhJpogRKKh5AyEt
6t7nIiYUYKqOuMsx0e7m6R4u1/B5NG9OhoK5GnBN1CkEYOMiGdp0VmoP6nKctX3T7JtyD2jP9SNZ
8ydBjY2ebxtQRjDCSnuVq0aL52iej7muH2I18TLaP/dA6wy5HQ4V8Oaavi/a/k9ntA92TvyhKfzO
2DqyFWuDnwGcAvJSYKKWoSmqOygO4cZ8tPycUZ8slX99oSu6dyZA0r1UIwMgx/Z8JMAgs7AmP1qm
ekVzKwcj1BvYQbSWoGET0AtpO+M2qQdU4sC7D/5Fz6Ub1mDNSwBTN2JOUHSAXVfuDkYhuQMBoDLD
lRlAe5sfuFH4lf1ADWWHVldv1p6smHmN+aLaP2/fQfS4AhUDAAbeVUnl+1inSFqoxrG1dp3z065T
pP93xkYJf+VioWqG+iJIAlAylRmBBiAXF04145izx6JrgmbOQA7zp6xcH1XTf1iRoDTDbDQLWR7J
79fBgWzMvUGOzvi8xN+t/plpQIflWxCZNd0DyhO4H6BKVvIEjU5SxibIyduQmPdt5Rm9h2aODR1f
u0QncmRQbDvrzB7QQHUcnSc7415/80ADaPepAMmTQ7EJ+CgDAlR6jw5btgXhvyQHEwJAECFQwwRY
IskTzcYUZHuVSo6VztR9a/aNV2t95qHiXTwaCfJE8dLyPbeq73o7ah5Cx9pvgSXw3HTYKhSJuyo5
d7jGGq6xmEWGlOy5jS/M2KhSZTSPVffIMbijfNS6jRBvXQTeXFG0R2u3ZJX6rkuAOqjNo9XW3xlJ
Hh23AjmxGV5X9FXFAJb2/8VIVmmkSbp0KsRkBFy3zhhM/5DPxF79lSCuwMmTW2ROl1lWZR4Z5gSH
k/56fQErLj3oEAVvGwrbl8FRpi1pVtYaOVpdYMYPJIOTssvpA2YxbsJpVs/kRJakg3M74anAI3Us
e91juu/UwLlupYxWT+REiKRbfd/MefsupPN/q7ejs3GN0OlhgnkOzqnsOFg5ittDlsLg4KyNSnnU
7fnu+oms2rQTEdIC7FFXS4VnuKlp5Tygt7b1LQU01C2mkXk1Kafd7fJspPwtQJzx+qnS6wO8Vmv1
agl5HQkwwM0zSO9jVGDQ3o79x4ZpmOEmCvcYWiEZOXuuJ8Wta3JU+KHOD4fr61g7eDxteAkQ+4Ad
XLqK1LBYUWgJTCjzlO/FFn3ImvKefl66h2XVW3MmjmUgoUkxq/vRIRswwZWYF87i3xVI98NJihjD
27CCpNwDL1+VqBAcSiVEY3blTVvD7rYWJOkZZnoUCbiCgDmrHWTAn0ZNA7Bvf/1QxEdkS4/ZM4Yt
ypWC0enceoEijHSlkZNjRl8HBeNF0RqcmD9043PtvFCYgevi1u4OSvdAzCKCFwM+zsWh379xQahG
gDzRAcH/bA1KkI05BhWG1wWJD12u668gafNicLszrkPQjF68+zafnvsUrHE0ZZ8LZDMChxtbvs6q
foMCACyimvhHuqeV2441nSg5TtOLk4ZZv+GzrX+fIEZF8gNNXtLtrOgkSKwWcjTTfc08d9zYsjV9
Ay0hLIAudFy+nyiec4fVtX40xl1f7lCSoGwjrFs7/lMR0h1l6TgytADpxxQjHJZg0u+rFH0RG0q2
tlFgfNDAaYCBvCiynStZvySgrtZ1/Ug73niZZiy+2/EtUOCahgkSPfDGwG9D/HYuRc1qw5jaDGyX
mhFmi3XnMjcwZgUxYtrsDPvmkdh4zZDwEtReIM24YGEa40SxKg1FMQyZTN+Grfhq9WgMC6AwVN+B
QZJupt407jJrFJMd5yT+bBeTETZVU2SeORPFd83R/IfnACE+soeg38HsC+mUxkWpNGK0OmrZj/b/
kPalzY0qS5S/iIii2L8Ckry2jWS7bX8hejNrQVFsBb9+Dj3LlRAjRj1x4937IhxBqrasrMyT5/Bv
xtpxXNzOEwgRpG7oizWmXXIUlwm0HxUNIzTIVeZXMdiJ/qjpmo9enDV4TTyiCICn82SIsCAZUvQm
Zo0bLhlNXwvJVs+etHolXF4yhJQnUuSgY0Eny2w0dWc6g51g9dtOzb3MyF5pT2uXqsDWaZnaeNe7
z2Nzs8VpDMNMGVQpgtb4AA9mzqAtuy26V815v2xoaZUmZu0pZzCFuTOnpuIRkGmOgkJy+271n+G4
FWtclMtT958JeroRKgr81tjBhCVuE2fDx1u9vlXXtIiXYoPjgczcgVrUdspKzBgA9aPcRvcxd3tr
l4Su9hWG/uVZWzSGTQ0tU1THkX49HRLnCm00BYeVVc1wS8zcOKSktvBAYOqtIR3USqqqN33kNVMI
eocQrLj8AxbnFCQZiBxQEAXhyukPqGw7C2Ob0UCN2sdKZD9lHaI+g6yd24Vrm3FxjxwZm37M0UmO
KkCzByWH5xMb8btIb1YpeafTM48WpuZp3PxIAqOT8NQCM/KxdCbf2hn7JPlmlreXp2t5BP99fzaC
PKMQqSQpDZDWcmv6WxQ3wz/gmxC2/2djtifYkI6108FGHY7Sk8b4HTufQha7+/7/N5hZaNW1UZuq
Js4TQDg7pGldXen8ZI3Icm1JZoFpFctUch1W4N8TV9TWTVjY/+JUQcqF5wj+dYbqZd2g8Q79UNhY
fvSoEE88yjUmi8WlP7Ixmy0LPZOKAvFSIGU+Y7lt1Ju2+/qHBQFbCQBh0z/zkljuFFGmlpgqmt8V
4UepJy7pw5WganEcR0ZmXpQ3NFcbLcQ4jCciHDeVGz1ZYytfXPQjIzMnmrZVwjQDRqjyPDFmXJ8d
0CYAB6REpqQW6GtPzzm6azuoeRpI5JbIFP/oyVrQcT4AkPuBbBEaMbjLwL59amAkFGV9BTlcCe0K
0y2aq+nGJlZ9QKNA7fqXJ292LEJ1kELJDDwCUrKxJeQxxpVH7rlrRz0XXYBgVwH/ijqn96mkHEUj
kYjU+BA9RL36imZ4YK/ycu+ItQ7uySmdOl6kPFEeB38asjVnAqtR2Gdm1jI9qBp/zD6gj4l+fRJ9
girl8hlZWhicZNgAehLJupmHrwVoJBLR6EH4CIRDWKw4+OXPA5Q5iVDh5THbuLKhYEVO8TYj2X3H
3KQ+/MPPn8puSNBg9c/kjYouNJQE/Wf14OXdrqHB5e+fn27MC0p6KKxMTdJzFrvYyqWdOrERVBaq
UDeJCQzkigNZmCLwUk8yMkhmAts027lGCVB9BTh/oDKpvvDE6T8VGes3lwfy99k121GIjsFTOXVr
ITCZmXEKoC2bZlADBYqCDbLooHr6IaWFuOStMnTXlmwnkrtaPg1g+Rr577xdOUBLAwUwcqoXoWUM
ejanPgCMLzwydIUE21AnuzKhu8tDXDigkyz0//7+vBA2lmPUEgqQ8aAO26iuN7KIXSqUTRhenXFA
9hKIeQBqAQFHduF0JAYfhVIWuLv0eth8g3bU5vJIFmaKQlQN168GUkAEsqffV/UiLZM+0wLF/uiC
dg2wt/h5HHpsaRTXz0Cq4LZgqg74SmAD29u/6ddHXCjZ/vf9s6JTlBeWKWwNUL2voXwAQs915Mpi
L40BF8okbwduQ5A8nU6RMIoELW29FmQ4k8lnra+9YM9PPkqNKD8juQC/guN/aoA0UmsannaBkm8Z
gCiJm0T+tcsME8jHQ24CAlZgaDw1EcVh3nEdfBV5+hrGqVc3KwHQ+YmAAcwQmKkAFzkTf7NaA42Z
ltIFWl5ucUl5VenXyja3V87Dmp3p70cPEQ7cuppJ2IkQxgvF18B+FBo3bLWFcnFR0AQBUAByfWfM
Ao1KGUj2aIcmksIXDfnVtZarmWsEzmtmps13NB6KbOVgpGoXFI2+1UR2m/Pyp63lPy6v/9K0oWkO
xXM0LRAkSk7NqAXe/iNv2yBNA0tLAHZibmoMfi2uh3PjKYjgCOE83NVZDx2aWxuzsbQmMMxdYTx3
zo0ZNa6dvfTRjyF9vzyspdkDegSvRWTOtTPAQ200GZKDShNU401sBXl2o9UrV8miCeTLp8QCGsXm
wAN0utK8rbI2iFPd5QRa1Ypr880/jMNCMxoEVcFLPmd2q9ukzECc1gRILOnS11XXsFc8wNI4QByt
IfTGE/VM+YrEShcrOvZzzl8alMoK8qSvFa+WdpkNKA8eQCAuPsuPpqJVcwhv9fDG2Z3F9W9OaWx5
J3xu2CvR3nnUighyki22pnzBWa40ySyO1EwuA3tsXYvd9skG5Lq+1r+kYi2ZvTR1x7bmTxbhND1w
ljLQe8jRvIkSnClrIsTLUzdtMiR+zymtRJxRGVaYukh+QsdHpnd89Oy1hPmalenvR97GUCMo+zWw
oityp0bd3/Yai34j9QqQ5vzOxPJgn4GgDrXgMyqMPmqdWGi1DJD1h7pl5ebDyq28uChHFmaLYkju
ZKkjZCC0X7K8C1Pg5NdwBQuRLITpERmBn3k6luZsvoqwEXY+FDAiv8fDG6N3Y2ZudCcHcDt1W/be
sPeoLDyF3gn6INpqZZALiCv8gAnZgBc54vZ5wcmO7DjtLNoD9sTfO0u7gzTjIePV02hrG200vaHS
7kHvQFwTyPLRFB+XHdP/5QeAanDSUrfPksMcHAZdT7FjbLEv6Jfadb5g20q5Je13O920/KZRH3Tt
6qzQNOz/rM6i0mJohpqZsAppK7dCYFT5Q/IzMlacyNJxODYzi+yqNG+NdDD7oLLfzeKDl1sOaNHV
vNtg2zm2Mr/ih9KIyWQFDKRuzBM3Xum3W/KFQEaBBglkIkC4T38/OtWCjeCDHXpsEpFyj8jaj8Z8
pzj2JiHRB3jPvl/eFNPROn3fYUB43E33yF+q71N7GvzUEIcjyM9A4karW5WVbitv1Z76FH0hebly
Oy45E7SHwS9OvKHoaj+15zAtBTdQJAP+noav+hpp2PQYPBvO0ednuyBPQmp3JT5POBjqY9+KwKpJ
XZSUwNXmMqfziXJ1EXbqXsKDayJiOn91aSJOkL6NykAvX52eunq6SSLN48nb5ZU6n7kpHQJJB+g5
gDBWm2090AsWLai4iqB0TbCxO6uM7OdbDx9HLQylXEQWZzw2oFUtZDoORRBvHXVjfjkD6mGbfHd5
GOe+frLyt9+WINM1f86j0zEekw5WMlC3uloFjZiVBVmYqGML8wd9mXW5YU8WVHs78fgZ3uURLH4f
fBxIh6BMCfXy0y0c11rdcnQmI4rcM0+LVnJHi8uAe1YH5gG9yfPc0ciMsY+1Hp+3Bpclqpt1H4ri
q45f4o10eShLi6HZqOcCHQ6YxTyNJ/scjEZxVqA142DhNVFsgMO5bOLcwRgIHtGIDrAdymt0OrHH
Dq0zrCzu+jIgSear7V09vhsA7aNVaJMUW4WU28v2lqbvyN48i5CareQyr8ugop2r5uDNN5KDziBx
STi7iQq2FlgszSH66ZGMm7wA2ApOB9iYqWMUOimClCTQbUsRJqXekDsr41radVMGbEKQgtVkrvig
p4XN2sTC8QdByy0oEVbWaXEYeE8gCkclFIS+p8NQuoHZrFeKwKY2wDDWH7UAuacM+7VmnYVADNlE
0HKpoG/G/5mDljRJ4QLitMQVl7sNv1WqW0iQu8QEDbZyY5q3NXsZWxU/onSpfMqLzfU75Nj+PNrU
k7YtRtg3M/5D6OoDC9PGBfRhG4niWS+cFST/0syisgy0O6ryqjrvIqNpmNr1EIE8NfcKSyDIGm6q
NTLIpe1xbGQ6FkfHbGyztk4kjBTEVyo33F+es4XPY09A9gw5FHi8uc+rB61FIZqJwHATVKrW/NDi
5/FxOiW1IGEzTeHRr4+dXIxhMXBgGSO37r6XH//w86e2J5QSADH6S3x79H2hhGBDFfh+yN/YjqSv
lz+/sMJIi+L619DvpKOR5/Tnh6FqRS1LeeC08dYkYpOZT92aY1uaI1wIwLMjd4HYaeZn8p7XFZJl
PEijH02XuI28/t6cbpz/Y2D6AUeTRLra6BA98YCa3yv9y1EPl2fpPEKfqlL/fX82S2ndxZCs6Xkw
sNDtjJ0MfceARuD7ZTMLFwDggkApoc8N+dc5hqjsWVeCla0MGIFishR65dIiDlBe/B529rsSrckv
La6+DWwkFCLh0uY3HPpByryx1TIwuhLthxKlniqy7hVHrEmeL20BVFyRuAKnN5qbZp5rKHmVFpJW
wcTj/lL0K1fA0udB9QG04kQCjXLP6QZwwixntolTEnGV38mByT0U6a5vB0Uh9MjKtE2OtlkRDxD1
SrDNSqLcZb3+yNs1fMjCQICrRykEUSxw3nP+Ud0M1biLaBOQT1nfyeLqhMgkcPff52fLMFZwMHGC
z7emHz+PZHd5Ay/+elRCwFcx4SDnRW/IQyOtU+Hz0afefmjKWpP2wn7FHY5QDH16QNrNnWHKbaWK
h7wNCMDJBDX7vPStNfzW0iAmLvEJiDZ1NM+odayEKF3VszYAN7eXbcJkjTJlwZugfotcPjILU256
tghlmbC4NcImGMx7ye8SeT8Apb4mwLQ0V8DdIJurqnDvc70Jp6mrKFUwVwP4wqLiT03/UMC6r1/w
IyP2zLN3ALSUZoe5qo33ymuLlctvYQzoP5h48KAtiRWflurowEn0HomWqHWghLuUemJcebCsfX/6
+9H3VU5sVhr4PqQeFeel17yRr4QfCz4dj3pISAEhBz7t+TLQGPG7tLMmqLHCQh18nb5Dx1wW+6j9
fvViTFoWNtCnaJY9y3aSWqitLLgI3lUnyIeVuTo/FgAbmHjWOZBvQwFnVrtpa8doaEL0AJDm+iZs
VkLNhc8jPMMVhAZBbcKbzJZipAaPC6nBg0euAN3D1VreUz57omGD7BZeWfMKSksUS6LWBIBJ9Oeu
i39fO/f/sykHEBZUmVFkPv35eVc1qpp2RjA85vW3kK8EIAuzM+GU0HeKpy7eULONqmu51VeAGAdO
TrdaMb6BwmilwnTulSBZiNcu5EomuvR5+i4tjDrRCxWoQeHGhiccPxQ3RrsSqZ2fuKlrF5Vf4BMB
M5k3Nw5J3BDW9mpgN9EmNzepRbaFeT2nCqzgAp1Yo+Ce5rj/Sq+kHSoVBYild0vrVhk2fAiIvpLx
XJoysB7AiUPdBZHtzPuVkWkN0FqlQakWN8TAS3CM8m/IsaKp2r6+OxyZVWjUAAoPhw44xukOs+0o
zpWwVgLLLcT3OHy7vIEXFgYNHw5UAafaOQZz+nl0ndqVWnE7SLrmtc1CGNFAm6u8XjazsJFPzNCZ
mdzQB2ZVdsBo6aqj28mVNVkwYKJKghwgShXnzRGt2UC2T8VB1MUv+kKzld8/zfJplnYSRQAQZsqi
4S0zTePRjRFqKTWLkhoBy39FzZa/k/JB0i0Zt4n8unqqsN4TFQVB9fisqoxuwjrJKnBNVxsS3aX9
zfWfB3MDfC5aJJGxn4U5o6HFY0cUMyiom6J+spYtXVqI4+/PNpSdkHQgamIF6kGEmWtHa63JC6cP
YQ2SV8CQARWjzZYCBDdOYZWRGhRghurBpJHFqVtx5ilrTJ4LQwF4CzEtCOqRJ59zUKWZwuqBVySA
MEH3HA4rZaa1z89mqqNVmigZmDUz1wqhG+FdvdAnv3525LiWCMIkPp8Yfhp7yfVUlOgVQiyLRr0J
fDPXG6jS1hjTKB0D1u5b81nPPmV6vXPC1T110uHQwd/OlnpQOEhuSwHIcWq7NRqqrOFOlyvLMH1k
drQRZSL+wAUOGNQ8Uot1ko1mnoIuEurymQxkrblW93J5MRaNgGME9x/AIiiKnPoPrtmtkoqQBJw9
QfwkhECfsQY7XLYB5WksizZB9k5ttGmNFKEBWKBJ76KscY3xqadrzM4Lp2/KUyCkQikEB2M2EChR
hWmYgVWIFF8lfQjj21AB4ur18nQtHI0TK9OvOHK3ZLAgC1LFYKUz/pTkOQu3l7+/4M4h16KCfhnS
UVOS//T7cZ4CHJ6Do9dI93r6ptS3DrvVhtFtjMot1vqPlkYDOmAkQCaQ41kZvY8yx8paMCWFnbGx
euf70K5t4oVKOdppp14gsBhNtK2zQDTsUN6tmCABJcNP0dNNy4wY2Ad+k6OIHRvVjS31jVmaG4ru
NIHbbOVJuLD70MQAfB9g44gn51iBCjo4RJlYgYTyagyPWnybd7eXV21pHlFNQLofjWLT2p2uWpOE
XAEp6AjGKetB65pvodOtvKWWtjdA0FM+CZHkGcxaDVUzEvlkovpJGXQenMLtQff4D2AlEwNBMRHJ
EUTec6/TYBUMXvVw/qQcXV5YuksG6ZuJlnicy7fLM7e0OCjNTzqUyAuAGeR05uykwCujMnGTlYln
dEigJIcwif3LVs7fvBOV0n9WZjeOXSaKIaA7ETDFeGRl6zZFC2s/lKTZmWTFRZwP6W/oDdQnpKqQ
pp02y5GLaISIRCLjMUhbjkq56qk621Dl/fKQFq1AdQuwVcjxnWHWw9hEESsHdZIaKhGIVsbnsS9A
2lpGK7fQAuElxvOfpbMaMEkGjm49WFKpy9ghtL477MtIXmoQPpAW/Xzx/0Oa4ny/o81DAwgaLn3i
VprGfzSLbaYQPQdNHJgXQZmzAb0mWE3Htfrz0ixOvQuTq8UbY/7ID6kp0fsmcaoSASzWgIf+s5P+
urxU594BQzkyMvMORlvVXLABzGctuRtF/2Bo9coGXxzHdLkioTPpZsycLHgK2tGsjSGwnB0bn5Th
qV3TyFoYBWoBBN03E4HJmaDhmKHLqk7rcv9kC93FQ2TFTS99Hw8LZKWA94Yjnc0S2CGBN3bicm+E
hWurmXt9fxKKytArQ6IT+Udo6p7uKCqMlOEVXEDjyx+Kbfx69Soff36epc3CCt7Uwudj+hqNWzN+
+Yfvo7kZiJ/pFphDlRMpEjW1VbYfm96lqOmWKxDypQUAQPlv/xbSadZ8fiKWiyFibJ+5dfhelle/
gwHwAG+eg9wjEnbzovhICm7ZklR7UF946A+HIrB/eYbOYydYgP6pjZQR3trzW7jQpdqopVrtjdaL
iVs696nqEvZQpIDBriSnzicLtoD7m0o7qnV2b2ld0vOSNAK45wc+3FejuPo4oGsADOOohUH0Cv+d
7dYYUL94NKp9PGQ+g5BIvIbgPr8UJwvAW4G3A4So8w3VNkoxEjZWe792vjmO37ae6aryX8aBEz1J
rCF1MEcoMGIlddQ7fA/WUj8cHQ+XxuVlX1oKpGn/j4VpWxzdFNLOUeWRsJC3hdcnxO/X4KbndxFm
Cg0uE00cYkg6/YIjCw6zjKwEOcy+yu5YCUjaTd3eNWskJwvjQFkBKULkm5FSI9OvOLISDcCyjjjm
+7rhWxUqecba42LJArqC4GMBTcHCz1ysFaexdCK72mvJa1E+11dHwaA2gYgmKGAQDJ95cCUsRzVP
ErYfwmdoqRbXOyh8HzVIME6hVxJGTieIoxvIcvIw3zdx5YeG5jbKzeWttLDQ0L1BXgXdINNKzA6d
aoAsZWjMfN/qW648muIOZJH5Gl3KgpUJu2Lg3E04MWc2jtBU89zuu2IP0h/x50/m/FpzHosWQC+D
9AQoA+ANT2fKbDlUoLnESmh33P4RJy/o8UfL4cp0LTjcKf8xIQT/kk/OzkWGLLQ0Glx5ipE9pL3h
K73uV42zlQRN2G5Vv19enoX9e2JvNnF5XIUdWL+LfRcPG1NvNmStEWD6wmnKBQg+HHRk1pCFRNfp
6cR1JB1lJq1iH1ZbO4xd3XYrfXf9KKZGXEsFmG9yvqc2olKNiyJUy307fFL6ByLIl7+/NAYgcxy4
KxD7Iudy+n01t6w2t2mxtw5a4zriPsmDf7AAV4hMJ0IaMA2dWsjTfpS1XiHUQe+PnSSeY5TumK7V
cpd28eRx/5cZbTZRVYZuKmHATMk2evGspAc0AKne5bEs7SnU7lFdRx0fieeZEdCIc5s1WbGvnD/s
0K51Yi1+HuUxvNFw5nFLnU6VyDsLGAeCDeUgIunzTZ7mK+u98EADAsFGG4I2YYARwp3aILRS7DpV
i71NFFdtbww79CP+J03TDVMGN0b1p+fE5atqnUs7beqRhQ9Y4kmy87gQ9WiwPR//aM6rWr3R4evy
8iwEKfD3COYAGwDKcd69DhHwNmI9ol6TOZ5aap9WlO1Go/htV9R1ouv5XCbOTxAZkUn9BoH26VTq
DR44dR2yfYduVg3UeUoFfUhnZc8tzdvUDvZXThEq0LOkR5nGHXTGYaXqHmxr10mfrvVHL50dcOCj
0RsoPeyLmQkZ5UpqVbhjWnYPZMcmqZhb99/qfg2csrBAyBPhjQ5pLFz6+mzGeqoXQDsO8b5h8r0r
VB+BmkugcGk23Ub21ver9wPSiAB+IsTAq32uiuNUjTbUWZHvHRYQ7Lf0lVPNHfA/Er5cNrVwdIFB
hgIefAMY5ec4zUwyBMidgWDA+m66Hb3+MkOrCDjA0EOEKGC+CcJhDEWDZdnnL0nrtdGaV5hWeHaV
oX6OUhS+PjWxz7xCVI5YGYGwODV/RpbHZLqzG+Zl3bYhu8jZhnW6KYtvIV2L+Be23onh6e9Hcaww
rXq0tJDvpdI/NmbvW1J7KFl4C4qWlYO0QE2MdCiyEniATeIS1ixgI2Wcg4IJkbkGnrEo/WbTR717
TPkHa52Naf8wnRcNEjGh2Xjt2hFbiH6QiiXYG/DrBN7pdJzo6IxUYdp8z/Xfjbh3tAe0YWysYRdW
N1E/rg11YTsiXkDqF6hyFGrmeVlROZJHsuf7qHweZO1xG4K/A/eijHm58ceMbvRqU6PPgYLei1fP
jrYpnY/LR+Iv5mK2qZBHhcOfkunaeZ6JV1am017sDdLciqqtXVSo/DBOtjTSXjRGt22tvaM0hv5T
5jKNbDql3kZ4ELChYUi7Fr6agLlPaOWPyz/tzA/hiTx1PE+rga7kuZ5JxOwuHkNSHXr5BGSMO6hb
ITZ6vCPR1ZkqGMCd5Ew0PROKalqpow2uSd5D977lB40xb8ejNcbwpaHgjTOVsZDXPeMMMAdloLHd
4PuqC6lNXxbCr3/V1Y+4/Hl50s721DRVBO81SHgDSGrNnHeepY0mC10cTG+UGxZvL3/+7ITguQal
XSwLHPZU+zudKKOggzoKszsY2ldWHBK5I2LXK/vQAP+QvnIzLIwFBJEG2jFBF4En9DSrR6tCW6UX
mlmKQwG1eHKnPl8ey9Ln8XDWQaFqAcYxryLVLAs7PY/FQWhf0UYrvq7/PEpHwFShTuUgj3v666fc
vZ2ZVBzQrP2rWQs4ln788ddnc8NbZrZWoolDxX54praS2TsLZ5BPOP76LMbV0ybqdBu//TMd9spn
375dPzfI7sDh6GB8OavsKnWfdyhUVYe8+GiK2mtV/eqNOrUx4xWAxCqSxHPfWoJORlETLG7sPEqJ
sNl86PXfmnU/jDdKffW7BlESLmXgwfDKRJpkdiwUHRejXabi0MdIuLEGAlJbw3oN17opz1cddgCd
AxACqkRn8jHAujhlF7XioCabMtmsSZKtfX76+9GBk4TkdZHj8239kPDX/GoCrmmaTPTKgzYD8hrz
dC7XnTSOQnyfNLYvy+ipqpinqswjdgER4qu1hSlAO4ggkJ6GUWRNToeTO3VjRaPsD8A1umr/J7Kg
sfbt2p08MbwBLI6AAc+MOaSxH6MMYWUqD73V+0YpfHq1E4QBBOOYMnz/rH8iCus8NpO2x0Z26/gx
Vq7/PsrCIKME8mWie505EkxdNdgQHDk029rhwMtdjaGiaPkBoganHSLLZx0nI8vygVqxcXCyTyM9
JNAyIdu1noZzhzWR4uKg402ODql55Aao+4D4JtEP9R5EydBRZZv4ar5ADOTYxiyv0DVWg90GG0lC
wSP+BkmYlQj//HaFBQAKUZWbcrrzJ55eti1aWmGBxz7TvuFi2ebFHzLcQmApI2sQh4U5w2sLDU3o
LJt46mbPCdJ2JWApGj3YI7nJiA+GMqWJdpfPx3TLnYSXeK2CuGSik5mgpXPPGMWcFTSzyUFV/0ia
eb0MPdklSGO0K+H0giVcKdPbYXobnYGL+wSgE+RShkMzUJCvV73o7mloUah5JY6P8Cu8On5Arxyw
IYjd8eI7k0qwx3DABdfoh7je1N2mWWud/ZsNm80dYkXo3oKPB+W1eYAiNCuUZVloB9VpjE2kGLnH
ktzGq0DUjyMbI4niPQfhtB3zyFek2t/qvW65zahW96NqZ7e8YMleFVXjRr1IdnifWt9CUE48aGwg
ym4wocWjkib7pslPkIoBl2veZKrRbHMS9ZtCIBGYEG4VbggJyScyWtFGGkSBplOm7tPUXCMgW1hD
1JSQWwMpON5E805HB2wLxByFdrDBt+DkLwOlrhx3Q7Pitc9fmVPxCqYAs0A8i31zejVI6EMYbaJr
h85IXK1/boG40O2fQ22D3yFyI/nQtjvKbs3KZ4CwXD4TeMAs3LQTYHJqMQKJ4xmLaiXaMexDUzsA
DfJGucMfiwhiozLR0wgITboPy6Z6ak3KPOxhbSfoAJ7gHg2OrjMyyTxHkoF6qWNWO2mw/KFqmp+1
bf0kGfCd3MidZqOyyPoxqnHyOpolmpmsGOVgT9fCENtE+2XqaP0Cxk67rbJiUil3ZOqnQuGbvi2U
nSNMuY9lK/fK4Jg/dCRVoHSUW8q2UbmKzqjoi1fxtrVSkLglmKOqUiAopqnC6yILyWNHqrdJmP5M
lSze8sYUrqNn+VZT4+pPJtX2QYIm876wGyTkBU0+4wKNOG48DBS+u0GMkEf6dhRo+Peq2PgUrDFQ
MrWSd2xnM3PBKXGAxM5b3telP1pj9p05Vum3idptMXxtC8cjvU4Nx5sE8pGu3arZhocKwr8mewWh
TvRQDwrZaK3yc4QIs3C7ZqSxa0U2+1IGGbsttF02esbNb3xQX8OeZK8CZNg3KhdQqzFaK/eifDRV
P0ajm7Zp3XSSb8wa571Hdbfe2NBc3Km8/ZFV3XfVKaSrlgO9tx1Muls4JPJEw+VHyksLi1MaIxqT
GXsdeIk8AFWc8HbQtNpjNNWfraTXS9cWBcv9otDsQG9pj2pZzLywYkDsZKqIni2tHH4lpPsDJY96
W/H6sxiRI3ZjTYlUVycxKmx5Z7/1PH+Ttf2djuMQu2hlJNCpz7gLZCro3pUh8slY2NxlXQReS9OR
pfBaRSl+mzbwaXkURl5Xh8U+Qb7yRnfEC3ouPg1VQqokjanf13KT1ORPo/bCDUtTPjn12Dd+bbdG
+VgrZbvrRfGVw1eFWzS1gOqi7owXM+mq1gs5GBF8tdFAKhx1dm17thySA3BD74XZFIixFFMiPdjv
M5F8qpUVDGnDa1dJi/de5b9kXMH5Z7HuFRkYaHoj6r1QTyw34bG9rbkpbh2lNaGikPBik/M0Zj5B
z+V9A+2jyuVaBd6VSOMuScJuY5ppsivTMXI7o+G+iqb4L+hu8NssY6/5AFdBykzfFGX0va0V7c0s
aHk7DPXvymzqzjV5VNzxfFC8tjE+20gbLV+xtNq+Ycmo/obzCd1SCOkhwms2FPzWIoA7BqdgBeIy
1rc9SEOzErF+AmH4CIkZ1DLfoGsz0hvwAkcxqA6yVn8KCdA1Yy1GtzKa0pehluGWdUzfypMvM60K
36pTWChtIwejVwX9XaBqRmwlg7q0Jw/poJHC1Qe9qm7rgekuaA5Vz0z7yiuiCux5eQnhBBW0cwTN
Ux7Sq41PhiygMRx1o8ufoFKudtDcibw+1A3PoZVGt32Mmq9XD/ZvbVRq9tBn4jGDzsPjpBxJsTXE
K2XsYUiVILdKruzGDjcWhMZIBwbV5CWU+Ydqp3A8fWLoo28k/TsHQ1l/J+wkfTA6AbfWFlmnuooK
nnaWpnHoZlZUPXKNoNUuc7L+tSAs6m8bQ4lueoNHhwHUIQr65FqON4hRuJkSaTvc5tFt1bAi2aSK
1YY7bNWnTJBdEyaJ29Ls3SIge0B8KHwTv8CrLV56caa0rRtFNHmktoyfhQwzv++6rtoMRn/fkwqn
r0g44X4hpf2LIoLcyjgkv0KxbfNth7aFDQl7HADQEzzJVKchAGtmBDJnYn8TCWWJn5WG+G4LbXhB
lfwn6NDJPWu65yLHaiiqTt6B2LN7V03q2HMyq4qgC4Um+DiuC3fsc+nlAMU9RIadb3ODyB9tI8Kd
1tnslSjydSzSD3SV8VubVsYDzU3twa7KfIvjrHid0YUu7tDGTRWS+CgbhGA4KIbtCPTgg5KFSnGv
mV0n3ZyNP0GhlSo7DdUd+ruqLRuMko1O/ayXvd/C27t5rJs+Kui635pVBWxeY4zEy83Scfted1zN
zn91ldZ7udLBuRZofbqVPFbZYzaRzTy0DDi1AeCN2hc5JPLAzW/EzqZk4PtoKJSAE2r2CGIlWBKh
QRuG9Y3WDh/lkNu+ycAKwOnI7qNRPNR93LhNlwOdquY/HQRQ4KuKnxprpH7dCW1jGFCiID08q9F3
ulvrXPnAxfE16ElCvKYsW9+mg8AMd3j9uEVLOMfQw0TdWbj/Mn+EEmG2G4aCYZ/GUenqY6PFXtMm
uRsXDhpzjfKVDBXnrmUjy6w1ofQBprpJLcUbczR/q0UBelT8RKIx7Kq813alotFNElPbS1o7fdRk
xty8zXfcCN1Qxbo0HX4Yrur2AIQ+eaYiKjx0reOQ6l0FYpkUhOVulTfFG5h28y0fCN0YSRZi04b1
wZQSDKAhr4IemJAbDbT4DwAPR7tcjrFrN/3XgKn0cONyz0Z1+NkE88VuSqn7zNH6jab3UAdMaNh/
VDm4/aCb/gz0VrgplLT5gB/sP/JsGHy46PKutON6b0MeHM7Bggh8aPXZN5oP43sS56X2qLRq/wm2
buqOQmgeYMU4b40afgjBfqm1aWxNOAWXZAn1OklDjyttdmvWmA7Hav8HaVfWHDfOJH8RI3gfryT7
1NVStyTLLwzLlkEQJAESBEDy12/Su7FrtRTu0LcT4XmZMdG4qgpVmVm/fG94sI2D4MrvAIey4mMs
Km8dqzLsMzoCAuKhXoekZVhsHa+XeSFKnkFrlWY+GjpdT2VYpSRs5Q5muE3bKuYrRvvoBF/W3RqP
qX3AIDbDXNwO5fKoyhqkIjaG+WqDHp7mKkkKksblGLt4vA0z+lW33Q3I9/6Lp6vnwY3LJzNUPA3G
uLuqYUNSt6pAVZQInETU4eaMiOYO8dwlYmXp0UtJ5bW/5GBH6BfP4dClrJt0KuxfpEa9O9fCPvnD
KMetFWo23GnfKX9KF6GM9vp9n7j3g9/Qa8ijJijwd8nMNg6alfTZzPtrm0YPLDQMR9mp0zDoX0g8
HETV8a2VNDRzWblBvBYHIzRixzUM7aaXSu9YaPm5Y43hDvKBQwZgfpf2tnb1mnIo9/XOvGD14LK9
qZGZ20I7QQXNLZk9sir8sl+NlqPxN2SekB+9jJpMdVa/whGBBFLo5VQIdOxK4nkDd/vbm5xXI8wa
kiIteBQogrFk41dx3hXBL+K1djqzAnQUkFnTqKdgO1UNctW0TJPKYBKhGDLkO+YboekR3b3fQAOu
16NgaMTrymePdTSr3fBlngK6Z0NwZzwXOmmx+N3wNr6tiK1+gadlX9O4UKc5LoqNU7cQt7BM9diS
ga+awp62RIQmWU1+bVc3aGDRpVaTkCsbSw6dYFDy48hwvEl7FQwp+gYi9GKgwawSMwF/HcOdBa3i
CN4sNPqR8JXfxARfl9qdVx59qChPmUU774cyUf/iMvkdcsQ/DAmLrJlLibCtQh8dcyomPj50/YCo
r4R5ubbloEVes7C2s6oyY5/FcEi/xniON1Bk1z8QMvQ5UplB2vgUVcRq6LtVSaxuFRT1tEqYW11B
3KG/cxtjH+QQ0nUXigCbEDKWVUQ2SSroVDyyQQDOWriyjq4HFXE3Jb6e55xElru2XPt3UQ76rnbb
xz4MmxXMLh4MNu22Tou2usCZASynrYb8oLIdEKH2YY/VkUm54TBHmQEi5rtv9fwKjwYI2M1WOZrr
1m8691SLsG23kLKlYh0isoWCfVGtWd2xnNHyhGrzL84Q4/GgyrxATbB3Cq+JZP6dJHqACQ9gayL8
eobtXzUsZs9AI8bXs3Cr1ViBBDDhNh+HcEb8zrvhO3WDAZ8dDrXTJYjrI3QkJpPKWtk1/orXDbQW
29I5AbARDxtnqmiFoK/VxLpiCcSka3huy1UITVFKG1TXIWCc2zUxNrhhygpfNDbopaiTgNwEA+os
EdCXW5uO3N8J7dyijK8hyqk9njW+srd1FXhqVcY9kp5kQvUQ7AX/tgtpDGpe/dOtAgSz0J28dRJq
EAyacq8J0GWpg+zsk6U42VGvICYXLgRbrDaESBiYMHyfdA3MjahZ+TyGJE6tqMY6AJUGHTnBQcFx
PL5KXPtHGMzMBhkDAbA/xgcxSJHKvuyAEZ5pxkh1sp2JZlXfHht7eOQoae39RCC+I/MA/44el0XZ
NHfcbtpsRNLiuQ3bwyxKBGK2ijI0qMR9Lnm5c+AvNtQR8QZ6Ji4usxfnQOa3e2h52v0DiF1uGvtF
194QU3bNLQRbHobQ/o7mWVJdF2Tw4/vCtqG0NduqTouu/tkE6mR79aPb9QHOq6+fSzsQj3EtHTRT
d6f5WfhqvNUdWj42JMzhKBlOfRJ/13R+Rg6hLVv4QGHZWxIG1veqrewUiSRwHWjUueWaRqZ5KCCJ
9BwS/Hqf8+hVzwqJB9+7h2J5sJom8cQrRbO2wr1oYvkmdUxwy/izb8Y2c2a8Bcux42nUWQG69NZt
Jj3wvdSY2CfEvY9l7NNnyPZHPyBgV+7nwOngQGVUp/VY8NuCu6PKeI0XbA0W0qoGeOVaQXjMXjsz
KR543CZtjs4crdjOvnqQbcjMNWWLJGsd4lFXJuAvKlO8OXp6Y4O60l0FFfSw+TFF85EjbcHwYBK6
uVFl/NMrWj9tOmCJV12p4I6M7SjoNMbAl8VRC5HDGLJnwC4MHBuOlgPuLhl4BOaY3+0Cbr/aY/Dq
J6rKeAsDGTT2qytByHVhitKZYjFQem0AghhLrFlXDE8z8FnZFDsFblCtf3f+bKV1EJFs6qMZL6C+
JNdDq9VeeJbyUmbEdTETC8TVABCrytWBkzMSPo8CHBKHToexDqMcT3s89QytYFiSU28Xz5agVhoF
tb+ZaS2yafbq7Wzics2rQuGn0e4+NK3GG14sTJui6r9DgWHI6YwIG+9TGOxy4rdj7GEOBsRTNtf6
ZJm5/sHQUe4biK+t3kKArb+rALVPXbgenZnIP86QTXvsINOxjZDZqzK3tNk1dPWCR8EIxQ0P+wFw
TXTrShEvei8CjPbd7I5G5QW3om7d8ibcaNWtA9Haz3gQm7wBAPBWQyp2JRsuQTvxnB81H9S01QRs
fbydAG8lsBTwgkmaDHaXyTiZN2KMv2HpixTxCLhDMQLVabZPvPbNllG8/iO9xUtwndAh2dt9ZND1
o6DqdhhY718nXM0rFVB3TyWaDANn0ee+GZ5QMvC2oeW+JGU3piNPHkuNiXksSMMyuC4q+2iKAQE4
Iz8jKV4QkkWrufSSnen9O5EApjJGzBwFKYdh1fd2nfW26evMsu0277yC5n2M98wwFa8R9NuywKoh
WOnX26Z2t24Xbrk1NX2GELlDA+x51SGwSsJ66/XfYm87hDJ1puDNHUm/lp1wrryyBCQXpYi3AJmP
H2U04P3d2kTlYb3oKNftHZ6aT64kbMW0bhBxymptkkimTMn6GrnbI506+2WyqLhqmihqclOIH441
mw3sKt325RzeFr5v7k1PCjwpIbFkR9WpGeafFeHBRkOzfUqlV1bXFdQMH6tZ8R+1DMZTXCePrWXX
JeCEITJuNdU5w7XI2OAku662mryCQhdPkXL2fxZwIo+AIWlnO1fVT4EI4YqMnn1DCTKioxl1asPG
XM2xcO8Gp/GRq2ksO9V+AX3m2PqWuObgz7Oz6VvfrHg10GvjQki6AAUxpar9HZfWWx9wNBSPq2PE
IGwnECnnoPS/FkULad0CGLpiptGOBOihuh8hXPfkz8h3SSRzdgqvrpRw/3FUfchyTfo4zgLiDHd+
X83QyAgE4oHEKpE+baJUOVpAML8Sj7QlSxPz6Fknrs51HTsPxnjijaoOrXQKWFAIRszzNwG3sBk8
PG3XI56C933o4v0YhkL8lB6DZq7sHnpncKFEDdXqbKhKM2SO255aFo57eFtUtcMOIr7IYK5t/EG6
qUNORryOhME4hdqoeyXd7hsklGYIfvbNivRWcttEiqyruX1j6FieVWDaRmlfNCPyhsl3JAWqjAyN
fJ4BdbwLR5eQLI6LGVNE+LIP3Y7a6KZTRGtTTCazVYVeC278NMmeviVIgR6gL/aM5Hu4nd3Jy5AS
nmFQyslfzUX47CCHV88wtCFaG0BjsmQ/Ve8O2ZRUskZaQVc0N8KaHpgn2Vu0AHFoYWAUE+J9H/D4
vLLmuPtVqOUY2P4Bv1vmY4+SQ9YhY5a7idIr4OS6U5HgYevo5MHVZZFpn0ep63FczrYxae1TPxth
hNaDz8mPCiCgByh6DA+OlPPanYcbHRrvAGhnpVLj0uWxYTEfx8sbR5hdvIo73Tubls7IgQDGDtiN
QIZqP3soWfh2Mx3AH41vfINOclMTtJvFeDwMvUnmvLLbOK0TS6dIPeM2EQ862Q5AUmHWOR67gFP4
rAgHyR1nKfeB4nSOfhTCdxBrTd4x0s9ztNLelpuvV3gh5wOsDoRdwKTyz+qWLIoRbTTMQ4k6d6ot
uUTT/6yWAeTUUj128M85LDFADstDrsk7NtZKBplDLhT2Pvn+gqkAqgkEF7RXPUO/N8wuEiaT+DgE
rzCrOIj/Lsd8sgV/f/8cIRzKyCDxhu/XQiNntPXbHUEG7t+DXJiEdwYtRHZ+ipH2iYHcuIZrsS6U
WT/7PCBG6KkA/CkYkct//wu54SLbg946YQQ8/f6NXGpB8fHr0H8EvQHIL7TrhVja+6/HU+JZHlXe
EaBIaxc323+vzSdVv3efP1sbPOl8V5b4vC2uk2in552ZNhG7BNK5NIuze4AMJeoe1uAd2/nnPJ7o
679ncenzZ2gTV0hBgJ7wjmLYIsPtXdjhTxcJ9XowgoENCIOzPYACXhtSEeDX2+uYpZNI/Td+SYz3
szmAMYHWTAmejR9ErQrhlExUAIM0I7zkxFP0dv36Ki0SLoseLMD/53K/tJIoSUMT+ugjJ0n9VcO/
SuMEe/PvAaL3ZzWs+FwJCMkdladTE+eFfYlR8NkigVqCXiweSOwY6/0IVqc9ZJ5c//iEPFoaFpfK
w599H0I3S8+1hfxxjgIxScyoJ1R4NPCHiOIjY13YhGUNzoAFC2AJPx/g448dfRXzUUf1h+ioze1M
cuiRmE3/kLRfvxHvhjlDEVpNxUgSYxiB0kFO6gt+4ZMb4QKwi5brC4vkQ5+fjiMFUpY8QtAc3LAx
D5qNj5Jxj8TMv8/sRwcBDAuwIyAMgMYOZs77DR9Cx9ONSPDe8Gd6PQXtETWK4E4o7V8Y6SPxB4A1
wFdCXEKwL3CQ3w/lLQ/vNraLo3MnowDSvATQi5/Cf0wozyyROQqphgtyEB/PG0AsgCGAvYKB3XN2
WaFCHkejKI4lIZvCstb3/16+T74PTjWIC0s/LmjLnWEtosk2dVgIeuq4uW2dZu85FxT/Lo2wnJS/
vB9vhkRC25GeFEpKw8oKv8qjx6Is/N0FYAZdyvhsV1iAnkjKY/RUVbCI2UV+36e/H2LvITwswHLn
jLVECWXXEMQ7Oi6QAM0G6rb/wRb8NcDZCZbF6IupwwDCXsuT7V44th9/P4Iz4LMBtgX//INIoa2H
wuPIDhxB62MCqsJftun4PnYAerlLmHzOBGAOsQZuCuvYRFetszHxBXv48YIDjfrn2i1CsBCteX9+
XGtAAwgnYKd43rXJqQrX7bT/6g68H+LMFrZjF9jAALBTYOWgNjWXNF0+2YI//FNw3OC/P1wyAtVi
FrRoPufbu2bPyZdvQOKEwIkC5AoG1QcomjZlbZrZqk7tzxLoZv31AwSOOVCPMBCwfdHZ6rCucZtu
StjJQ3LQTfnz1xf/78+fvSBc3YdDpPH5pr2K1U0fXfj5y/l4708Xivz//vzzLsY+qihM+/i+ozIR
oSTrpkhPolqY0fiSUOAnZxWvRIC/AR5bNLDOrvJYhWFZJ017isJHrnQ6or3ZJWbSR8+6SMz+3xjL
YfvLnnaNhKgK8FMnayUMTfXKWVI3qy9vyrtBztxCHLYg/hcYhHtonFZdze2X/RpmAQ0qEHXBlwMI
9WwWXVCMsmrbEwz6avanfVGrzX8wh7+GONsMI4uwLYq6PT3J6WasvuzW0HUK8j9QtwngfM7NEqt1
PxIUuI4Nex145rkXUJCf2AzQz4DNTrBQ4K+fbXPNgX8YeREeRzunOyABvrw47z5/tsHMApMVcP/w
qOm4hggYZ9OFe/fpBCCVChkSxC1A/r7f4dql4axngwXqge+K0MzGXBhh+Y1nNxtoCfg1dJVC6uQ8
Fq8K6SD5FEdH068B6gnZutDrfy/TJ5cNTT3wnkCK48+tfj8JDhCDy1HgOULUNvOrW25dCdJn9Zf7
F0AOEtkZdPGEauPCrHw/jgB0mEIaMj6SSlwV++ZilPSJFXw3wJkRL92y7CcUK4/sN1BUA10HNItq
cEUvXLrzIBl8CxTDoVuFt/ACiz5nx2vHL6QYI+s0RIjHXNRY3b2lniJQF5TazcmUA9uCZGy5/fdO
/WER/HUaFiIJ0OWADUMLC3j280xXO1DPIcXonaYRpXXQMpmfEtR/H5N58jYUDaaRquVPdAjMW9G4
6s3wMLlqhSl+N0nY7NvCfhJoiLFu3CJJLW92Uc3SQN94FpCEQyehTzHVZfxQDh16mCm3vINCr0GL
d0jtZ81eexlYJqYjKMOOj1bcojwr5Aq95pMNisBi4ygPgDiArnYStXq09mAj4LlNwuprwOvKB5ME
J9A67fzfC7Ps7N/rsvRCBtwQeG10KF2Q1e+PVl0qjpYjVXmfhK9JsK3oqaF7v0/SLpGpiS71yDi7
lJC6wXAgSixpU4ijne+/5ABQEtOVaL66c3q0QX0ava/FO/89xOI6sOcxmENnl4U5pkPIFpN74PRi
59hWX+MOLN+PYLawXOjou9zK9yvWOuU8JSi1HjrgvR3/5Kqv2fY/AyAeX1ppIm2KrOD7Aeq2VZYr
/eTQmJW9jvTXbPufzyOgjZGPdWB7g7O77sQimhwSJIda317r4D/48SCYIuUIrX73g1LgaHutY/Mo
OaC7Bw+eTXPhOXRmcpdfDylHpKxh1qGUdf6gr0Kr8qbSkHsZpEX10wszN0l78rWQ/8MoZ+6VJCNt
DdHkvq7bDVA+P6KefS1C+J8hwDtE0Ixk0Xm/SG0XuoHaPbkPp2mDYuZVD6zuv+/252v1f0Oc3e2G
QLtqHjEEcfeelcdBVrab4VIO4pMrvchwITEI+QQQsc9SwImnRafBBD7UfZBOHsR6dt3x3xM5CxaW
tcIbFRK8ILvjRpx3uHXiYph7sI0Pw5D5/RYlsn9//5OFQtsKpMcR9OAVc54kb2was2mwceP4m20Z
YBL2QruZ+aKgEeaBswtZGAesZSxUfHb1xjoOCHCdyWH+ObC7+knpL98+DICWtA7IudiTc9FzAIXb
PiBxfGjJNd114ZfP7OK4lwwwKpZwo2cHyrEkMjW1Gx9AJZlugmr37234cJJAwUUS4g+HCJmI82rR
GFhxUdPOPSh+5b+55sqJv2r7MAKYmCCMQ+lrYfC8N629NRa9NUn/IPoy9yWAA/PX8h0ezhG2GJxJ
yJeipnPe9AHozbjsK8c/NHWqm10TXziqfz7wzmFjh3HNPJR1kJWD9sH7KQSaaNkWYj6UtcqBmk+r
cjOMgMHRfdtNACPe0ulo7BcSrPpiW3QXjoCzXOcP40M6CS8bCAG558w2Da5LDyjqfHACgLTcvCwC
yBVczYACIZK56/s8+T2TCyfjgwHAucOjFo9mhMAe0jzvJ20cC7ExxFEOYQtA8hUbLhiYcwPwJzr0
UCKD0gMk7c53jbgJjHGkvRMNrr5teHvNvv37aJ9P4M8APuTWMY1PkjC1lENi28o72ZrkoFj12s3/
fyOcPZllMziuX2IKaK1lbYr/YAIuVPxRoIHTXTrNvN+BskXhhEsHn/etDa3K7YWozftkC6BcAHkK
H3IR9gf1C89QVE7izjuhkynkzwvGbknkiEdn4ORgBxB7tIIZzft4UeUFxBOzgIngBrAkABm0ieQ6
8lSwFy4LHxrJhw0ole7v0JibYqqbre2aGBAOq8q7yhK7ZJbOpgosMMIihaSYI4GkjqVY6wHQWg3C
GeDV5ZhNFOIAGSBfMhVM2b869GJIVQHzN08IXIFPvaTQ/okNxPlGaQTm9ZOKv6ory2+UmA42lFzU
jS/3VvnVABaXCeEZskQQdEaC5cyCFK1JvMK3x0Pt/nI8CgT427+P4jlFczGCGCHA637xQcj8vj8s
LgGQhnRmhJntUzoYcF+zeUjNcGfNB9AXX4IqXAUjAPCSbP899qfrtwgQoVlDCB7qmYtCip7bnIrx
4KnkCb2Sv7EpPHr9pWfT+X1eZugi/Ie6LZp+ICh5P8NmQrUVUrTTQXa2xkbRflez+hLCZPnKma31
YGRRWfgjo3v+WqJJY0ldWdPhD8hwgFe039A3JQvsBlD4h3+v3KdT+muw5YL+lTkMCUB/rSBwLBKA
qyYHeOOS71oK3R/mg0rAEgQh73M+H6dH98fECnC4k2NcA/AZ1hvVvQjHpL1bZs1E0kau7UstSD5d
RoTBkHfEofzAzddgHTDI+0yHUkl0DtPhaUQ5i4U8KwK1kbV9wUeerySMPRIdMGQOXnAw92fHn1VQ
xCnD0T957u/kB/Ge/r1R50ccn4cRth0f2g9oxnWe2BJDESdNXHgnVIJTHwDScdyDz/fvQf40jPp7
r/6MgglAICMO4H3PJtHMEaKKhPinaIpyXm8K+S3ZaDDU/e+gVYC85/GcvS08xTBvpl+hcx9G3zXg
DZa+kAz+EHL8+SmBszQjimC1zr2/m8gCavB8eWrzm76rV8YvD46YAdZHm9VyvvUKYNah2+ZxZ+Vy
fsGzfuKZFl3p/x3+zLMCI65URTG8lqDDsBTca0tcEX9OLyz5h9AKCREIw7gIUBfV03Pd+FmqJCjg
gW+hh3BnQfMwFEhLGcHWXt1VK1Oxuy6m30Zr5Uh2sH16YaLuh/sJW/ZHNhCyCFBjOHfyzHioNkI/
4M5VAOpxlTiZa4FrSrg4NZ1d36B9K9+VFfMXyQJ3h7MzgHMDL8qAQwjsrYprkhGNCHCo0E6oIQLU
jxHib702WxAUL2WRP0bD+MU+IHLL7nzSocXuNRvRDKO8k4MVrOjodA+0H6dcVwmyvtBIuJ2E0+ay
byMEyiEwJZ5ZC1CXbKF/0VaxC0t4flaW/BYQmFg7hP7OhwY+XmXXfd3U9N4Qt93B7gw3kUODrFYg
lM00vIT6+XS85emKGuiS6T4LjBNbglhJeHVfljmo/X1474Fv6H01/F5m9dcoZzegcsU0c4VRHOdX
AkeeXNJnOTdpf5btrwHOvHav61G2FAP0BViq0aOjH/pLea8PZmQZBKWSRR4QRhNZz/cODtFr2YPK
T+6pma4Y5be+5W0iC+QsodTdCNKzExR5QYsDAqdUtvHjv+/3Z5MEBCxygQ9ZLNnZJIchpkCMIx2D
pGtOqLeR0Z2YLjw0PjsQfw+y+Ka/vHgEyQbPAcv83p1aMJMrqDIArGXdW19sVbXkZPD4XJQ4oJQC
QYyzCEgFJgHXKSnvQVZ6LSn/FYYgrif6gh9aUiJ/u6E/wyAsAEbcRtD6IeXQjobT1ivvK2iZp6rU
UHsHG4I6R1EbQIe8351zyQ5CpO7DqBgXWS1ITy+18/OW5FoAYA2K6HywZhRDZMEmsIebiABc7PTA
/LM+K2KESCCj3s6s7XKrquucB8mQMSB5ocOodDYKOaZDWMwroRPwz4F5T+cWhFRA2psyrYXsthqo
nrT2WnUkygOAW9X9ljZuvCJG+rf+ZJx7b1RePkD74YaPsd7WDnnyhDTPje+Nv2RTodxgRdAyRqm8
eghL1qzk2Pl5hDRB5gQGIVXcvgrlAJzt2bNocsVVS9HCrCm2cyKaNRqH811Hx3BL/F6ngwrnfAhN
c5XQaVp1NsjOkYSwgd9V/kqVvXVXTpJmoKo4ObAjIFuUQtyomSebGb5tLWsV7QsNygWI/QIE3sDP
IB9mQ13NNquoWwRi9AA2oVtYDnj4YfwQ92gSbNDW/C5BA8jU98lvHtvgbgR9fVdD1jyDTG+YFbZF
U8I46kbgh900HvQb0A0nyUcvMHkHZsZK9cOPygNB0A8aByyRycnxFOIpL5viOiKhfdu4rf0gG/+a
wE4K8FemdgSHrWhWNGEhCN492YVkmEAWYTdw186ahBFsRBX/CoJmzmmF7usQgSJ5XVF7VdkBltRU
1ipRkn1rQQzLiWJ1NgatjWuO2l3qh2PkXA+UPiw6umDNj8V9VSWvHmdmOzEtNNZfJmBm4EZtLV+V
oNeXL8nU44kEldFvzkxjA+q6T1TW9/PL1FeBzFonbu6s2DI5BKndV3TOkX5uYjf5TmNiv7jDIFfQ
YbSqzJqi6NGd3Pa1iBrnBJoev0ajVfRzd5O33m6H59kDTRzrc8TpmFZFM7w11mgdZ9DNDjgk9BGt
kP14N0C8ZOH69WHuBzROcRBdvoXl/l3qOXwwElQKShIQkuKJbNs21JkGX2BbDTU6MdpVDBEcMKOe
EkvKVyqozmyrhKXqXfOjkJARxlPeygtUiAgIFCVkDMY6uvE6c6Q1qD2cQzXhTviKbEDTm7E4kkJY
RpPd2DT9LRWDv3IGvJDK5aRMAVRlRjMdhM811pn+ZN5UfW9JrO5Kb4a8AxbjsUIwFu4KsD3XYJOE
x6nA2qehW5L7CJTzW8tpyanuxHc3Es2zFO4LK8BgmQzkXrU/g41hoKoKHtq32RqDNTZpvMPaJs/e
NLgZcD1ODp7bkEO3ia8Bl4lzzuwX8BOCAJIgEpAZqkSGzCr+1aNgCEJ48uSD4Qm6T9PmNvHkKhpt
+Z3geoosiRpy43eDwkTjOh1icKWm16h61XhBEXTr0d4bqYMZnC/GcgedyrHJAv9jAJZkKKNq4zSV
zGKT6HwOC54HQ1KtBxCesxa8mgzJcGft6b7beTzxQaUro0fpV/ZeU2jH1GQioMd6fjbhzKVmLsAt
IaOdzZ3s0oZGIKsrY4ElFoIhCKomYLAUMtc+87pnqX3rFfQUnc4+2ChNJHTm0tq6CktqNnMdN1kD
0hEkYLSdUTQIylypANrrqC+PUQ1BHbeg8QZSSDzrVTT+BjfevuqRCn9VnNY78L0DcNs4I6ieQslx
AnJ/C+tjZ+h3aPLa1s4TaPiSZxMf5DXEYNhrYOHdmFIk5TOv6udFO0nvvaoLNsJY0cqgWeyzqxiS
RGMsnNzSIBqTycRbtx38rB5L9xkvjzitWM9ObjPQTU/xONKhLq806t/3Y6EEbLgFAhqYGFnlKPtW
sSpY15YlH8CPmu6rWqpcDTGkvto5zFXM+EFbQ7i3nDjZDsqaV2Cls28gDzfbapocEGwgfjLUNjQx
Kef7UIK0U7ABlJfSieurofH9a0hnVLllD/eQA2mzqkjuieUUOfgGv4DdgeCGaWXq1/UzoqIm5cSC
JBmkmXMNAvka7bBhNZJ2vmVmgLhcDM0C1nXwDuAB38gOPF9k13Xq1iOwGwNEmnq/aFfQmoFMewkq
5r7vXPwm/KhrXQ1qTQembmYX1ESbx/3KA9ZqBTGLKfMni+dlMPlbQmxnXbQkWY1INmYdcdR3uN56
NZUVXc0jMuqRJcAuola1EgxnWnM/3PV+gNRe6KO6btUM5Fonuem0qrOwb5MsJG2RekPZH/qY9A+i
Es1Gehg3Un2ArhKQzkkIG5/aoY7yzkDrYZEruQXJHZomqrJ3LCmGjbCkWJWRGvfJQM2qbnS47sFJ
W0uY/13P7DGzehbufBTtjwodrDNLOqB726TLI4HDI1nkrqJSh/ncILloTchDZ6BjVXBdkuRkgFgT
1A/863qKrS1U96xtUEQgwpagrCYcbXoaA6sxWazfQ9TJWUEYiD1ISGFtPDAYH3pei13Tz+qx60cv
d6bYv+9Be17BndWQfdbDD6YWwah46tLEgeZXFQxm0yqX9HmF1UrdhLSrACKiKUM3w13tFl4OUaru
SiwsX29KwGHEKcadpsPRH336swpVleseDFGXJgaSAVaTgrX4i6OjWgp8R5W6Ds7ZyLhzhTtbZKg7
u+tFI2oTgQ6ZTkM8b5FCxS0rYpJX7eBl0NeaU2+u/d3QWvoWGbjQ3+PZNJm0rCAG4MnwyCoi9iP4
r2Ad2zi04VzmdcH5ClDccC+Ip9ddE0RprN3mBrQxkoVSQLyJBw0AHYitygj5AghHI/9D2hfW2nNa
+LMPSvoiagX2w9rEvoJOWh2nUxtKKHorAdpGkKzECE5924U/41n/7KMxetEaQupFQGHzlGtves0r
PMMAapqoKLZDL/yraioJtLNKuoH0CH9is1VkbqCGDatbL2sklBs6QqvcRg1iHdi837RIWl8jLMAZ
nDRPRwV6d891skIu5F6RMglSJ3Khd9H1wYYWHDgUHkIsZVq8TTVo7Okig4YMjv8w+pBX8tHBr8+c
BKxRX9M661xtIMTOxlWBPtLbFhyewwxq75ZLJW+bGckdqx/CW1ykCdIJhNxxyezbvuVlDriKta4c
y2y4wVN7QkY9ShvoZeSoiol1xYZiyJWK1HFyyVsd8Kz2grtuUdhwVGmew5jqKeOz1X/3okkenE6x
X74Y2LdkDskqqMDkM3b5kzkMQhSWga5ZMXtghydeJjUCWhe9HP6LtPPakdva1vUTEWAOt6zUVR1Y
3VK3wg2hZUnMOfPp90fts7a7WEQRrWMDNgzBHDXznGP84S7TWmuPHJK4A5/lQxqsjK02mv0OmZ5+
4ybojbeIKe1DQa/tsejUO0tCRisWJCYd+VYYjNm3IbMkdgwrcUx1DLdK6gPPUUeYg3pu2j1luJ2n
ZsLOR/Rgp2ueLyJgkcvaQU2Hsd2XHYLzadu7tup7X7xR9W2vrkv4zLmv7VRe5mdfDdsHjbpBfAqt
cFIM0iigkBdotqFaKiettKonyzN+dmXU2XnGpFeRs9mj3sfVtPPMO9fqOHcSzsEgxpd1CNv6SNKx
gWMi+XvDy9JvioxYB4iY+rNRC/GpqrLxrAteoNtRNVbZfemNmsiL1i02ITRMLt3kk5yqZ0Pw5bHf
NFTXOFPIMcVDhNRYrEXnCjwVdmcp6h5uHu996vIPad+ar2jMuPkm7PLm1EOIDe3aFTtU8SQ3+BW3
aXNWBSP5FCOkdJ/AI96qmSJJdu3r+abgdndAHnGyAh7YGbQAYuaI8MMoS91djJXvXWZ11VaNjO81
0+DRzfP6Mezc5K0v9PCh9WE5R8lUcRza4NUPm2EPdQ7pwNFUbKUoxM+mnAdn2RMQq9ACn/dQ0RyS
dmAIk6T43MYF2fMRqQIr54qeWkhSeIAXTn49prvMy78IVVnt0lCfjOqa/B6YYv3oK613B3+rcLS4
7D8ZeuEdxTJklsAnPhZa+Jv/K9z6ndKAaWNZav7QHiz4IEfeW8W5yAtu9aVkksxTO3fnR157jodM
sIXOCHeKXMeotvDGSHyve1VctGP1UhMdizX9uRb1bOf7brJNw87fBmLS2llftPf4Uaf7QW+Hl0BN
6hc1QgRWGVUErbqm2peRuzFD84gk0VvkqsK2CcnmeXKH2EuStk9yz2OpYifciGpa7WU5VveTVulG
qcTu4GuttIWh/8uNSlQH9LY4ZTgePmUyJOYYwZ9eF1EnGbuWvKtZP6AMWf+IU/idKMEoj8iCwMM1
8B+JugK3jqyPTj5qe/Cf/XwbjeLBlwTbtFJkOUZ5PHVAxna1GxYnwYJCrWhuaXujV78ALpE3SI6i
p1SXyb1iutYe3T+I00g1PEjw3bZ5aFlk+gJO9DKrPqtS+jMMatMRFXY43YIXWnfICgaCEh8HLzB/
yKWUkP5xm61cl7WjJ6l6L6VWfTIa8ZduZOzNTSmdwl7p7Qp2qU1KOt6PGuhRH6zOxuLiZ2tlNuz0
BqEP1zf1ndD30gEBKtRDYjP8rcoN6BHFE5xCj8JTkDXJPkIVZgOizN9VHaxxdm8otyVnQqBVkJhF
ZOYVCzQkurUlylsaYpdIW9qQ+sytGESw/S0/PiI7qN33k+aZ2+W+rQVe/q0uwmEndmiDjnKbbEYx
Hk+WPEQ/SI3re7OU+oexRP8rjOJXVRHoSy1666xK2GeN+0+DceynUgnzcx27ACN7WT5nstHaXEW9
XYsD9IFLuLeBOyJvSYx0SNFkio2OoXdsAhSjZL0QTo0XoG9KykR8QlDfRTMR0chYSp98qZOOLhLG
O88aBEetyUrooZrdg2HIHls17J6TAC07dBc+jXUCKjQXE+uTa6mO0orCq2AFEMCjOAvsIrT8syoX
XP4RXL3PFCvbhKr720qj5t7QtP4kt0V6VDmuNgGqQrYvRGOzEeUxfXO9+CX3B+MUhSEM8zTMN2kg
mnZXld7GDbT8Xikk8dCmorkpcrPdJ74bbQpFeyNfbt4hEZL+jloUNMcB3YpW8eNdpHktT6+ycODb
o6QoW6NmZ7k0vuhk8Y96I4UbbrjiATGI32UcWXetjJJR7+lcw4JKuS/k0dgngvTg512yMb1cPBfY
VdNtxnCsLcHaBkr0I0mi4BDz2NqHZdyQREAfEuG7SUsUNSaSpaV2IuvXv2a93u/dUeQF2YfJ10gQ
yi9uH+gndDDrQ6BYHk/CWMC5y8ttdOO8rVkU5LLaRIK47o5PrWD0tp9p2UsRkOHnpereR/DPdkne
C3dwDlEI6WD7cpkw/L3olQjcxHGNYE5i7VIKlbbXFL9M5BjsmGWN9liOPhTCCLbRl8JuzPP8mfvx
aAvk7O1CZBZ5loZ9atlLj2bTxw9+UgZvt5OuU77zMn9IJg+pZwBokynSnPFZ9h2SRkiQnRvpqMsP
Y7b/+PdxKYCHAMmM9OQMF5FWXqWTVB7PdfPUh0dfXkGmLP3+d9+/cnQCa2BKAd+3nBj57Q+C5Mni
8jdoJWx5AMlf8RR6w+Rc693xDGGV9OAJffchzFcKW0tteB9kyvG+y0lXWqJ1ekuQyEei1v4g6faq
DbMhsCirVH3N5w3yjNlz4X37+BBbExgDKqEE73ZWNxiMYkA7FuRCUn0/V8qPD38d5xpsX7AxmWjV
s4S9W3a1ULa6eBZK+btMOoiM10cxaYb1p+YBIAIEIlEu+x+GQhflVa6dXTFxgGtQAx+U37ebcV3c
mGKAZAULwdNjXruk2m8p1NO0s2Q5UnUuUzITn2+HuC5tEEKR4fNqUwFlzj9v1Eylsp5p54ZzsZKN
T1rckpCPvxupvCYscV12IBYoJwLCqCfcZZcNJBaLMU81DsX+Lkra0+g2zzDvPyMB9I84NKQf15A/
C6uEkLqKaPxETtdnIcVcQMhPLbRzBmMrPvnez9vdt1DTQLWcyhfgU3gxc4uzWI64wyAvc5bTn2N9
SILBJneKOhOXNomsj7+y6q+4HuwskJNUipKEhR47m3Zabllxiij8OW0N5MNkV6MaUp40Vz90mY8i
J6o8Q/q5V4Rdl6Kndbu5S9057WsmnUr5fg71JItbTx7m+hlg72boTqH+QZLUtO8Acf83wmxfaDnT
/S6U9bMH1j1hShp/MeEn4ibHiz6ZHc02towLsknyiBkBIo7CSqdStkFS02uEj3YWqFWWFqYr9BZE
0WnpvduhB4m7fmc0yrkiZeYjHUje9vZwXFfqpxAQP+AcTPSP+fQLR7kUa9TizyP1MY9HWXpOy842
8tOYo2SGLpJQJ19FVz1UVnrwyd+p/a/bv+FqSkygLbACEkRhjGzmd4FILDRerdZwNkiIRn7yMCrV
B6E/f3Bhf/yvIZyDmpl1ZM77i9SBMpy7Kv8tlu7JSMzD7VZcbYNTK96FmBVewaeHXlzKwzmqf0ip
ZCep06cIE2v723EWe+tdnNmpzZvDNDOXOCnK4FaO6KO6skMsReD6zGYHE0Vmml/OOp96b4j4HBGm
zJ+nJnZPVnYlyPU2BK5AASsFvhb0EFvgZRR0mlFGT+TuXFYoz8JQAEBU9IiSpqFVVXbq+wXCm1l8
P/Ry8JohtrlXujU9jakpF9fQ6UeASsR9DaqHMaf+JgLy+ugZAksk72EgT2ziASAje6VI1aaN1qBE
i+GIIuEFOjmczLamsCKVOekCnnF92ynZ1x5vwJicfdV8UbMVrszVuTI1DcqBCfebiTlf2AY+b4aU
9d2578U3WfP2pY5hhEZhimvGECLCnW4DPf5HGs2VPWUxssVdA7QwaiJzOGGnKnnpSlJ3bkBldY2B
8wLC9+nRVR6k9hnx3Y2L/u3tVXF1MaC1aKVPMHTcP64AN36LU1IrmR0P0QwR/iF50pN842fFNjNr
3R7YzHaJLK855CyFRcQJNitLZZpGl5NYrapGsEqrP2ucAag/+oh4hoK8aTi6+c8sXxnUhaWpTiBa
7gvQVa7uWjG+EeSwFeYrhMWEJOAaE2OagfMFAQ5mEgeDFEMZ/bJBSox8Py5GrH0e1ablo5pPnrj+
8C2A4QJSzvOPZaciBHMZhiUAtkKu+vOoGtt+1BwpKo+3Z8RiV+FDM1ENeSLM4dT+IFDSKNv+HOVZ
8zzgYE2Ztfc+3Y6yNAHQsaCWKUPXBNl82ZDEcktNE7L+zJSk5HmnITpYxKe8wa1Wu+vbb7fDLRwy
k2zG/4Wbbf51M7RD4Bb9WfLBbfS/TPkzVjL7Mfzndpyp/+fTwMCCjWATWWZ+z27E3PI9Le3PpLNe
NDdnEx6wVVHfjEqy5cnMvDWeEph4K1vH4qnAeoJxAOVooh1c9meGbi5s3XA4Bxm6mq5AJgipbA07
qO5nYb1m3E095T/qGpJuadrDH+WqBYn0mj0jCJZWV4EEkWV8RQGZPOLvXPh5u0+Xrlp/aOkS/Bym
/BzGqYsB5Upc4c+e6GjswDJoHSF2GldHHhvp0/FZT+9QBPXl30J3/DhakK2YXZl/Yk1LG6cF8+4y
qXZZGSuBKJ+LdLATEr1esErnvp42FyFm55tZF1OuepTPZlLZfXIQ5BXY2cIBehFgdo8rVSVG35s2
SCGVImXvN8cO85Qw/NbI/7k9XAv7x0QU0zk9J2qQNJuJ4ghpKKQQeDb0f3T3xxqHYOXzfzC/70YD
DPdoDmnM57HQCO0R7c7bv39hShsidwx12v+448+eeUGrUrUKJDJUJYSzYmik1wJU0CnqJG3lVJKm
b822C8QDpju8DLhW/vPn7xozZFU6Spk4QgS10F7/pioPoxDs/exN9X/itkCJrLgzQbOpKymUhe33
IrB8OadDLVK8XmvGcxl6nyCj7Xzli9uda7nCe++uiVeeEUvbE/EgvTIx4BHOsaq5kCrcU6vxnMve
f/RI/E8u5zuqV5QbfM8OwvSA6cM/o1s8KC34ltsjujBlDKp7oGThnyvm/N3ZWLlmJg18CRmONf4G
K2fLyuetCYX+bhDbNAoGX+bzZA3srNjV5u+/+P1c+XlvghvlsXkZwKuCKjS7ZjgnnvDW9JjL4Ay2
5js9fWQ+FQER/zfIXHq0bsVQtLoCUolLAEhHL2mEmoRg/ex9Shyi+A1jAjQuzDUNjaX1husceTyd
MQKcdtm6sqR4ILkhBMzqK5Y5OsYH5vZ2By6c/sb7ENMIvhshtdL1vq2S8RwYW/VHKe2S8q7SVub4
4jRA2IyNg9Q8t8zLIJWUyEqFFeJZwT1g2KRr/bTciH+/P1uyLg5xueZBlO2g9VkHT9p39Z28lrVb
Ho1/o8xGo6rNAZ13oijFDteH4Kuy1o7FCH8usDxj4XDOZnOmD3VU+3/e+1DNYtP/HsvVk1Rqu9uD
vhJnrlJqYjqljjg7nTXecb1cP3nUrm3Nr1boh8txeLOBq0Y2Z35fdjHXCNQG6hyGcujr99UZPMrt
pixOLSzO/xtidnu1vBIfsZgQHsCmyW5ACw+3IyxOLq6NpsqTd1Kpupy8AjiHrAp1kjBcH1N0zyY9
dzc/dXL5F21hI55SjdpkQz/9kndrMYI1MAyCSvGE9ClQu5XPL43G+8/P3hUxj1YrAcYKN87Yyr9a
ALjqX+wm3HfZrBDs4DibfsK7FgyY6wVDmIlnv8ASaOMdQZzoa+/ypSGfSgNkGVXuUvP7vNEKY5hV
1MnMEUiSWOOXZWqvHx90Mm/odZCOJd0w6yszdl0w7554xgNoZ4XlXeiiiG9JOzPc34601BpOfm7x
5K0snkeXXQZalgSEMFDSKs32IMVygp+JIa4Q65aiqCgyqSSkmMrzm5toCJouBNymumov7MAb3W7E
0hphLCQNHR5qr3MGoZ4AiHBHbTwPyPnKXrGJDWPXZHd6vXItXJrDf8iQk9SjSaXpsrfkKtVUv3P7
MyV9u41+pKB60jWl65Ug8+0RvHGlNPkUJPM2efEF3XvbXEtXLAbh2TQxp5F1nc8w7uqYC5laz4iU
m0T4TSy7qD/dHpfFYeeCR+KV1OsVRVomXxei79CfTUDBp2rM5YPrNb9vB1l4QBmMxv8Fmc1gtzAw
i9d56Cb4c8XFtxTQQa58Y2Ss7G9CUT9VZQTsuVjN9uJObRNrNID5h0h72bJY3luC9NxmOIWF+msJ
5vl20xb7D0E28lZgnJFtv5xueVyqZVSosJi13DYlHobKyqa8uHL+jWDMbsgRWcAKCafhbBmHUMCP
8HHCAa5dwKTF2UZuT2IT4K6tzI5Jt03zvFbpuBRCDzeLx07H6DGuvnhlXN+7TaFs0F1vyBwn5leM
VwfIAZMAKnaYhwaT08xvt6GRrCkzLr21EGib8AjkZtDxuuxfrM0lvDkpC+RJ+Z9ECh61vPHhONXB
pqYcZluJ2B6KNPn4O9x4H3Y2Ywcv70DZ+MO5RIoQKOJulWE/t46edBH+V5aHeUNJ78+r791JaFhB
Y/nwamiZ25HxBJyWDtgfcdnW78VBqu6FNrCeQLpDrQjAx/SpkOzCJEJSySpynLKyYiM0avjt9oxe
mgiTtgpV9ekdPy/EaKOb+alKj4fdvf+1Kbaiv/uLCH8ky5FYgRk7G1NsIVszgHd5lsCcRjg2u8Jr
Vq2hWZbWDaqCSOzjWi+ikHM5cwoT4HhrsUfHvbRNx/pEsreq4VcYKzmPtUCzueKZaVq3IYHcAeCG
mGHWWzh90kO5tNQvt7tuaTnABeeqTMYD8NxsM+gCb2S/pqSYCsKj3A27zBIOagDQRaJuFHfhF1EM
vt+OudS+aZywUoeIcJU29wqcXcwS/mPsOpn6bMai3cEHWc3CTm+w+SP6XZz5oSpaQyiXA7e2CPfS
DOJRBSLN6rFLjN6M+F7JyLCw4MNTG4vHvF7TzFnq2vfhZydHMhSuC4huPINUrYZNOX7JqpOkbRPZ
Fo272126dGpwHtKZnO3oUMzmZhD1RaA3Mg/FEsW6HOdRXo7B5naQxQZRiZMQMQKZN8/cmGFgZJbH
uPH2ag+KIIwPSuG5G1epSR9FsbEL1S76VGFdtv2LyFxcuOohHmDOL/lKDKsOUwQSZNVdiSpASd1g
lD8Hkrq39LNkrFxdF64X3PQN6puUw6ZnxeVKx0O6sxoXzJcmPPO4T4Z9Xt7Tr/qHJdvQtUbHg9ob
1RDSYbPVp9Y6ZkZ4u54hOWzG8iesh9p/u913C1MDSRSmBbI/YAbUaTW+OxYqURqiAfTxORs/u+Ne
645/8X20aqarPi/JuRxPnnmJ1PaFdK6sTT/g8rayGy7+/nffn/1+EduGtFFi6Sxb4SaServ4MIJw
GgUdQSEyorjdze/FIvmPJMbn/Cz6kS1vR7CsH+8iFBQQkUCEaiqaXA5BbiLVmiAMdjYfh1CxBYhO
twNMH5jtdEzV6dOc/aAtpyP43RjXYhtXrtrKZzWOjG2Db4eLXaTQNfdKr92VWh1tJgsruI9ryl0L
ezlqmaDKpgobJetZ0/BYF1NhgkdiSNl1G/1NsHZt+nK7ectBwJXh9UTFaZ7UUSJXCo3eF8+x2AQ2
ai1HfMTcjW+Nr7qSHP4iGPYkKpU0dVqbl32pdhaqJCDLzk2lv6DN8mliDtp4ljiDuaaKtLCjUgT/
N9b05+/GTahgssp9xJu//R7H36XyWQ+24ERQl0pQyL3dsIV7GEYlJKzRspyE6GZnhGKkplEaIE3b
SUNYlhHb4UHr+yunxNJ6pTQHmhVJBQVpj8s2yfBBDHekuJAq9cayIJJ/PLVLUgE7K+Ag0342m+yY
1sJ9z3Xyx/ADtPuwb1Y6arkF/waY7TiKPgIrqJXxrBZ7vTvVvz4+Djzs2GnoIgPBu8sO6svOwFqS
klb4bRBPpnJ2q78ZAnQzJOYwJeh58tsyOn8MLepJZvIzT20NE8XbTbg+IBFeU5hHZNj593zPl2R8
IBGiNBwtgCrgnTzrawB1G1/4bf9hRWRARgTDx0dF3vBqd8bZNddwWtWdTDoF94H74dl0+fnZEgw6
JDXGlM+nD2a2wf/8dk8tlMvBSLHrT0BLim3z7cTKBx2WN4bhUHr8EtGI0Wk8PHKLo6Qdc1nc6vVP
aeJKC/cSPFKp/3z7B1yv+sv4s/ZZSFvBlsOVSLBeC7jMZXBqEmllPiwGAdIz1fXAL82BFq3VpcUY
0UgpeCka2JiJHRnPtxvyB+p1echNqEr4WOCxuGnMoWDZCNgi5ArskJsv9mWb6B24PkX75DdB+IVe
hu2aJS/WUNVvTS4rXETzwLeFWHI3IxZ+JwU3oPteNsongLVUH7HKDb40QmMearVv7tXA98512iTH
MfSSg+aV0SFXgLiJA4gDiOFyfcdVpEJFPh36U8/d8c4j0WBX4CGOQ1vHP9oi8J6pPPXU8k3pSzT2
whdv0NDZHvz83OKV8tiU+Ay7egxZwRsjOw2laGMkqKB1USOlBw6eFkrbmD+FWdgCZVaV1z60PtVZ
/TvoBNkWfDGGJTcG9bgnD+Yfy2HwvmVY19+Xg9kcTb3AESpuC/13D5bsVywPwvb2SCyN9nQS/1Hg
RiFrduYbKQwrMdEY7cKJIYnC3V6TU7reghnrf0PMn25K5ZapnxPC2jcRdKn97RYs7V/kI0zEIy3I
F/MLRZbRk33j6Y4odjiE3o3FrzypbdU9eTAPb8dabsq/sWYLsC9qNfZKYg0tbuRILOofdFli/wXS
DzuIXZJjFxr05YEiZV6qFJz8jtTu8522Jnp5ffualACn5M0f6ae5lrjh5aQLPcl0pP5TwxOo0CaU
z526lsVZ6Cj0LqesJ8Ypk/LTZTOqMPAKQWpNJxC/t/ep+fX2OCw1g3ZANuamDMZydq9DZUrIfc/S
HQmXgOfeHJHr0Arh8xgr3ZPWwvm7HU+W+b2X+5WKbtqkZQx+FDjnbJm4TeO1Y1ymoKSK4rnLh6Nk
QojelUE0IllkYgktpd9MMY923RhVT0aNcBK2NL7t1kiKigHpgsqsrE8ZW5S5M/W42A+lmtL5prFR
EKP9oQHoe56UDjaZkDWfbzfgeplPOzqSlqAQpirL7Pd7sVS3QjImDhoBotbalCjs8sPFFVUnNwy4
dxLguirX+ty1VUicoWOI2KcBlKv0HvGI7e2WXM+sKQq5GO5DC9eVtPQzOWyM0BHae8nyN9348S2R
CNwYJycQ/GbmByAGeUOvimnkKDh9awY8fxED4v73x9uBJicPIYmHNu/JyxXSZ4NG8S6LnSHYZM/D
qjLZ9YRlgfz7+akb371GQqnu/E7j8672bQx2Qv2AdsZzUR/C+iB90O+TdaHqE4cB6iwZq6uRp5qC
/1/P7JLT+NGA0I1o6kd7C+cDg3wzZVuFCuRsW0RezgjNOqucXN5WwiHL7m5/f9qPLtf3HxtOlrcO
CvgKyBSooh9YSlg5klyFj61o+p9FofVPuAKWD6rbdkdFEA2797s1/tj1fJ4iT+V6Hcu1K31gX83l
KsYVxql/trEdvt5u19rXZ/uwOESIcYRl5SBHvdHrY/sX+RBKIfBMKBBia8g/LycarjNIVrDlOT0a
BYMd4sL98SawZTEqZAvpqdlCUTxJTSWVoR/KJ8F9EJXVEZhesbPBl3VSoRCaJu/decZFwoIn8kwP
k3ti7by00zZuifrSRowTw7rzxib4zDsv28DfVTe5wCtjY9VtwavbHQJs4vEj+JG5VrmpRbfcsLJf
mTGSHaPAL0Ib0Zu9QB31OWplc+tnvrkvrFhAAGKIt1QckOVV5E9eV2tPpqsJd6GfgtxDzXB87S19
0G0pk727Cl5Ijnwc+uViFo73nVx0r0nNGd7pQQe0pBIMYVOV4rBNy9z48Mtq2nRxrYShhyDl/Foi
sxb0NPFlx5e3hYK64ocH+fL70/n7brsKyryrKn0aguFTon5RtR+3J9H1JfHy+7NJVLdSmCaqIDld
HIjnrqyrRwnEBAqLYoszXefLAa6lYvHhbYsJpbEwSHVjpDPftsTCl5uhHopzMx6N8LNZrBy518v7
8vuzbivMsnHzhu+30HUlto9+ZV9cgJcSgWXNHWbKNs2zA5Xv9V2Pbwvw5pcYdIbWI5SHdAPqvbHw
WPgxTlXfhjTZ3h6v2QVvwkpS/yDpAZwJXOn8Uq+jW2IJxHvsxmdk4RCJuk/VL9IaAH627f8JM70a
uGsDbaGGfDnthlCIzd5w20c9M5B4gleWDMlXo4/+ESPqLp2VvI2N6q5M9qXGTXAwc9rTWFCz2ysv
R8USwnZ8rH1303nOqH33eDmOyZoZ+lUgrEVQVgahCRDpGt6PwJ2lFx0CPqr1oKavbv015QFmfPvg
WE0GJhwAugE1g16cnQCSOyRGpGuB07Zfe6SJxBIxJtNATHAtAbPUHjAv1mRhjCz8fLjCKFdzX3UD
J9SUkxT7B5XrbBNnp1g3Vyb+bGWhyI6SjMZxDEpsQba/wb2k01EScobk3tjn48p+OruP//k8eApy
IBPZSJ+3ZJBz2U0Ey3dKId0XRvR5SOSdXq15zMwzVv8bxwJ8TD1EvlYy7i0xr9R+UktFp1/J92r6
21M+BdGj27wEOpfBT3nKwQ0rNOxfUPBcmemzbff/hUeuAHQGigLzMjs3NtQVxTpwis4gcPEJfZDv
DapAIQjIMQxXdvnFXuV2+N9w06C+O0XGPsxjX6sCJ5IR0k4jVG2/+uPh9nRfmhkTnvO/QWbTXVT7
LtEQlXLSrrIN5WRVK+tpoRXMOoxfSQDgGTFPyXh+NkhqRytAv26sRNok6luSHT/cCoJMIDgTt4Or
DVZAmKVRBDNwpPibq7+lHx94KCpkxlE7WciUMu/Eok7i0MnFwsCrW1buU09tf1i5rv+587xYZrcG
t1rsONz2eClw6qIvcTn8XWJ6Y4e4mDNY4kY2i81gHX1/DTK8sAnx1uHBQwKYfpunLnXyDHnvjYw/
PsaN+pz2b2E1QM9dGaGrs4nDjyhEYt3yGJ21RuW2FQeaETl1JIX7wezFfZ271lbs1FcsTbi0YBON
l2iurUzwOXdmWrWAqdhgwR1NL7vZZUlAvVNP2jB2FLBNkqAewCjthcz83svVsc3yXxAMHyO0n9Ui
fZDX8IDXoziBWWmByhJgp7cuR1EclNhsSJg44nPVQ/S0vQ9iZmnfRYR5pT6VxUTNdSIgm6i91EWR
/ugjuV2bKIsNQT0D0TEWMVnuy4bA/3EVX/Iyp+/36c+++aWbzx9dxIBuptMJJBO00vn22jZWXIxl
mjsqBHWE9tRyK+ZdvrsdZWE+EAakCHqm5FevjLyUXkazVipzR4zjJ1dEFkz2wRa9KeEr6eMHsm9b
X9K3Q2ptu3rtJni13SIMgggcf03J3SuM39DpsLVCaXSqqrWOVYiCsoXS5spFehqLd09AKL+XUWYn
hxBmnpSY4+ik7iEYEIhF4zEZzF2RHHE0UXEy4PC83a1X+wghMabEwgOQOKne2fQoRg+5IxTGHQNZ
yIdUSUcn6bGskmN0DS2lDFcmy2I80OjTfYaay7xkbFlpNYalOzp9iclSl2OdlSYPVh7+0yRrSbqr
qT+17V2sWXdaGaQ01/JFR8hHx1SqAybXL/oorczM5TAckZjP4OM6x/YIWCgrARuRg1gjUvolFiM9
b7qi7FYuFgt9ByaG5IbGs2RaBJdLWQUSMw7whBwFYbD8S1Q+KfWPKvS3t6fE3A5rmoagV5gQgLKo
Kc8pHEpRR0WDzJMjZvKLgazgGI07a7xPtcxGJHQTtliUwOvSHnzBre7aIm52ZouK9O3fcXX0TD+D
k2eq0dGr8yNOAB2txkkiOGMj2aK387Idmt624H5Ko9ZGhOV2uIVhJBxXBWk6dLT5SiDHJqDDQqsD
pE/Nk+y+gt39/woxBzJYRSBoqtsI3EeehOirrB8q9Xg7xMJG9b4VymyOxIg5a2rZCU4c77t0H0Wb
299f6SVFvpyDZpCxZkt6qYWmBCIA/XK0mLu321GWhp5LDdkKC0jDFVxOFbNESHDXdGrlH9/EYNs6
d/VREu6tAcFrHPRuh1vqNDyAcQPiwKeKN3sKp6EvK54lu043foMfw9JtV7pNWlq770NMLX73KBiE
Nm/kkBBAD8wHPVHeoi49daHmO0KcJ3fVMClq11mJFAk4EdStMW5qhh+grbYINmxcV3nJEI6zR7PJ
Vxb80pjiDGcCsYEZfSUCNIlpqp7ruk483mfGA8rltoHCxe0+XuoA9vs/5UQIQvPaT1TG6lANoukM
pBqOn917pVxJc3GloRNn5yeIwf+LccXU9TOU90HNOXJvSs6AOPAmbcVhk3cknCsT/YKkz//JQwMF
VlPpvmZ6ke2qXjGOra7nW15b36QQhYog9H5WXAu3UiWRf/UyfaMVFuLhidaeMkKc5DDJ7wpUjY9e
2uL6ELUl8tXIkB4EscqwLGCFe21EycYUGx3Zes8/agHnaqHgxjEkbWmTv5Xu6jgvNrIKDwhJ7u9G
q0u7vmnTLXaF+rYqRDvWlW5bNaawVQMVVtKmkOzMFV86XQeQ22Ybr0Q4Ox8tuA5x+YTWuGAPXobv
GdrXdth28pMSqAgryxKekJKS20nTlw9dKCUPcmd0d2IfiIfQ0rMHvCmTDSZawqOQBl+L1KigO5t9
8rVq+1pEAzTOtrEnDbVdDaVwQG+u3rUKqMA6AooQepJyp/BU+JJ4vnKwNFnZAhiuT13pYvWa6fGj
1Aj1Cf+P0BZRc7uvDLFyfN+QNlKLVsHQwHoMBOPND2Ll5HaGuxtkIz2pYxXeRZZWHppExJ/LL6on
n+zOtlICfZ8l1VS8stxN4GrohBfoTssJtgApeuAbN2qVXakr6b4D4bWvDaHfjiamKChBdw9Z7SPW
riD07DVSdNfLbr7ro0Y+jj4J7brJrGMS9/J2sFR/M+Q9UKSy0dDfNoaHfEBouOKYfHDNCCEotdMP
4ig2n01ByG09NFynNEJ335GXcioD5zsNXwlMdPICDzxV2qqiYO5VzcUMro53+AaUdon5xgYBE/H1
9tK7yn9M4gOSpMIzgIVzVRyJdauoArPUnR5nL4Dy28gdDoLhPrQu/h1xJK2d3AsbCgFZ4+CrOUjn
xRJJqr2+HmvdCbFcQVv1syqIj72l/b7drsUwZC8pxJH7u85r50PIu8TVHVlFMVmQ5K+NrNSHTNby
u9uRFjcv7gXIG3AsXQGFYtUP2trVTQcS5MagToOserIFpPwWNvKX27GWzj7K/BPyFeQweMfLkyIw
tZybnuc6Vp+aNlvpPRDcR9AlGJmY2SEacEmJ10zRF3dOFLHINQL3vbpa5nHQRC1yRo78HcubdHe7
SWtfn10aSsUaQRPwdT2LN3IYbrVmJZO5MMXpL8rYsGhowTzpgjZEjJxx7zpSEp88xT8gGL9NLSRE
fS6tQqCvTIilFvEWJf2CqfU18hVCbTjCqWaQxuRXk/u7Mgz+okmTWybWfJxoVzTBgXRV0yqd66SB
u6lV8cHIItuQfhZavfMFa+XwXFhLJkA4wG7cucgIz2Zdj9JmmGSTGKo8bnERe4q0cB+Pw8pMWAsz
uwaFYdfGQztazmg4gVxQrD1yL1u5aixNhvdtmb1p60TpzGYgiJQ4WXdMclvpH/JuK68ZtS4t1XeB
zBkwOW/CEYcBAinNoTOeu+wFEjE0Q8Ue89+VtqLpstJ38zLeqCO8G1QD0VrrVRHCQ60P9y6H2e3F
uhiGMjTAqT96LrO8W4Wfk2zEveUMYIDCc6JsBWHlkbK0nUKOADlO7peMzuyR4ndNrpqjTEvg+rSi
i4/EyczCjSy93G7LNNL/Q9p59khuK134FwlQDl/VccJO92xefxE2WTln/fr30d73Xk+zhRZmDNjG
AmuommSRLFadOkcMCKnSzJjlmbpNrBt6RknPqOU7J0l9bPq/Q+IsLbyvvJ2Dylkq7+JuDce8ZnEe
+os4X/VQC/MAhZ2cutwXebGxiufB+Kt1qOPlx0Attj0NJ7dHueiGL0Yp7F2zJ5atRmyWerqJs5Tw
6rPpxG6LWF4NB08/6CvPmcUFJBk2twDBI2cKPjLCiC/7iDyciMAmJd76KJD13rco/Hl7ZIt25i6m
OQlLM6FwXICA9WMKVM5Jrc2ZDo9Onb98p957zQq0buk8n28PvBEpPFVEJCpSF0ua7DmnopJdJHcg
hV+Zsuv85YwS5GqywAtSDRV90TL0RIN2zzxB1nXKSv2Q2uZHRMdZJgNlpHHn2E4CgCIo3TIMDk6k
/bo9mQsbm4IHcaANjIX4W9h1Utz7wN5T4IqjVbtp56MrNkX91i4R7LptauEExhRNYuDK6KoQIepx
XMsonMXmyZS+TMPR73lJxOYxVH/QUbgysYvDgniKpgQVCmxDCC56uYzrfFTNUx01ruVpe2e09n35
lpiWthqarqhH8DQTXJ6unrrI7cA8IZt4qmW1czXN1/cdSjqH25MHluX62MJRNHj3oA63r1xFc9pY
Dg0Q9pXtgcqTrHajDp7ihn61qWygpd2mGN5L1AqCstqVJsg604EXW6qK3zSb51/CmPZNV20q5Zg5
gCxLI62iTaXozyW6Hg8ElcNeKvNwa0Zpv/GTvkDhw6AN0tBzY8uv+j3GSv+uVqrug48cyjYeg+yu
L9vijtZok67hyjyYuu88BiWcIrrR1RtwTV6AbklWPvmSo51VL2g3mZ+OGzO0kNmGWuPgqU1wQlAn
3o194+9UlI2JBfNu56dTt/EBsbxPK8+8K7PKdCtZ77ZFDgrJNPJsM+nt9M6P+h9Zyi+wQ8u/72d1
ypor8T1SVt6x19Ft0UiPbQolnNzer5xDUcrau6ar7cew7D76vTwchpw7zTci+8EGx3kIfC/fIOM1
PPhJ3BD8+r36JfKPk76PgBHkSvlgkJ0JORbabBdqUsfj1LbuCwpiRxAb3SGSs5FWi0k+jZY+Pqc0
xn2k4qI+1DCK7CR6v9xIRXJOH1AsSNHW/J15DCiutOk+yNDYQFo1uS97psqKHedjXDUkf8akPiSo
juztEv0fqyuUO/6E2ljc+pu2CNttojWon9Wa7/KY813NrlEg9TXTjRpkgzqd/mNIheItzVPths2D
vmoeNVtlKru/28GSkO1C0EjWQvs+BRr/risN/b6skv7JHJA+8EvNeiyrKtl4eiQdY8Bkn+NAbnAs
bRjcsLOVTxk6aStH8cJtRsXRACEMJsVhS1/eoL1hF3pam8bJC6ZdlnyS2t/dUGy9OHaL/keB4NvK
dhOAd3O6+8KgcGVrAQpXkk1nQFedqvTboP3IvCcoIA3tmXSnW8sIt48rlZ6lQ+vlIIUrm6gNUU8U
NU/pdESWpTJcw9zfHtfClTZrRc4dVRS2gatczmMIPNkkv2AR+yCSyAPZK1YOqqVBGDwV+A75qCsE
Ueyr2oSIi3XqtF+Kp+2sCflXc613TmSh+LM+QP6o+c28H+A8LwcyqC2XKtSvpzgzpL3XFfmxKqBl
kNr8x9C2+oPjadqXRDejzQhJ5sbo5WqbVFG2n2Kr2DKC+jlKkVi6Pb+LowenSyUGSRIQBpc/y+hj
xCQ95tewodPrNiWndLPGOLBkBBo12WZ2yU+LGU2pTZC/qTvj5Jd/d7Pu4tYpf98ex5KfvDQhhAVF
kTQaOtjGyXisEWgNhzX81+xoQhAO7oYRzALz6lV3ZR95bQKhtkHhNv9motyz8XLaur1Q/mxUNRF5
5G9vD2lp1pD14PUMIAxalvl+fRGEF7GRZEgJ4jGl9TcYOP8REiGEy+J8DQumL51WBmo6BFakH65h
MuSS42Ca7JNvRyWSalO/b7vyi9wm6gbKy1/1mKdbT02tnV322sYuo/jQINXmdqGKVJ2j+09ma6Qu
VY5oM4V5uK+USXoMCRSpeanDrhtjZ4+oknwn2XR6W2VFkj5CQ24YnGGTh6lylxcQs5OtNB98szYP
Tjj4aCDK2edwCoqdKUntXvePcgoDLdy2jbNt4Wk6yry4SIvGw3MTDekdydSBpOSg77hV5H0nWyAr
AlviGui4i+uhcu1KWzt8V6ZP7MoyB1UbE49OIPoJtwjnfek7SNdM2MIBDB2qsdsoGRxsb3APmr4h
uJ9R9iKsM9dys+l9HaPd+DgW+Wcgdh/9yLFW7CztLOOFHeH14vhyOWSTYZ96sgJjGLr65KxcXgsP
JHpm/xmK4Omqk9hhRhL0VBef1eQBIdudpn8ICMf+1ZSJrLy0F/uZXjEUv/zcmgrRCZTT59s2/oTQ
4kHxYjDiA6XUFdoiOUlORU6KMMw+JqaE6ED91NbhrzgzPzDa0o1K/Rhr4TtILlwDneoRMbTbP2Tx
+EDaDqwi6B/oSS6PD6nORt6btX3qpGQjFUDfonqLIsTuthkR1fyfi20m9IYShKYVkWLFgHg1TqQe
7T/0UL2svIdk3u0U/aiP2rfK0H+hDH7Mp/7OmsK727aXhjiTAs6wY7J+YrG7kTOtK5JkXs+NJG8g
6dffv8UCeF+oAUBFiOGHWuVTmjuFfTKzJxm9uDR6n9V/3baxtMGIPUySA/Tk0IF3uVCyB00Fwa11
qjw36PaNvzJLIuPYnxV6aUDYwYbkFJXdjOQqy6dI+pbarVsPR8N6lGO6JHYtmb7eOfZt57bGu7Z4
N8SN2/a/bo9y0U9e/gphk5epJKGoxjDl9EkekEIO7I2k7+L8u9namyz4rXiHLvj7ttWVuRWF3OJB
BWzFLXCy0px+BfNznazpYSwPDMD2zOcIoFp8U5dpAMNIEFmnaIhPZTk+2GjAo4lWnIzK+woTwHee
3R8Qzf0ZqfbKrP5xcfG0mStH1lyoMummvXSewJK92lBy4uNWK+UNcoG0TU9efWe3ens0SxRkTNvP
PiXh6J3qgDdrOzXZzpQbEpUIMbtSIf2soT/cAEfptqHvBUelU629PQ2It48IhheO+n0cK5M6suPs
WgcdlaCU5c8d0rw7H9j/PgZR6XqZVqVIFQK+vr2G2uI2pzAClBEgz5WMS2bXYJYCyzqpMQdl+7dZ
S9lj15vq0VILZZ9D1bZpczNA1TYndm8qe1+kas5be3TwZyl9tkiMHdKg7Z770jMpYE6W9E2OQ2MX
IfFRb0YvdVwKFd7RJzziIDFlZHa96qCQbdgArJQ24BnKex7p+qOTIvELz6lz9rwW/Wup1B5Lg0Jq
Yo7lZ6daOR7+XBjiEs/UdeCl5s4w8ZTzm8aI26QmGQtdvVo6P6pR+ToZAJmb/L3VxNQnvWfZbk6k
Pp4VqQKUpj05yoRkczKRBtG+pnJ812hR55Z6+RjYfwddCFBdW9sJi5uNdCpxOHE+FZ9LXxwiZOor
ApBTOOU7zWh3pna87QrLnvCPhfkXvAiJwwYFaEPhtQLfzRaOy600y9NnKzRXi+OA2pJJh7nhCuRh
BIEE1lu1TnZRflTT/H6y1BUTy4fGPzbEJ1HRK2qFcJ91ylvpPmlNcqbm9NsuGpQV4u6kK9FuGKT7
rMt2UxB+uz2NS/EWKmz/HaAjPJb0RnfSiE1+GnQfwY2vlvmck1mDsOTf2RGSmvBae6OSMMjS3nSB
azVPKPao9kqKYOllNtfPebvzhoGg4tIprDqQEqnM7FP7GX6IrUltu3Q1I9tGK8HAsl/8Y2ie1hfe
Bzrc7FqQ8adJ32is05o6z9r3hUAgqMy6Cxu+/7WFUhX8y0qYvfT9WeyCVz4vSkMENHj2RHdTnENY
UHmtmzrNUyPFb4g6aVsCFwMCixqs4FqKPgSaH7NDs3orp+/9r80a6dXiKGaRJARUKSiLNEczWUFg
dppFplx1zbxLXalTw7dMFfUNhJ843a9ImoHE1HMnIka67DhpDXR629t7Y3EYdHvDEgaImIL1pTOp
cRCqaezwTPDzvVZ/93x7ZQxL+2KOJ2fYzPy0FwIuuZTDrMwD5+TLR0f9QRy9i+J7vZqOsb9ynC2d
yy9M/TntXuyMYNSkmCoX1VafXlD4OFu30T68YcKo0oHyniPaqzDLkXM7y2MHSgRELHwPick1Kp3F
NYHRmEwcwOQr/IhTm6OvGDBtBDKJucqdwrXC6poF9XLV42iyksrnsVSkmxpx7ZWjcHEdyGRS/aPc
eEVNEUxtH6ceeRwSLUP3uwqPanm4vQyLXgWpJG0f9AZdYVS8AmlxM/UwUcrwDiaQD2Z9Im+VNJc3
VdWqB0uNlTfc+4yJQ34uf1+RZ3dGA5VLwps6HmEBMh7y7mFY0y8RLkW24ozQhmOFrP0cvgjRSxaN
pd81KKAbWjduG63UnoA0jgf4C7LHYICXeWV/Cr7wH4O0tNDwSTswnHCXvjA5oTSVUGCe1GRr0gmi
x9Lu9lotWZi5SmZSKJ2nvXAzxjAx+f6ELE8RaM9AHt9PUra5bUIsCP8ZBbEpwHbS5zI783IUHYAO
r2wM7UTtBWJcWvp+5mlmHPooo1wDwdeDEffhEb1H9Vusx8HW8GhW821jrTT9J7x8ESfPZymF75lJ
GWpt1lE477zYpt3JqVC26CQ3VzPXhBm49KJdMHyhvjP5B8X72pl/eYi5yv6xt6ONEn2wu09TgxiZ
lW6S2tr0+t9DMtylfeUW5Tt9LTsk7J55tmghBp5GWXTmBBN+Y0A6NykoYJ/GHIaDwK2cdpv7u9oh
afn6xcfUXBPiv7Phy4WpKdDXE9omJ828S8xnpV9xX2VOG1zONw1lqg0FHZV4BHkFAxQj8qDIKuVU
yXF6L6OivDfarnv2zEbZdWaijW5bpyFQ8CGXjzUPtvtotGEbzn0VWrfReEQjvtlXkaJBvj1Wu9wI
/I++aYX7omyAyN/21PnnXP7cC/cQI+7azrvGbJv6XNS82ba5deQx/O9MCHd6kGhpMWv4nNvkSx6e
tTKi7vbp39kQ9psF01FQaQzDyJ7V/K9Ua9wuW7lGrld2nioggQBFaZwx5r9/cZ1LCIh2bRnVZzkN
+qcxlaVT1IZQVTh9sommXNsOnfRpTJPqdef8n8OEnlNa7Dma6K4StodXj7VWUQc76cZ+Ku7HaT+G
K2NbOhPRRUeSFmphKInmHfpibFPIlklqUzvBIpcHWypwt9dH7Duax2BzL5IOotoKTF8YQ5n0Y1Uo
VncKPK/eV5pXftKSJkhcJy/i91ocqB+nwvw5jl6+79JBOQRF1zxFJj1Cbu543d3K75md7tLvyV0C
iQQWS4WPZt7LAcvAxfu6lPpTpMfttmjlZJfZHWTwVT7YsORBcqI6VbC1A6f9gIouooxNbbi+B+/W
ytxcb8HLnzJfwS/m3oj9VC3leDhN1Z3k7H3tUXvlG2qefc5WGwVeOlNxYmH2o7EOxr7CxJg9zaq/
Uvfj9nwuhAkvDYgNrzEciAqEVsPJ+OB4bqMfrWnj9Cv7YMFJL4wIB4lqtFI/gH6BnNKNKjdaK2Yu
LcSLWbKEQ8QEt1KrcTacbPmvNDybwSHL39+ep3miRbeb10EF/cBOEB+bgddMjtLLzalKxl5HQT1N
e7o25OxXaTr+T7Mmtq4KZ9oMVq5OdBOMa2RH14MECTeTooMTswwgfpfepk19EISN1p6GHmVgx/d5
91pPHrILr3brC0Pi62ecpsmIPbU9ScpWKbZjsh/MlTDrOm4gArRQPwF+N+ssCKeWoaf0Zthxc4IW
qqMfKKXpdN/oz6vNfQvx3KUl4exHwbTJJy1sTo76WZl2RvBQD5/UbG8EB5uEW2ke6IahoXFlDq89
/tKssFgSiIu0NjAbacZ0lwamcT+mbXt32ykXrNCSAEQSRDoay2LuQFaCUO8UmFg9dISmiCaf7W0D
16eDeWFAOOFS+pimKqnb0xhL5SYupG4Tdln6SUrjfh97Wre/be96lxHeQygNJb8K+4SYRbBtSYnj
uGFAn7xPSrqxxwOlh2yjZYeqX4HyL0wesE/YOhyoaeSrUkMI9Yk0WbF6ypvHqDwEzuvnDl4s0jo8
JrhCxfdQwdM1t/RCPfX1YxTtKWQr9X78cXvCFg4FuPXAY8EgRZekeD9IueJPGffkaZSPZfSQqlsr
WqkAr5gQb4jal/PaMD3lFCe8Mzah6ir6ym5ZMyHcD2OdNpmTYkIbHuK/uuiuilcWY8HCH5obQiTq
x1BRXh6edpJJuVbSRx/Ltb7NkvguU6sEDGP16dULAh8Wr7a5R5tLTzjZgB9JThSPtLZXxd2kqg+d
n0L3OZprwcfCEYohiA9gd1iAvrYGrG9eBS1QHA47e/pUw5Svhtk7PSjcwdndHtV8Sl7efjy6wK3R
HACH51UgG3hB3eeak5/NKCLD/rfhPQ/NV7O9C3OP9PRaqu96tS7MiQCUrqXikpaYa6e/zOQuzzvk
w1/tc5c2BJ+bxmxIDFXKUcR5l2RHvf8QaF9uz9r1CXNpQr10umEwoOsLvPwsGXe9PVKlXtn9awYE
r45MpWxUhT7PsYsOdbP35Gzlhrm+ADjB5uSDzhlzzaY7qR1dBSmPP2voZXc0gqPva73rF9begwdg
ZU0WxnNhTbis9cYb6q4qw3No9jvLjp4Cgx7h24uy4Mpzny61ZV5kM2vk5aJ0bReGfmgF5zHd5va5
q5+NaNNCd1w/j/6rDwNE2onaATXZdNWIUIg2q+u2DKzwTPLRtcz7qvBda+1oW5q0+QiYuxOB1olM
F3oXtLVedeG50e4+GN7x9nQtbEVgqv98XfBhWanjOlL4OkWFZ5QxnpRcgujFW+OJXVoWRFBl6HsN
VHLEWyYLxzofeiU8K8FhiEB930VZ5MYSbOfbak34Z82YsPeDstNaq5Z5KejfAPTLE4imJISpHdCN
8dur17Qylifxn8EJk1jkTp9LJoOLOwReQYUjeLcJ16oWy45AVE03BL1VoreltRX5UF2G58Ss4k9F
VFb3ltQqKz69ZAWmGCggQFfyLJ3H+uLRG8KYEIBgDs8GNOHDxrG+3na4te8LIedE53WahSE9bqr8
rKbfmkT9fNvC0mq8HIFwRcu5BrkAXGBnP72To2MhH8J8Jba8vpz/9L5ANj4TEl7RZFldWA5px4JX
zccme5hh8qlOeS8sXL1eE3xZnjH9f8bmv3+xIrYh8YIP8WbZ7Ldjbm/Gn7cnbGm7UNb7nwFhyVEg
sXo/VMOzJ32A+cKPBhfKIDctoi0vELpLVoquSwOiIgOHO4EUxUTBnkqVPeP9GZy9+/FbsnbSrH1d
cDBVbmiCSrrgrEm6+1SUa8Hs0tq//PWCezVTOvaKw68PW2KldkdWM5a/d/7p9VmPuRXpn2mal+3F
uk96ltrFbOjUSz9hYUu+3172tYkSbspIyqww0vl+Rq9StzF3tz+/tA1J4YEBAuVw3btl5ZkxanYS
nKfa2mpoyWVQW0zamsj20nLwiCXPQDMmoYzgTP3ow9+M/NE5sg+Oc6/I7zWlP0iqthmiX7dHtLBP
qBvQqYjnwjkghhZ5NPSBp43+OSsgpPD6/dio9/JQf1KK7Ajd510aV9FKOLMwi1AS0FJFQnSuWAnD
U7xMLkvH8c+Sv5V+2DV6Jsfbo1pwA/Qz5goi1WqCDOGyjFO7kUKyAGfF8D+l2p2CPt+rLVADhUaO
MIkspyzsSE2TeinUc/8MJ4l/7wwrh/H1FBEXoVqHtAXVdmBCl/tEHUJbMnWpPReK6Ur+UG5sm64z
NV05tuafeflIwg5KSZADKPI1cFJPUapRrao757GtPaHj2W3JY5euN+Sg5tWuX7H3JxF3bZDsPHBo
4MK2EFYYk9zJ1eB35xBifU/L3QAV8eZnaD02xanyB6j9p02j7F+7WjwAAZLIVMuo+ImQmKTlAtWN
vjtn1nSs8gy2mHR328RC1m62YRrzy8ME3SMcPbY6WuEYDt05yToX8pywzjdKcczz3E2yZkOrBG2X
Nuw3Ftxn0kpy8k/2UZzXuUkLVPsfTXPB45E0aErIRZozuvbvhjDYxpW9VcxsH3bRvRm0uetUuVtq
2m7M5MH1K9KWZirt9Dh0raL4XYQ6/7u8hSxz5YRZcmVa5+HLnUuVVy28Uj2m+WSUzdmXNWmTGpHx
EAQ20kRe5azMwpI3z6VnMmS8+6/oYiJbA6NpWfU50rY5gonttE+UbTd+vb3U16cL7HnWLFM+V9xp
/rjcnIFNG5IUqfWZFkz4FJX3ipS8Ds1DDYUSnPqnnE7XOoyYggmrq2QzSBue4TvFityujpGhWHHZ
pXG8NCKMww6sihxW0pyd5LFT37UrqzE7vOiSADkIJ8lUXqujSXKjUJxW27NHY1sb/B6SADjP91y3
DqX8rCTnyl57KC+O6IVJIbxIJ8sZC1lpz1qhfOEt8DHV2jccJS9HJWzzBnBPHiaMSp7eKcZ9Vq3M
2soQTGHlCw+CdjPi+372O9V+Fupbfj9ZV3ajTCQjtlM0bNJal+Pu3Nn9JkribfZ6gSx8l/UmvUug
d8XMmSSyUZrIup6j6tmhRW+lXfI6YqHxmg0COow7/ooWWakrSw9KrSWvFx5TdCKbquUF3j2mifcp
0KLvsaJtb2/4xVuLUIUeQA72axG50NfNoE4dbMYHZ/iaBE8wobqxr6NW7u/C5ltcVke9Otw2u+QK
c1MsGEuYJBn05SHQm1agyJHcno3kFHwfxud/9/nZ/ItYPADGHbXOxP5Et6P5jszT7e8vHfzERjP/
wMzmK3ZhNXBY2NrEZlSrz2GLNoUxuMVa//Pi0ry0IgQUgDtbZVSYJM8ek++JpOt3qecbH8uykp7y
Sck2pjl4Lh2MMDLWwYk+wXQFY720TmjcUmHl4TxzPV9OpJ6ZxdRMZnuO9c5N9oa0hvNZnsn/GRBx
M3Zn5Zaf6O05h21c3ar24U2+9mIMIh5dsvxQHgZ2ld6EO7WWtsXv296wMkmOsE4k+8IgLhlDY/0w
fnjaWz4PHQq3JfkdHk6XawBrViPB28WxeVRUbn57Lc+7FFvM0QtoZNDC4JIvDVhGHCqSM7IZg2/+
6O9SOz6Y6p221muyOE9QJiELNWPUxDDS7E3FKFtOTxnugHu5eMPpiSbffz8vMsdq6vT/p6dsp/dt
nxxq2JPMGCXJYnzyDRRx2rWobHlEwNNQjiH6koUbzUkyEGoZh6dzDOuUoGzt1r9+LpMXh0EIkPUS
tbw85V4FN2Fxji1503fPUXXXluWd3HrulL0Fw0avE6Uy3ksMR/CDuph6qfPq8uzk+q4vuoOsDo9Z
sZaRWTrXLgBgwqGiFo5kmE1Yn6002tCpqhdPTgZhW6K6kX62mn1cnKfg9ZGtMqMbgEwRdV5lsYKk
rDLFwKiO1F8FFcmv24fAwiZSNCqZgFLAL1Odu9xEfceVo7YqJJ9JvQnLv2o4RgZp34X/0s58oL64
2hC+sntoRIuzru9l003Nx9A5KOHKY3bhWIaLgKbbGW+2wHWoGV5aln1xriBsKO6SaeeVu9sTthDs
kGEAdDILGtNqIZyakqprVe3h2jS2uYby3s5PcQd76OcgvwvXMIcLG/XCmBBveJGcyJONMX10aVaO
18RAl/bpy8EIq6+PYeyHLd9Ximcn/TaWR7/+VasBBYyV59OSn4FeQCeGh+AcJl6uv1OBYfAcuT5r
wXcrROebehnSjVr18/byLM3Y3JxCwAu6+8qfVahc7X6o67PXSK7bQuf56u9TGMHBZPJlAEKFGYtT
WZ9yJxrP3VdVeQhfqZoyvzLJwgHYnt8C8I8I3oXKkdJnZj6ek8fA/MvSv7zh1//J9QKzhm5FOCrD
hri2iJzh7IdfyjByx+ktBrgm0dMDlXXVkzCQibGVSR3OnU5/vbQb6tVjeOERq8mUjSgkEIfz7rj0
JFtJzAESIRJkraPsQ736UHr1Fy0on4bO2lhhR6NN9QiXvkvB8UHO7F8jiS174GWQT8codjZqYt6H
afWr0M0zusmvD+Jf/j6xuzrwZSjnAq076+TS5KJw1yBBCy5O3mxWiGEK+EdIEuiNZQ5DMXZnS7Lc
GMxqE6+s4uwGQp5gZv2Zw1tgTVfplKjM076tpO5sTpOyGY3yg92mx7KEhC2IwfLVw/a2Xy6cDhhE
kRimFRr+xRioVtH1dLqwP3tVCzl2O/3o7dLahFV8N9T937eNLc3fn9zqzCxEWV1wIB9qsrg1yeRa
bjU+OvnKSbdwBzEOPkxxk+eUeKNqnlFEem2356nYZdCwQO+9lvFYmi4VAj6Si0A52WiXW0DTisZO
laQ7j6NysoL0uY1QN5+S9/CfrVx3i6ZQTgAaLqskjYQbKKoluzantDtHevS1nMJtEyUf7cE+Nu1a
H/PiunBvg0GD4Iek4eWofNKS3ihP3bkuEncHeZF7e92XAjgN9Anp4Bn0Tdbg0oCjcwB4bd+f41xX
XLnt3w1y+U7R/CMyitMdHRn7TomfjEg7jEn6hmOBPn3UquA/IxstJMLiPOmp9rbDWVefTeN9tHIv
LXkddQAqeUTAmikmkRD5lKu0H/tzTYteHnyX9ZMXrZRAlhaIzgeIkTnFuWEFt+sq2FN4w3dnvzG3
PyTS2bcXaMnXXn5fuPyKidyVgyou6YnobmrSc9bE3/u4++hQK75tanEooOERnKQnAQTxpSvkRZv4
EwyZZ4RVu/ioBofb319cDhLRc8WIxg3xkgo9ZZBR42aHto9q9aCFp7Z+g0PNue7/NyHeM1JQVQ4E
UlRQnMjVg9RdYy5YWg5QpzL8urxA8ClhjkZJkQaIiM+Gt7fTp1F96tujfHz9RBnowPzpxaUtV9z0
sdkOQ9OO51Z9VsvnOjxUa+CjpbXmlFdocJl3/59j4cXTQ6lG6DCNejxL4Sdp0w4fbo9gqczE84nz
+D+tdmJteNBqGen2Uj5PVpl+RdLT2ya65R/8sNRcuZmyHXnv8b6ZYnPbQ1q8TbOqfK4GR1nZPwsD
pU0XAJdD5z8QrvlafzHQrNBGSPbU6ayM5NigJU6rldtgIfa6sCAcYkNb9zbEXtO5rPZ1tfGlD57y
GBPi0DkfP/byyoAWuulA2r4YkeCCgQQezouM6dz59aYZv8iptrdQMY491wj2XhCghfzeb8Z9myGf
oe3CoN74pufKxsHvhkOWnHN5DXGwsC14xRA/o601t0wJs2zRb42oR8GNqOaPqZUfG/Nr6dHePSSf
b3vW0noSpQMv5O6FXU+whF/JRoqo0LlBtMZId3q4RsC4cEwxFDiiyPwanOzCjRg4Go2XFrGKL9mb
Un2XSE9yla+s4sIwYO7nTQNQHs4oEVHWazXBUk19Y4i+J27efX31LF18XvDJaMisyErCDlyRv6kP
OWR7rzdAsIV29xxyX2E/qqEbjDB3mnM9bqK9Mv7Lz8/+9mLXWtGohWXB5/1gdOVTZ7xSAml+U0KX
+M/vF9woQYnQKhKvOYeT7Y7f0GhbGcGCF1HoJjM600JbV2Shsk6Kqke5npapzWC7UfbQDCsJ/UUT
Cs0+UEpxn4oAlXHQ8n6MefRVRXjIOFenfpe/IWNNtX6mOoB4DNy9kBaFxs8KjdAfziVaKm621hW+
tA9efl4In/xGT1AukPqz4m/hCH7LNqN2rKo0iwCFEmseSWe1cq/GBJhNsVX4dyXeWFoCEu3QakFk
MjMOCH4a5BNAMWM4Zx1kqG6dbqbXN//PL05eG9BMzBkcwUQXDF5s9RPpCUNxd1CNvD7qM3k4W1QL
5uSKLBx3ne3rbWc2w1kdNq0E2dqKl85HjfBupumNehPEkzALWLMHvNjKPAnNaID27+z57+BHcQut
2kBnaOcPEU1V8bBSzlu4iS7MCdNFvngaas/r2dibH/L3GuU88y0zBjs/lzAZ9qtWqqSrOtmYMNEk
+yk9BJ9uH60L8QQdbuw2mrUc3kXC/d50GY2vWcmCDyjAkTi0jnFg17/VqYBwTLElGEfG1H/wp9zc
TXEZvPpFQ5qN9wzWkSK8yhbGjqR5cPN05z78LUN9abweJnppQFiitIWnzJNUkkHPo/oQDHe35+/6
SOHzs1QD2XsuJ7FGmCkK0WfMM8bqqazoX1RjxaPn33fp0ZcGhHdSiyxa79kkZvRqP3RI4ZwG9fCW
MZhE6DM+8Con2YdBacNO153jmV3+9EqlUG4/SCrZ9PCJcGzRe365JyXdaPq0g9E01cPHoaO1nXA9
JG82vDrvQ05hdmV43iyOGeF4ryoAqpAet+dUzndWGh5QQjsM41pCZmHJ1RlTNqc/OWosIVxwxjrM
9EBpzs3JpENLldeSS2sGhHChiWCTR88CA7217W3oN7UVp/rzqBO8ijiBBDdxCbplYkTY+U1QtQ4m
ojzYjcZzYXxM6r+N/ms6HmW9dX2I6Mcm3sCd77ZjtR29ape8HnZDxAJaRSFbu6BtTAIqk0YbFlOp
7F0bMW946W979sLm4UVrgG78c76JQYtqtTUk5g0UjYXmam21yxBdhb96e9vMwoKR1gL7TNxCX6LI
0SP3raMXSWmdUsPYKGmJRm3z6muAagepdiprAAfJmV5uIt2z68BzIvuUmoWLxsImkVcqd0uDIDHH
MUaDE2A+wYIWOr0sKaEz93LPbSHd6096Qvd/vi8cZJaUe4bTRc5JHzdNsq2/vH4NXn5eiCxC2er6
seHzfbEZ0HQI7bUq9+IEWRokIBq4TU77yyUo/aYvErhh0DGAcTcFv7fWC7pmQbirqmrM+1LFQpA9
T595Zt+eouvgiDvWmRvmiCHJ8ApTVKroO9gezGtBFb0bdSlGC8fpXFMyf4Z2e6wc6U7R3zKml0aF
WQNjTN9xBT/aUEabBDrkbK0zYGmTv7QgzFoTq9XoGFiYkr0fbcL6Lnx92EoNZm4zhIMNHK24N4Yg
iuuaEv5p1ODFlgEOvzrRwLpwGBuEeVCY2eKdouVERy38hP0mHz42/ofbK38dp15+XrhRCqOfDLWb
6Q/hHomGY2DAZXQXr/X7LvgvzXG0/M/sGjD2C1s89DUt6fXUQ9uaHuYnI/t+exhr3xccOJ8ycKxk
906TtnHKvfb69yEvGhDGpHpmhRSxqqNnEzfRVHkna3gfuWn0fPvnLzjqxeeF6Yl8shhZx+dhaGkR
r4UF9/XR6IUFYYKSzkj0qcUCvRHtLnl9y8BMLklzCpoZc05dSPR0ZMqizEJqMjVk905Hdef2BC24
KeVUosS5SQ2qIuEKskNJ9rKhkjj/sgqtIGOb5tm5bjSX6tBKsLhoCwzBfJtSixQf64oZJjCRoeVt
OD/q9puhfejUb9IaHGbJY7m0/2tFTGiokWT1dYoVhHG3ZudQjn7DknMfsek423mJCOfrQN9EqLUo
WW7NtN3YTbO5vSbLI/jn+8LpOhaBIQd258GAErj+gza94YLQabbhDQWIGPcSXqC0E0HSSZfEKZO+
28H3cHv79y9tuhefF2Uk9VqvvT7m6FaGh8T44Rs/VGklml6aIqoa5CXBQ19LANdJU9T/R9qX7ciN
K9t+EQHNw6ukHGou2S677BehPVETRY2UxK+/S9X3nM5kCilUnd7oxgYKUCSnYDBixVpg/IfEd8r3
utQeKNe/XB/F4qCVeB2VS3A2AEGOqXKWn3CS1zBKtzGqFFp9TYGuIOnSkEHN2uY+aC3pHuyCbGPZ
144HriHkFPHmx7/Kqkz2YFOhY0w6scJuLALPLEDf8tykG2Hn6sj+M6TWhiSbygESVMkTyT4ZY5zy
LjIhFEZG6EomWw5+fVSQ51sYPRaiaWUaHcJnS8dmNvudsxNHaLLP7u/rS7W2GxBDo8CsLW5Ffe42
CR1AGIcgTpY5MjaQD9/SsFuZMjTWIxxZ0qSX7QpDYuYaKbnzZHoveXOEhEGQpq85gQw2P7x7MDBl
gqEEJ9N1VAgxHwqPtpVwnoYHz/hsD9+vf35lPVA9xVQBlgahCTWj2TUeoXkLjQKc4Chjv1gFrdLx
2Rf1xs3yto2UA+Qs7mVhNH3rRVNW3u3N0qtHyHQLPgeVzO+KtLodHCdKi+nnNI7aDeb1xbDHaHS2
JJrXhommTuTwvDVJVlqVs5H1KbS8puo2tY7po8/3lPnv90POAsMGmhQtkhf5YWCkrXbgMDPoB7ob
ho29sDqHp99fhnnihOxxQoYlwWq1RrUrpoPd3Yzaszbf8qYOKJSAxXBMtphLVvz32aCWw3BiVHYO
z5MWgyJPjv8VMLLx6/U9uHKazgwoQQ3yYRMRJgxMwxxqBWCrSE6ldRYA3oj/v+HIV7wDZM0Am7Pg
W9GIq4Q4udMmqe7gQJEM+p0/mmwr37k2HHBHWCgUQDoN/Xjn81VVk8fRT0lAlOYEdfJi0zGw7Wmv
l9W+KN7J7Lzk9nBu/7OmbIkiT7wej0ryRA19CEqK9nJa3IE+dmPa1nYBIkJASqE2geBcmTZWpYlW
JjaBhKy8GeruPkOjeVFuVdfXJm9hPl8CKSj4qOwljW+OkrYYjgEJ4wR9o09Ig4x9gAaQDYe0sg+A
9kaKCwED3uMqEoo4Y1F2FgF9jdUg2xYW/oZrXZkxMKKBsgYN2cBKW8o+GPzSzbjFQLNeRrYfVPNO
nw/XT87aGE5NKIvvVo1hZ3WFjE6cOmBW3r/78yCsWTrwUSe65EHRZEOsgXveE5j/blpe7xhLN/KD
y32v3Aoo16HQhdAKYHV1FSRCz0mkeND4Fgl966WG4oSzNyGhUv5Iusdusy1jZcrODC5/P/FmGZeT
b5kw2L9CCzzEHbCxr1aW3UerD+RBFgbkizItxUO/1voKNAmgKCFHCFWTdzLeL2ceyHv8F+U1Dzg3
JYgSYz5WI/R5QeshXeA+jteXfeUMLj7ljQQXKFsVEYFXH/Q7e50+T21lhkPvBU06HWvxm5j10jAn
v1y3t7YkSxZ/aS4CcYHqWhp96iZAhtLn0bubwty4+cDnQYawdPrAU7qK50JROJusoU2fXffP1OeB
v/Hz1xYc3/3f7xvnOwoSQYyKpE6fi1pADXiuoywRO6233qlS97bsp4aU3AKvwB/RMAwEhcG+DFkZ
dmLj0bFCUoz2IWTZoF8Ptp2LaqQhHUgPdyD54BPdd259z4rmOExmxDzjvqzcMkA5LEIrUhNUKF6k
uo9M7Iwm/utr9pYJVf3Cye9QHyU5pYMpRUKfLZdAkNosbAgqmUbs+wm4iku72KHoUN9ZE4Jwr7df
S+r0dxLstUHdzsZvrdniD15zVKc/SNlFEJaG3CrHxODy2mtNGvTlF3AnU/psLGRXgPqPcuNh9obC
vpiEBUWtW4s2rNrVxRFNVq6Dg+Fj5cF+8QPwosDVm88Tmv0DqxbdwR15HepeQ/dD4deBwTM3lAMU
25qWTZHW1dCbpNBEwoPWivI8K+9QWGr3vrXVpHW5YiCTBksfOFQWdArgVOfHoE18apIWYmJJX7fA
Reh6nKTuH4uT6tDNrb/P2rINEihHR5rb/hWk+o6GNQhRu7P9xM10erm+hZRjuRTKEfCD2AfkF+iK
s5Xf07GiytnUVPFsgcG/P7blkaZbj/Q1I0uPBxwX0JtAop8PumR+2Q4Zr+Ki/cPqH8n4mNTfro9j
+cTJJngbx6kJZRxeoZewDxN19o9jZjelf/ASP0TdkyHxMKRb3T2r9vBOglYXsNqGmkJOmfQqg2RV
DHnIoIeikYX2SMKg4iwgF/GL5DfXx6d4/7fxoUSIFy60gVAlVMY3WzMxHZHW8WwHUAqP3PmdjBL/
WkABEvkAVL9RhzxfJJJ4o4PeGB4DxEvJn9F936vv4vvKBZDXVtFXE+exVZiBMf0pZPT+KUKQikgP
52rpUDwfwIB6NB80kseuGUJLu3wn/9XbACDVAdQRTsvSSnz+/axAu07VyTxGYxB45tGz1Gw1Nqwd
lFMTyhq0FPRKPp3yeBybnTeMsT40kJ10NwLiNTPIgQNxjsZblGuX0OY0ugPOT3ORM4l7uvPL/dgf
mLVxRW6ZUI48OpGNyU/HIi6FrA8e77pDYeTJrujMLezvlinlaDRJmdtTMxcx1g3wlhTC9TdSfLq+
uZY3gupfEL1A/ktf1t5S3hCN8HwJhFMRd9UuN48SwsxtmPy8bmTtkJ8aUdalnsBOR32jiCFh/luC
fQcXwbix9ms2ADpZWuLQRYV31/naGxNoFdDJW8aGHXhIz4qN76+sBm4UXJQAea7UplqiSUQfWR2T
7hVNAZHLP/VgoHz3RJ0ZUXzJ1KYedARytKL2u4YHxhYl08oknX1fmaSUyHb08GaMHRMixOJT0W7B
5VanCZgWwJ2XTPlFfyVjAgGxx2MmgbStu6DY2EvrBlDrRUMWEpaqgIBr1uXMhOQxcIz39lzfej2/
B/r88/WVWLkHwTn7n5llJk9cSSFAEQulBR5rqDgLcZCOEU7TAPm9R0v/nqXfr5tbXRi0bUNtDRBJ
BBTn5ipcjVzTMaox60MX3ZpG95EBnVhQlj7httZ0ncZjvfKOvvRD3XnqKLAa7rPl5UHGXq+PaHWd
Fqw4AkMw3qlp+I7aOdWcmsfSyI/Aaf6dx6YJZUI2AojFdygODF1j/9lRrpZsangNcgoeuwYSyyWI
lnd6NzdhNQ1mINyefGJy3KKoWx8c6IpsgF0ve81sUTSCOtgd48iC5jAkt3TYCCu2TCgXTdZwvSY9
TEAPLHBu6Zd8E9q6amLJVAOChqqvmv23J0eYfUt4nNufKvHHbx6zend9F6yuzokJ5XqpmWRkqBHe
cS7Dwo6zXgsc53da/Nbz6P2mFrkpyHosxQx1NFWCpEzZJlU8pGhw5uVDwngE5ZsOsr7WN53ZW33Y
a9OHoAYK40jFoKtI2XlmRbTSmt1Fb0lH3022A5Yv6IqtJrQtM4prgHDEqKcuxkWM3zkfA7P5ZRs/
PjB3J0NRnAOTHG2Nlgcb4IfvjDqyyzgTTdBrdOfIT9eNrYQcSFz9N2+KayUU2um0xIB8rI3VfrVn
EQmD75J64witOVXk4Tz4S4Br0VR77lQ1g9nAYlEeG5V9R0x6b6ZbePe1xUFjD1pa8T9A95SJc6kz
52BBxwvQ54E5P0nydfD31+drbRinNpT5avWRQCEEul540tdtQLfAVVtjWP5+ctXZswNmFR3fx7Mv
6GQX+QIMAtaGn15bdbStgDcQCXFoeSgzJdCz0YD1isU68NPEemrRn2GyX9zYfWC2QH2OCBAMEsjC
no+mS7IMXTQFixPyKbNvki0U4uo4kC4BJx2KO/Cb59832dj5WeewWJOHvqxBIsiDtjz8vj6KtfAD
rSyA4oBBAuUQxYqVTnRyazwqiazCtD5CwMFsbkUqItekkdVtBZ4qV+fyCEQKFoUxiHfqyJIqy8NN
CJC2TsnjCc2Gdy6xZZiT1ow0tCUccg9kP44QL4nWIBFn2POOmk6+EyMI/1vOh0AHu144m2YbGBnh
EDfx+W0CyEl0fVrWtiroEVCBWt546Mo9n3xXOCNApj5cbvW1MOpAOq/GsJF327Kh+FtnqAHD1UgV
a0ZMmqfW5gGpN4706vKejEOZbenPFUoP8EydX9+6xvjJNeULN8zbJq8jNO83gZUXG4CrrXEpboTp
hihHD3PXvjL3sWWRaD5iAZ0/eCOh0H5RzUHxH0rSkBuJoToSNuImFT+rWQQf2AInRpRhTAxy1YtI
Xow+4tAC5qKx26DLv3zACqI7VCFBnIuIXNloRBcOEw4WiN+lozxIA7JDeNJct7IWHSH4AvhiSfGh
hHBuJa9BGTnOLmI8wSOZfUn4gfltMDdf0vL3dVPLtKhh8qmpxa2dOPkcuFfdGRDrTdPXUTyaG59f
21xw7cCcgpNjodQ9/7xb2aULHSuOzEt5Tz1jr4/0hqTe8wdG4QEdj2gVHbtqcd1Nmqx2hMTZtKDW
yjXyTDzv53Uba4uCKhSKtghSLpNIte4YOpEFj+G9GBS+072WHsw6HPXddUMrc7Z0+oEhDgDIxeue
z1nLITxETLeIi/5Xme8afV9sYaGWbaqsOtC0CIDQk4N3mNqp7fOcQP+RFLFT/x0T9Gn7oY8e4bG6
yeo00gFnmzd8wMr1eGZRebYUBR6DBTYB9tkUFOZDQ9OASSd0tHnj8KxNHzCXYKNHw+Slt0kzwbSs
8JHsIyyY8n0LKAfzNkLI1eGgqOEvMT74TpcfcXJsTJS8pdumyCrRV5vVh8I55l0f6Xz8wGbA28UA
swjQpGhjOTc0tE0l+IDNYJFvriMD3Xvtm40of3XGFuAa+FFs0Nkotw41nJrKFGtTGYEk0Ap40sY/
1/f02nwtD35Qji6iCmp2xuFN5nmtVSJtYocQJgw0HXUo8CMM88YxfYNcqnsbSrTg8zUAIb4gGCF5
L2Q7tGXsWyAHbJzhR8OSioe2mbM8SBh5TqrkKSuzPYlzakHXwd5zBEBhktbk2EudvQJqXez8XnZB
U+cO3qeyegUDT3YcpVH8LVE12PvS8B8KpzVvhaDzwZOk3dm1jUIFMfqjBmRPnHSoi7fjOB0KYuUR
NpKI2zIfHwTo+KMWLcm/edmTO6fWCeQFO9P/pdWDNYVG5Q2ROQxGJGUz/u0t9KWb9Tz+aaWWvVDQ
kv+inPtHnmT6rc0ZiVD4EwfPAuxQgNCdU0mPGXHkQeOpte8drQ8FSSVev4IHemIVx7LIqj+DWWU7
4uQAujhOsQfPAjl8YNlxDkFdBOiOoy57Bw3ZMkt7nMXmoJHgcSJBvdVmsnKDAfSAIgVyvKhPq2Sn
XJau2ZSwwaDU/KhVW9ijy627cBkifYz6pbts3/MT6DgNqawOJzCZ+R9p67u+Lb+NqX7PUHa9Pl2X
QwGiBqSTKLMt3die4iRtPolM1AVMHZIBBZeNp5Zaxkcwj++DYAkt/EhPXpxCznXZlDrqIAzVyaBL
O0RJDXo2Wi72qJLfUj7dTa32Y068+7KQB8Pkr1pebPyMtQldeuaAFkPp/ELgQCuqVmMusv5AN8dT
lh81gQe/zbujZ2/xul8G1MuI/7NlnC8eiKsS087MIh5ku+d6HznyppD9vm4/ea33kG+569UVROYH
PRKLRqF6sYIbzrXwUMAMi2RfUx1c9c7GmVo1gSwJdiWwihe4GL1o/d5DpjEuNLgK+qdjdfiBbQhS
Vbz3wNdmqK8pkZIq60czj+Xeh6jaFg322vqDaBsMUzYwXqhenq8JJa3BbYGiH0uHp7L0d3oO1prM
zb+0nrsRGK7aWvBWy9WJ8o9iawQvbuE3SR7noLS6Ya017VsXJH3Cnaoo9Zs6vj51l1cphDWQYMBL
B5LkqC2fj60Qc+L7Y469bRwKb0cE0mT76ybW1n9h2UGqBA+QC9E7Z2icnLscJibq7qlr1LvBSLbE
T1aiXYRPEFj1wel5KeNXGqzq/GIpzc1f8jdai6rIN9zdpQ1MFuJMG4lgUPmqdI1Qo4Cix1ChZlqB
05l9tZufntzrqD0BtvMRWy7YJ1BvXLQWlaC661unt/u0QE6biS/gEW1CG69t1NLMJDnkueb+lElq
b7i61e1wYlVxP2iJq/SEYTv0gMotEUTogAI+1DwQYF7fFauWIDEAfDHoKS+y3LScCwgJ0iK2+fdq
6oJ8/GQ4G53CKzawpYGOBhXdCjZ2nDxzblM/izO846SI/MqIrK3KwMr2PjOy/P0ksqYLKiPPYYT9
Y3kNwEl19O6Zgs9BDW/p2EYP2DLKEwPazLWyHpo8rscm6nvtWz2XDwYdNh48a+MAWaMOsSrktIHQ
ODcDsfmhg/YGxvHV6F5I9vn6KFY/D1JQwPIAkwGpzfnnPUP0CKrx+YQUoXM0ii3A6lqwgNfnUjEH
CBNIcsWVgZ+hk4Y2ZTHAmfN9aZDPaOFg+xbxZ9gAnRm5E//ZEtt+cMQo0MHfV7ceL537WuT6FhZl
dbgAagK9gaY0xEjnwwUfQQPyYiuLJ4NEYhIP6Zi8XJ/RlVABrTQoSS5pxMs60Ty2ejMTbLzS/Oo4
aVRq1iHt7pvchwqfEdVbcN2104QHOLBoUExGXVwZUlo7pahAmB6jjeITs9tHv8mO/Uhfrw9r5QYE
vx/UnvBUxbNYvczB4jIPfW1mcZu0Ryq0HylPbnw5xdlgfb9uanVE6OUBlQgC2AtJIw/8GzbPvCx2
m8jVgIR4HLfArqv74MTE8veTw9sssb5WY5HEqPNowYiFTl5u7f0tK4qLaKeWarRx4ehAgGk+2uPx
+kRtfX9Zs5NRsF60vPPwfemyyNSmZxvibO83gVVfmhg09O2quMvONkWCdy/cT7VjbbTVMr1ydYOW
CEkW6LoDRqmW0KjZwb9aHvJs/dFw7gzvs59906Y713x/tAMnh9wEumiNy4QrkqR5P/VFGgsJ7n3f
36GVfaPZYG013ri18HpEDkS9EOym6P3lmRqnX7gfZD/fvxCnX1fWuvTnzKHQEwF0J+TVfbeVLVRJ
NpdHHWYICcP///OXpTrZTG3dzaXdLT9fbyLO/LDo9JDk846X05OTkjlgw/RnFv0DtaaXut7Ki65d
FIA+gdZraZmxPRWqCZ9f9vPQ0JgWBvpynuv+Z0WGr0aJ7tQ+K8PctA9Vr+9MPd87VP9c6B84r6e/
QIWFTzb0kq0Kv6BzrGeNJy8i898fyQEKh/rSwucHmiFlGaljNePYGjTW/PuJPLA2nv33vx0WalIL
CTgkM4DuPl/I1HMatzQdGmf2vmO30rwlye76Zlxfq4WLCWmAhWVIwXQ6mV0M6CqmMWF+9d1wRRNN
sy6OBFDye3BU0oNlI0fE3YSEo4+0VNpYfuDOlNwUZruVWlm5MJCIQK3dNZYXgHo3jTU3Wg0q7nGv
P5fs1W7+UL6RqFWbI5fjAdoCpLhBcwv+HBV4xpkmEBlXWQx/+xtFy18ptcKi/9M3w1532N1QtS9m
YQwB2o3SjaB8xbMgOYyYBR1fBq5F5Wj2HvhJzMJLY09k4fRNZu8Uvv53cCcGlCgQwHppzYmbxrW8
14v7DLKUW+Q0q2NAix+gGQsFoeodwZyY6GgYQKApm93Y6wFrvlzflOsWUD3RYACWlEDIK4aq74jI
YpqPSViYkxbwkm2hcrasLH8/cZN9bplVPcJKLozAAoZlaIyN5V6JIEH0CR4aJCNRMlffs37tcd9t
WYYkd9NNQTYj6s+laO+kTIvjXOvzk69RIzLdaStzuLif86Q3djkUApanH/ICKi6gsWTujxaCddIM
t87U35ae/GKM4oXO1gZb0eqhPTGl7LlkAt616mAKILoErcVp/WhwOYaelm9t79U1Qz0PagRvvZKK
05U2N0leIep3h0P1ueg3wrC1SYPMKihBXYQwgKWeb4kEEi/Qd5ZZPJuHkk+Pnnmvl0PYdM7++g7f
MmScGzI1abXcg6G2fIFm4h3pPqE1AD0bW3CNtQnTQYmMZDVIAZAOODeUTHmfV5ykcVIeWuM4b0Ag
Vj+P5AliJIiVIBFw/vmZlgWTNT7f+Y/jS9J84AJEcRUYDqS+UTFQdhbKRrWeg9gkHmwQwbqS1i8T
tcd7p0W/yfUVWb0IFwI6aMosIC01UVfPdZfXk5HGc0f6MAGHRzgVRfvoJv1UB2auB2mWHiYni5Ci
EpGd1zSsC835Y4JUbiNVsKQC1MMLGau3oiUSVCp9z5Q69Tj0DAjFEtBElDn6MDVlvde9yotcV7Cw
og34/ir/BeQZ04bXWjvPsIqQBliDBT5zvqjoh4LSVeLR2Jm8O73MglIkUVoerk/46hFwsabLPYgE
nJIOSVldpVJUaazx/peX8wOYOP4UDQpufbcxnasDgloGwF5g+kBnzPmAOG5ke/TyNNahAbAbm7l+
Guymuh2bcYslfM3jL3lsRBdw+0j7n5uaySCaOcMuSkHW/9SVAOnYzbPdOXME3lbjoaWNFZltM288
WVa3L3j1QdGIsvBSmzo37JPMabR8SgHLqp7r1I9KdAD15RzMdR31KEOWrihDt/PRumP0Eciz9skM
AbPri7o20wCGuUuPCJARKhomT7lXyxqCIG5To6gPHqLvzdaLf23jnNhQu5DqpHUTw4ONaTjwUQQ2
eBad+cYc30lm/hZLAaACKgMktMD3puxQA+1HelEZKFEXR9cKXfb5+mStDgSKEYA74X6GXMf5kiHF
PLezk7O4TMWha15RFg30/qvRf+B+XlraXNSg4OFsxYtSoyCzSGYWm6kMEpR+Ad4mQA+9fzR4pMCD
6niYgyT4fDS2SSvqF4LF7byXBlgdb9Bka71TyPJtTU6tKEFbPnH0mpsji8d2Dlq7jcrpnzwFAzn5
/YHhIFcCUDAanC8UdoRmVRWjWhlDjdttw94PEv7P3H/E1yJjsrwjFyILNW2SAAHROk1XxoMOojm/
ZY/c7H8MdrHx6lk7mLABUngkcPFsU/xSnk2mP7kDEB2yw2vOpE1g+vwgWfdyfd5WHdGpJWW3AS4h
Wl+fylg3m301FUGuefcj8YOitG+yzIkcqu2l9D5Lxw7qMnuxuL5xsNaikiW9iaOFkigI8M63Iu3y
DqLmsoxdr/8BHfRnnm5Brd/yy+oVjc5XEDsBkgVcnnJJ6rU9gaKxYrHf2F+sRkYFBJ/GBsMreIjL
BsB4qwvccbo3AQMqJv+W8RwKXUZ0fb5XFxZvC5R90aJwmWvJpcH8rGUxN5o+6kgTycFLow5g4w8Y
QijyBtxblJnOJ7VgRZYNA7zVOBX5lwrk/3u0g1IWJAOIj6/bWl1AoF6BElxCA/UWLWRLe6fH5Ord
wX/syw9ErSgz/u/nlS3KEjexhwk3iNCdYKTgh/12/fcvp+liczhgxEASCnADFVre5oMjKoOymNby
t1vf+k5IWHVrSns3dv3uurHVHeChoQV5Dcg3q0RFuk/7SfcBdXRBnWeVgdY9le6WMIa+bgXBGiIb
SJup1aveh4izVnZV3FkGC3wun+zEO3hZvreo2FtZsauDORjqyILEsyQPPNWfEp4e/TzdIp9Ym12U
0UCLjewiusaWn3rycGeg8aeVjo59D+36/qx/b7gDfUY8FnZT4/4d0pJ8YIpRkIGKOdCkABQpd1uu
jaJIUMyIZ3K/gIr87NUy/rm+jGvRgI0zDNijA1yC6lBqB1wqAnzIsekdDNBWpHvDP5jiA1nLJSML
iTpkz3EVnM+dS30CnVyLxSggHpqeHUZNf5TlFpfjWhgMtnKwO0DVGBx7xrkZaHoh1PZ9FjP9uw+p
k4T+0aC5kLqvgwMRZX3+gMM4tacskGWKPAV7EBxGGZb2X8PYuqfXPNKSUQeVH7SMLtR/uMD5a+xi
uadvMnpnP19f/NXPAyMC9k7EALi7zucLHNUCzwmvQNw8gua5DepGhv8nE2pKHLl2WVAPCN8q7dnN
PDXlo5HSccPKanYV0RJa61AAgDNSAo1h7OdWawETsTPmfp+TKTuSjLDQtsR4nIqkOAiW6jdNXyaA
+WTWvhrmcguvtOaskDZH6XbR1kZ3zPl0UtEMZe8IRDtEhgD2vBZyOlbltDHYtVVDRGWAThRnCnmD
czOuTDNdsqUDLknCGfmAcSsrsWVh+fuJq5tpV6Vo7i9jxJ8eaDbs/fs3hQswPtYJAFlLU75vJ52X
upyUsfQeymjYUl1Ztq16D6KgvfQpo0Z/wXFVmlzkHZQJYmHde3kfgE0qFEC64G5Iyb2fG6G9xXy8
5kZPTSoOjiLUhgAVwL49QhMQ7IWsvTFQxTPF8frUrUaAp5aUTSahHUR11uN5mLnHqi2OleXsBpbv
h8y+HcHEEpQuvfXAYeCT/ltVORHo974MSb7x9F/dIwhBEcjiSryQHXWpKygfEdpbU/fil+MtkOgb
Y10zgVYKlIcQ+OEfZaPbDXF4zQATRetX+sVLWHLnuWL6en1G1y4NMAEsYRN69tG9db7ZBQdmZvZk
EU/OFKX0xcqRfX3g9n1vi8Aln65bW76m7k0ETIuYG/AspvpepZqk3cSAmjOdCtyvwj+y0r9Ji/KB
FuadDzmfjTtqrS6LdMJ/FpXD5pMO9fMc6LY57x5EzdKw0trbWYB6dmLD3QRyJiKcYG4FDTwXbINu
P0bXB726kCc/QQmdDDZLmUkGEo82AFlXyjaemevfRySqo+5hAyV0voS2MME5pDe4x+gno/wlyRY9
7JpnXxi0/8eAEljYfdGTvMWqZWyGsCGvbgat/GVaW6wOihv5l0MNxUHkgaFFcyEU0gNwNtfjwm/m
jbFdjp9KmT1Ru4h8v35fdvLClLItdPADFKTP0+cGtD0O/SeFbmNSvO+qejOCBD0SnQC+orNWWXh3
lhodO5k8dRWcbnnk1TtL7hcWFMdLkslOauhfPYnhWcy73NvwDsrWuvi+4h36tsjT0sH3tT9soSR5
n4u7+PzinE5vWs1hfdXi81UCVYfQ2moxX9tQpwugRHhOl2sa8/TkaXTuunI+9BYqm3lcWuXGdlL8
2r8DwWWLEjOuXeQ/zgdSJXnNDC9J8D57IP7NCPoEb9CDpnhKrC0w/aot7KgFSIY6o6WcxgyVWcgk
WASDSh/8FM3gdVz3uPDAc2C4G2DT1RlECn8hVkc9S42R66bUfDD6kSeeT7s6Z7vaSr6lnPweaXO4
7iZXTaGahb4INJKAJ+h8DkFoMFSZpUE+octC0AEY3bwz6H2Zban4bRla/n6y60Y7gxSHhCGjvM0M
RAz9Dbf7cHI3Mh6K23zbFMBtG6jmgLnrgsy4tvrR8gW0ByRJb2qWP9DZPnYz3Vgi9Yq7sKNsiHFA
Q07iD4suh/8lLbJ/xsxrg8EASovJB5IZIXe7Pe/Mfa9ph97c4pJZ25BYN6QogANDxVC5f6hNygr5
QNDEFiJAdR8N2UUwkpcSDPJbV8SbIMFJBPHvYE+MKYPlqKpzY3aSJ1o5w760LArGSfd3nXvDrZmI
7NDUvROaTaaFxNTrOqhaOh2R44X7wo4KgNjlwYimtZ07G/x3lrrfiM7uvMQBcaTs7hNnybTMpXFv
69BhasEmv+9LYgdCcxkmUvNDsuDibdn7EVhLUHGpK/rJKYrkpu5a/47NlRP6DA1gaI/zw6rokmOr
JQO4Oa3kMa1y1IJm3b/zKfunLibAEqDBF8le5gdAa72wmIrxpqks/jg7otslVW+EHnOSh7Yo/05D
hkh3GFhgj6wNtdwRj6Tv6rAtZhfUIJBOmauuvzEGaGlAgdiap4CVd7n0RZj6sxlyoOv31MnpjluU
HQuRvc6kTwEU1fGDHfkTjJ5twACaeEqqbMkZA3gkujE9WJLVemhO4187894ZIoG/GCk7wDUWfA6q
oBflJSO1qc9Y8VyKwLTjynrfU//t+w5QY0jY4ol68SZiXKaVRDfqs3VohidZbBR7LjwKfj5OOPDK
eHOhAqncM3WXNv5EjfK5tf+xkIne+8beSb5c94+X53yxgvQ33r0gyr94EJTFmBjNDCsLKXb7ecoj
J78rKYhEI0L0YOzB6UXC3hyD64YvgoDFrrfQTgB5hJY45XwjQ6PbxShhF8fjy9jevP/z6ICGvOIC
o78QVU3Kypmqdiyfc5Aa5/ss+/nu7y/dM4CfQWcGzdZKDn2mdi89M8uek+GT9b1p3vcSXLbW2eeV
2SmKuRrRKJE9p3WQW1mUTkN0fQAX98i5BdW/cgbY5liCDN1JrNuu1T5PY54Hdss3wtVVO0tdDC/B
JbRQ7kUDWttdZbHsWevaqPP+9AJQto3F3rKx3CUndy/LhVvJkmfP/dQC/1UFTlaHhdi4eVd2LDLU
SIWC5wJVPpXvoG6dbNSR6HpGXyVuoi8a3whcLw78wm8AP4IsFzbARa6rGbQqz4mHuFsEloz3odji
fFqZKCS3AClYhHMu1ejMBNfI0MMNA909ih91/YcNn6/vq5VZOjOx/P1kLYgHabhOlwTdfyGXQV1s
TNLW95chnnzfmiG5lNn4Pvk83fH3e3SE2WhBWfpKL10ugIRkNv2EPGlZOgToPn4gXrsxQfrFMi+Q
d3AUo2UaxDtoWzsfgUw6A+pF8EvWxMagcdNqj1JdcusNFsRr6Ag9Jm8sA8hK1SFn+byvNKM9FFqe
I8dWZ2gk7/XIzJi/syUcRUAaf4uG9CL4Un6i8oQyUfKq2q6kz8JvfjU5Cl3NMMcu0R9k04ZZ9c6G
qsXdnU2JctU52pRIvcjos5ulO8tLw2z8dX1bro4I6KRFjQb1HzXvZdQ5ceqUQNDE+Tb7WtizuwWI
JutP/vR63dTqDgWmFpEYciewd76+dLQyMCqP4OrP5xeAXT83ZNxfN7F6jv8zoRIt5pCQsgcHfP12
eu9XX4kTltlHJuzEhHIDZUnT5iPXsAW8ImDd7yEdIlc8l9lrZm0hXFeHg+sBkC48dy9IhNzeGQBm
6egz1/NQr26N+W+f/L0+Zasb4MSG4pdq0IXaJh8o7ggSMVAU6eNP3tZBJ+4mc6vGujog3BRQM0EO
9CK4MdwyQ8yAI05mO6LGj5EZ+0bbqq2vWUEPIpL+kBpxEYycbzRzzjzmFXize+DrotONXRygB324
Pm9bRsxzI5JmqbX4RSiwUuCArZ9dNv2jTen7r3Aclf/GoiwPyUCtrDWL2Iz3MhfPXD6yD0QJy2lE
FQnlLATUyrkEl4dj1BNUegS6GEPg+476JPKgtrdWf80BvDXKoZ0RIB0152CZdIL0CSQVncNkf630
DUqXtftDB0wEsGawN1/wENQjcfpsgCsTs/8IFpsjzczbbE4jbbNotbr4aK3Aje6CYVMti8GZOpNI
HNyH+ncn/Z24x3TaSDSsmkC9Cg81aE/gDX6+v1Kow/Wp0eI2LA5JBszBjm61Ha+aQEkWLE5QGb2o
x6Oh1ZrS1iRPXZ2nNzNtp4MjpuRQdc1Wcna5GM8SCYjaXTSY4sWBxNYFvKD0ptHo+aw/6cP8ufCZ
HQycvsoq+wyPDY4XJNYmT9+C0q1aXehLUL5E17OaT6uAJpVgYNKf6iHdUe2QV1NgN19BUd7IO/Qn
bDzdVlzp/yPtu5Ykx5Flv4hm1OKVZIrSzGrdL7SWECSoQP3119lz7kwmkpa06jXbnX2oWUYCCACB
CA939IyAAgEwXHTVqg0Jjp8SrS8DHaiQ36Twwoal4RB0oeU91OPWIbfsyqsZBQBs0fleaGCUXZvq
0+R2vDBesmJI0YOINN7E+nyPjl4OtR2+mwrP2dnCZeDP80j85tMPbIxLQhTziify4lpn0eaY02bI
CDdeeqONdPNz07ymVNuYT7XSvoQ/JtJcf7DqsKT2ShEOlC+ThvHimyc6m2E33JulHgKNw72YpDsE
0cEWp/YfFIoysSgUI3WBGBQ4QrWO0KZIquV57bzYZVbvRq90IVuk0R2rW/0odGnFnTA+ZLNoULJr
Znno27aI5rmVv0CvMsYuK43noKJNGFReFwI/3x7MhjZfesDk3hVNM4O2dsqehrolIW4p89Ws52Jv
EETW+iTgqDUaTQCb/TJOtTiO3mhGut71e6TDRORVU5/HZc7KndvodA92tnEn68kChj3oCcQwHOsl
nTX3HWhZeFQblfH+9tKvHLMX87P8/WzpSWvpVNqt88INK5bGnpaRKxCeBNFtOyunEx6TgNbg0MAt
rj4H8s4OyrEx/BfHP5bGQ4nXAN3fNrEylAsTSjhfISQWeQkTSOhYkIsb7+l090aY7eLEQLuggoCM
GNhL1AibzyA3Gljvv/jZO9s48joqM7gG3dgsK+fBhRklUGhrOqNOCDO5I2JkSw3rFx3isX6pKnTD
1l/8ciMVo8JgrwamnAFgR9BKWbb+S5oH0dz6kcchA5uyHZB04Bx7MKe9hRy1aXwfxa5z726v3Zp7
LL0OwHTgSQEPuXRDwOBIZWq5/1IzB4Vl9yFl8v3gb8G81s4g0BGCoGqhvlyodC/t0GayM0+r/Jes
LqNg3KW1DDWKewSNoi79Zmb3he2E4i8O2AuzSgwrspk32dD4L175vm8OaDML6NsjjAsTSgTLZqax
bq79F0HKH9aUfe9HthvF1iNmbZOdT6DimJ2QpWcQTKA1firzY70ky/XDYO3e7g+QrMfDEtp5oLNQ
7kOPmZWsJtN7sUwzrMzXnr3P/a2GyrWxgM8VhwbyXdevZR3HuEdH6HPavbUrpiCy0AdQiW+SbYzm
T2+1cgvh6kGyF/2NwDCq7o0uwK7gOvFeINnd7kfue1E1z/0HSwR0N7ms+ezZTNujT3UK25ENeydN
yZEXdXCYpKAkxADoPtU0635gRX1XkKqKOsvju8qh2T1v8uLeZRDvGjTbjGbTmr44LrBEbl3pIfRh
B0Cl0BPIa9/hqMYMBQlLhzevIBp0f/G8rB9GJ/f3eCJme1nZyFB43IllBxY1yrQpdnzW7MHZND4b
M2d3U8BxN8mOPbcTtJoK3SjDSrraE286fyM2WVkkHLfozsEiIS95FTV41AalusUSx5kRJfzO2npv
aw8NCje3XW7NEBL1CxkEOiiQGrs8GrjT1mVnOCwR5IVav7Xudzt6kT1tQT+37CjXlNl4cIYZA7KM
70V+X7IfDbiv262uo2UjKi73J5oE7hjd8nifXw5H70BzY88GSwZzitOAhqXYQtivjuQPSwYKEJBy
U0612cgb3c0mmkCqk4SuXh19XnywPO2oVVuEwivB/8UOUmbNnhtt1jTs1Xr4YDcHWz42rhV28r6a
T4PYv9kVAG1F1zvED1D3UPsxymwcXIR37kvPS+iHHAU6aUwSDsbrbTsrawT6EUADsEAocqvVIZCk
N5xL231Bn3BEja8o423EEWsW0INkoSkSfGtXSyScjvOpI/4LjZqOhsHmK2nt4rbRbwYOWSBo0ax1
6WYi7QAMKSkubgj3ZTHPjrr/F6txbmJxw7MQ1QqySrMXE9I4ZST09Cjlj1skQ6sTtXTuggTEvM5m
ODmf0IGuQ4HaedXShG/dANe7EQxJSLgvsFI8fZTDZTAZbrpewn2BJnWzZwJSk9u+tPJcvZApVCz0
TetxwGvSF9/vo6rvf+I0vQNHT2hRvCaaqt1YlS17yoZswVHcSRsIDS3vnq3GPhSkOxITlfg0uC/b
dqMsteZnHqI23J0ICa6gy1zn0hlHyNs6wcug/eq7R1Bo3Z7BLROLi5z5GdVk7wl9UdANnizjNW9f
yy3S5TUvW5AeS9IcB6aK87Y5A8VszUDeO9ZfuYZSJDg9jreHsVZ5Ab/3QleONkBAU5UYFwBwORdu
gAKbPxtLRyM1jqgTujTkBT9qTXkv0dlWMn5IjSyqpuDO1dpd56Wf8tw+3P4xqwNGQeJP8hb0+Uoc
NxSWDvx0DkQENdD0yPNPUhYbF/fauvngyQbnGU4g3HeX66a1TU3swoQnOmhEKKt6X3f2CB5o428M
LXTmgCUB9+sq1XCKvnqf0REO4omnzrD2RpY/u/PWOxbMMSunBQCz/xpSV9DWDfIH/Bj0FntYGJz3
ps/yQz6kn5Dcnfc64CSLiMXTaGn1fp6s9K7t+mo3p467L6hsdr5TyxitjWAJqTK8h23nhwXEzCGf
anJfzF4XtynQOpqZip1rOfaOMmHE4P7skcxrNNiq3OCLM5RekheBiKksAbdBNH3IPZ3tqqlrwqbN
mxgMfjLKa6MAWAYQngISKw85G9ld0AYjBET8BReclm4MSGcT9Wxy9kVVFvctsQK0Yc3TfqzHPLQ6
pwi1MTf2Euj/Q1bigCRcDkedci9EOXn+4E8ewtZ+yA5jw5wjN4w0Avm6F6JFTX+1PaS7Z9QRXZmF
XqVPz3pKzDvLmT8I/FvPsg+K3ezN80EK+4vn5t/nzPb25qi5DyTnj7YuDjleuDsOKjPoc9fVPYiv
88iqhyIcK0uHZihBVX/i2gOZ8ynKfWKHfkemV71G5F3lpImaiqex6834A3Lau4KinNSZtPzgFLSJ
O6PU484twWzRlXakldYYQXy1fdaY5R5srQMc39fJEZy/Y8waaKu7ffU+yPzBCEHbbO6QQRFmNLSd
G6FyBfiUrJDeJ4w8eVnF4pqNcziCCDHMrflXPXkzLn1D3w1otXwJzKYNiwyPBwAxu+e+KPWdPU55
PFk035nC7h/kwIxIuCCL6Nz0a9e45oeU98Z90HhDEE2Z1n9rC2I4caFZkH7P0w9BmxUgdHeCvQi6
36LvxxAsRuI36bRv5tAUT3OOxwtkTdhrN2k8lN0AmpU09fD+rbyd4VTBqx/sqXE/pO/Gwg8Sqgn3
MDvgZSkAy3qoCqeLCbgjIhIA7BWX3ew8ZgUTT4Lqc9R3VRBOsmpjsxDVB2p6dTL7OZwRrlTcjdg1
oT6AjicVoIsGN0cFXH5jAq3Ve8ZeZzokn5vsi523v70Gvcx+11kRKhLmb7sm/t4WhBzQaD+g9cPy
466xq/1ol1WctwUU2WwPnYs1lLc1k1T7opb9PSvyrAwBhit2ruy02MNN/CCdwb1HtQwDHQUDLWP+
a2jS7tAPFHQ3nLGokJJ8MN3BaMOA9yjcEvAc3oEidzqIqkHrMzHovcG14GjqrROhkYfeidTwD6UE
jWVpgL2yrhqwQnGZRnMx0DtmyerQz7/7zowo/FaivhZbdpVvhB0rB7yvox0H73CIa4Om+vLw9WYv
bcxZ8qSxd8CL2Btx08rZfvF55STUO62netpwvGJSiDvzZ+7rd5Aa3GgDWDlwL8woV0hKewneypYn
cg799GvF9rTap+nn25fhlhXlScYmrFaQ1jyZtXunutPs96Xcufrbb6mLsShhjGFTr2oDrAgDJ3VV
A2VgP8rNdvJlRpTnJawsqDATRUZQNF6ueykBJtVtgycghcqxAwr/p8mQPsudeXrqSuRfsWEysg8E
VKp5J/TYHgMeC4Ju89uzuu6B//0SxUWCptQImnd54qWxNe00fSPQ3fq+4hstpUAreTpPzGnnxlMT
3/75K3E0OoiAwoFQ7ZK+VpZrGDLN5AOWa5QnkT2Z3WuaJZDDbslW+LI6kDNLy147i2/tYjZwrfU8
sTWQKYZz8e32SLa+v7j/2fcbAb0G0mATBU0BQXTbzqIMB+ZtIyuJcUwXalXoAPTw6FRWe+q1LpU9
VlvkuL7GiGrf5y6F8rIRStKHnfgp+YbJlRVa4I/omcT7CW3GSgyLXmoP3XFl+lIuPXKi6uoQXY57
/Mu/y7QFt1P/8/YYl4lS9hYCZogLgJQEW0vNFo6ksxrSyPSlHoOjBUrFsBzlsWxSBD7mVhJnZdVg
bFH4Q0yLKVUOpXKy/BLEA+kLJTEunmqrW2j1+yifAkC8aHyrOKGu4WbBGfpIhN3tzMY4yQnta7cn
bOWWALva8ixEZQkVdsWzvSLzm0Ay9yXLDzo7FHynDXf/mwnFufu6yzQHRKgvXbmHjnxoEi0s3tzT
g0wnWrbR9wAvQ7p4mcuzHZQjTjYsyrCDwgqyBXzjDb2yFFjgpRkFia2FYOfy872Jt96UOdg7fgTe
jzc3VOHXAxoDKRMTUH5PVfrVoPJbQcMMF4+Q4eChYjq9v70IawPAwwsNYUCGYAzK/AhDoy6dkNOU
JGpo5HcbO33r+4ofjUbVShw8LPE+cXs/bqmXrBwkAAcjhw1HXQQjla1WEQiRegwA3soJ7lnwMRu/
83mMWg+l5/bHX0zVmS1lqhDPO0UwS5aM+8l+p+uvtz+/OhRUTnD5I/V3Bf4ZfaiTuVPJkz73Tuj/
wD/RxrxHdisuto78LVuK2zJISFcDnmjJolkVjYR/niHrHorWzSMzK0DKw+1Pt4e3cqBANmIB0Sz5
hCtEkKZPxGonzhNasIOePk6svGfpl9tG1rwtWPj7wOu6iJQoIVTqWZPeIyhK7ODZEWi+3tjuy7wo
14gPxMXCDugBDq3mgcyAWRx5KJ6AgCwc8YZs9R9GOuzS4O1QrQtDSoQEaljfzytsfMv46fufC80O
0+a9U761UXBpdDkbj7J9RNEYBSsQiLH5a4kOnkp6oZho6JCT3CI3WXGAC1vK9tH8imaZYfKkqxIr
PfRVwobD7eVfNQEY6J9WxKXT7fI0tiltbbPC8mfsc2vvQHft6htuvOoBgGhB6FFHn71a7XYm4RZ4
DWCXZvlkhVRw+p5anL7WkulxbVX621OoKDotvOn/VISUJTKnmmUN1gS9SGYQBjVJkV/UUnAKpvPu
9vStARYWnmmQ9iFOcq8qD1rOSevQniaIYCDkQfesnH/5Urs3izJ2KP1tSn03ouoSpl6w61P9V2an
fzPes9+gHE1Fi6LU5GO8PVQ1o6bwdwvpDpIFf/HMvhjsckaeRQaznLmfljpNCqZVOzl/s6S/RRq0
ch6BzWchwwOweuHwvrRRyFy0c2vTpOkiGQEBcnvBtj6vbCnPnUZCUhfVQh9yFJH//S8+j5hpIXEB
340KzAFCmKWSNFgKLRjQwMcejRHQ99tGVjYU2AL/M6KMAUzbtTEMHU30OrGsb9S1DqYpIsN8d9vO
ytmAS8EBhh9KwkifKXZKOglHLnYC725qD0jiIC+0BeVYPqLcD7i6AbcBhRMEKVS2do9BMretM/QT
Wb+BECD6Rmff2iCQiglgArG5rQK3hy4Akwr3seAFmPzjoNzlW4fA6hDOTCguSwsx520OE0G9IyDc
jd++DICfgBoVxwSgB8quQ87PrMiEeLwCX5dwjHBqd6LcyAqtvGjBbPWfEeUegJZPxwcXsQYSAI5M
dHavaY9adczyb139ve03gF7rq/KfOeU122a1JJzAXKm/TykLPePgWBvptPVl+deGGtkU5SgyHaXt
JHfvMu+gbSzLxoypkBAB5XC/7LEso4OShTYeJzYea73b+Xn3JG3x2gz2Hon5jQNsWYir/fLfQql1
pqoGpFqCSzAZta/E6kKeJoGZ8GI4jLIOART+n5zPVHw7GKbO1QUmkUzaodRmGtqVmaJP8o2y4Avy
79wBzWU1z+6WoUtHXJ8w5JY/U3pywY5YjMfbg1k7OM+cXG0W8IhpNI1BkSYmO8aOdfUU1GG9hRRY
9buFnRZVdhCuqzhmDpUSF5pOPNEEO6QZj9u/aJ37h//2/ywoF76hWagzAMuVeGUVDl/QLbKRytga
gnLkuFOT+SA940mbvRTHnvzFxQKIuYvC8AKocpS1brwCWW5XAyrItkM2nurpU5G+PU7HHP1nYzmB
zvyJ5EK0o5+yxAjKqOihOPpednt9Rr/179tetUzG1Y48s6SshuVJMqBahxfBsGtnkNCBa8A0+oij
ICTpG2UL/9knZ9aUpQl461pEYu407+ga4cg2zpfVPXL2feUiAIjYyQ3Nx5PdeOTpd59/LDM/7LMf
tydt1QxYj5E9BeW17irnSt11fu3NI/LZIkgGWj6UzAxr8M7xzN7ICK+ach20EuMd7aIxRfGEmtSO
1wcsmYULUMpkto/MnbuD3RVD4otB25jB1c2DPnUTZAh4EKi5xqyE0LCOGn3i07nF21AbQrvYelav
GsGDHXBEtC9DFfhyUGOOjntk0Vhi1995WiALuBHJrt7QZwYUP0BjM+hBG5MljHjH0gdWOXDfOZTs
bvvB+jjQKAYhxOWFqPgBy/MGhCo4afiw11FFLe7+t++rRw2b7XJKca1kH2uULLeYaFZ/PtjJFuUL
5AXUQoCkXssaKVCAyj7Z7QGR2e2fr/juH+LuJfgGdQOs4Li8XOZ8hNwK1SB8SXT0Ezhz92qIKbIQ
ldnMiW/bUlb8/2w5oLnCaxZgZ8WlfDzSO10D0Rq4hJ68yX7PbBF7VvHzthnluLwyozhWNvpICEhw
kTluGlJiRgQtKDXRdhmq+GKrRLg1KCXQNPRCGx0bg6pcI6YtEBK0Dpm7kXu6bQW588tl6kBZiKYP
EMRp/YMPhufmpdzicdoyoZScwLn2fya85mgOB/kTuJnbC7NM/Nk9piwMqBEuB1E1Aui9hdovt4Br
o8YXAd3QRjgnC3UTjwzvpLnFkbDu3uAmwTsfXYkqxNWleeXzYMxODWoNFHibPXVD+RdKzwtaAqcx
ep5x3yhnDFKTg+bXEJMOtM9Z4pefbs/b6iDA0ATaew9kj+oZkEqnC0paZae+MiFFkPZ3RHeOYwc1
+2brONuypazRWLRgEppkdgLpnTke7QFMSGg8fFvs9I8nnI1ImbCa+tByFRiRlwY8rOkYt4392M/+
XQYOy36at2Cjq8MChGWpBzn4p3L0CL+tJr0h+Yn29zlEv6spajwNKgVvexL+MzDUAOFwuDWvJAqJ
VbauWYv85I93BjvmGzf/6h6FHDzKTyCGBWXg5Q7yMhe68BR8xE3wTdderepHzz/+hbOhfI7kJvDB
V+mxtKpklzOMoBXR7NzxHKxUx3kLzKhca//ME9INLsC8QGo5y0DPgueSWHlPlvVoBfklgNEqNefH
XwwEtChAiPq4cdR3rJaygGUez0/ZFJVOROYQ0Sx6oG5bWTnT0O684MJRp4PYkjIQCGKnOmr1/GR0
9R1GayJ50jZhPTivcvSfvEL7OPF56/mkpAaW6buwurj7+fRBydH1CESkIQL4XKbsHodHZDvdO1nM
v4H1+6ZV3b6kw0apZcX9gMlEVQ9YfrS2qqtWVM7Q536WnXz/oQGDmyQPLrQjb8/oqpGFlxhquKix
XkXTEA92hA+m6to6zPOzFjwzdrhtYsX7QIMNElG4B9DqahK1aru8AAMQLqIcKeB+K4Oy9Xlll/pF
UWVmis/PLJzIfe29/ZCxAatG2RMEj9BBVQ6ztqdTDhYmfmqtqJmiYiPbv/bzzz+vxE9dJTU5ojv2
RMQu5x9Gb4ssduUwtsGmAJwJqnZILip7hvhmagYgwjrZOhCkJQErHUVyC3S74GK6vdKrppZCOnLl
gE2rNzMTY1WbHgTdPJuGdUFiaf7WRxKOZr1hae0gQD0I+wKhLZBOShyINEyjF7Rjp84pT1buHvV2
jrIpgNhOpe1Mzg6AP22c1WtbBTsbQ4OcyrWgypxbPd6/kHw0eZ6MgfkwyObDsNnKteYQSM7jqF7I
166uBMMsK99mHCrI9YnMz9bGpbby+YXzBOQWiy9cAfn7GV2QRWeOJ7PZ+1/Y1gtHJcVbDsuL75uX
h6Xwh9rDw388ac5d5jj7yn5Gd7ps/NAQ933wnjSfZwE+UTu+7XvLNlTCXSQEIEsBnAt0HVQchCiC
aoCs6HASfQ4yxh+59SC0u6E4VmTjDbrie1BNAYX6UhW6bvf1RG8VOiHDaS5PWvcw8Sys5q9mkyDv
pZf1xnqteB2sQbcNJzSiKTX9YImcAZ9m9Sd0dT5p3E1k4Xxgbb+7PX0rbgGfRv853qbAiKn391g7
s6P1bY9Dug8n+jF4I0/V4hcXBqxLvwiCFoXcvutPTQlij709b6z/yjxdfH8Z4NklLeu8hboCvu+L
70SLR33nkZ+352hl4S9MLD/hzARPfUG8eViG8F4fGHhOWxw1z66e7/wCqPI3UoldTZkSd7Qpemwd
sMjgoeOF00KMi0gdv2CftUmz1RK75gAOVt5DzLGwuClvXhZ0A3gOqv7Em3fOwejfv33uzj+vvHe7
TrdTAeD6acpDkR14G6NfQDqRpId6i/92zRUcpG8QIbr4H/UZSkDZIP267E/W8Gy0Iq7nj8TcUhJZ
uev8RRoSQQ1KA1f6kKZAtdtuzA5Apbgvqwh3cLhoQE3+FqZjbWXwCEFOClfrtegQaAG5qVekO1Fa
hMz+MW/caxvfV1e+KrTeHknendpEGnFWxrdXfm01zn6+paz8YFUiIy1+vgXlM/4wj/ey3gjRVtYC
1D0LbZCBIgQm6XJjSjnqrUfy9sSMe9wtuXVcSLC2mp//VGaVKwZmQCiOvmRgEVVU65TlwjCE2Z58
uw/5MIZp/blIv6fmxyH/kDXhR3rs3dBL6C/Nj6i7h+C8Q463Z/N6qHjHAQ2po590oeRf/n52BlUy
oJC5ou3Jxm/I7TtOd3P7rSzfHJUGoK5CrIOWZfSlqTpn+A3oryOBxHb1wrpEjq3diOCuve7SguIW
o1mVgPLAwkLT2oLscsPtVr8PIBRCAhuCRSrAWiu8utS5KU/sY6n9Gstvt9fh2qvx8zE3f3zhOggw
67zpK523CAaPNovKPBL9W99NeHRCzA5w9EVs5Ireq+ftBIW2WkvcQ9CzUPRbfDBXU7QYQK4eSL6F
BEE9J6uU6HpuZ2mSP5Ykwv3yxilSPq+4al0X4Ap08HmSx0YnQ679JM5GLLY1BHXng880a1MUzdPO
Cp0GNOfmRvy1ZgFcXdj0SDqCmkexEFiSaBbpgqScvqX+TtAtFNaVJ2Gazg0sUcfZjnYhji5M9DUC
UVnq+0aSMgzQl/pYQehmY7bWTC04JgBs0ZB+Vd4oLG3ktVkGiW08GXoJ6qc8Gt6sho3xgDHchENB
rBrKAZfjgRo2yDXqSkuYB0q1zujLh7zQio3NsTYUpGeB3kTnO7xYCSd7kWXdALGYk9+NJzsgD95g
HQyZx2/3YTCJ490PfFZwpY/DAqTRB2amCZKBCbQDnrk+hEHhbDjZ1amOOYOBRc190f252olm5WnC
AkWANaLLthgip2XPKFOh97TYuEAWf724xGAKhTkQBwDhCFlfxd3yJrfTPgvIqSgK/V0e5L/LXlhx
PdpT6FMXmt5p8EaUHhILlzaV17o1G5MYekpPsS1/WPLH7TVa26FI0OIshh2w4Shft4d6cmujISc+
jf4u6D03nkmR7m5bWVuiAHlAQNMXLkT1fRkYbMpaD7DgwPwtp29T9bXSv47F9zdbQQoVhH3YoIBN
qnDJfAK3Ruvn9OR7JWoPUduaoe2Uccu3cjXLOit+cGFpmdWzY6djYIXTdciBS5o+epBO7c0JJOZ9
+x2qpntueu9EZf78i9GhcG8ha2Ne9yANjLsmusHJCcQnEUOyO3MO+vTEvC3Ug4rjXTzOAKz7X0uK
l1cgKZAgxSGndszMGLRdecSB+N9JW3PeMc0cQjlVPGJGAYiC7lQPZQUsFDj9rB3y8c3WGb/iPBgu
MMwgC4QijZoYC3hWoLVYklMZOFFdvAJshu75L1bw+/YEr5yKC/gCrCnAFoLUUrmsDDAnGaPTkpPh
piQC0bVxMIOOREXFtqg6ll115T9nppQZBkDSDfpqIqd56hNtmgpQlqNn00STdd7M0SyCcJ6HGApi
GwjQVccF+MNemvWQt1ZOfsEB+RhsTUsyB0CpmVW/kUNfkpugg3A+6lP31Yeg9NtjGWiFwqnQ6IR6
sEo5Mda8EINdkROz6oMYqp0u6jj1xNsPGZhBeg7vC6RLVGxoVVrCrl1KTvk4oSA0SeM5m4x619XT
FGWC+Ru36NoiLmVOVBiW9iEVDojGMFDUzjjUfC+Q9wKP0L1LpvK57560ccfrXWFUqBjW41ZT2pqj
4gJatLiAEkaccHn6FP1cmDQ3yMkq0gOdWBbW7ryDeMzGhK7bWZqKFzNXGkapnw0IonHimM4exZum
A/b1eHvPre3tRXP6/5tY/n52kCJKQ90tI/RUNyKsyQ/pPQWgEwje3zazcsthvv4zo2ztFjkIbaw0
LBU4ZcIxz7712ZZu6epsASryZ0VAwKy8yXJfH6ze93Fq+i1oLZ4aSDWLjm4EO6sjObNiXk5YXedd
B8EdrH3ZTAlkrvO7wodk8+352hqLckzIFI2D/ZRiLCTIwsnSd32JJ3OLWsFtQ+vDgbwvTneUutUE
rQ1ybCRPl/Ufg9OgI3dG5caRtzYWE9kfXCEAvF0FuzUKq2BDGNLEr8wqNGQhdnSYIC9lbvX5rw0G
8DNU1JexIN98uTauV/mUeQWehIS+E7abTMTcOHNWBwMaNADE8E64CqkpyDaI1pZpIpopiKU9/Rys
iTwEgEK8NS20pDIxb8CI4PV2BUPI0hoMPhVNEynzOrLMxjmUBokQi1aRm/tbQOG1gSGSWOhoUYO4
6u9rxry3ugaHdzPuW1GHrnvsURu47W1bRpYFPDttZltrraleboggzNznrHnK+v3bTUDsAaxHaK9w
rhoUrLHMXPTD4sxMd+63NNs7v/43A0roMOGlZdooqJ+6DDqMIpU1uu5d8KV26HX630wp94w3aZmT
lhiLjsPSyw+280sv7/7CBvYl9LDBwg91mMslEUPhmGWNgITits4fTHmSf5HmWOKdf00od0zVW46Y
K1dLUnTT8w75JrKBEVq7xc4tKNeLSxrDJCMGMWd7tHVGbK52RVpE1hZofy3kODekLP7sz7Np1lh8
EYDl+L7qn4P8Xlqh7Ycsx3/+4rKBYAxCQMiwg35RmbnC8lF81jAuEZZ1EfNxK0OwdmL+oQmAJs0S
eCurb6ZaM9eThIHyp1H92IJSLf93NczGqQ8uqiX/dBURDp3T27iGkRmotDidzee8/VCyLdmFZdKv
rIAuEuc+eAKg+Hrpwh1WvGWsQExdVKIP01x3DwSE8dE0aRL+QKdDzvoBYPjBFxstKasTuAATQIyP
rksVHuJket4abq5BxQDPBpC+Onzjhl6dQ7zcAwCCIC6vBpsZx003NJmWVJ4rTmMJwaCcl9ZRyDTf
ODvXthEYMQF/hLgEwk3lvIG6RFX01awlzujEg/7ZRkKFZeB131qx1VlDQywuGjwVrtgpZFvOPtSF
tMSiO6+P6RZ6eOv7yr6R/UzRh9JqSUAePRl69Yfbh+bW95XzxqocxADesm2GOOjRCOd/uW3AWPXp
sxlSDpomlQGIF2CB+RFkIwwW8o/aD+uk/TD+/LfXYvSUN7+tKpxYmFrH9N3tX7DqdmiGtBAKGOBc
UaJpjfmg3E97HNrdjuag3Yc+z4a7rZhA8hMcKDgegL37I1RwFg2Ys4FeZIv6ydSZsTZPUTpbL+Xw
8/ZAlrVQTocLK0rAPhSor0225iUltT6KQOzLkSQsQM2DiOGXzYaNGGfVHuIOYC7RIQn/vjyNat1L
28Yt/SR1wM/VlUenz0L06IOnobHuzBaV1tsDXHFGPIDRTQJKA8hyXKlyeOjAorTxE48P3yYQE+pT
/em2ibWVAmAEOD4E1kD0Kc8RIm3W2TOID9v52aTvrOnFab/eNrE2bbiJlqAawJQr9JVMh3kCGWeQ
uFrJwyI3njUqx7CzxSfHS6HjafO72xZVVtAlzYZp+8/kMrFn/idNq05rxtDy0w0HLZcH4pQ7Kvzn
ASBMg0LKnfsHytuPXS9f9HncDVX+6k70kZv5nUObu6nael2qbPz//CYLVXm0o7l4YyjeI0c6WwHB
+8IayLtKY2Byzna8F/dtOsdjX/0yCH5cXQwxSGw3dsrKmQO+OsTN6BdC8KzeNCNMpYvgaWJ1eXuw
3bSNWjOvDrSBMk8n6vKxovw7hwzHhgdfw66WlcCXwZi3aJKoFw/P0eHnplqQGEVnP85IYh5HKfQn
VmvOY187/FCOGX3smrF6FWOj71og3e4M0f7acIlVL/SRSkJaCQopKqB0dD2GHhpU/VxmOZDBlXZI
5mp4zPhkHJmX9V9FnWehO6TdSyNp81g0PIiLurHfQ92vjEnJiyitxvpgYBnHkDZa/VTUJPt8+4eu
LtXZ71Q2ZGdUljWwNEiA7qARXSQwSoTYH9ppAL9E69LDIMHkGNBya63WjgK0kf47Q8qmMeoBGYOO
pUk7WbFP73N3irWt8vdKIAL2j/+MLD/ibGeOdEjdfIQRkYeeuaP+vuyj2dt4NawdnIAHuAtQAI9t
NfeReU6nDZQESWPZ+6Bv9iPbSomuz9a/JlR0ygDgS4HY10+GOfsoAPA2APUdhs0QeM2OC6Adajzo
Xbli/igGX3PdlgZJT16JRNJztPek+3Xb6dbmC+c/GokXcNcVtpObnZ2DPj9ICo4CQBYgKHi9bWFt
3c8tKM7lzlI30wwWyvlY+cfa/S5+WFttcmt7B6zZ2ODIekE9T4lsvKAonCYP/EQvvahB0zIPvhrd
z9kUO+yXyNuSulhdG6SK0MSErkJoUl86Mw/sNOWDHiSQ63B2bt5XCHaa4I6i4WDjvfinfKAGO8DD
/2vLvLQlkJ2qGmMIktH2fzk0eKyl+2QH01MJVT1OndMg2Tc3NUMoPB6lE8RTbyajZ25EdqvrCAU8
4DHdpTVk+fvZ/u2p1CY5TfCUzgLxoZ1bzo+smcoQnUnixwzS2Y27fMvgcq6fGeS8sefAmeE4H2Yw
zZT2N6aH9fG2d/4Jc65mF4RuKDe48B21s64grM04+3+kfVlz3LjS7C9iBPfllexVKyVZtuUXxnjj
ToAkuP76m/DcM+5GIxohfedhzkQohtXYCoWqrMwyiPvBm47o4vi8UtOIlmSu7sEnRLZ6Xy6brnWd
VzeprGNVr2haXCsajehUiPNsbDZr7o+HbK3R8kvbbtdbwxiBl2yKAiBAd1OZJRsytuYdLhcC5uAg
UwxCdsNx0J+LbLxpYBTCTDFtYR0oauPSKvaWe3Ccg6O3W6idhdW4uT5hslU5tcVP4smqGFPeokMg
AIaGePTZN6rkMCxp9tPPCAMhf6uSjJM5KDDiI/mH9ytQ7kLwpBGwYOZmncTztDO+0VLR0iL9PDIx
eOkDgOCI8ZGj0aohPeA6fnnrxkYZX58tWdkXxDBAUHCcPir1gqPw+9kYaW0nsZany4tLWHm3eH4R
TgidIqvL/hnXxL2HsqgX+17jf180XU/DWjfGJ69+LxfOn0jUQy8x2rqRusdb5nzxWJo0a8vT9hYE
Jp2oVFGWyNwwgn10qNmcZlPEwKw+KZjTZkg8auRbm0yfG9psGZnD3kPnYlfT33migtlLbaK2DG4s
VJwu4OjeaDaMMmzISbvj7OP2F9rWkTbiXfhPq2eKDL7M8UMtUUfVFXkbUP6czyBFlSP1Ehw1a41X
80eBRAF6lRRnTLopT4wIHl8noK7oocwY66wMSVaHqpy9zIAPoJIbICvEoVfno2iKiVlDjlhs2RrW
0SeKSVJ9nv/9xEcMxkARE+FQZbP128+9R1TUNtcPlmwdTkfA/35iop2mIqlTmIA8Z+DcpBPYFhRn
VzUK4cLzgjJbqYFJ6h/08QWUW/+3EQhOG+y3eeF5KRybrt+kffJtbfQHT/cVyUzVRAn+Okua3lnA
SAZ6qn1ibZIhmgvFU09qAh4FFRpQPF5khIO+sZp09IJ48Te+dhh91NAUsYB0LU5MCKNo0FPJ+h4m
MryCLKBkFEOQ3WooLeGCCSzfQ4npfDvVpVvM8zjCiej7JEX2f9et39pKgWGWWoEoH7ongbu54EK0
ijpoPL3FZTBEGZiCw/6lZqpwkf9UMaABlvI/I8KFOcAXjkAJJnHXNA+ZTcO2tO7HeX5B7MzC1keM
P6z1r2GdN+kATQtqPF/f2LJo5OQHiJfMzBOprMMPqBskfVKIrjXOHSRSXqoUQqO+84G6OugyobeJ
EjHYfsVqV1GCrQrE40HM8hA98aB4sVSirtLtB/Y4EKFYyP6JRHXQ/u3Rp4ineZd5u8pBP5LbK3ag
7BpD7yASRLheACMSduBq5gBT4IUWd7lbISNRWK+o65o73WPGTTqU7IBsYbEZW7TfXl8vviEuNgxY
BUCPAFpB5FXP975VeUWd+fBzzVh8RdXtyS6sDZ3RPVaSbbBAikPz1rDpC4Vnkp4GLrqCqxti0Z4Q
jPTMWi1vWFHZL5fxUGkWwgTE1fvZ1fQIyfJud32cUntoxANJH+DxqCWfj9NgiMWKHGm43PqU5r+z
4KFKP3X09boV2e4PIBOBPjzgbAIxAeEhXK2qyfTB2sa2BkKfiTxO5LVokfA3FMGrwpaYiRi5MoEG
+j7k879X6esEDUlkijLoI7Zv10clOwAnoxJ3p5nqkztOsDSaG8OPOoXTUn3ePF8aaIZCmwnP+rjw
/5nar+/uMEUqMvjTVIAbChGicHtoZYUsZeIiY1OGaRmO0/Yjs8ObFv79vuByR6ZBUlPD943mawLa
9xyqktctyK7YvyNAOuh8glLDT6eJ+j7I6x4gouMkWz05XjchTdie2hD8QDd7Ft6RPIeip0dSGhsz
Zzd4Nr32RHv2g+nWAOegAYWtDWHmVx2y5Nd/gMwPndoXNkHXWyi74uaMR0bDyn+t130ASudxfIC8
R5hNT9Py87rFP9e66PoCZOQ54zLgP7oQByfwBjlrKj/W9DYf97RD61xK1vx56BL7Z4Bn56NRjEgO
0zzJ7hm0nfZ9lxT3ZlYOYUqzr+MylQc0BLSPLvLY25EW62OdJfMmq7IvJK2dvUbcDpmaaX5/LIEa
K7jtQALAW2SFPV37g+0uiY1n44SEV/2wJfiHp8LfSQ4mCse8Q4M3MF/k1fQF1NpjZnjxFOnpV79S
FIgk25prdiJvjqHg9Agx8Nq5C4hZUC2kKX1x8vyfxdH7sNfrw/WFlgwDqgx/15n//eS10PUEHXng
Fo6d4Wai4ZAorhapI+YEcGi+BOBfRDmPbQBxNi/l3293qE1CHdAKV7K3a7IByZXioEhHc2JNWHo8
oQHxGEs/LuubojyC1eoDswV2DHC/oUfUEXUmMmK1xlg1ftwG1jHp+tfR8n9cNyG7i/Hw/M8E//vJ
gvTm0nUtqHljO6GhXv1AYiuyk1s2f7puR7LBoOqBDQwgCbgLxNJbOhQkc1oMBcXiIqpcR9t3RTNv
aaBVCv8p3QOA90PRAhsA7SznQyosXAMoHPmxSft7OtQ7JENuxip7XpfqOM7v5pzid5oPwnuOUbGh
qHNuLoVIcpVB8ASZ3mNXHJTPCP7fX7hGpAdAk4JqPnzM+fehMQhyadYhHh2W8teCcm1EvDqowlmf
tL3BAvNmRRlkBcAYG7BFt+uhKYEzCdvCWMKsp1oIkh9dEfFI1xNoYLSZOvhpIrFnBfF2d3RRUV5N
e5eweefSTac9X9800vMFVVr02MHFXmgxax4U+Yq+CmLPH8IHRof3ny/c4Bwkg7QVmmaFcKG22djq
HYIp/VsBzI+Kd0B2kYPmChLz8KsQdhB7OyA7aPbGGuBqMOZHp8h+WuDZc6ti4+fap6wCsNmr+63p
jc9tY92RVUWsICt4A7oFPUyUlUwP/ejne8ccy7mlxAU8w/VDz7q3qiLq2UtZc9jzuGsdFmWNF+me
4iUj8Spnds1zu6s5p1SrfNj1lu8BWb5Swz/MNqifGOQA3reK//KkgjPxf8yMgrEZmnAl06A6AJBY
CpKCQpEfEnbhxfeFA27OPXX9rC1wwW+CeqvqgBPm6v9/HghBdP9gq4hX1uqMHhkasEsH60/TWaK5
gXyu+6VZ9e310yQc2X8NgQsNUAAbjKW64OqD3kopmJnBJWy4YQ2tTAh1Rs40ba6bkY0Hb0m0cfF9
fwF6p0AMJiU6I+Pe80NIgNSmu12dzdCbinU3ZAMCmoOHjEiiI4d6vsusglIAU0H32mXjHvm1T1rf
59GoFXWYGJCmJG0Rldm4aZCqqtbNECxhW3v3ZTLvSWvvvezr9ZHLNoptgN7aQYEEbDPCaUtTyMY0
PgTPlunwxqb3hU5/lu/068I2t4CDQF4MPLrsq7VslJkV2WSefl7Y5fai0S4tF4iqZLum3yzNo8Xe
rs+PbGeguo2kHsJkNAEL67WCDnSaWhA1B6Ud0k/e7VADtqWCxfKg6+S+/HeeoDDgACsOthqR3LQk
+syYh/OU4IU5OA/MO2TlYSLPNEDfWfXOGPDCnBADdnhuLGUBpnEjf3WL0GDP1yeNT8rFcFASg5wK
gIIXMWCA0KLMEz+NV916tIZp2WQJiKV6a7qhzAZVCo3TZHgbRtV+E8KofwcG0AMgCegKv4g7Jk3X
isAooHWgQ251mjcWMXez6R1Mk710U6DwTipzgncCQGD2aQNzmZkCSzzvSlfbQJQrcurlETLIH/BS
wAyAMAMdpyDQ42f5JO4tRzwkQXiVxZNZvLVWCXnvctfiVKHTQGFKdrKgIoZ0Iu8Sv8As5lo3OWzs
s7gEHUy7X4s9hFqvbxKFiT9xwMlodIo3F/NQGaHNm0E+9+mPOfh53QSfEHEfos4GnR3k7C5p1Rha
KtEsR/J4aW/L/msWfL7+fdkQAJHHywBhCqImvj9OhjDnWZ36Tl7GTQtSdXu+tY1n6r+T7vLPpkb2
mPP/oMqMyP3cCnYZpDVAnBg7yfcm/Tov++ujkM3S6fcFL9pQrcB+rcvYBvpgDdGDc/37Mhd6+n1u
/2SW0IZnJWj4KOM+eIH0s5791vUfbvk+7NbFLPG1OrESkNlPWdaU8dQ/LncOUwxC5qFPByEcdeTQ
ixraahgEu5u0HA+VXxUBfdVwWzSv6GNUxAmqORN2lrbQ0TMZzM1DhLwjSZ6dZa/UglBZEe4B8AIu
RsL4zrLBZ9K/ZehaQeLBKz9f3wGqHSZcoi6YM7q8x2h8+rtDr/gUKG7pP+l38aSfLI/oTBqdSzuT
qoxLLziw8bYMbrXkqCVoLvlZ6HM0Ns+s+2EFx8HYWYZ2M6oOkWIqRXS84eUrqwBbjRMaLSiOZYd0
3Rnp8QMTCTQuL0HwLIGQyc0qz9Qmk0D81tnbqAEqPi+7z3iz5P8+LwSDdY9MlAlFbTT//FM4u/JX
V24TY59niuW63A/gakADKORidSQhRFhOtgRVPQL0FUONILQhC6PCpF6uBnLp0O0DXTy4zMAJdO4M
4G9mL/NZFYMdMpzyrz3bdvrNXKlYny4vANAyBHgngwwBwxCjQwJ2Xg0S8lVM6du4PHfWjekoHI/M
BNgzUZqEPgTIjgXvaUOoetK7MY8bjYWE0pAoKmmyxTg1IDjOyV4aizQwQGoWgliCIS3z3l3LpSbQ
Ng4+MwcsoMJqFIY/sjWr6/h2oa/d9On61yUTBAIg3nCFbgfkHIVNC0GbKUBLHNa66kOmNeHYV+C0
URWKLy8AbCiU/9AXz1nrxGyzm6Kjv3SyCjqBT3WyrXPyVOVPMwL1ur+x2bvf7+fWBM+sNW7ndD6s
lQfnIX9/9gG9BAjOEZsDjIkk+vnxmM2gBtdQTmP0M4Tzs89ULS+SPXVmQPj5ZJwgB43msdgvNn23
mYft9TWXnO+z7wfnA4BqgqevFN9v6NfZuZnqiM03hfPyfiucYZwnBNAALTJW58XM2oAUbYy4hR5G
69ilh5IerhuRTRWe3XCG+AcCPGEtAM5NjCD3aOz8aIPPtvl6/fOS04Gf//fzwkoMU66T2XBpTCvk
YPuoHjZ+oiKPlBoBpRhwe8ARAG55vhyep4G3xC5o7A03XRaEw5CF+aII8KRGPMAPdRRKkBvke+Ik
wCNenmsZMUnsdct8KPNqfAOv8PAKwqRgc33SZGuCdhcTGVYwSl3wV9W0dRzAemlMytvY1N6Xhkak
yrmK/35dGEjtrigllPg6c266nIaWTsNuUqDoZCcEnfscngfYCUgez2erNKoMCG8sCUHTCXWPyxIT
VCZVWgySmUI+HXME7ws1Rl9YeUdbEg/5YBLb+hNt4ndiGflUnX1e8O0aLl6tr/D5BOeDxio3JdlS
6G1FbhFMwSZeifzvJ1vK7dD0084WgR5mfV+3KVKLRtdtgtVgishKagm1Hax8wE0JV6CjF7VjFSuJ
sefCMrdCY8yjSVMJ1fNVPQ+DuTjpXzN8uU4GlCAKHRMLZkr6ue1mCEEHoek8JvotWsYtjYEe78f1
oyIdGOrIIGHjfK628Dht+6Zh6Wpj6WdQsFubhTxqtcIPSzfZiQ1h8tgIH1ZzG3n3M7XWDfN/XR+E
5LDw5BtvMwTF34UmHlplmrJCjx+qb3fr+qw1wz5Hn6Y+qXBaspGcGhKOPkDZvgadkTS2o7xkkBBU
Bb6S5QA5QOBzai6fh8DnG2D0KgqQ5aI9+uab7u2YdbRVIrKSyQLZHupnSBlz1Bz/CSd7bHFHtIew
UXs0gxe7WELT/c68NlzfiYvhZ//MjjBXVWsE9dDDju1OIaneWrq9vuqXrx0Y4GoogPchsrOEqxHN
Gwv0Y9MUCpUtToof0dQMe7DcQhw5tDoaXTcnnbcTc4JHhu5aAjqCRHssyy+dcx8kW5BFNypAu1g+
+3faUNJFbxGPusVwmJHe1lszS2NmgD60i6CPuTPsAWE9xBi+elW6KZtPaEh8f4yP5wmCSVw6CMZF
GrMScqlI79I0HtyoflOihCUH5+zzgmNbzaEO2qBMEX33UW5CKEtVgeerLbjOMwvCtu4dvQyCrkvj
Hh1ZG5fstfyLnoUD3SaKjSA9o44HDh9AYi7bzRDFlEWV29pjVevPhhZkR3+e+qPRfEBeDjv8xJLg
nC2PaHPVwZLf7awSaF1FJCNdFTgasMQAIXOBwLFm3xicqUjj7oc+73O6uX5iZBOFJyMS0Ch2X3LV
LlNHMhv9VfGcjm+MkW1pBbfY+YrAUjaKUzOCH2BgwmPrCDOtZr6Nuf2yDB85HeDq4LShHOVjCyYS
z+m7oWE5+p5ul+4w769PlMyTAc/hg6ZWR7JDDPb6wSoIQd9v3HhFaGvmhvcgF+SGZPnRsBS3sXRV
/hoTkbe2TmjQEA/63mu5zVLnSwWZ1HGyf10fk2xVkFIH9BKEEGC+FKYsnXqDVB7MjOzmV6Er4jH5
1zmtL9QEAU/jgzy5xPyUWr0xQ8d9cTf9eK8NH9i6gH/8933h8jJn1uDdBS16mz0HXrfPfTfK51zh
dGVLcWpFeDs2qeO3aNvKYod82mnZF9dTGJBtLEiruOhAAzgefEDn05Tr+Tj2BEfDM+l+7OpbJ6mf
mT4fi0DbQvlRlWSRLQsIkB1kcji/USAsywTVEwtsGdANtYLwYcBT8vqmko3nT4cZvBU6HcWDotcg
CM/bHh6F3bjjvW9sLDtMgk3+87od2cLAKfJAnF8qYj3XGdbKHswWdvy6CN0hO5gavfedUnGVSOcL
/BggzuE5Cp3//WQba6B86OYW80XvyhGMU4OrmDC5AReM7RyrgkbHcwMkGOuFGnMeO1229d3tWNiK
IcjCIiQooH7ENbbR631uAd2vhbf4M3xXp23QXRgO9tMwZZsVSPTriyK3hFgPtFkIjsVWhbQ3/N5n
C+I9I7K8OhzDsqDh7H5oQH/NmMKA7KpMfQ9m0gl1B6jGto4RAkK69+fP1wckee2hCsCVztBEfonC
oQYwM/PKeAALjNLBmXa2cVdBo3zAiz9KOsVtL0LD/oSWp/YEl0wSsrCqhT2wKIYNgCpWt3MfAeDL
d1U49Jsc3TPkAxmGs0EKLkh326zIIGIdW1VEq42m0hOTHVUPXLFoqELgenETGFSzLYNMmMTgPh8X
UHfcZr5K30tlRLgORn1xi4rByNp+Gr0uIsnRQ/P79e0gO6tII0L8jvO7IxI433jQFp2n0sPjkrhv
bHxe7MP170sHwSHKHNMBkKqwsQe0eJBAY1mM5sPHYV6OXKF6pPTXdTNi1/OfbYaaMHKhgI+gNVeY
LG0xWyhuAhgwUFDDpiy5SdtkZ2llvDozKNx4Nc+OyDiEjkGjIZk4PHF7/UfI5vL0Nwh+zzVzpyBo
Ro61YOfrt8uoKvDKbqJTA8JZymwnDzq0cMfjdFuQN81udt7qbkodAZz+gY3xpyEYh1dHiCgkBYaZ
enRKPITp7LCWR+94fa5k+wISMiYubvBVXEDa0M8NsCpkKuPGqJ+mGQ3p5vTUV4OiECZdErwEQOSp
I8slQqTbFWG5AdBhzOal35WF5v0GBWqu6keVOVVwfeNthtTGZT7eMdIZrQCIpTvoFeTE2Df0GFRZ
mLpoI3GmjUNeBkcVZ8muplOjwm7QmFkzkxkZ2viHDWsywP/e2iyJMl21F2SLhUwXHyDcxAV8uK+T
JiUZgD2TT+4zcFyFAckjyGX9uL4pZKt1YicQEsOB7q2DNQ4ZbkF7k85Qt6aKZ5v0OgqgMfFHOAiL
JZxRx9DmxOzXDD3Q7i1d6UtS+4/NoIX6mMaT14GAqQVW1I2hrbHRwP59fYTSmUTmG8ELDtUFWZDu
g45ZLxO+ZtkDao/xmKT7xAf/3gfseOguBgoRBRbRHea+D2CyPmWgzFxQ5vo9s18eVSUmJYPBrrYA
seVH2BfvDlKko212VR4bpvY4Odpx7cGAVs4KVyHZ5zCDlgq0qQKIL4aTqT8MtWVizvLZQzF7jnIc
slR7Soef7540tPPqKB6AvoyX5s/vwhFUCzlhdR6bXXFMR2vPDCcye1dRZZHscgTdwACgmwCE2SJN
WW3YlPVWlseaf0izvao0L12Vv58Xm6HNbC4YZCwQ3mtl6C0s9L0fo6lqX1dZEa6HBvjWNC9zgJ+d
HpFJEGpIgC2NKgaSZSbRZ80lc20wIgciHTu6jgY6I+saF8MXdNDs2jGJKptuCmcNR60LjfLFgLIq
pF2v7wXJVXtmV4hbUhJMjsOwSE7fhhnJNoP7mpBjs67hnKmuD9mOACMMdhz6My4hh8s4r1o7Ttoj
yj3fqrqJ+nx6ff94AHDlUkEW1z0V/N7A3AkNxKv2aLCv3dCBY+hxCb4DV77RKgVTu+S8croezsmC
PNwFk2TrdQTY8DaNixRRvn/rGMl2HfJDu36ghMydKEht0cUOelFhUHZqIxdPkMqol35brsZhAJgm
aJ3t9bkT+bB4cHlmR7hpG5cNFALiQJ0u2n2iQb6kq3ez3u/z9nml9d6ChpQNnosxW3coOx16n0Yz
UbUBSIKMs18huCdWtEkzDPgVKQNVNCNRXaJiPt+W65cgmcJSN9DN/nx96HxkQoL71KaIHSt6owbk
CoGNB/qBfHhI/SKaB3Y/dObeIVPsspfrBiVHAeq1aFYCCAsuWPTBU1O0rAEBP+4Ua1PSftOrHsAK
C+KQBvAcjBYLEMzk9wAxh66K/lE6Z4A1AKYGfgO8fM6vkaW06IQsT4re7Meq3SzZNjU2QfmpnfbT
B4BeKAb8tcUHe5LLoVOgF4Wlp3GybFPr1qte7FkRMkk8IUwgncq7GS9rQ7OJ0kMWOHiGoh+72FXl
vU4P9qOnKkJJ1+XEjjBt2mCkdsLLnFbwtNKI1t+v7yzVOISpqnKLcG07PGjyrWceOjfqm2j8FWiK
cEVqhzsMDi1DUUu4GVut0wb0YeNl46JD0V+Sz3S2X/PRZuG0MKhValC3e//Q8MQBqwWuSCyWYHLS
G596MwLYwGnSB38J0k0Gn3Vb5XMbFeMa7IKpJL+vG5VEAB7uk+Bf+cSLaKnrbbNvM7zgAu2xo913
lBa/J6niLpEaQTUKqXzeVyiCLXqjRwl0Rl5M77+zQAuL+XVOP3D9QkQJBUggXvAivcBZNDNz+wXP
m6SAqoyD9uCPrA/X3wAjG8JkMYhpfFBwA2CYxeDim2/z4NZuUWn58v64ElkWgA0NYPSQVxHuB4+g
LQPEsXhb6G9Fd5O17284Ah/1XwMi+QecjT2teo30g/sz97ZpHVnlJmhCE8TeKvoJmTdA7Yu38HFm
IU84rUNZ9cHAUryotRtt6/uKQyrbV2CBgX9H/euy+MVIjVbE1tceWxdEjwtFP0zm0bthSlRtU7Jo
6MSSWPkia2YxMDFrj7xlb+2fRvAv2doSVs770Z+ei4w7oKZ4Xl7cnGzRE3dccBX4KQHpiLb4t9lq
NIq4WHa5nVgRb8/aqYKh5nkbz6/eTGt8IINzgPrsS1r6B8SeUVD+fL+fQTs90pMgscKTSbgXWpO1
3eLasMj2dcbC1IwsWzF3skVCFx0yh6ANBy0n3y4n16i7khJAL+AfzGENDf2hNhBPeX3oG9vrg5EZ
4syfXP1DoqA4atVUzASGEofeJCB4CjNb289M5yQgHyiM4drmqQ5sCuh+CKNKA3dMqxpto8QwoxQD
MqLro5Ec0jMDfLQn0xagfcEZdT+PJ0ePQLVFxg+4AVjwOQ+b7emO6HJWmiYaSW10voIsWNObULG5
JOsBmADQfM4fNT2RYjZ1Vsb8kePYM4iyMxxRYnqRl46/uv6f65Mle8oCVMlfRtjOqCAL/rlei3JI
XNQRkzG58zvyy2lByubYWzQ7HtJ0jceuuAmoDfrKUfVc598W4vhT26IX4jTYdkpge+VkZfNdDZzf
pN8ybdo2zlvb5ZE1KTyFbHPgzuM0qjJ1jgo5kCCtkHpt8zQky37WC8X2kzhxiJFibwC9iDkVA+2+
mYI5SDp06nlOhKAntCdnUwWqeqnUDJo1gFiB1u5FDhk1wTnXyxVpLsu9MQYj8v3kkNmBIs6WzReq
F+D5NDi9s3haAdBwieYaeWx5hz7dEBUHhMRz464DBvpP4uniWVK3I+2xK1EQKevIaffJeDDraARf
AgF7de14itWRxMGgCQI7MPwcMoQivtuq214HT2OJ5yqJFoiAuQOJGvPgZemh8xR+VXq40CvCO9JR
lgMNxLkrIizp2iJoS9Bxp6FGaZRBHCwbDbilKTRz6EkPjyz4VTuq55HI6MSTAxw3yZMdAf5dPNZI
SnpZb6KHEFgz7xagpwp8/Z19y6p5DpHuARGGRX2UowiJQP/E9hUdwAjmTMuN79b+xnCbuyTvii5k
4PJ+hrJnj2ZnN9i2xP+VeQu9GSYb/DGIXxUBo2xjc6g38NIcWy6+tRvTHxy/pyVuvfITsRdgmWxc
E2CQU3g+Pvmi9zkxJAYNbknowkosTusGc0j0/Ni3+Z2HlyR57Ol4QEb0rpuazUzcjZGSneZUx95M
d9d/huyAAUWFpDinc0G/2vkWcSGgMFLNqcFawPZTph2yDxQAuebFfxbMcwveTId18GChIqCUuh3s
/fURyBaMU9BAGRn/w6vo/PtW11oVjlsdD/V601WffNBBpOaP60ak04Tngw1UObgzRHJLaphlbflJ
HTujGbbaplLhXGSOCETN/xkQooa8tS0QuMMAUCi7oRq20zJNEU7Lb9RtbqZOr8Ol1rLN9WHJKsTI
LqBLEblCsJjZQnFpBga59Yug4hrzkVUEUeraYV7+cvImZN5NkUA2+9F1q53X/swB9bluXrZ0p9aF
zTdUY+M4iYeGM3qXdMG2ttKd36vAFrKD5qOrEP3+KIUjJXC+QYB7BD16kdbIofShPTQHL6XHJAMT
ZFKZxwl5gZJXvm3/ZjXHL81i3vpzcU+G9Nf10crCKmiM4RHCG0PhGs9/B7O0bKih9xwPLZqE7aCj
Wy1ldJujqzfMUosojrZkdgPw9HHqCBR6L4TJtaa2WB+QBmXeJgJ2L8q9Z2P89O5Bwb0j4wEiFvy/
2FIf6E09LzMuUJC3hwNweiFzjS3EypvQ1d5ftz6zJVxn0CV36gTKvbFR72yoXJrR9bFIziCGAZYN
nmMFca8Qi1oDGu2cGa2ChfWcG842oXes+g364aH+5oG37Lo1QxJ+npoTY4Fk6ACSTmDON58M7bZr
jwbzcUXfO/oQlvN9vuwC+x8K8qtleWHp8zLPm8b4Pk//jMnvxt1pKpFwiZM7+0HCBrUGax3R6lvF
87hbn4zxeH3Aiun944tOHka2tfpVBxJQUIpoUbBCS/hZb59G8pwmnyv923VjEnogRIx/F1OE0XuN
0Y9ukMNajj7y9WuX3tLlm679ov5tn7BQS24r0ocJMyNSPFbsiPJM2NhP13+G7Aye/go+5Sdjbg2E
L7jaq1jrXwbQaUKXXEWdIXErGChPCUF3Al2PfNpPTCyeS9e1x6qVzrB1Vm3n6NWhDMxHoPcOHxnN
X1PCARmCEvn9Gqb06rYuIAKZH5mKJkgSISPZAJgk6lcoOIvJTUDIaN448NbUr5Gw/RZM/ma5q6I+
fbs+GNluRxyOD9pouEMr2fm8lbOHC83H1VcVO2gnqwRmZcty+nkh7MlsxjrTwjja4pBXG92/722A
Dt4f/ASAC+H6BnUz8ptC8INNETCLmWVMoSRRHafu0A6K+1O2hU9NCPurCvqVEgITJLc3VXpPeCxf
qzKC0tVAgwIQ5FxtT+x+01t3sSfDw4MhzL27VEX5Lv08TgduXjyGkPo5X2zNLwa0oS4ItkEjOD+A
zkYRzktnCW8GYB/xirxogLSHvnBafcKzIa03ZapH1XhnuwpvIgvXECOiLRHPblQCxZScbpjj0qSY
JUr9u8HIj0QH9tpZI8oZerUqgqTt3u5TIyza5qVzm8gMEgXLgWxjgx7A5xliJKFt4RZu7YnQaaqr
OGsGfTd1ibMNcqs+gFZw2TN3bF6un1OpPUTdAGLieXJB6DnaQWN3tKrjHDO6IDOzH7OvKFRdtyKq
gvIXKwca/GeG/4wTN8rbNKxgBrVCMXl3U+2Gflo/VGW2bWzvNgOdi56VmwbpocxbbyxqHscm2I72
+I/Dijdo+T0MOd1Sy713W/+T4rdxVyQ8FdG5g25tTmZuXGR7eYrM1JekipH1/eG2jCFyRefrkJP8
Ji3B+TGWdhm2+pLvG6O4c/t2T9NlVOw+6UKc/Ap+xk5myNChMkwL/IpqSUPv86qTcAWstLdfPzRc
bG/eCItVFw5rhuuZWq1TxdZS3Gtas9crY29luLSLhu6rKXtwZ/u585bHsm5e3UUVqMgH+p99EXFX
ZQu4W1LYD+YXa35OrVDvIvMDGTReWMMt5/GzJLrunNRty+yywSihQc8eGvQz6/nu+lzK3NKpEcF5
93baVnqVN/HofG/YQRt/rKYiKpdd2KBcAGcQ3t6Xdda2XwJItrt1bKLcrrd3ixZEujsftOqm7VzF
eGRQRUBJ/1oTrlUwqc1223h17GXfUNpBu1QWIUkejha6zSEEm3bQoq5vbBtaG6rkHZ8s8Rie2hY8
H21tqtcmbBeDE9b2yxhkUenkoYvD1xevqM0pLhVZAu9stMKR85AD0LPOr+PEgPp6D9JO/cWYm+0w
PPm8RbzdGvYaTkOmmGbZtoEWbcCphSBQJQJCx46kXrUy5GzQ1OFbN0v1jzGooLqyjYOEP/YMMjec
sePcn0zU6+mSwuO2a/eyOsFt3Rg3THdRzQKZslqhSrp3Tg3yUZ84sL4yNDJZ/AHe7fI25Kri1qb3
9zmI5ZF8NJ8q98BUeFA+CnHT8KualzsluliWuw4TeAQAttaick/M7fUDLv08OhX59QTREBGRHlR2
2psu2ooI2MBqet/2H4j5OTLzT2oKyX5hlSqXBWzNgWkcneeRHLX+OVEpkMjG8McLgtDRQIKE++OT
dWGEzYVvlYCYNrf1+MXLFRGs7NwiUOF3yR+ZLSHST+bcJNmIITQgEyO+s6GD9oQEDbod1tjqxi20
BJ+vL8ufFg5x2U9tCn6qqMA61+aAzTYp21VNGYGFZ58SHUy45bYEBW+KLPdQVxt0OO1Im+0SN98g
JYxEMN46fhO31Rrl+JvPyF3NsjtQkBwbh24wmihj2c/CLre5Odwy0KRpdbvxB3YkfXBrJd6xtd2t
riS0ljkF7GGUrvCyRl+MsExAaa/g2+UtheNxIFuP7OvmeH3apDsB2VU8W+AR0Ih3vhMQwRaOn1N0
9w4bZHg0V3FapC4Ahcb/GRBLpyY6r9IREN3YdfzQsY4LCGgdVu1c7anytn3/xLQfHcjNdF9FBy7d
hCeWhU1omUuLJgIgkAdty9Y27LxP6RzTPk4g2FipWEcVEyl2GNXJ5JqpCRR6zcYXli2bsSxVTx5p
iuV0MoX70J0BTAxqFDMTtzw0vRuOnROWbhfmuX10wanXNutXwB9ebbPdFbX/VDnoNHKsKJvBHTi5
n/9Pm8cSPNVYol7k89qql4O1kqGupKJfk56AkzXkfz9xVGRORnRj4FAb/RQuyWFlz5YK3K3aJ8Ip
c5mWmx5UuuMCusyJ/WkBUV1aHZdy3JXkhxEo3j2qjSIkEPqSOdSDLjC00G6tOsW7UZGIk5UCIf2A
Vzf4YP5Uvc8nLYXyfLYGWJbURKdo9zUpPiGZoCcPs/HUjA++86ytPdTRXkf6pa7aEFqvdp9ENlTS
qnFPqq8G+Q6FgaZVlJZFjfo/L77THyY4m3zx6rRd8MNK92EkoOUHZD7tYn05mv2yoRZA7eT/kfZl
TW7jSrO/iBEkuL+SWnuRpXZ3e+wXRttucwUIbiDBX/8lPfecI0G8YrQ9ngdHOIIlAIVCoZCVeezI
95H/1NmbqDZJ9Ctr9kx8ve23/5999J8ZAqHj5Qyh858ZaYGoBwnosNKcwwB4X5AabGMjLxlbPWjA
1RNb9Uob2u3YNqGFnwve6Z0R6Xfgdfp5+wdNLnZ1dnmTKAgeZ/AopfiEkM2YcYlG4kZ2gdnu0Wqw
67Vo1dgLpYTZ/XRmaNoLZ/tp7DtrNAY05FhE3jG8Szesvu9kuxD157YUsJLoIAcJGTgQlG07ZFqU
JAXOf2nbITrrGqcPuR0HTgYB2DTeFtFSg/Ssb52bVHbxKJO4HmtE+6IRYdptfO/bgDp065/yVA8H
HX0aebIamn+GdINuoZBow9rpD02JdNs3/+QaAY1UG9TKwFldoSgMHyIlfOpJYuMXCWU3Pwtov+v4
J1ukgeBvVvvPsCS5OxdYzm0qM+CQpDDEFFhsP93xIBmX1JZnV/VsUIqXQi44MsYcg7J7vka7V8j4
V9/RgrFpV4b1uYu3t3fF9D11VyCFtACjmFOUa5suG1wJL6p5uhXVsOojGw80/aMztY3kZHfb3Pz8
/decmqmYRGSdReBB4BrjwJaLheHM7T0XxO7Y30ALgR/kcu+xHIz/ro6gQ4DvtcXWRhdwyja3BzG/
D86sKCkCfNnqOuAajlzg9UM+Wc49o/kWDDRD/ZmJJyv7FJEHqFsFLn/m4LCNmqeh3VC6kFjOOsvZ
75hm+yzSgAuDaFGL3yHGB/rqZ6FoAt1c196D4y6NeWlmlXDTdDrpswy2kuRNK07C/on4mab/5JIH
fvZa2cdWbp3sm1dthcuDqfHWWmJGnE10XeD3ABAHmy7KS5cDHls2aiXIkY4mO+ntiy6bMGt3WWYH
oBIO/SgNoBQSOM4pW9qXc41BuNRPjU4AlEDGVTHtjXxMQWSHBqSir9atZXhPrZDfMpvTAK31745T
FWs9MaKN7bQZgNLZr1SS+nOXsu991iwVUWaXHl6OVwW06gLrcDkTbj+AVnFqWqutel3F+jFJvZWG
W1ha55uizledWLr9zZBoG5iC/9lUNheicO1zFw16gG8eAHRai5ysC1avPV1utFasLJp9amjzNmTR
Ti/TFULlirfpgzDJ6vYWXBq+shqOB2HufroJWNINQK4dps4+d+vASYt17+10/uW2vVnvPxu6stMM
TTBNEIRJvUHcR3851HN+Sbd4u21maVjKJvNE0utZN+Wt9Y6Z/qroXnmLCBZVYazjoQ2+dtvglA1e
hf+zcSnnmc2qFsz+iMdpzD5HFftJh2GfRGXAJEh/LW6FHRNrPJzs/sAuiuD6JACI9EVxX08z+wKC
JqgfJd2jUTQPTOdfIXCwpkV+r2tsn+bjyhV/0K/o44pPIAmIu/g1XY0L3KXB0F9M/HyXjuW+Amav
BVaG2/bCzM56zJmpaanPYnOZGGVkJdgsZiHXwtCejLFbiYwugI2mBbpaQHSzuLY+JwxHhza1Kh1m
ctYGTXpPAKWg63oJ5TN7bp+ZUfyEyY5wzYcZErVvuWb9ykp3YSSzrnhmYspUzifMjCPaj4hooFp8
TMzkgfCuCDQJQeRGR4NgUX8Zc7kuZbJEkzU3OBg2fHSEQ4xS5XGOwe4p+gYyQXadhxDtCKJqIS2Z
s+BbU+kH4FhyBVrqeZcZwgLg12X79sCzv/y8Ep38WstQnMDnNfpNpm/REqhn9udPZJvAYeCyoT6O
tr2Gnz8CUo5G8EMa1ydsoYX8Ym674K3/vyaUIaCvrTA7AwBvy1uldkhFmCzN0pyDnZtQgmvslG3a
2R2ytja698Hq5XIRRHhvo7ILDSt/xzH6SYuX5IfndqiPBzE8woJqERR/il/HY1yzZEQ9KUVVbmzX
ptm9WkV8ALh5YRKvTaFWDkwcuicAKcOfS1MMWh0gjqbZES4I3GP6rUIm0kTuqSw9Z3U7gs/kYlNh
Hmm2CYlVdGYr06mldPSzSUsJfNvhOP4E/CEYZRZo5bbpv+gGxzZCrcdJ15m2dBOdHSh6xiC0DR64
K3yv27UjgbgnhJWcHv2jwDGHes/NLTK02ggc8NksWbz2T4wWj/XQswMgkKhvR0MPvDQnuNRXvfYC
UugAlWoUehZKB7PjmjjSPahDAmOupDVRP0YVJCNAdib9Muzsel0Y1l3R+Q9ELhGrXW8HjOjMlrLj
HEcbfbvGWZi7GbjxtfuckpWQ/gZCxauU0rXeVqeaioU2z9kh4uydPAaaRarbjLnDHTA9oEGys1Y1
G9CvGveBDzXovIJ+320nnVs16KVBzhNQavCEKmfKGA3cLhl4cwj/6UugOLHTXW0hl7mOjqBMQvnh
NwkiNE2VRSN1ZFRJg8KSLUeozJsVHt6qJT6oOSNkwu9PUhbwQWUkLulkb7VImErvMzotApsucQ7M
zdW5BSVh6Xs7j9yJq2QELQ4r8XqP7C+NzPXHlwQSZQDvOuAfvpJgi0mEdogOL4djdFdpe+YEw5Ku
9GxoOrcx+eBZKgFyrlivW2S1ssyCwYfExCut5crJtlHXBz05Re1BDk1gWM+3BzfN0WU2hgzibHDK
KoHW0ShGE9eSzKzXnFpBon9N0HDKxxzPmAIEBEt+Mb9q/5tOZdW01ohrYcMiT+3njtbbShSrDBRp
CztppuZxOTTlGEvcBjhvCUOUbqv4Wc9Y6Jc7g/xKku91ka+q4r63XtGhGFjmHQUlt9WJ0Oz2bvL5
9hzPBZCzOVZxLCUk4SCDhucKV6+TQO/tJ8K6u7wuNl1F9rdtLaynrxyoaRVDmt6cqvz+wZAPKO/7
eh5EqHk641d3qf11yW99cum3aSNiq7Rx/Rv9T3n6rpMaDUVwWP6jg4JYxMABwiZs/w9jqYNv0bQS
xFLImxDST7NarfTyC7DSKX/v/aPwcKJHX83xEcobgdMXfxcOVLiEgVahPNEwZL9dU3Hixn7oTrcX
cdp0Nzal2m1Xpf/ZlMiKXnOL7OM62WWJEQxdsepcbWGnKJEafLo6io/29C70Gz2kvHtovJQgxc3M
oyR3pH6P2RJR/JIBxSmLHh0QOYcBvV9Fd47c3J6u2c8bU380QjRIXRVPEI7FaUxK89i01S9wtH3q
ymJ124SyIv9OEYhfAF5AMe2qzXKsqDH46D46un60k96K6+6uZC+yPmmLhHYq2uj/GXMmICQWBJic
y01VCpn1ekHNIyft2h+zZzOBsnfmb4F73Rmd+JRZ8dpyaBwag/N8e6Bq1fBf4zZqHMC3Wh5Uqy+N
D22TO2lpmkdkBXXYTL2CibclRhJkqO+PTW6D1gpvodLTvpLBdoLEj5HFZkNAY7HETTE/FaBWQ+MM
WNyuZGRJAuGd0a3Mo5Pf1aD4j+wq4PF332xXUTSuiJGDhu8x1b/fngXljPo9CXjSAAQGN6BJlu5y
ErSS2kZlSHKk3j0Z93F714iF4sGc056bUE58Lgw+2v1A0BP60j7ilLo9gqXPK+f62DFemX5Pjkn3
j+n+s4DkWfq6cobbFTeEa+LHk1d7aFdObK7+7ucrZzdeKwopWxigw87Rq0ADscJtC8qh/O8S43Lk
40o29TUrE2SAVMHSCoccnQwc031KrW0rDRHauqYFoGtd4juYdSnQgKMYgcIN7mOXLgXJ67FmIyFH
1tirZJTYLnoo8vXHR4Wec/AquAC0mmoTCo0tM+W4FB7xah3UxpPnPVL2Lc+f/86MsjyRrMbBlDAj
jDqwyZPpHgb0DRvx0iV2Lu7ibgnAAmhj8OinGCpbwtwk5eSYcQ0wS7otO2OHVqwQjBSIBJG9vT2w
OccGwSJoShw8xqHR/XKV8rikhs/hdwMJ++lBCOHurywQ5bClteZ2UuoEHayfh/bF/iBf0G+/Rt0G
VO02rqzXyj826OBtZmLnsHY12OmhybIFpLEKlPjXBqZInzo5QGyv+HLUDk3bVY1xlKljP0eDHwOF
VuovxVD3q5I7+SvewJ2Vzi3+LDQZ7xknMsxIF60oTY11naT1C6t0/zGuSPpye4LnXIYAYIgrJ4rM
V/TX9SjMuM9G45iY+Tb1Ae/TSfdIohoVEE7v29pbutHMOQ0OSxxQ6MbA5ChOo1GSy8qp4DT2XbVp
u93tAc1+fhImglScCfiqMtseBUJYqxOcgcwNGvd7sthwOTdleHnG7wf3B9CrSsJBXb+1UjciR20A
3OmbMSkHNW0wWujuX7rqzo3m3JZyY5AUaGNHjzGaJIxYsytovjBf80nD2XCUFAbN+oNkrkaOtTdS
1OPL8lGrSIS5swn6qKW+sVvGdmWGh+DGoQBvQy70D7Y53AF1TRM+iHa8y0DigMlPaom0j2A+3KGW
uu7Z8223mJb97JLwexNiB6LbkKD1DKD/SwvEwD4vzdE++iPIRconDbTAxtJDw+9078oKANOQnJ10
93zlpG8GtyqoN1pHo2fOp5a5PShGBx3i4NrY4dG8736AuIDtxghYGiqdOEz77C63H3vTisygL6wo
dCpqH2JfI01ARGSFWjHWFVhXIJdrC2qCfMo210MJnSUOAat1LswaAAQw7h0RLJwfUneT/ZgInJlS
5ukGbc7OP1wvsjCmvgxtS5ZrYVbkiYtMgIGJ133glrj4InbzjodxvNVAbOHq3XsieXYiY/qT2HX8
mjCDrW2BruySm2XgFbK4R7iDyNRY9hsIEQhU+Vw8DEdZsZBgzu0CPLXhXc9EpQ+J/uXimUXntiXP
nWPW3nn+XfdBGd/fzuFhwVBVx7UOdcTL72fC6AdmDTaoF71V3WhrtC7uM7NZSKJmh3FmZvr3s7JV
YZQmWrXhg3oVojgq+MLNbs7Hz4ehhL6R1HnMCL5vkwch8P5w6pY0ACYHvnRwAP10BwAYlMinLONy
CKDcbvuioNaxMGN373eaGSSy28iRRkHRemDEG/puVfN+ibj1emwwDBgEmN/ReIGr1qXhwobWVE5T
+zjquNYka9fJ1gi6t4PE9QJdGlEWaIQgl+kVMJLVW0rD2FtYoKXvKwvkpZya6IGDA/wS9ee8+Xz7
56tFHvjx9PvxwAm2DwiXqker7UA0z7Ay+2ikwKACUNBXWhDVKIFUkK2nvbklg6UHJh/90BDsuzZ+
8IXq31+Arl4wjP6raHu5TJDZ07qsd6yjXvO9iStDIFO6qRkF+GAJIHk9m+BfRN4O1j8o1V81kaC3
sCUjd62jY2149TlaIveeu/Ocf185e92yH3LLjaxjIh/wvxbvGNn46er2oi2NQnHsxBqBGZ5GQZ2Q
PS22K13vm2mSIJ6JagD0TVxlEIOuD6NuYxBjC6mb55a9JEul41kTNmYKkK0ZBRWadX5fwbGO6LSw
g4IMRZBmcqWbycJ1Y3ZBJtlqwHtt9PMr20fjuMbYMQz5EbeezMJON6KPsrcxjuPnqh4/2I7wb84A
rjWIuxvwMTUrKRtnaKmsEU+jZ/vR7L/+wcqffV6Jpabd6sIb8HnDCIx7sqR1NetYyENAUDiV+Twl
F7FGPDHaKDcfe31v1Tuwdv3Bz0cvKOA9E6OrWvoiDuMg/cShKe9KVK8/Ckn5d/bPvj+N7+y0bIhk
utbi+3bgFo9+uQCkn/Xas88rztTqLenr6cwXXzy82+vb4oMsB78H4OoITKCCw5seUVJOJGdNNI7Y
etzbc7QC83zbcb6wJ+ZW+dyIsspZJO3YNmHEYfdVmA8Lpau5WXKnZzyoT0xaPMrnOXOjxHO4fTS9
T6R8aEgorfXH/QhKbJ4Nss4pN1e2gd5w1gy9Z+P+sUdOW/7JCCbZcNALomqvtmUDbd3kEm/SR52t
ZPqSlodx+IO8zkXxF1HWBmWTyskBAWxbAl/iHI1MiI3VevW6h3bl7vY8zUU/JD6APuPMQ9VFOShw
h6c4eH37qAEEEWhW8jiIZKvH3UPiLTFszdqywfWHV/WJ+1xZE3OQVoYHI9gSXh36rknvUiOqt2Mh
ABskkJ073R7ctRuDQQOMrajxQv0PUKrLzd6nuVlkY2se22aferulQ/bajfF5FBMnNUlgnFQnMBIr
sWhSWsfB7EOPeassNjY+qMlvj2IqXajZ8ZkZ9ekypXreAEiMjEED+nFbQS3xaPYGex0SRo5xSvI4
kEWb7kew6P1y2ZC83P4Bs9MI+hlQwyD7g9zT5TQ24FqrM6qZxwh1HDaEDC1Bf2dBySeEJhJUjFzz
mDzLdAcmsr/7vOLkUfufAWQjXvY5WgyXuuEmT7pao7Mpmqbw7FgpuZG5+uiYqFkmYVFtjAaX6Z31
5oqlmvnsYiApAq/6xGuqErVyWeYJE7gr2f53b58YCy1qM3VFODWKMKjKu6j4Xj3k0QxlNB/k0xF5
7tpXIPR9aytQ3nBA502lDKU3QlTCBdM6D4Sx6aBgdQCU/g9WDEgmC4GJYPMqO5dKW1Z1InAx+8Es
JJdPH/88xHkBvnHQbA1128vlin20I0cdsyHydNSyL0Cd/cH3cfbgEcDEIaeePnnfuFmDw+PYo+4a
NOWCP0/no+Jt0DIBGBkMO8iRPGV2yso2IWI7RscUlZ3C/D7utG++rQcFCBAqsVT/nwlzYP+EVAV4
oSbonLL9tZrZBckr/wjBvBWPttAS2PSRthDlZvwaUzUpduI8RWqjWNEltzRvtL2jGYgKzwr9x6uB
Bi4Tv9OBqXNbbd6vEsPkXanRE61ef8jq+faKz0zSpPeO+zEaK8D9oaQ0bRpHZg6t7ZMZocC2YuY3
XyyYmJmhCxPTOXEeYyjNYqCg2MneaDgB6gUU4UwIA+IN17rp2QK3E2UBvJZRMCl19OSlAmB+N7SM
Y1qcUN4P9XFze7aWbCnxHmTTILrVBT1pCRr3MZxQe3OTx3ZJVXqudnExKCXyG31vaUbb0lNX/sCW
AtY9DcwKdILxnePRXVyYSSAkxHjQ+NUIfwlJOLNkQD9j00xFRjRLKxsVdJBSo3FDT679iQdut7Bk
88M7+77idYOV0ZK3NT3p1caOXoj3YFePdrmjPrjKkz2owu300YoXLjmzo0JDz+83VGQFiiPicuIN
jk3pKenv+NpdakaedQ6Qn5kE5JO4ZE5b7czPfSM1O5Ixesq0R+GMeKF4zqAOpTt8NcQfRgCA7hWX
cKhu2Cj3qK1hdWlUPC5iBAVggTs9sJNuIa7NBAacoqgnIf0ECbRK4wCiZ8tPBw8bKRkCo32sUTLR
rK+399OcEVyLp+cB0Lpe8ZAVei16kZrFKRFhZoR5uhqXjrQlE5NTnK0KgIK1zKDucOomqGD/Am7a
Gk8Qt8dxfUOYCO/+Nw5l6fMKFKoVxTiiYgVSii5b2Q3YERaWZM7Bzq1Mv+JsKJVHhzySVnECpDQs
85/N4OPJ4keabR1vYWFmd+i5LSUC6NKvuJbCljdWu9jU15phrKrYDaTg70knN63XvZG4WsW+PGoF
2Opuz+jSWJUI4XKa+FbmFCcJ6YIc5Zq6feD1Nq52VrYQ1GcXz0LG5k0SnVdUZUVaFQnpsXgDKH09
81C7YW+gr3HBzFz0gWzlf8youRvFg4eBFwI4YkLQQ1oF7RKL16yr20iCQeULUJ76tJ5C0IomFcGc
Dd9aoKal953oCzF0drLObEz/fuaDJvXbvI2M4gRZ1tQNMzypoZ1k6YCYGYkLIkQP1zY8gF51BphN
BYoXkJSeBPCEE20vG5/95MO1EKTQZ0aUyDAB9vV2yAv0ixzy9OdA7kqxgKSaeU6+tKEEBoaKJoAM
SEd4u3XcB+ifI89qjE2Shq5/77lfmyUiprmdi2EBggfeaMigq20xdWGyOq84/AwvoXb3TxndtfE9
wyNl53x33K+tvtP0lZ6sb2/Y6fBUcvsLs0pqlBVa5kYxzDaAP43wcDyFDiGRYDZbt2SD7sCFCDHj
ibhKIHOdrq84QZQUKbf93ECdPT+RYoUYEfXbbAzBW317WDNXlgsripO0Hk+bSDr5CfV7IveutW/6
NzQGr9JMgyrh99vWZv0ez7povsHD6xWYQrhOXZWZhl4b8svQX4zy0JcLmcOSCWWdWF8ahV3CRFlv
uvRHhs6X4cftUcy6wtkolJUBVqehhYuNhSvHzmDfrOzVh1I9Fz9t9qXI7li0EJSWxqQs0iDB+8zR
KX/SS3fN+VsDhhe9X/C3WSPWJED1+2lHLTBohoDEsTcgutr3LNoKPB0y908GcmZDGQgtGpD5oK/i
xApQYQRtuWL6QhIxNwxcVXG7gCAw3qimxTsL4MzIUw8gjPw0JE8FA2ne514snHRzO9NAccInoMVE
F4+SO7Q9GjIM2uUnXwu7dE+qXSk+RcPHoVOo+6KrBkpQ0w1fzbe1PBbAuIj8ZIuwEjuqP91249mZ
Ovu+ctTlPtqk8276/vBFJF+18t1rF86HJRPKTKWE9nafyRy31VXWHWi6Iubu70ahJFJO07ZFSfv8
NDbr2DcCM9+36VIsnhkHSv0gMHRRdL9+GzQdaVCgSaoT85qNIfUVCNqhb/bxHQjBe1RawFwHcLl6
slGnc+IIssUno72rjJ1V7WWysAFnXBcJ2m9khemgRqWELqFF3DB4U8N1xcq0dnlbrOv0ZyK3t1dl
1o6Pl1TA9CcYlrLwidaj/Y+hBQASEujT8wMv7VYslkGj/XPb0tzSTMQDeIlxATEkSrzHuyrNok6v
TxXLVzx7SwG7b9lSO91cogPW7P+ZUSauGiC6k7Q9BmTwVZJloeOUwaCJMDbXuex2NPGCvjIDWX35
u/EpIVPWWj9KbaxPxZiHvXOgFgnQNvQHRiCpSNB/O93ulaDpVjb6qUcsVy2GO5H223F4ieqP56O4
Z+NtDjUXEK2pRqy25Z7ltPWpfNV1VF1OEV0CJ0yToSRpaP1HXXcqGyC9UNwOuBHwY7tw7z6Xe9+G
sLlZLeQXSyaUeINsyexSHyYMSn5Y8fCTAHv34dXAq5+Pp3YcYQCdKr42gjKTejypTjIrdnVDD+Bl
3FjeUrnodzlama0LO4prFQUB2hA3qlNR5NC0su2ftXDdlVlS8yF3U2MPsAo0G1tIhkq7jwJ0lHqP
reW+m0K3T+ivt3c86cXLGOdlkGksDrzKyta9475rPAMtmy/tVa1zcW+NtNjXVvyedSjqjZb27FSV
FTYm+g6bwXtNhUBMda3Po56ZW62CKgT3teh5LHXy6MVJ8WoZLA2dxidBb0s0uEgC5buuYqFbRVFg
1HqKAkvnh8wfy13isHpTJayHIoNn7SStxg0T9gBSRz3eEYebKzwylIHw0+S5zPJmP1Kih0lvWK++
VbRrkJW6z8AhNrjU6N0XUbEOve9Ot44TSABp1Nc/JRqv7j2DR2BCNeIvvh47K8uSfY5WSVMAXD39
Nc6sYl2m66S887w2v0M/jR3UCSTN6tJid3lRdQFtCx4MboYiFySbQfTr6KEr63QlGUlBq1j5K6Oz
Pij9MEG3sANBYDHtFhTGlaqyUbVDyaukPLnlV5F/atDrXOHWtJQqz5wDF2aU6Dzw1OE5jcvpdIYe
Q5I/JgC7L6kI/aasUD0Z1xjkSkAqYsMo+x5MdrEGLylP1BrdXWTlfVjh2TpkFctAoTpo29FOtRWp
GMC5okoDjww0GFIHZM5O3Z6ylqY7s+3SB1rpY9gl+ng/OG2+HkVlPrXUhHg6N9FALXXgHc2uXpG4
LcLSayBr3Nr+lqX9GJCqwkpW/A0sSe+iY9m2H/xurelQCYkrLw5r30Y/pj3q4URd+IJXIi8oKGEh
aAH1wCD9yYpaGTBWe0FDRbJQlp5mQZ2l87gyHaVnqbETswwkl9jvVfbO4nUGkQzdqELe7xN/KWOa
wuCVLXe6u6I/bapzXNqK3cbQqyziJwIUiSNPlfbFxCNvYZr7zH8wsoWzZSYq43EKvYcmhBKRqSkO
wH1rTPHgV56yGpmmkR6ytlrfjsrzJgDJ8FE3RIqmzB4dC8eBrAU/9dWIflor0zYty7zVH1gBsS9E
JFzsTfUEy2roJQAIXp7qfRY/YKr+7vPK6QWt7JgPqYbP228PPvt+++tzux3PKniKBKr6Wq4mSQ2t
07uGn+KmtVE+K2lQtawOoKL8gBrkwlTNubOjQw8D8Ac8Uar3IwtHTKr1CayBF2Aku7yOg1ZHVpGF
Wrv0YjRvDKwneNd1IYmonMlWysymqAt+YtW+KF5sJP+xjwaKqg4ab4nHay7bxPH/P2uTL57tVM0D
a5LmwFpfgUk7GqEKvWq9r151ip3PFf0a600g6Nvt1Zvbsui+m+4f0+KpnS5G0jdd2/vlyWLHLhP7
uoP6nKVBEGiXDlvqLFHpzGTu52eDmg/KiLijISN2asZ4rcmHIQJKY6k5ecGICsto47rttAFGEug6
WnG27zXjsYrGpWYQJTqAqBf/QfcENPQOig7+tDXOVgwyD1mRgw7l4LpP+b6uF3hWlM9bgOEjo4VH
oKaB4qfq6x5DphlZnXHocqg1Z82DlrZfbi//1UxNFsA9iKd4tLwjml6OQJqlIX20IB28hHSBD2zO
q55EfUgc0S2YmhkNXt3AQDFpXOtXt1Ak6VrPilFA42jaREVidd9TbbQ+mkdjIBDQxo5FhABAfdrT
Z2siCPdpRxtx6EDiQss07MSXxFgqOF0FPViZjh2wXaE4AOr5SytpJb3CZrI/RIO5LkAk3iVrR39o
u6UQNGsIrXToXJyomlQJAqNuo14f2/5gGB3bcy61dVKD1bzxkq8GpBlXH/YHkB78z5wye1XpgpbJ
gbmqygLXMlcDtqll/7xtZcoDLvKEafYcj6DeAZT3Vasx6ZjbodLfH0RfBVbqbD15sKw+yLK3hsIN
rfqRlfnmttEZV0d4nRrDQHeF3EQ5BVFvlwOrBxgd6gANrahKB6m5UPuac3LUP0Adij0FYi0l9cU2
a83G4f3BSt1gfI2apZrE3CjODSgb1pFVZ8HH+4P+mgxox91YxlJj9rTG6uqcm5jGeLaDIHsqi2KE
iXing49Z+xmOETTBP5o2wAcgsAIpF4g2AN2m5IpMb72o7GAFTWWavx0gz7lx/mi2sHXwYgTeCNTy
LocSu27X9EkuDknjb0yJfrmEBZbzftuzrk9ujAVRDRIhiAnQCVF2jQM4cJUb4NlC+2bjbVIQvohd
nyRAtd/nNmitX+US6fOco52bVEaWapxyMy7FQT6aJXopd7eHtPR5ZXV6q8sq4mHimvjUjp/ypZvC
3PeBJURW5SBGo6h+uTDcK0Gg0dHuwL02SPiqM5fkbeY2yiRbbAGWj5VR341r8MvG6PbuDkn2QnBN
L8Q3Wvzz8Vmaap3o+kZouWpaHHNXogc67w5NUHjAaPElHN7sIBzgYVBO1dHzNf372VZs+6iBrpMu
DpTcRWKf+7h9bP9gDGcmlBymq4EpyzpDHNrmTshdG97+/PUIgMNDZjH9wS1dTaG50HMvq53u4Lfl
HW+bR6d5YuOHxwBgOTr7YQjkxldn/sA0sDu0w3Dg7R0e770PI+Qm4PpvLSgkeRbo2y6Xwehl3nUW
Gw4W2JCF86tLf47JeBdZYl1YxUKt8Tr8whjQviib4jZ49dDkJZaW6jEdDr7B9lQ++tDdkXoa6K0d
6M0fzBwklCYiCfBiA+9/OTLeDRwY+V4e4jdu7rylbsiZyDghSAmkAdGXgdYG5ftkNFmR19pw6Gz9
aBK09TYewA8eeQJPFkQ9av/FyvPPmojvWrN/+bDv4VLjAmkK2kc0lSpBbBB1jLJc1x06g7wWXH/m
bvZuNtFCYnEdy6a703/NqIT4llOPWpf03aGn7i9dguNWF8HtkVxngTAB8Vkgf8HhBdj/5TLlRiVa
yHh2h3gECMbbSNQHoYaxAqXl6g8s4SaDJBoYPIAKLy3Fjddohse7Q27Ke7cScSjsKkxqpILF0CwU
Jn4XNi5TDSTQvwF5YNzCWaDEtwhdfpXpDs2Bl325gaU+1GmFSr4Ru/cg6xnWHQqjVv6JVhBBrj0W
32WOzffEqvPPktbDOiGpH3DujGu0y1tBJES7vz0jM/vx4jcqAdIagS1goAM71IW+zhOorxQ9uxvB
XIry9BdJ+fq2vbm1dhDG8GACTtarZxnQy3oC8L7mEFekDEis7Ugl1kPvPLbFIgPsFLnUBQDXLJqu
kb5MMM/L5a47m+lVyZuDQd7H/j3V/nHNFyGPBuRO2FY4d3qu7e26DOrq52Au3G/nZvbc+LSxzk63
mmian4A25dCwxgxN0r9Vbv8y5LofjszZmSJ6vz21qkwtbtRoq/oNIcIFBKeq4t1DPkLp22yaQ6Gz
JmCVa+wqM7VXBZF1QIcuu+eFmX3qCLod09qOQ7+OSWDXRhfi7Plww/v0a5CcgrXaQghWy34tiCQK
kYztoe5lEjRc+5SL4n1Ilmoucx51bkfJFYd06soCLOzAqkcDME6t0MKsSEJwfixEj7lQiOEg3OMZ
zrxiBvXigntRVLeHLtHi76DubII8z5Kft5dxigpXToum1InTBld9FRzvCDxc4HG+PbR+dZRM7lw+
rNNmqXJ+3X2D9fEASJ4OfQvNnYp/NnVrJgUxm4M1inHt92xcR4YNJo4WnAgMWT9wom6Ex2BePAtW
0LW03HGlidoIx4TbQQU2toAzJCUUFdKFxGpmUdGU64HJe+qPv0oT0O82tDLNmwMDqWMJoSAzvtPI
nbC/3J7smSWF+vWEIjUnnIJaIGzQ+xOlAnaE/mWg70a91AoylyNcWFByBHD7NVlf0ObgDxvOJ6qS
LhApDfzmc20MoehfcXcPHDIuzOBM+Lmwq8Q+SoVDqQO7DX+trDj0mpUT7Zr8KYteb8/hnCULrLK4
gf5mLVISETtizG+mQGfnb1BaTIaDYO8N7vDj021Dc4t1ZkgtfHYksqBV0OGsIg9R+rAk2rv0eSV8
+nqTZFaEcQwZDSxfrL3FJo1ZbzgfguINacMpNbXpUOAHibMdxDUheI03tH0dCQPYvQhzI9tId2Hq
ZoIKGpKwnXxErmuGQ2JHWmd7SQNVFCrXXWm164o06UNsQsfy9irNmYKaINoFkc5NjRuX517Kh8Iv
DR0O7+cPbmLtkuihthcO1yUjyjwy2hNWxX1ziFq8JNAvjfuWGnVweyRzjn0+EmULOW7jg+AAuVHi
7WNZBrqzs8iLbT5b/urvLE2ueZYrVNCQaHmB4Yy/Idq4aTd2GDePWft/pF1Zb9w60v1FArQvr2qp
F9vtdttxnPiFcHITSaQ2SiS1/PrvKMA341YLLeQOMJn7EETV3IrFqlPnrNRLl/b45yFN8/rJkLJG
zUQluH0syHCvJ86zx6wft8ey5Lo/m5j+/pOJPncKYmmYNRdvoaT8kVnGxmx2bFgJrxeH4nnIfyDF
D4PT6n2yYwrupTzHUWJ0cO4S19GjXhur+PZolvYA0ncQ2EYnHyKZ2W4umE8KF0wIj0leBM+qGbJN
w/Rqp8EfRiIr+Z1QY/N22+jSFH42OtvdaUdT1HdwhIz8gXa/U+tLoj9o5ettKwtDA2vkH9Qy7n+8
kS8nsEmZn/gJslTZUI2gyeL9Xs8r/+A7FO8vfwCGIJDOindYClJRQ58QTWj9w5zODpXScZJAvImt
rp3d9qPx3Psm62Jo8m5MoXbcVZGTHklKj4T0UTOuvHcWHAcqqyg3QNsHFHvzXVPJoCQjFc1ja5Vh
l9gQvf5qWitGFmYWRvA/3Io2xJtnY4RCns7RXNQ8pkZwlyXppqibB9lDLj2/q9VqiDHtwVnECNWT
SeVzyq1A7OJyIe2sEwVLaPPYFPTs5EQPTfA/qZR9OG2SRxVjAN0o+7VQTdiAh68v+FpDzsJhnHIQ
AE+h9gUkzmwvqTwlzVAE/LHO6XvAv2edXCtHTnH81Sj/a2JOZoMHSlK5rccf2UQJKo50cCGb+mIC
glG74tm2VxZxaacAGjEtIRTdrjigrdyqrMS2+WNW1h+u7F+VbF808Nat3DILhx1nD99HGB6gf3O2
erJ3TDTqufzRoDZeacdCohn+7Gbfb5/2pRVCdgVhrgmSCkhyX24SFTQZ8ZKGP5KzcI5+vkISujQK
vPFAWomjbVxt+aGUHVaCY7a0uOP3Sn20HugCV7zxwpoAhQG5DDzDFvo1rTKo9QGQ+8cid+5ard2M
EsqsrF8xs7DV8CiCQipqeHBUc56mvPRYyfNERzGt/1Wn9ncign+E9B+KQiPhgLxOaOCvNrdX6Nrq
VKZG0QigLw8Ps9lVk3kiGPp60B8dqNREoxz9iJsayBBsqPWxZDOQLuqMYS37dr0xJrNIwCMnY9jQ
rLncGHk/gmStzPXH2ojsV2Xsbo/qz2RdntvL78+GhYcl7u8a34c4Qx5C1KXeDCkRkezzRyizxwxU
zLITP82s+oYXzUfTjNtaQ5LGGEtwR7YkGg1ni4aRx1FqYZCa59aynyix9tTvz7UKcFbM9piPXIGy
S75CZ+dLnyQbM6l3la9iw+QvrKz1MFX6Jkj6mCAPJ8weWEv3awOVMLy1M9TSxdeycfesczauZm0M
YdwzpXa4OVcy4H8of+cTgrwImKixynjhzw58ULo+dVmHCa9TdhqZL++6qjWPZW+ofZKaxnNG7EyF
TW9Wp8DWf2qaaF6GhAVu6ModcY/je5fKOo+0zGfHgLhl5Nb+z6ZukDMVclg5Ddcb5M/PnHTH0BsC
nt3LDaLZsvLsvHCPg/+t8b8l0e0NAmKHK8+Opg80nSBEwzWGIselAY+zIR2q1jmWvltseObHDh2+
tXLcWEYXQ1AzCw2eRJyghlpaW9cu7pzGyiLBy4PKxMcAAZO2F+jgbchZ8/wDmtX3QBwe8LmogvSj
zqoNaBERuoFxD2rA42vpMxkNPR7g4Ac+6QJA1iAbodKZ27/Mwb9PKhMVbrN5knXyUOTBmVdNct9X
zVGmFbLGGY/dqo0hFLuj1iB/JxavNyWhbdTIrAprD7IxJfrb+tp/K6mgkH/sH9O+7EIGvhbNyO/N
KfjILA7S1BQcpDIY2wPPoPxcdIDDKz/v4j7IrChjLDI97bdfA7BpG1s/Kzd0rDap0HjoKR3inq6b
hWzIxJYgX8xDkubfe999UKV4y5wg6kr/YNf85Bjt0aE0sqz0WaBlvyfgVRPBPYGcWUbbO8jGvIG3
7pDa7l4i9c5zGY3tGLEu36IJ91j07Z5W/ItHmgNo7B7GNN9WyE2N4ntVGVHXOrHytCN0PuGXuyCG
QPAT+iP21eB9MVzynKcKdeOg0SM2ug9JoyMLybsPu9TfKquLkC99dAsz5l2wyUT+WLIuPRRTTwdI
5mIzxU7wzTjNnB+gxLrTEyGBjKYJ+kyDJOyHPN1WRpKFgZY9jhZFxrGjz1nfRpawf2il421tKMFG
PRVp2HXlOziAmjs+NWKDprpFPsutq01gDRGTub1zkuJge4UWtaOOufa1MiI++aBZ2tzlTWBEHteB
IPG6CCg+O2Q2wiqZ1O/g2/O3LnH+FgsKBUp96gQBuTCSdXOJtqKsjK5lyjnaWvBuVNVbqlYO+Z9y
0aVXujDxJ3Px6TmFl0wu2l46Rz1o9Udim8kWPUjm26Ch6WXjsQC+ybEiQ98SJLCH6KQa86BnVI+b
4jcY93cltEo0aM/0vziPBDbVsZItqqIWR4eH3vQRccFVMqi4AnY9gm7X+JVRo31g0PdcuXOugxEk
NkHzDyorpFGvwDAZSXVAI4z+6Lo1wPiPLajdm/oFqPuVWbv2XJeGZmFvZYKnWVgjgrZxX2m/UBlL
/z7T8dkEYFKXzlE6ndLwhO5BJLKBNkjNt1z8dTLl0sTMwddljrhjmi5WAB2+q7R3fS089KefebW9
kDJHJw6g+SjyXQ4jq/Ka+GihPbqNV/IQlNA705cvZQs6bqDagyzYWIFk0aiP3Ra8HObWrEeBVgvt
p9kOcW3JiLC0iBPphKNSeegF7nQ5HpTGwIVdfpN9E2Wk7A5jn+fwsEn6QAUbN0MP2HTd2m7MRv7a
V511cDW6aYj2XedAo2r6yfC752K0ztpQPg2J/ZB1HTv2pipCrx6e3aCMlbR3Ji4AWdvfCMvfgyJ9
A5WHE9KiNjZG0yBoCPqPkqp3xxAPpl4fB9uIMlUfvbw+JN24YWlgoWVs2A4ie0fxBqGM4zxkKO5t
hySpQDtqPgho/rDW/qKjycRp+MZW1kZvmq2dKiS6gB1LlXGPo7nP6Phi5Gi86ACnRmL25faVfP1+
hS8AEAD61UCBXmXf09wHqXqm3KMjVILLDD0AtRyepZk9VzoIeV135Q10HfriSQ4yeuThA1wx8443
NrCqUGw0jsFYosM1TX1yN5S9eOlYwMMkywhOVjqII/jg1jot3Cmbcrk14aNdA4i2P4T+c0ylb6J8
4UnSHdPKDx641fBXrxDFQQpuQbKDDjslVfqKmqY2iSu6P0CIJe8A8DHPZaJbd5Cga+4crfW/5pXu
PDSZYFsf6Tw7dLw02LU9z+rQDWT2MpR5H7PE+VE1ZvIiB1CCb8y6TZ56qqtnvPCd2MkTEzKAmqV/
NWtL/9mSosY+ELiGcQ6eDGcEIhMSqN+J7ohtUHnBq09MOKBBK5Fm492DN7bkwW7RosT9NDtqWsYj
pJjFfjC4h51MROxyI7uXLVjVepN5T60iwxdC3O4V3A3w2IiDfxlm224FduYmcxy0I/HUBXVSUIHx
nRLVxBWgoTvmAAl/e+tNfmC2GHAQk1ychfzxVbMAo3aHV7KvjlYrvjVmGnO0Cvvcikp4icLh27Ej
z1mxJkCzsAHB/Ds9XHUDpDbzUr3fepqfmVl3rADikdnvKntNxSFPUUb09ahyPm6PcuGCwhMZ+w0Z
RTxo/ele+XzZmq2vfOiC4N6IpTypAmTt9/aaX78O3MEmAY8L0N7keecgMe4pMA755XCk6LsrT38P
PwTkxYFkMEi7wZIyBz+BBYgJruPaKIIOXRHM1kJDJm+6C/HRv58uXFHoVEZRG/Dq2QVlUbPw+sTq
j0b/4ptbbLreu+/W4GhLi/LZyuQnPi0KdoVRd9NZ8qwshFL9Lre+iynt77zeHs5C1ADc3n+HM3sA
ajxlA7oA+6Ne/cYDoqzudf3tfzMxbY1PY+lNv3eYCRMs2CT9sYUKQ7eS8bm+JLD80xN2Ar1P0NBL
E4LZxBDFNF0t3BuLZPrBxaYF0iDb3R7MwsI4yKPCDlB2JqBjl5Zqo5ejqAx1ZI6n/gFJ6bhjkO09
ZdQyYwPV3bVmlWWDyPjjuTvdhLOh5VXV2LJ21RF8XVGr2N7GsEogF6B9s5L0WZhFgMeA2wZrLJrX
/emnfFoodM7ZQ4Gb7qha1zyMMht3ZV3zf8Cl1L9YQqcbr++GtVzqgmcAncSUrQMIAE52NkCL9Exy
LVdHx2543Ay6vlXeoK2s28I+B62nj1YmQFUDdEZcjs2xGgmioFodja4Znng/MORzEiMepLUGzfjT
WTO7N1BxRKFmqiwATTbbI5BdSXx/YOqYjoo+grS0Cg2XaSfp8vYprUfrJxvEePQ8J3lsxlH7oCnL
9rZyO8DNivK7GP3sjuDWjmuSjptSAIOm5ZI+BwoNuqoyCBJJkNa0ynEM3cIxoUklijzOwVof9nla
HMxeBFD4rPi2V7kfdc2YPODCl5s6EHqIi7Pbp337U9S2AtoR5CqurHg89NWu13u8NlVdbyDl2UQW
7ulwcHvoJuVB3PksQxQCKg7g/TY1dZItSL9Ru8i94JBZAp53RB+ayTXnIEsIjrpo0H0zC+uXgTbO
X0E/upu2FiIWtiHvTKMjcZYKvqMlZye9lKQIJWolv4CC1465L9BBaRm09jdu03ZnQUlXrmz5pW2B
LREgBw0M6FU+aRJvHHV0lxxtoZNjV1XtOyNl82CIaljJtS1EE0irI8UG4DpEsuYHeWxIbaWKdcdW
k+V2RJPiiRFFTlxjQ2x5mhUTUeUPnpmTX3iGpv9ipEEAEOBUAwJ36szRs5ZpQN423dE3hp/oPbOw
OFD6TfI1wPmCF7l48M7OszTy1HI4ruKUhISGfhL5Cq32J1Vub7viK8cx4eiwcmiyR/sW+kYvj7Tr
Ckkdpw9OGrJqEEzwz7e/bywZmPqngJa0UdydBxV6bdTCRD/DqSw2jbHp8hCFHT5smP0CkCb/rlfb
2gpFttFNJJ7+tjqO0X02Prs1fTEMTW2J4EQhN/cj4CLfcuqvMVNcxZozK9P5+OTyC9uvLOpgiE5q
h3L0EDVB1Glf5qgAuUhwv6xM6dXTe7IHdTuEtihjefNgs8P9xnnT+SeXmBxMBWiMBibfiFLkLqKG
NQakkNr2HjQD7Q7Jcv8AFvDmy+0fcbVBZ79hds3lmduC61X6J7woNyYd05DbwUaBVo8z85yjh/y2
vSsf88cemAyAHkMT9VWVudI98Ffl/snmbVyCuS8jJGpA1nLbzDWeZ7IDigP8J0AH7RzsInSA1xSB
nT4pHxNnIKHeVPcisPJQWekTMucfVQVqP+Js7LZYmdRpO17ceTPjs4BVFwiYqiDzT9boH2lDDwEt
Vhzodbl+GhmuVWwg9O5eNYEwbmslQ5H+BIR7UFYRRNG7HmCBE6vGsCtiU3YxMaHG4yY7SH2vONCr
QGyyDl48dF+jidOZT2/gi1bnPayjdL21xuK3FzTb0YGuYM6f/sVSfrY1m03mDoFeKWSVmrHlIWoV
O5HYX0zQGAqBdHLSV2hQlFuv13cj2uBWdtLSWsL3AIH4Z6zzJ06aEiJMqrmntL9vXy3xt2CZPxv0
v5+fDU4neTPSFJ+30Te6dfB/t2fv+ryhyAf3gu5nLBMK2Zc+Ddo1tCN9552q+p9SdIAY7B3t120b
11MEG4A3QM4DXcO40i9tNIMjBs9T7omF1AFIfn/789d77fLzk9v+5JbdwaxQYsPnrVT7XpoCCPXq
QTPbe+7Wh9umFkcCaTmsNwiw7TmoiFoQhuXJ4J7GQITAKodrQu3X7hZjCdA1ZFrIt17F91rbITVj
S/fkFrsEnXp8fAfZR6jqe8tfc7WLg/lkazZvvBozqhLhnsxyKhm0kRPEt6fr+sK8HM1sc6WAKvcp
mMROtD2nXlQKPDODowSq3JW/UBO6bW1pPECuA1GDICTAcbzcB2PuidTrqXtS1HjgJNiN3ZfbFtAj
hm9cem7ktgDRx/XgTXXVWWCYaIPfC3tIntxK596W+Va5L8xaRgK3dbvpHekcEssf4wIaP186T6UR
7XlyqFurB8VPMj71GncOOjD2T2VZp9vEZ/YbzWj/UpVi2MGDdW/S15zn0srZXhkk39eWq8JxDMiG
6y2NmoylNVK5phPj8cRj5onhBa0KWEOS2jvSA7bJBUc5wMvVPi9BY+C7IjtZberHJUQHthYC63DU
WQrSH9akeKhKdkc99b1p3N8erN+3Rq4/gY0G+FaTBbGRB99Hrotdk1MVpQ2rHzRpj9ueMPsejyFH
hYQrRHeqGk557yYnp2jZZgyyfMMD29o6Kf3RDy0DbDY1NslUFLA50R6DoeweWJCxuPGFujdqVm+D
TrejMeuqyEWTy4uFV1HIcxTzql6CNz9L0zgg1ALU1qyfiUyLDR4K3leiudWWgDxnn6DFfst5293X
nLqoufbmgXv2t9rpU6hQ+nYI2Fxy9nSiNtCrFhujzfLQb4ziXuP6j6Qz0qhstZdUyfFXsMaRvXTC
p+4AUMMgXwq3e7lLPeFm6Ck3kieinG2Qs3uk80Nm2q/+0O5KQ63cH0v+HfzouKHARIT2ndmGFeC+
cTrDSZ68NN0WWrklbXKfe2uJvkUzQAEYEAjCn/l9nwjdBTrVTZ7s3pBhVaYPWPxTJ/+a2BmgUaRG
p3gYuCukJy5njxKatND9wHBCIC1DgJpW7sOlywTJUbCwW2gBvmppk6oietogs0+JCCt9DD1wJdVe
FaJhesWZTP7oypegzjhhVMEUN48cAmTih94SyZNJjX1A+x1O7n3t1xHecKFG9agtunPj2h9MFEeS
6ytvpqUlQ3vlf8zPIguZSJn1WQ9XNvjfR8f86qRi16m1ZPOSV4YODWRapvxvMPfKiqaFBbA8OVV+
9dMGQ2IoDLIS7C7ZQGMgrPh4NkBt4HJXNMIsdBm02skcNGhEoWacr9TxF94L5tR7+P8m5lV2QxY2
4hipnZRbu2FSByqsoIiciODV5PKM4mgk2+Hg9nBv2hqKYGlTgpliigfQ7BLMkYaMjr6TeTU59V6+
pTk4vVicDx90XJnHRTsob6DnEaU8AIwv5zETvSX1YkSapRxQz3xFj28ovWe7/HZ76y+u1x/mIkjr
osVvtvXqIa9bt2XkRPLYYkdWR3/9fVzdwLQiRYoX8bwohHOdKTyJyEkWz35YFs+3P39N+413DSJa
DwQOAINdFVBADxP4Jcm0E5y5iR2Bam+podFpbMrkKC0GPFtb+Ch8inYP9VgjKrve36MLPfs3AzV9
YIdxnwBXOQt5unFsZWkiW6rayDuCVPD2QM2FAA64FdA+Th3fyDjPNkRlN53VWxY5DSKtYzOD0kbl
BGrjlADv0tzIvw0duvXQ0uHv0FBbbxpF6K7OIPowIBr5RyDI2PYsQW91y+mmNmQONcLxu98kfsQM
gsiAsQEYPi2J81r+zgLnPlPOL8mkfRxbU0aKZsXGc4a/ZpielhAsCMgxoApy1QFuc3A4Ut0nJ83L
Q5JZcZJ7Z71ck85b2OkwAznuYNIpuYLqI0o1R09gp1g+CStIYfP9yhItRKSfLczR1R1o4LtcS7UT
Acq0ZDzsbROxkuU9FaOzgWIP6sVa2KBHCWX6ne3JJ+X490MX7BO3PLiO3ED4bOf33dHwoekN7kGj
yFb20cJVY+goyKAChOD5qg5kOKDtSQwf27Q+un4EuFfI17pKFuIq8GB7wOFOUCvAhy59V95A9qjW
De00yGeiv5Z5Hpk6D8fA2RbDigNYOhZA7KNigcQzXrbTb/n84mR255RZnjxlNVaV/9R8N0qhsZnt
Bg0Mg2ut3kubCCR/U00LKb8riDaVJW9Ri9JO/fBI6Z7/8y+2EB7n2J4T5YIxD0SQ4KtaZXbaqesd
414j6G1PHWiQ05qWIR3HAryggXkeq4Y+gHZV7EBsmUeJIN/wik0AeLZIXFhW/uKSnPzsc6hB1QWK
JZ2nia3FlXePYlXycvtXL+0pVN2mqAJ4MfSrXa4BR2xpdjkmRfivCcANFuofwAbFt60s3IhTs+3/
W5ljrJ1BYwyyNtpJN7CxNvRddveUrmSwFo0EkNGbSKDgJmdeVvgOd/uyhJNogfrEE7NAg1JHItIU
RuxzwJduD2rpqOBhDqeOnM8UtF9O3ZgnHV5BlXbSXLRgIKXbBb9z9ih4Gso1YvdlW8hATl2miF9m
RwWQ1SJoK4wNeimbVCYhyOqjCqWt2tAmFGx4e2hLJxOk0f8xN/39p5OZ25VZOzmGNkJuMDF2wSAA
OPsqzHPWmGGzVhFbNIfGTIi0ICj354VSqzMC2tZT4FnueAoPGrIg3NlOGuprFGgLE4krC0jSKVs3
pesuR+YAydRwA7EZOD32WpK9K2LtOi2Lmzbb1fm48m5c8Dmfzc03ftNlRZX6PW7+MQQVgCy+3V6o
te/P9mDutYWHUik5jRXipLCgKxvBmOZj9roywUkyCSPgeYUK8+V8eUK3WgNV0tPQ2v+YXgSk3rhz
FIKTGG46ZSE6nYCtcGO9CF5Myt/1QoWOkSPY8L72XffA63pP9GzlrC/sGPwsaGfCz6KwM2/ed4fe
1LMKEdVItkoTYc7vNCVDlqb7HuKZfrOG0FvcN58MzubBGKhi6HcjJ18DaoAFdyX4o7UAkdUwRKNm
rFz1f0LCq3lH0v8PSSQ+PNunpl6SkgHrdRqUM4ReKY/WWG719t3NX6qQb6yh21lE7evR3jET657U
7orTXpxjFI5BTgUO5qsk6qCJ1Le16RmTkdDWHmW/U/XWFacgeMvLlXtocZ9BFx51KQ9Ma/MQGZJD
tsWmt5mEzLOdO7FvPICJvbKzkMAPFD7IuleeaX+I267meCKzcJCmQLpz5lQNBdJAWTXklLrPVQ8y
BxeQVWGFo22Enjh7/Td/2EGnOcS/BXAwCFUL9RF0wLZGtdHKdgMa7LBK8cYbj8zToyDpwsawH6nv
7qp+L5pmA1gtWpnNsCd7rTM31Abrzn2mQ2IIVUhNnKq8CHWy851Hijd30j1m2YdD9g47uOaHFrwN
zmHkh7Tvott+w1haXGwvuFzUWzABs/3cph0eGyojp6R/b1VcDKcS6A4vHUNj/OkOZSiNvemqJ815
LDsaQgkXeZQhNoMeeqHgawB3oPD8/e1f9UdRfb4i009CJ9aflpiZOyN2PrhGYQQnNwEAWUS9fAsQ
8TOj2XBuxcOohYOxrcf7qn63wNfroV/E5t81EHw7zhjb9EfSAjacgZC+PytQeNgl0B8T5vg3oQ9B
ZUeEr2VmrGmqrn80YljsWgBp5/AsQbgnKXWCE0QjwpLWMcSqQ578LrsxMo07rfta2gIPvjdRH6vC
i5kVK+RvzHRn6dsC2nBBboVt8e64ZUjIvaHlu7x5HL0vtdop+9RW5zb42tn7sX9XIj+45T8F75Ha
9UHVf7i9AAvlTgiJuKjpIs1pglZv5nZ8fyxF2hIbdWojVOmj1t4V7B4qEg62PK2/Cv7Lzg4odLBV
kOPCVWbDpaNfAVCVa4R82wxdoxLfRpkeXUfH+nx7aAurZKOV1UADFx75AARcXmQ22kfQM8adE3Xt
Y9CnO8dFng4KkbfNLI4CBG+TdImH9slZEOq1ALzWvHFOvknRBfIgjL8WxMB1jAfBfyxMv+BTbNYn
clRtK52Tbp8Tpw2p9fb3QwBoDcz7sAIYymym0CpQ9oBOOaepAyD02jUG0qUpmtrDsRB4E1ylxyz0
QwYtstOnog3Fvvj5L379p6/Ppqdp2sCSYhKB5V9K89Fv12ryC54TmW0k3JDPAZXJHFUcyMFSScnd
U63so93LE+39Vyh0f6EmiQYv2fdOW6yEA0ubF6kPQKhcUOpeJZC8zuwMRbF5FW1xKbZe81KpPolL
ZVsrG/jKFA4+KG6ndBVufuSaL7cXdZEEybjMz0D2N+VXV21HuYKcXTNhXpow3UpTquaQUC0HdZCm
hbqVTPNTZfprsIKrsA2jQfpyyi9ApgY14UtTY1KVNAFNxlnv0EDZiZ1OqRcGboUeA2r9I5M1ws2r
R+hkMEDAhBQNajjzeNnoIBhOgpqdWfaWuuiS+GhwgLK1fNXSuNCeMiH70F/nzN+DCTCEhZQBOwO1
0WxFWmxrqMT6dfcTz7a9I7zft0/V0pKBbhWddwjOrjFUfLS6hATQFGwHV4R6yr60iX2qTftvqymY
PhDjIX2CC+habiAH0N0IxpGdc4gxNi0Czp9crPi3qwM8szHbfjTJUpsSyMnhhfiPbSdvo+XeAfmA
2jq6sJPqEd0Za2q7yzZBczDJTIArc74PUfcYqkn50TGysE1f3K6OhPWOQoit7v12rTq6uFzWf8zN
hVu1fFCgKLPYuVNJVOBtqCu+Sf7Nppjk+LAkeIFdMdyh8yxBs2iTn6FZvyl77+wMwXns1tKeS0cK
kBoDgMipJ2t+hjt/IIZF6/rMWi99tpPReaM8RVPSl4zA5d7e6IvGJpkO00G595oy3ymTHOmB6jw0
TVTZKE1V2WHq70B/0YqnXTLlgR17Uj7F43oO9czt2srAZV+fZQtv1H0dqgrynD/xVLg9pKW9B2SS
hYMLz36VOyqcSjLLgkAIKB2Mrcb0ZKONztanxj+uSV8QtT7owhYrE3l1y+OUTQhnFxHXROsxbdFP
YUqq0Vb3KKwK88HQHoKVBMDa56fJ/fT5mmWyzHhSnzl6ACMAOW/P2dIB+vzrJ//76fMurVrNrPDr
/feK492m+o274urWRjAt2ycT1GlygPMxgjGLNUhv/48TNPM4HbWboinweQnxXBCA7m5P0PTPLx49
WN7AQ3piosIHTHk2QTrQHZB+teuz0MZdVdz13bYuvtHquez3jrnjw5rBhdOCCw+vE+CvEb0H03R+
mi7Z9FYpaVOeQWkKsK5ItAePNUMYVKYWJQNdk6JZtAdmedD5wNqV1+mbsSJc9rAXbOkLyp+/yjXB
rj9vjtkk4q5DbOICJoGCxGwSncHIXE2l5RlEhRTYmZ5qmw5nagOQku/VT02qxbTq0DUSvIpCixsn
O0HXzUk3AAF1/Ml0UDWsMwNKAYEpv1Tj2N9LP2UJFLGS+gVLaIwhtCysA+z06PAPZFirQn+oLSeL
au7qcV1mTejinxxICY0Gt5XZfZJSsumbjj213IUAD0jyvIMkir6hvwLLXG3AyRLlSJi64xiXSJ2o
MM/7HO/vJNinuj4+4CWnHQC5IxHWh55AHlYaUJe3kLgG9iREHQIwfZMX750vjZPOjXe/It/rTBva
LS0EwIcZ0+NO88wE0JFWoavKs8vQov5vA8yxXy1Nh15zn0A8GS/+L24NYse8tulZN9Igj6ibIW80
plBcMqwhTI3EuEOjE/kI0BSmQpnQYKOxzNzkduncQfm3i9wW/HlGrRWPRT9YUVexDnxShYd56ZoV
77Jw9IFLRDVkymGi2jY/+p7qcwsPK1yY8uFX0RorWeeFvQumQ0B0Ubi3sLlmMbwj/LJgjl2cE7QB
ZeO7wY5Zd6cwgbedwIKXRIYShx9Vc0QA86cQ7UbZEJDAndFAD/VsqN37gG+slFkWJguX/8S7Ms0X
cPyXBz81LGik1E1xLtIDefHWWmSWPu9gFaayHd6k86pRNThja6AX7Owlrx0joVVb8e1ZWrSAx8DU
v7eQ2AjqWs+0tCzPGd848qu7VkZd+f68dF0X2VAQhe/bQRzEyD3+Tz/fmW2mJGDE0Qd83rsH6hss
M7c/P/m4mQ9EGyXUQ60JLnblA9shT8DEBxH20ZWbtpYHyzohNoerO+jaGhJjaao+G5sdPL8DOSML
KghiG/c+3Im5ksVeOngTnA75AbTDI8lxuVdtVvSuPynKiySuWBtKWoWFEa217C+cO3SDoksIwTf4
rudvdJUKC2WfAkdiTNAuV57sxtmT3ny/vTTLZgDOAQ8YpELn1xMCRDTV2VlxTi15RpEh7DpzXzvD
9raZhVAC6ZTphY5NcI2tTNB3U1h60pwHrQtNqCu6HY1tA52MJ5eCj1l1IVnj41jYCNMSIcZHvhaE
arPoiNol9pxRNef0SSvKuKnWeDOXDCC/DpwZFgmt57OdUHi08b2q4merRqIudNbqJQvHBhyzaD+H
xC8OjTU7lVkVWIwJsz47ZlQ8P/dfQTBDV7JOC7sZktWolOpoIwJubzYGDnGynOYQfAzy4UXV8ZBR
YFE1PxzZ37tIWPJ9KCBgP189hbzSsDntMZoebA8Sf863t9jSaqB7ZqLYAsPbVcPB0GKJSp1ii6WQ
24j6YW2qFg2gOdsEigKy4vPl1jV4eOCimzMKQTzK8efvB4D7HA9FuC/c67Plzo0q8LqiwQR55l6K
dGsZh9sWlhb7s4XZNSs8boAKTOE5kuRh4pkRgqZYUz8qfyVoWJoqUJxAWg8rMqlKXvrINIMo9dDb
0D384Ok+qFe8yeLnEbejFjPhqPVZTO1BbEQfXJef2+rrwDemt9bqs2Zgdipox2qZWjBgFztD35EV
MqKFz6PeijwRWnympt3Z9NiSF7bLtfrcZs1vq0VUb5Zrhc/rKxeR/0Rwg4cU/MdsM/l5PQKm1NVn
C83ZHpBuKyu8sJUuvj/bSpCJlanI8f0ubQ9M616RvAEpWLZHeu/vV/vC1Gy2rL5FciiFKSg86F1o
vN4+FAs34MXnp8X69Ois5GhWjYZD4TV7+D2CstT/kXZlvXHjzPYXCZAoiqJeJfXiJYnadhwnL0Im
k2jfd/36e5gPd6abLTThDPxoQNUki2Sx6tQ5KkrPjfVGxhhqcjYu8utWGC1pi7iPhEQnq1BmB6RH
cyCofXscmysCOUPRuszx7pCuu8IetIqFFVaENru16751lO6HvtiFdaFI7m+OR+DH4VkoI8qZaWO2
Y6B5eX1Ks8f1OGSKp83mipx9Xtp9TG9iMjCGz3fZna3vOmM3tZniLFSNQZougxXjjCQ4lGGLPc/3
0/H2aig+/5sr7Myr8BqYmjy16xMrPcisayrgxtZq/+auEiGOAKhdei0BjUMWV3CpphyTj3NHfmpJ
mAR9FoHw0JxWxeUqplyK4BF/gAYFfgzYnXxiVd0yzmAKrk5TXhof1t6OPZKNjlssg+0ZuKzAXJbw
b7mZEBVO7WqkeH3qoo0MIQrqO0y/HClgtjPYFTU7QP6S3cUpTgFId4U+iAlfHfSwKfziGsgt7KHX
D0UQZKIQfV3aixoCpiy74AF11vjFsuLoU04G48kuTONXgm5GHzcfCv2NafhrRQgOpSpMPgADX2RA
jxjtXT0k/AOHhqCfJnZ018SQDqnRr+jWoFzxokaHVGKb2R6a/qbH2FqN00whgjwWfefZTui8Qe98
dAsdupCdnhiKOOxqd2F8okABymcGMVcZ8e+Ya1RAI50HyYiHfINfj764l9vev21DEO3aIE66Qv1X
QACGDS95wOEeEVRBClBzdqoo4yo+/j0SSIcwSHddP5FaPRwmwKV5YK6tYBg9hhH9iAN4D9oT8DTZ
mmJPXzczCIOokNmcoWfw6rEE+hTakWjggQ7+wDExn1lSP8xZcVpWAgHBIv5Qo+9Ob7VdktKn3Cnf
e+5K9qWDMSvDTE+siQdzP9yPWfTQW7YibtjabcgocTw7gEHFk/DS+6eoX1sDXh6EXUnuNYe0z6AD
5+Csz/idGc+qjuSrc1IMCblX6Lki/4qY6NIeRNPRfhJTJzDACQ0qwzRSFbtVFqRJy1HCR68icQJz
3hNgGN+buhIDELggHYBwoJKF+bODPp7n2SlxEgcjQJEa0EG/bm+la5SgMIDuRwucbSbKO9KKLJrW
VhOfnWAqDyy6H37Z5YNBdwl322U3/RWCOLLyctvXvt42LC7AiyMfdgket3h54pS4otQgfCV91XAe
CFrr8JVYL3QEKhEFrKV6m9a/BpXrXd0xwiD6FUHULQrr8h0Ta04FkqDUCcq02Edp+Ei04r4q+Oya
LRjBe+Sodlqokrfcco9zq9L6OW0ZF50WOcFcGC+4zt6GGmJpfzCVlkUgPAkNektu7CtDitYcBOoB
XQcvCyc3AZhTW78W/WmgTwM6lZf5x22TWyeweKMiSBNldpkrarKT0W5iCydw+UCzA2vvwBj6n0zI
qolN301FDRHoIErTv5zBeG51Z3Xj0FZUubaOeZFqQykKOTek0i93mFUktM7wjgqmpP5hQjuwHMFi
hOfhTyNFb2FYU/1we2SbnognPoAXOJqALLm0WCPJC/cfeRDa4bxzxn7xnZAnOzNOC0/ve30XzU3t
L1BSUszp1liR8hEbD9wJV2QgYd6EC5lpfArXu5Z4c+z31gGxL2SIbw9xy+0BwwcNJcYHOIY0qesI
XqqxbuMT4WDkeqCWIobf/D66jykqeej8k1PuJbe6Nl+S+ESrBy33Qet++/dv3FN4PqNWYOGtA1Uz
6X2b6qgzjU1kB+M4HyI0R8yGtSvnUz+//0IEWBkslg4Owusa99hrrdGMEwvCGkBgI73T5/VuoI9o
mro9oo0ZAy4G4RIWA6UQecYSq6F6pfdWMIAhqe5dB+0Ety1snAnAXIL1AQBMhExy5rqNrGpaU2IF
1JqCxsxeJq196fPq/VEK6EsE2gE9BYBeS7sHCJihX9ERGqTTQ2veERVQbmuiRPZdyEKjw+M31+3Z
jZs0RlF2c2IFo+lny6Hqn29P08buF4HPP9+X8g1plNXEWvF9fdpV38DOsOvadMc56pOorQKCddvc
5nAQ+UB/Rdyycq6sJwyalqlDAxBSRMdSxRN+rYFIEYQj3EeDgaA3kiEokIsq6hptTIGxFvrHOVyd
r7zMUeWhzXgfVThi7Im1j7zEk8AsSt1L0FNzqEB5cuADx43fmujYcdj8KGQuFE6/5ZLorAcK1QTh
GjPF5JytJWS5Gx1dnzSIJv6MMO0IAZzKtzVwSd2e5Y2DFZ0kgm4BR5IA7l0aKnI9rSEiQQO0HLsw
AhWExmvxBDKSgw0Y721rW6eTZYr3OVRK0cspnU5rjvROsRQ0AJ0yaUvfrCKX08+rqha15apQrNCF
uI6oQEinOOdlRwF9tALiPMc28Ob6h1X/nNHHSnsYVAHh1lpZOJdE0QugZ5m4AkIeFWuc3AqsaAId
CGR+faizM581tq5Yra09cW5Kyi7yUGcEnAE4QuZnWj8By6k4CjfdAdVsIDJQc76KKaDeO/Kpxaab
ct7sKF8SH/LSy10KKfXdOFr2Yxy3/HDbKzaNOuKlClJIXFqSD7IiH/hsOjh/deKHebTLEMZT/tiX
T3H647atLc8QBR1c73jpAx176e8Wqbsy67gVlKT8RWMId9gQEmmNV8ohJjKVL2iSUKGmtxwE72Iw
PgGbbTP5LaeRHr3SBbyxiievKQKDHE1bxYK65RpoJqZwdzyLgGC/HFgZFmUEAC4NuvJjPSYAvCgu
/M1RQE8BJBJIn1+xwQ2gbDTnyKZBTXwwMaKXJHH2txdn42kl9OH+MSGdeqmRtPYKzqxgAEXqUmiu
ltj+2P0abciKfh/X6ODMb7dNXivy4BoQmxepNKSigTG/nLc6GboBJNY0QJ9U/2mdx/g+iTN2oEZD
fauuAB1i0eyu6ap768i6h5YLFdJqIV6cpT9rKPQGGZiCGTRI2qrGQz20DzUUO9ymIBxUgJz3KqL0
rQ2DrWji3Yu7Ac+Yy99MrdFs7Un85hllKrc3jw6yZrY7qjTTN50KmSEEq2CQvApZ6JiWE5QXcA01
IGsoKLRRGVMVlTZHg2gV6Q4MCBXdy9EQHSg2uxlosOpfFoJTx0a3WfMXaWs3NcbD7fXeHpEIWIFH
Bn5PuoFIjhymPq000NdP3L6bVSxGW98XZDyic9Dk4Fm+HEwHNuBIIwiStDr53AJHlesq0a6tS/Tc
hDjizmKDOJ5BIYw+pSBryeo6o7aPGQ5LhLC7aCz82/N1zVqD/QFXsxC4AqlyVT4GeDYPI2SDg6iL
mFctuW9q/UOclrtpML9pufkhKZodKZPXYS0VMNHNkQqiPNCwIPkmY8XqtdCMqdVhu+pbv21nyCeh
vSWoqDHtrXxpFJfD1hEHRAl6CyAcL9rNL2e2tmjfo0BoB5puACiH5uiFuKkz/4EPYlOBHBiZe2Cj
hA+dLWBSlaYB8ho7YE0QgnhZUZPYckHRwyQS9YAwyGp/c2PacY4eqoAuh8Yvo7vbHkHEfpQSYAgO
/v2+NEvG2tkZTfH9vLByy6VtWgTNCkZDgGYgV1dDE+PQ6ctSuEmcNocu1FO8c4sQZA6x5jV6gR4/
UsR7O7MnKB7Ppk/1aXxjbZuenArwhK4t57tqqcAv0iB5aDo1/1pBZVIxEPE75XGAuBUgVLz6UIGU
Tv7ILqoIRnkwOIWXrSYon051nLszj+4pZFBvT9uWL4NbSrxmUJq/AsWYJNXBCbbwoK6O1HldHpL8
RMzjbSMbDoyKEN7jyG7hQpNTQk7dGkZNUF8o8uccgmNkxPqkil2pMiKdPzoaH8Y8xauIxAV4PA4o
ge0LRzGSDSeGEA68F2EharZynq5gJSdd7dgBZJg/Lw6YJfM4UgS7Chtyoi6MVgNQZ24Hcxk+R/3y
yLP18+0F2Vh1DAN6lSD4R1VJhhGxxIoG2mKu8vgzKV97+7kvX5Pn20Y2x+HgSYUkKkIzOS2nsXZI
BbosmEdQl3nkvagMwCTwEBX3ACLLK1LMCIW5lY8tCwB0LRe/UvWii30m7cOL70uPmsaophqpCxaM
dbUv7eJh7KanuSz80WQfNL5+5yT7CnipIp4VbiqZRQCAfAbQrxuqASTqiJPEDQ+6aVeUvn5XvEFV
b+q8MPRur8+GE5xbkv0s1VIeG3nHA6fRTnHInkOrPkar+Skly9//zZQU3thmqMVZUfMAhxtw6Za/
8hooaGTWl79uW9pwuotBSatmlGTWKgD9AuhVQeNIU5WnNicNz2kEhHhYX5Vjl3JszCbEUQbS+fsG
7Im6vRugXjtH2p84wpkl8UvOruOZJaY+i0Oz67+XJVq/nR+czn5jra7Z/Z2qygObE3dmTro+eRhX
SUlzHAmMuDkIz9JIcXZuHNBgrvh36qQD2tLDYnEWHDpVdlzYnkzQK1PcnapByHdnuqQt3ji4aKYn
u/+LUkWIpBiCzB2DG2EE2ygmqXY+z9Y3PaGuDbqI2y583fGPM+1somxptxRNy1uIiiG/1814vdWf
KV3fUt4+QvPjWef9M+XNzzrUDmgZ2dHO/lARlfbi9kBFUQPkbuwqC5lPUdlzMttBHTkf08Y+RE70
VbBM3B6qyoxYzzMfj7LYpJ22ACziDGDLJT/Qa4Sqr0rfdtMMWnJ/Iw9Q/pXcwnDmmnBtsIMk+lIl
3+roV54o0sKb5wKAJAJrAIJ4GeOYxpBXjcGVEMTaB6sSZO3QvEhfSP5ye8a2QA1IO/9rSNpFQDr2
E62BrwmX1m+62eM89LoR+iGJS5YvUXHqB9sFMdXdomI22pxGC3Su6C6zRL3tcrVYbGRDnSQ8KMMP
a3GXUJCnKBxicwOfmZAcgmQGS6oeJrrWBaVR3Lw/aBBJewrcLuKSK1pJM1/TMooQk0B5/Gudjl8I
GN7+ZIUQkwgrAhcsTZPVxbVh5oQFkf41iuLZ1WqhQgVaPZcl3a63Qje2l0+ghrwb134/r9nr7V+w
6YsIuDE+EUbI3Sc5SfC8sFI7GBq3sXz2lgNxUCmih43wSMAj/zEiHVJhrZe2RmFkInod+/pY/9Vr
tPxS9fb0pDn68L1co2mXLl3vJmm4KqL9zToJzidoyCEtjBq9dF/lQGQRSF3agTGz+7jKDvZogN1j
8AzSvqDlFkxYy486Sv8GIPWO2ckpzcd7XoynkYz3xcB/3Z7zrVcbepXQZwJgjOgCuNwb0xStgmGZ
BasGKrg07sdHtCkXgZ52y1MXO/QQkVqV1dk0CjCOLRD0UKqUdou2oCNv1iGXyPP7xHwAjz4q7RS0
NLni6t5abEF28RvUIhqDLkeXZmWZ40ewAPptmpuwep9bdHDTcnxax1XfQahgHxkD1KSMp/fPK8A6
OFGxxAT1oEvLkcMTHbJVuCHKbz39UXcf2NDsmXNcVIH31tFzbolcWkrXsGHNorEgK0Dj5a22f3sk
xta2dMDujbIW7ABuf2kAghfrmg8GC6C/WtRuAal031iE2FnS1d/XuEG7Oc/Qgql3uynW8/u6iPPH
yRLt6NM43kHyYzk2iQmxem1huyZnp9u/cOt8P/uB8oOAxRD7IANWeTHT+76qQIbbgYHrD47gcyvS
isaZkWmQ40WFvkAx2DdVedvNUQiyKvGHTJM0zXlH9RDdUTZ4zjlA1eF9yKo3SNUqlnNr7+GEB6MD
RHGBapCGkQMqyTSGCMmxKh+UAV5cLx9bFv4wyunNbGsVbcqme57Zk9zT7h2r12YDScdV98Oi+hg2
f4CjQf/V/1T40AMrF13xyu5FcxsDCAmKqn7X7EEiCDQ0aR9M1Ttqc5XObInNchb5jYuZLFaJ87LO
uMuq78xAY4gqXN/ccUhqIcGxJetGMx4WUYKMplbfgbTZncv22KSaa4753R9sHcAKkVlHNg1FvMvh
FGs/LYU12UFlzj/qBSXk1X4GqOPwn8zINzvEgqG50cKMQaFeSJMjkv07k6mCzE1fE6rYAktogOXj
cjRJmc1tAo37wIB0epRXjySnCtTJ5vY5MyHdl01fGsRuhAkkh8DmnO007bGdvVpVc9/wASw+Su5A
U+D+knlXxniZJ9TGWMDSBIwheDvvUTNu6OfbK7MxHpihAL6x332z4v9n/pwYWdh0dcrw8tTvkD2g
LkMO3ViGvRn3R3OtFSi7rdtEODUYeRgasIGsujQIwVYdfX+VOEbJEyVf6vhH9Mjy1W9sFoMnOorv
e0jwgSZ60L20MIKiyPYhWDTAhZfr34dMh8AjtVTJy419jSIvfAbJZEy4zAlB2qGpwcaESIGBb/nr
rIG/GCXAP5hsyGML/C4SmI602+IU8rtAobDAsEAqEJn5YdXzz2tpv2IV7i0UHm/bE9+TcnJgHvl/
e+CsupzruuHVCv1JRPQZQkifD70LmezU9haeusnotaviONnYgHhfoa8QQsaAXsnQrwJJ9KS3Z8Qi
to8O71IRVKk+L83f3Gd2qev4vDW8zfe6/SefR+FC6Ek7wGxIZzsvq7FFozj2gv3gVB9Rnr29HJs/
/+z70l6bEC4tXYjv53fE2DfJ/vbnt1bbRKSLNhZUf6/0HpfG0lIEtVbQ5UXvdqB1T9buK+H2rpxG
cGtoPw2eWZ42qiKjraPq3LB07DqTg4QPWQACqVNvygZvtCC0Tn5MXEWptDWDQK4ASgrcHHRnJAfI
yokyoFss3PSvqX5yDrdnUPF5+ZqaoF47kQafT/UMqC3m6u+Hq+KtJRK9OPhwtEvvEdaRflyGyQyo
3XKvA7T0YC2ZSqFuaz1wvqL/GbAwtMJLVvo4wsuj1syAFId83U/NkXRHZZ/yphXg9gH/BkT2yt0M
PkxGPlYkqJEYmE37jhdgWJm1zkcxS3U8i+yQfJKB0BsvVOCMxP1+eZKlQETP2tKToFtA/LJU0z00
bL40Q/W1BWjbzZkDUV88nG/7w9aOQmlWtMWDgx/IkEurRUYjwExnE9Dz+qEBTpPXaBkw0+/LqE3e
kFRvpoNM/ZA7KrLsLU8E2k50o9nAgMi3JDrPsoV1kRnow/ACwvaHbC0UN/HWjYeEnCBKBrc84NOX
gyuTucljHptB2R21ZXFDDbrjX29P4NayCawpaucOgFry03FMHOACwJWLdCyyCq4xFT8Kp4FmWMnK
X6Sfs2M+xZEfVqa+u215c3S4yuEvuPeuSrdl1VlmrWMPGN08fqt5O7/ymuV+TabV+wNTv4FWqEeb
V7oH+Qq9Q1traBBm1YeEF8fMiO/DKlVkajdd4l8zcg4fBfy5reMWZopDg27PdxP9IdhEcQgwPihK
A48mbTEjtbtqZvj+2n5olvsh/M6Nz38wU0LGCxuKWkALX7oc18qkq1BbDcaqfbXodHSS8O9m4P/N
jKwMtaLOFU4tM3GPm41fkdjZL7jxkbSImeI5sOlm/47od9b7LHyOmT6sccnNoO6h0BEjxZRAAk3h
YGLm5cPvt/rZ/6btd93lzEiH9HWiLxGg1QkDThAvUO1Y2BXdLd2QeXoBHM9kKqFXW0NDjg7PQobE
Nkq6l4u1dmEu8Ok00IudRo9x9CHNFCmVTROA7MCCoAi2xP/PBlYPS0LnAuLXZM3fprD5aObFzkpV
3S4qM+ImOzPDjKiIrcqkwaIVzUuW0MS3ikL7Oq3GsFN4ONlYKzT0IoODIxVtzFJ6ZTZ06K7EkRWg
nZq6Y0LHfZcmndfYVj64SZRWj8W6LPuqbCqfdyFkN2pwE3XhmGFjLwA8Z3127G2t2M2RYQ3upOv5
oRvmyiOV3t3zBSzQKeshF2kPyT0DLUxaV+wTGEmyfV+A8D1Cu9Fez0x0e1WDW2ToJwETOo73lv0I
O7MqXWvtQ2+aKgaONmi0OBN0F6aYRD+1ggCGWunfLE3X3vBiJDstXrrHDiQbhYsiIt2HFJ3CSKAb
kN/TzWcrjAw3TeIE9Ohjf9daVbLXx1CVtNo4+4Dex7SiOCH6wsX/z1ZQy0iURTZggLWxW/yoVqza
RigjaERMNC8AMwlxqMvPt1OdA4E3W0HTPerxqaoeuvaYQC/stnNsjgLRC7QfgdW/avnOwFNso/HU
CnLTYyC/1xXPvQ0/B8uowBPjAQD4reTnY9OlWTN1VlDUH+3+87pC3P39EbLItAGtJuoz4Py/nKmm
R+2p6wDOL+gzeRxVujubI0B6CQ9tQBSuOp+XqC7IHBZW0Md/NZPlMdb7xqoYw8ZqC5EG5LIxS6gH
SmOommTuaO9QYKEc3zQL19BatNRCMwFSMbdXfGM8F6akFYmjmDbOFFtB5Hg5+9AiiUH2t01sXQ5I
eQqKbQznCtmVp86a5jau7WrsH0V6uq7CaDdW1qdy5HRfWlxRwdrwYqinoUQHtCW4/eVs60D7qBs0
agbAzX237WUPJNn7E/oXJqRpc5IoHMfcRGgKpb7FsJ6c2TgKFOPtqduKTqEDh/IXaB9APSzfcFU2
a+Vgm8E8Fa+9UUMtcD2wAjohLAancjRkbp6pcP+b04ejEwlXCrky+Qm7Qt82GxO8KVjxtCSuNSjm
buP7IOrAKYCR4dkiF/TyxbKygdVmsDC0XPIEElyJwqs3NhBeJqJGzPH70VN2eQhUcwgOmBlBDwjR
fkSk158Hs6h3Ra3RHZ0M9v5Hs2BBR1uzjQfgFcvT1HfjPIxo3rLNdBcSy29GxVNoc0BnFsScnl0v
k5avzpTDwhCHT6XlHActfmiH1bOHUhVmb64P1A3BWYV385VqlKOBCUiE34E9uo2t7ULLUJwIG4cO
Yot/LMgPhQySK3VK8PRZ0vB7xIApnqf6C59xyt3eP5uG0PsNdDci+qvmWzD+T20ehmYw9fVPDeRJ
Ll9NCOyQVmVJXMBSBAwM+b+WpAWq0dC6kgUep731IPR77VLMnTekfl3uVhWN5+awBJcfaL9E9Vac
uGfeAK49NOesCLdp17/SNNvxogR0XaVQY5ONQYFT1QaigwhMnrSNKFnbPmETCfoZqq6LXgDETAvI
FfFuCBKoZvhlNeiu063mk5mAvsvS58U1EfT3LmvTGYrjdmO6cxG1fxfA9wGlEY57YvXzW85n5s1p
xx/Nuu3uGNeqF7AiZJ4RhfUz1i17KFacrTTpLG8xQZ7WjyF4YEIwQe5JSMuHMEON0LXr0vbsmLJj
0fbtJ0uDjK8ThbG/ZMe1H+5aNHjyyOe5D7qBQzTnPtR2E82bo9AvGX9Io4Z+QDyIJHdRt74Obp2n
GHSzXqXp7YPBR+sEvpboF+JgvrOg3LZvwQS7T5tp8XVrsF7rCYEvuK0TD1GV/Wup7AQ0zSlxST1o
PqXdvDND8CoBNJ08zYlp3jshaf1+1FdFcLV1RkAcAeUYpB4hMSsukzOvoM2agsF4RrcEIO1PTeSX
6c6/vZ82TaCNAVLaokP7d+nkzEQXtjE1k9AKWLiziwYg0wQybD/G+vttO1u7CUwi/9iRHNyu2yhG
W4YVxOlniMjG3W6td1k6eclcu0bdo1Cgyt9t7alzk9LsAX5hVhUYEAJn2gN8yNZ9NCqOve3Z4zoa
Ym2g9eWLtYH+JzhSRsSOOp48SYO0d2we1yn9qlEV5+dGmxsCBmCIgOTBPXvVyVVnkM0wcrs84dSD
/xdJfICa1+hVCUMgOYfL9NHIKr5rBv0r5N4Kj4bspMdp7k+oT7oGtCXvmg6y9kXJn3VKM98Ek7Sv
oSD7MEbDZzuvDMVpvQHPvPzNYgLP3MsgRWcZhVWealofykH74vTxQ9gYXxwt2bfm6JWCA53OR15Y
j2mIfbcSRcR1ffld/gTJ8xYnzLokxbTp61dNuzdDVW+oyoDkZ9aIbq5YjHF4tWy3yRSZmGs3xu9H
+hkvB8EeL0eMeNgVfU2N8lQ1pW+tH+riaYCd29tzcwxnRsT/z9apTXneJzqMgAVkYV68+Le/rxqE
+P/Z95OqrrpcDIJyL139pfCIisP0+lFyOU+Sq1XDwnk66WCjn76lwx2aP3dD80jjak+0VrEmvyf9
Mji4NCY5FXcKnThgDzjR5VunPaAbwMu013JG8qP/XDmfdKvad/TXCMYuZOzT6N3nzqV5yeVmUqEu
HcL8ZLm2eczT+zzz10mBqr8+3WAFwQJ6tkHhcEW0OeWQEMgnXp7W3EuJZ9SHbHAte/cHriH6nUT9
8FqGBaX/iMwDtk9X7FCidJp99X4eCjGQf01I07WuFacDZyUkcj5n41fHVqTJtyaKQ3UFlXwKAjoZ
RgUu5q6JDSjdQeCAzgcT8n2HNlUkLrf8m4O67H+MYldwXCfOI2C2MYiafxrXhxA97mn1mkcv86ii
IRHzIXs3EhEgbBG82Vd4UQpNq5KCaBwako4bVZE/6y/RdN8tPyoonlnfbjvAb/jXlTlEpEjuMJSG
5SpAsyYZQl94cx72o8ummoxeWlrtEb+tdvNZB/WShazzWpbQkTd554MKfzoU08yQYtTyo6NxwwUi
L9nzqYjvmTnk+8ziuYc3eA5l8xqKhoPe1C9dbU3PBlujXZo69sfOasonvWtekP/N0B3Q/2Ut+fBS
5In9UjKW+iXh891sJLaXWF0JhHDFK3+InOlHm6S9By2P8LCwsHPnHgRibb2WLwWZOlUkc30649Er
mll/q21clc3MvF+ipR30oJxfw+JrEan0na6P50sD0vFfJQav1wQGoBg6sdFHOK332bvvAGHk94EC
wDeyBZd3AOFpsbLe0YOFln6z9t6qPdFOYeR6KwKFhawtNcD8BDprKb+CjD/riTY0J6yKh+azpfzc
OZ9DqoJ0Xy8JMVA8QGISIGYBd7kcjE76eNTgBKeKewXzkES/vSmuV+Ty+2KcZxfmWtt9PJf4PrHc
le8dcHWV785xwATa6HFwodUdVe5LE7OVlpnmhMkp7m2/6x03rhTn4tYgoJ4E4l6CvX0l81awWkcy
skxODX9I0gPUXjIVX6/KhHS0Q6clA7drkZzGAcUKL7N2kUomZGupz0chnjZnS7EA/9ObMUbBOlQ7
kHJSuKzi+zKfbpWYsVmxPDnR/FdUFK6j6vRSzJFM2TNDYrt1IgxgSb6w+tcIYV+d/IG/nk0SlzY3
b2qw+eawMTSevhxy856qYsgNGB9CBAEhBoaPkivM7ZIuca01Wnyyq9HVjdpDLb9hH9IS6j6fC5N4
PSi5nG9D/HNgf2vOzzI5xsM+a7v9+/fm+e+Q9qZjjl1YGmF8Wok/kD2PfchMvt+EjRASGSEhZisH
/RpUI5a6T5MTn3yTHcbwuU0P/82EtP3tdhztLIsTvCs8Pbob+iMYW26bEBNxebEjdjgbhXDMs50T
xrRrtRYmEvvNQEW3PNqNxyzFQLb2z7kVaTlwGxiRBuzyiYe7bjo2+p+sBVi8UKODzNXV7ZtY6wLi
NBM1Ov2uSSE5dQBr9+2J2hzCmQlpLaAL1Y9dTuDZvQucBS+Pf/B9QVkIdiFkTal0K3aakTXI+8Wn
iLma7nWqN+rmQp99X/r9jlkP1Rjj+4PzMSrQ6/IRRYBFBTbcOseA8PxnFJI7lUNpJS3k1E9Wvifp
A0B/hCsqGaqBSL40LT3oJAobC/HGgbTmnpPel5PCyHUuTGR4/x2H9HiceF6uPVogITBQ7pted7Na
c7n1faC7wT4xPcirp/+2/tItCWkPAylQzNy87EMbjWb+f/u+dEWOZlh2bBbfNz1Ro8kUkJfN/fHv
jMkgSS0p0dtk4/vgr+1+5ir2SNXnpay42ac2mEuwICtxmzf213+aHEu6GknWmxxnbXzq+3ur2Y+q
/NOmzwKZKqiawe8j1w76qeP2Yi7xCRzTVnMoko8JhNzNL38wijMrkgvNU2xPpMUpmHHPKo6ho3Ch
zc199n3JhTo0VleRDSREt96NQVrczSqpCsU8yXHWUKHI0E0YwaTf89WrQGk/oTX87fY8bYyDiE4D
G6laEV5LvtSAfh6Pxig69eCXRI9GfZj7d1fDieApFNVJFN1ASHd5rS5jn9A6HrQgDkPXsf8G6/7+
9iA2pgq0GlCgwedRbZdxmjqFvjAeDyGq1CbqLg9O+mxPxwI9srftiF8qBQgXdsTGPAsQDFPjY1nQ
MMi1b5Tr0A45EafymZO4c/ONVIqJEwfrLXPSBUJ4NBMngjndfCvSIIwPS/EVlJKpubw7HAYcBnh+
UeffqLOFTQPEVRbqgcWOLPLs8mM/KDbM9aElTCBtBgXOjaQTi/BqmMzSAA2iZ0d018eqCFFhQS7q
rjxPIW0mLCRfUT+bVGm5660i4Og24KtQMEOGUVoOo28TrSxnI1gith8y6wnEoketUvHFXa86zKDd
CAB48dKVoQN1aumQ5O6NoGLlMSz6g9bWfxvgt55AeNV0g2LvbI4K7HGOkLtHVUga1VrPS7F0GFWh
jfdWErq81F1d//HenYNkCpo2genA+l+9hSwTrUskRqzQxvMDapdPnd3myJCtP6bQeijX9ZnH709z
wib4lcVa4WFyxWIfjw5KpbkOdGYdQ0Wt+L7g9DGb6diamQrwseV859kiKWSF5HNrpVVsBE5316+f
ECHdnkDF92XikLRk2rCG2KEdG93St+vlTwygwQ3Md2DlBaHG5dlmsRFi6cisBRl9TpIfOSoft0ew
5WgAQYArFJAOesWqbdmkMUGDqgdxgrYRkNKwAxpAAD4G6ZLCpzcnSySfUcG1rzW4mwn0TqOGxaCs
A3HA4lmqHleVBelOQ/seidaGw5/1+jlOq2fLyFVpVGPTCFp50OEAfPEVvNjUpykD+yBmjEHFl6a4
YmL9sWm6zxq6/2xjpV7Udj+rtandOE6OI6uOYW24HfpgWfN+BKhgrQK4FFyTyI/JMrckGUZ9mEcS
WKbXvGpG0Bkg4fuDlQPMFNEISBiBOJO2ETj87HEA3idIzbg48tkq/Ka2399wjaGY4NBA8wNSNHI3
fOZM0ah3uhEkaeZGL7jT/2AznRuQoipeA5yH89AI7PQxmR/+ZK+ef55c7tUWvZ0Q416NYAXFYexX
746dL6dHWoRmHa2x0vF5zT6OaK/WFd+/DtfwfQCHgIgS2j0yqmeo5zIrBmoENfV60DU6nxzjkbw/
z3JpRZqksCkAmQPvJTjQUt8YEv/X7fNsAywg+PsRDSDhRZCVlp4AsWalCGoSPUiKL5bxXLLsEAMw
Qj6SpHps1961+tAf89mr1k/j9O4nJoyD1h+tXqB9BfLr0gWqfoVkRMPXAMzjfhKV/vH26LaiEBuH
DjCsYGxAnfPy+1FWVXVurGuQzdDUci2dt56lZcPrjAhoPxK9vLPMZVREvFuegRchGB6EjCsAZpdW
y9QYusFAYWcq0a02VPn6wepQXqt6a7hHNXFQFCm37KFSDCgMKPk4ymuX9pIFLFVt1OFWNdih6Pmx
K+9ytk9DxWxuneTndiRfXIBcs6qlEeMK39asPYLN+fX9CwbOHFyjVHR0yRWeJgsZQJPLCvKo6mDF
6QdByubScf6AHpUHdEi8P4mGKTszKOb27DGUx0Yacx0Gy+7NGu/BSO/Xy8sIWfvbA9uaO2BALYwK
lMBg8r+00xAtbCY0sAX/R9qXNsmpI13/IiJAgICvQFX1Ut1Nt+3bbn8h3LYvi9gXCfTr34PfZ8ZV
KqKI9ty5MRMxDpOVUiqVyuUcgq6F0Qt0WYd/IQFjY6AjQL822KPOJZhyblBRnJHIAqyg3RxS4+Pl
MQQ2Nup7uDox8KIO+WWA1kpsudi1aAJ0gzaYNsnZ+3U1VgKsUyHqrTYXQ+fkKYTUwpgwimLtGlBR
+hga2f+NIITUcA0AS1XRP3M6xaxc6rvecNNrP+PhvhOfr4tY2XTczCgmeMu/QCY53xIGrsHM0Rjm
06yvifer+HgSCkiveF0trzkAL6sHvzZArqZpREZ5/dD1XzFkzFI7KLfI4le2BOESxrcwobpcd4rt
8hZQo6ANk1HW+2x4ol8be6Mve1UCpqkIkAQAvqBm03pQycxIRklwqjW7rBQPwxTv2o59vb4fa2JM
ZIioh2zRMthwvh+N0YGZAXhNwMB60CXIEWUedM1G/XVl0xdseVAIYfT7si+/nippDhJ3Wlw/6vNj
8esvdMAs7YL3D5QOFaqYah5LUjfHMW/SvdZxzAB5X2T88RGjBdwBfA+wMFiX2mQ5C0dzp1HAtDg5
zBrfs2b4CoD/jXL4WvhBweoD0gwwtYF0RLm7MB3POlol8L+eF/sx0ebALLJbtIXsWW8OPjClbqrE
uKWNPFZd/aMjXu+PefLp+qquBAr4GbBArChejuqVPdF0Rg9QLqMCoMyiSB81u/wHxEmvZpyiPjBv
GOIKSCIGa4AMj7c9ZiIvJsRAFQu0LT7IyBY52cvGyH+Onccxi+bpYdpOfDd7aACbqFZ87QDkFNax
JTq/dsq/8SFI02C6A24dkIPKBiSA8tS15ZcsQIAdxsPn2AuSkgXO1szXCiQ+lMbsHaZWIOgSmtYu
0xYjZRLQK/X4kCbslWkTqHMkG9NDQev6sdBMeqd3Vh8MaBQPR835iycvDj6e1OgbA06n6stoXDRO
ORoymvp0Z4KudzC3eAdXwrEzEcpFXIm8qnrTlBFSAj6dHixPC7sEcCzJVkfkmqtZnh8LrwjYHdRs
Ryo9TOgYhYw8MwDXRvFx2hzMLwIQ9/fBAJGBYhtMoHfcwRBrJAKePDr6Rpy8XH/nmWF8HtgH8JJI
qF8kvL0cb2ROsjkyigZtZ9+yQt+1xqcySTBX8GLw5+tnfG1f4M2Wdfrt2RYfcBLqEemkXhV3c3RP
nNd9oCUffxBSTGTZcCAoMwJh6Pz7Y2uhwMiGORpukiGk6aMkj1m6EbWsbDkOEcENY2FeG1nBcyF4
xE1Oy2f01/tN/Dnvvlxfo/XP42wuVz3iMHWNrGSkGEwGwkv5rbJvM9QErgtY2XP8/j8Clj8/2YTK
7DFaUkEAXMGhIx204KHnfiY2xxx0G3CShNclrqoE3voFpWip1ymvlpS5YtYzTLJ26S5LDuXGdb8S
UyBHB/R4MMchtFdxdQfBu6rvBgCrYRYB5+S52iL/WlPgVIKyZIw3nPY2QOIq+ZOhGpSZzsambOmg
PFjHLCE9lAAea7wzjJ3ehf3G2ViXgPZW4EbjP86i48m2m7Fp10jbO1Ha3yE1W7Mj+ThaPPL/qM39
R8TyE05EaFWrzz0yb+jXBI+4tnhDi32rvnzcmk6lLE7mRIpduJjmklAk02+c4kC22i2WA6b4RIBz
EMA1ApsK7S/K98FMVqGttXAiO/1O6zt3OjTZd+utkx9vgMNyLfh2yFLCi6vNTkYF9g4AYTmRLN56
7ZfXfDwpcfZ9ZcebFkCi8LeAgXZ5IPQdGN+D2PrZbA3xrS/YHz2UbR8ASJVxDj2EceCg7E5DCzBy
4I/dXd/4ldtjQU3BQmGkHwgqiuMlng1MU4Q1kWa/F1rQu08M8NJ/Y10nQhRf1cYjqSwXoJP64L6m
Jblx4vH7dT2W9bg0sD96KI+5fCY6mOSBIotn2FvL2T6p+IxBpunmupw1r7XMJ2NhFthBNQc+1Unh
Ys/dSAPBcxtiTvD691f0AEgrcl6YB0REqT5QWullxjRzQOx5B7u8HX86W3QAKxqg3oZC/FJ5u2RZ
JlbPB2FilG0s7vofWbZhUGsKAMIN4/zonUbLgnLV0lb3qp7buAkbdN7nbZB2R5N/vr5KlzpggBsl
pCVHAN5cNYKjAk88a8oBpzVh/BOkV7fXv3+pBNLPIIqkoO3CK0Z9PUgK6kvwQKCM4uQBehd2NWGH
JN2iOrk85BADNCHLMRa+TbUI6mIQoO4MjYBKBQ0e2p46z6VxHNiB6F+uK3R5zM8lLQt64t/Tgeqs
7iBJmz557V2JTnAD3ZrFx5swzuUsC3sip6G5VtaFRyKDisAyn8a28JshmswKfF0gJdt9XC3Q3i1h
NrC/L2YmXa+zkgKA5JHjJLCCFJSlD9wxfCJfrgtaM7gTQWqKpZ6bwgXgN4HbJ7tp/Nah0+66hDVb
wFwGPPCSYwcexvnKiZQCGlJvAREDwlBpsdwnuXhvBrbPOHsnUny9Lm9FIzQWIXW7vFKW3o9zeVoL
jIrRmKbIEc7PgsLVOPmHyyCLjwFmB0qkSOCrqUjDrK0+L6wpyu2XdG+lG3uyckjBEahjbhqpW7zA
FVsbmr4haYLPO69sPHbpQ7EFab26RicSlKjFdsZyKmNzAjIa88fh07wV3K0JAK/D4ufxP/Bn55ug
p66TmaSaozybg2agPk/Mj7syVGz+iFCC4DJx6YRpzzkyETkOMgSjkVOI4LoxrSR+kHoAXAcgmBHu
ghjgXJGknk3CR1gT728B4l6ZftUeaHJItADH0Z53CwHuVpFjZfVQX1vQDRFQAmRQuWoS3pWsA818
5BERAHQAs8kfXzxIQCIdZW+keNRDEltzb4xmjWGp5N1NKzSShXyTeXpJz56HLsBPQPIWiBdL/lMd
dygKMy5GjlpN0zzM9rxnmAHTK4B3FrfJ+JDUdwUvb5v6w4HsgtoASEMAi+NRrzZMIdHrphNBkr1n
XpBK/kO01k6vrG8AsfpwGhyilnEtQGyggKMCFoH+sjT0sUbS1bup+C9hPGrpP9cNcM0UTkUoJzUH
Shjqny3yrYMWMjE/9D3bsIVVEahxIUvhAOxCtYVWK42WaRlymzlPfF4Pj0QXGzKW835hCkAjAQQx
8sYwuvNjlFbClFMPNTThgUSveCpbN6Al/1a0cQiAC+5nfbvhRlf1QvEAaRHMw1wcXableOZX2B1z
SHwbGcqf17dmxU3DmJA4MhGd4ymh+LiaujyjTTxHdfagt8yf6hy4ch+/asB1h48jrEWPpOpIRTy5
DHSKc1RILcw7GZRbD6WVZTqToGzN3EugExuQgB1x38atMdnlrys7j27CBbwSKR2CHNj5zjeYfCGd
rQ1Rard3dQmMidyo/WqYH9ucPLpJS31mWOBY3kr0rOmF8UbkQjEKBRRcxYm2U9rV6ViNCKFE0KcA
1vt4bxL6IPCgQHcu4gA4gXPVzJjO1jinY6QB9c/uj7N2mARoPHfX7WztDoIcALVaCDYwaq48AWtd
Q1OEBjlmI27Heq/39EHXbrrhjrryxhjSEHQqh8SVmIDcGDtedudi9xC34aLFOl5klFGvAi6WyUZ0
t37RJAuK8W4e0dkGeJnrSq7u1okgcr6WszksCfNijCQ18wAcEXnRbpVO1mSApwj/oCP8snUG5aHM
yZtCgDX0VWNoZds4q2uLhZATdDYIedBFq0SeBRmnpGEo8bWlux/gS42R3pqJG8piw7WtxNToOEcR
CGj1ACxUy19JotuiBLRQJPqXhRSJNd8TDcWLONlnzdv1nVlzc3iEoIEWr9+lj+B8ZyyrpFY1wPpI
6tzQaaiDMq9/avrHyUI8lC7+yFEsQPbcEKOVA2HpX5r0D90P89sg6of2x0ZIt2YFSNSB4hlwhgje
Fbc91HlZmM00RIyHg299HNMUCL1onESlxEH8pg5QCJaVvOr7MRrnIpowcBe33YvjbvXOr2mBrg6Y
mQ7fg7zN+a5QNCoQUVKcF5aGvxJjaw59zW0jqUlwderoI1Bt2aqzwhBZPEZ6FdX5vxZ/RQBvjMcG
A1/5N6faXzeytaMDU0adHOlNwFIr6ria2VVFAT8TA0GsSgEe/qOUKBxvpQtWMEnAqHUiaFnXk3e8
JxbgyX4RVD6afQ501OkoZXxj0uZLa46+ngxPFqv3JcBwAqv4mSc0xCZv2OBKGR0/gyKvjofqMoev
XB293rhy0HE5VaR9sIfhQWQVqrh60NkUqAJDOJTlq66zY88rsMTr/Q0o2D7/xZrDV6EYghDm4mHe
CMPr6hEHjoyWXxY3Ln92nK917IbX5fz2EOolAm5g9CWgdQv5WMWDcCDdTVoMD2ILJ5yS6r6ep8+N
4Bix7ISvzzQscyvMqld3SN4ngKjVdukg1VEFne7+ILoTknp6HF2UNA12aMziySmNXa9vwRWseboF
D31BkMDjWw1SxypByT3DghT0pm6PDGPmLvt4Y5lnAZ4Th9ZeAge1dQZZXM9G0+YcWfpDZRyM79cX
e8UvIG2EmgqayjyUaBXvVgMteLQaMkVZDaqtVxvs5H8hYCFftnFU8WJYFvHkAEngEcd2hd9fsyxo
kQ9Dy+R1CSuuZ+HWQcDzO8Wi9hSWOksavRVTpAGO13FLpKOfh/mHaX9O9fd4Bivdp+sCV9fsRODi
nE5USpraA7ET3vitdtR64rtbPJfrApDUhePBvqveDTVO0G8m+hTZ1q7zQiDnXVdgxXDxCkVXMyJd
dDA5igKt1dnz5FEeJY7nP7rkS2psVE1XAg5IgOUCZAvvahUgHliibu20Oo/MLv+qSW8/yAGAf2iM
ZHWf+txOb66rtHIhnApUoeItK2ND1hkc3HY60G32HEiDTfZJHz7+hD+To/imqWZO3xWQw1zvQZ/d
uy4Fr4PX7f83dZTgpjMEqSohsUMCCTfySLvPFX+btmCi1gwNXEnoiAJfADqElMNJKBCWxh4RKM98
aR/j/vN1NdYMDQ3PKMsv7YvAsT0/KTVA+5o2HafImrnfE7SwoPWj3wg415RAGxsevcAdRHijrBW1
5v87jpXM/J691PUGZNeaAKT0kI9GfLMgpJ5r4aVNpxeiE0CVRXjZp4fri7T1ecUFd6455rXsRdRO
oXQCthVhrp3F05+/+M8Td6Vn6LOTAt8HirQY/Lg6GMZd0+zEVsl5Q5DKdCa6mho5poEjsw+7wi/c
Z28OgFpbtRuvzHVBmL0BMD8eaOoTo3IHW3PTWkTU5r5nZUFCZ585L7oEpOe4YV5rNgxyU7ycgKQF
jGll+QQQTi2aTdh9+dYwYK4eG2vDqSyfUAIevC/+K0JdOEwt9JPnchHJPjsAS20aMHkYdPV90Rwp
iCjElkmsectTgYoX6yrL6JmEQMq/l8W9yI51+1ZsXQLrK4eGS4AF6ZjGWrbxxPBAq22hV1YXkebh
Usb4kpVqfo+Rk784P7hs/iNGOT+occcFeoFhdnUoe+vgaVvZyNX9wZwH8lF4q2FK/FyREo33U5fA
AbSdLu4Z5+2DN4giAEJtde9MjoEsm85vnH72blI22xt329o6IvhHahLd2ZcYpSCWQn5/wlRlHX8y
9DtzCvnW4OaWCCUi6GuM+KJBV4+M+m1mSWh4nzyMSnx8o353M6KhEeRyal6KTm1Fy56giOC89eGo
b4SyK/2nyG9gPhxpacwJX7RwuLGY40aOGK1Gh57d+kB9rsbjXPyYwYVe0++WW/lOttVctZiXenhR
6wUMOCqWl/3grWVNo2tORjQab9ztdo0h9g2596ow7oxggbC7voprW+XZKC5hesYAFptyqmoznWlB
pB4NgMwLcPsVjxO1+JNsNG1jw8hydV7ohhQLrm+0ToNO8dzwAXGDqtCEso/L533fP2X6M8oLe6Sy
AxvgzIYMCjh6U/R+h2S2pu8d/Y5qwOrdVWXsW8Z7I45D9UMfMa3EbtuW766vhbF2MjF0g/UAfO9S
Vjn/gW7jzVVnYjRKWod4cII6Np7MkQZ4pgMF92hlB8zWIhIGpOF327pl7TOcRWBNCEPMZ1AaIwAK
m2IrRU4WsRfrBnINPKjQPYHA4fxn9U4VM7fANBCyBlZ59DLXH/QbXRPPZf2uVfkzHXetXfulc5za
h6x+l2mJVmLuN7I7xKZ3N46Nr3XJzs2fxJg/u70RJL3YCNLXtxfLt7RdYFRWvUd7VsW8MrC9bf6P
56b+LB/14UW27d7AY7pxkbqLd970b2nvrepYmndNFaUTgOGLKiRGt+sKGtjOBMjM2EdV4Jnmz9f3
d8XWlxGLpQ4AG8Q7+3wd484VYBHBrAW4SuaXuSbJManMdkereauDYuUYI7+CMaMlFEbvvrJlecI1
u+uxZY3WN0fWl/N+yvl8Z8+8D1zZ9J9dNjYvneZpt9eVXJX8GxMUyVJEM4uNn1yTNmG2kaOmEwkX
0GdUB73VYz8/Vl2yF0DvkN3GqV4W7cw4kZdHthHNVZgLgNdSDnVlsNxq8nKIMveezPf/XtfmIrTA
1x1w7MHuUYHC0TrXZpaaJXRmoH5T215QjSz10Q88BraMsxsAoCYbEyYXJqLIU28u0Wq98MQQiQWu
vkiJX+nogEA2cGPZFgNQlw0bBLgylD6BCaS4mqUxlA1iGiOj5TToaeLeo5nE9F0t+0LA8nvAem/1
Ra0u5gLMhxEaVIwufL1XjKVJrSEypmMPqiYtv5f1l/7DD5xlDU/ELBZ6YoGIYAZOJogxKzvULean
09t1q1jZJRQNcbqWNBCMQ7HxnppFYxiyixyZ/jPKtnipGmkEphcbX69LWlkyjICBQAeTmEuvjXKO
3ZKitzKrICmm3wGg9aSV3m0sih0vxi0QyxWtLIxQobsP4RGa3hWtqkwaTtLaLeb/nuvxuShudefz
dXU2RKh5DcyvOnlZQ4Sh3fVJ4rfGo9iaL16VAaICm+LgLvmm8+0vUU9NszZuoj5zBHIzJUcQUxSP
ZSydjUO0sjtwCY4LMShCXIyYkqSdvaFuOhSPd9K9teVNz2+m4v36oq0cVTQnYFp6aUVH4KzYQBk3
SAjSvIs8XtqlXw/GBCYYMO4ZSN3c10Na3NBRZhuNJJdJ+t931IKRi8o18rKKhwDnxpiZCZQr+B3G
RJr4vnGeHAPn9clCfWf4yrKnuL0t3Y3DteLQMVCNGA3rCZtXsyxyLMSskbqL6MDYba45MnAdd+uJ
cBleA1cDRxj162XyEVHNuZm0TjlNgso6Ssbhc2GQV06MgJtg/QROOtprWJiOTWi09hx4qb7xRL60
UYLmMLB2IEll4zmpHDUjBq7mpIsSDK48ZHoCTBHd/zj8E6afT6Sop80yy7pNdDC0epX+RSDvFkt3
d902lx96fo2ci1AOW2pTgBMKowRtFFhQXkZUxoEvc7DGhzH51qSR8+GOIEWnJcY/ce5pYxIND4Yy
Ss3AMxxfA+/gdZUu7Q8q4bjBLDDiC4bJcwnSa9reHSCh/re7LzZO1dbHlZ+fD27lshkfZ+R+NkIe
v1z/8Zce6fzHK4cWiP8TqCywH5p7136eQZCT31jNzXUhq9YLGiXURT38t6FcsAn1tMTuzTLKnbuk
O87pPbU3mglW1mnJ42LWQ186qN1Fz5Nt7iuvYjRPy0gHFKXP8w2zXf886sdoLUJvkdqh3eUgfTE1
VkaTEXbE8WW6lca5dNrwKwuC5/9JWH7BiQIl4RwdhmUZFYTupwKupUxvmtw5GDQ+znO5se9rCqHJ
GMUvtJsjIFa8WZqNFNTCcxkNtesLkwXMCK5v+mXtGE4SaePlXQostouIUY9rV+TTBI1YfD952ddE
lsfYHgHYrd9rgxYMtDhYxniXGtrOkFMwteAdpsPGI2oxLsXjnP0MZWFNp+q9mullJG3OgiybntCl
uuvr4eAAGhAt/r+yTm5cSZew0r91x2gpYgpAl1xAFwCl2NV6XkY2d6LJK27SPjuC+WDfAWR2lmCH
5enDlM6+4TWh2cuATTlq1vlTCihdvWO7FvPRG35q5RQaJsa8cXuhUf7iDhlHr6eS6EVkzB0aOSIw
C4RFs1XwXHHwkILeFNcGm/pFwXZwak3MjlOgBeo4u6CUeErzl7QCP2zH/EG8dOyf63a2KhAvEiBF
LXPPausFxn00WfK8jLrqyeG9n877FnW9LH3oLMfvGx2ZBPZxhwakfpCpgz5nZTpH02rJ8wHuwGxv
xmI3G+CmjTfSE6vb9UeGOmqQ1Hj8DBR6pUjfuSkkZN8ymX7cKBZMSXSaYuZgSdicux1XIutLS6eK
kup1al9Z+YWRL9c3aMXVnIlQDmAmLYcZwq6iUb/5RbzD9a+vLNPZ15c/P/GbAw5TrHdQICVHisZi
y/6u5eOGL1u5Jc+EKLdLzUlumC2EDMbroJcHs2TA9JqDZAuUeEuQ4pbbrusm3HFVBMbk1AwTtC2y
29LcMt9lVxWfeKaPciFbGTUlqyCGyjFg7KdTlH4D2u843SPdvnOKd6dF7rCyAle0h4oWPi0PlYgD
WT95oxYUiH71o15Kn2rHVhZhXr/hcRMI7viex25mJnYuaf0JwMrVLQEXXzZ8lsa8l94O/Ci+R34B
qMSv2GvRz2BEqZDSClvHCJNZD0HDfHDtnzr/h1WJz/KXWX+fkNgYaoIOii9e+qAbW7fvio3iqCGz
sZTs0UmhWFHGJxIXZdUsPQ2U1LvezjfWfF3CAhdK8Ga+6AusbbBZUps1ETEm8JliJnGr8XXlJECH
PxLI+UlIMF++8Ao2UW185vEhm15tbXf9sG0poXiLceCO53ZFExnuOyHHrgqvf3/F/M9UWOSfHGY+
dHqjM3xf6A8FiBjd2xkMe8PGaV6sW7H+MynKZuvUHieLYCsck94jseUn8QGxkE+bvaaJnTe+X9dq
VR7QGF28+8FurBYCDaYXGmiua0wMlEGTFL5TRzrdNyIOiXaffBgRACT0uOcxQ4KWAxfdaueLaCNj
Yg0irqNJmvdW/1aUHy7ZLxLQawCQUBPkSiowx0xMPEOTpsGj/pg7/rDVArdqZiffVzQYZn3A1G2N
02h/tYr3mr1c35BVM1sgMhdMGLynFXduFqOc2o7AAMAYVI8vGfmnaFFs2Grm35KjeHPwzOcZi40m
isFUkTnjoR3vYxcUURuPn1UDowDNwHYjtFPLQFreMwDu0CZi1Ef1p5c3leE3+atWB3JrbHjVy5zI
Uo6oUWaml9RYu3h2900pw5GzW95vccxviVHOaCWb0s0IVNLig9uA+rcKh3wLo39NCNZreQL9/8m7
85OyQCvqveU1kVt1IfdAvjUMIFn7MOgBjguaVoFzu5R9L6iSed7ErsWyNsIW+Wx8ctNny7vrZiew
tvKlaxa3FJfRMIlKzgXcpUNjk8V20UYgGU58YrLbCk0HOfduQfX28YcVOuiAFQ6OgKV+o1g3/v+0
ydoKamGIuAlFuQNNhwkyAvnkZhtYOmseAWOReE3awLa9wDWaad5yK2Ft5A5fdAQQtrm/7hKWH6ve
CacCFLOWKZimZZy3AE7SQpffG/mbpe/t9ldjHv43SYplt3Fc67GOZbM/MRFiOD6p9/F4K6fPfyEH
Y7fLVPSC/KU40Tbmc5nMaRslJorUg9BvsiIOaVKhWIz6vEw35K2anoO5K2S48ZhQq6kaTQu95tAr
NX9U+g9Dr5GgfDeSH9fVuvB1QNADniECKBQpAS6gLt+AQQ+7bYpIGu7RgZ8DQ3IfF59EPB7SQrvP
zS1MbDQiqcYBmXggIceM4VZU25Wwp3DHWTbQLyI5cFWNjhpB3ZvWTU2d8tDyhO60okqCdIyr23h2
iqCeu/rVLWN+L3IBOlxQpd+BLCXbW2UiQ474O6gYYMBMr8j3RM4DWrc5/tTjAZ0qJ7T64pUlYth5
KdWArOVyP880M9TNnHzijZPsetkPwOfuxI5bor1zW+QNnFgj/jjNBvgDOfXlkFZHFCS1Hcmy8XHI
S+etQCiyy2v7aR4GEqQw9IbtexAaIoPpd8Wnejoagr10tXP7mu5kSm9d0CsVL9qtVohnqpHbjJNi
Z6aO3DWSo+Pb0BvfwXRNMBK7DDK9KXyJkxeyFL93mkAGnGEwInCLesRzYHT8vJl1nxBkuNISTdcA
4jMPOeDtAy7FF1PThlBrTfS4e32z77kcoVFCgmzo7KBFWeVA8uQzqyTdZ5p0ATrbu2EzxiLQjeSX
MxRT2M5VsdPqofKb0tTQm5TG/pDF3V7jWeaTCX9gj1oe9ukM7A6zM/2maTt/omjqr3XvF7iPK78t
Z2sPuMbY710rvRU5gsMuia3QZCYIXeJx9DHyMR8aUXR73ZpTPyUZCcBXkwU65+lBazMbMP2yuGmA
Ce+bNjTMKZ4wjBZFWOEnfwWaano3lmg+7UZv3IP1W3vCdAme+rErMc6Q5amvZXQ69N7Q7fSJ8nuv
TxscLWr6eS6tm3zu+h2KWmgqr4s8i/rW/DFPtv6GFsEBxFLgwk5F1fgTUjY318+hdeExF5T4BRl6
GeVdxpbPL08JqLmYGxwP77472lPrk9R7bvhbb9MjWq/9vNaeG2reO/lj4xwKWR6GeHiZ24Ouy5Cg
IolIwi9pDguIH0r0eee9CFo8QqtUwITQkTuzUABTnVHddyeMWv4Uhu4Lawok3Et11/BkN7oFMvoP
CXtMhA0HV/hW/DlBo03cPpHU9q3+kBFAT1j2izH1G0uwugJLz62LgUmkt5UHVzUXyBzmUxX1zU9z
GAJMMu1i+Z4AXrH+cK11We0TWcr95AxJC9MQyNOMRzLq/owjMef+xp5e+rkzIYpvTTUrzosaQnr7
1Sk+9c5GWnT5kWeXrKLEcoWcPO/0wcjg5vB9ICX6Y/bd27rztgQsO3YigKZlHxOBHUnhlKTfbPGj
XNxxigKKzdsWsxKHQ4GpQ5DwUtsh7T73H254VKQsGc8TLYpqot0442SNTgw0iMYHIkjYaxuv0ovg
91yKWuxrKiloqUEX1gYYJuftP7G1EbVtLNfvSd0TRczBFtSRENH+a7g+q4/aGBJ3f91ot4Qop9B1
WG0XM/a8iIEdtzeyp6ILqP4/rpYSAsiy6lNPjFWkoZcnD6za1zbBM7Z2RNn31itHYIJjgjDvdGvH
LK0KENk0uDFdc+fSnvtIXk3omtNL1As09KoMuHxrTALuMEL5vWXlDyN1v3qTs+UYLnLsi614FPMy
wN5Gl5Zi95UxewVoOrCRpfMl6SLTEbvJekN8wTMLfHZpYIqNqYPVxcBUBvwq6t0X4es8yob0CUOK
Mt6BEDPjhy2o4csCFcI6PCkWnkdErBeNAwB+Rtl2oixy5vbWHe4JOs6SI/hVArB86nW177uvdvdF
5MdyvKfTVt/JmrPSTbTVY6zCQW5IcVaojlUT71HajZ1oNDOfgy/k+tHYkqBs28imNJYc9fzCDIGF
MHy48g2zONVAMVjEebFVIQEf6ehKkFLzjfpwXYO1w30igejnrnBy66EYTBTvEnKXegi80tTPdDOs
zSG8LmnN3k4lKc+lfjb5ZGbYjVSTgPmiO8uukefemmdcV2gZdsaJclAcPVco193W5hSl8LHft/w5
sW/y2Ecf6XVlVqUAB9hCR8MKLpqOyhHTEhThMMPvk/p7N73U+s9xCzl91b4ommEAELDAoymuFyzG
AkUwD2+xr1oe8OlvzBcOAK89ly6oLudrZcVJ30unwVolnxb6T7J1Ptb2/DSEVTZDt4TRefGAcME7
CHc3I5buNgx4VQRwc1FYAETrRUIGoFskrlKjikQaoKFYm/xa/wvLBRs2uv3gmZH3VbQorcZtHA/h
QhI/yvK5Md86slGLXNvoUxGKI5kGfdYw94GFykKwciXGxk6vrhIsFVVzgE1cpHfKWqajBTrpqKEo
rMWNb3kDnMnWqOyqGoABgLNF3hpdzucGNbTWyBwtr9D6m+6a6dak1cbBI2snDzWY/4pQjkQ/Jrg9
x6yKkHujYd/R+dbtLcvvCLq1UoGHoQn6eFHhvIAdRjwwOpU39iz6kORd6rtz7vrSSL85DIPs0kZ6
qO1TPWiKBExsGfip53bKdshH0J0jME86ufEcOsIafc/FWyk2nA+Dny13/4lGSuQzWamVQTpwDVDA
F/3T2G9kr1c3H8jVqKWjMKarvW0OZ8XEMLgMeLjvw8x8Wt/qpNjYmPWt/68QNdrlrS57dLOhC8Rg
BqqWBviprS0GkXUhaEVYej5wEJWTWHUj4ok6rZAR5f6TDpib6259+fsX7ydAA/zn+8oxzON4yBuM
LUR4HSfVYXL3cSjGO+PtupgtNZRrXTdjUY8J1BjL9zg/2t6/179/2Sn626T+q4cK+lGxWrRzr6Gp
La7vszIOmSV30sxfytYI7anYOTG5A9OlExA57VKKPJhV767/iHWr+/MbFF/gmOMwxk2M2Kh9ommO
/o0vAs2y14WsriTwW1GKQ2EG8HHnDidOML4w0wrl/BjZPSQiTLvbELGqx4mIxSGdvLGsghG45q6K
dCS3pmn0Y+cOPu5/lKJYNihr+NBwKOKJNuiqMuCZd0i2KGK3lkuxb5LMdkxSTNnYMlzmPvMNJ7Dq
nE/WSjFsT3ZDHwOCGhjar8xDT7x159WfWbpxfjbEqJ07lVvCsztQA1Qmj1NNfJnkvkXeJ/OjzaHL
Ofqjj9p5inqG1goL+nRmjN3I0Iqh/bhuwRvmpRJNZzEa5vsGunRGs+MM4WqXAX/E/egYy29N/jww
lUumhJiSCDwwjfpBysQvyGfg0l5XZX1b/shYrO/kpFAmBjOWbRVxQv18eNA0J0iKeWeJraaqdTv+
I0k59tlAk2ZOoU0s33Jdex0kcrrXldkSoRx7IFd0szZCRD1LgQ635mWonZvrMtb3/s8TnJwvGDrB
s342cOj7cjf9TLv9MP3FgQThlgX0EvTsXuD2xhX4URiBATPjENeFT7JHr9olGJq/rsna1qPrxgVI
CsBeLnr3G3BJerRyoQmqJiNA+wbK/Xo+NtlGn/7atpwKUjxYa2nDaDcUHkw/dk4fVPOHUdlwUk4l
KD5smpGIEGAdjjz7bprxdPyLk3jyffXFHXc6sDcIvj84P3Tyarb3Hd+wq2UR1DDmVIRy9RK0m2MA
z8HxqPe8RFar9Y49/P2oveGVGbTjz+u7v7op6NVEcXIZn1B7wyVqF9xBbS7i/NUeqW9VHwVkWPaE
LFSoQJcDQpRyO3p80MBsVNZRZYDEyD7w9HvKWTh671W9FVKsLh5quugVx0SdQRVPKYThstzGg5I4
93kf2pmvfU8O5ndC/saUTwQtq3riLs0sb0DeBEFu5yM+muTu+q6sKgJakeUBDthztZCL6gxA7mta
RsCHDmMzCdD2VVXvM+AnNXHzcWTYZY8wvIMhJfR6oOXj/3H2ZU1u6+a2f+XUfmcuJ5DEqZM8cNDY
UnerJ7tfUG27DYIjQBIEwV9/l3Zybuzeu+KbPKQqvWWJEgl8+IY1/PxzMLOuvb6jVx5IKvlT3Pxi
kf1Zbv7j538IyHUbBYJ113wSkysnQ4oEtHetbmX9i/v2Z1H5xwt9WGyhNnAQI/ghvbBpzy+u06V9
+YvO/a8ucn14Pzx8XyTUgXAjQNV2eJrn8dxYknm/tFy8Bqs/RALIFcA/GV3eP/hhMr93PRW06N3b
alNjzNp/A/0I+O0+LWmbjaQr4Hj/nxw6P1z0w5OCT/Mw+PO1s0zvStvmlucSuvQEsi3/eoX/6U2E
yzRE3KA28geVvoHSmc3XFT55ZzJiKLgV+heb9E8PNsg3w/uAgiL7sYcM0mo/SRf0nQ6DAUZvBjWl
or1Nksd//VOum/0PD+qH63xYDxTe1o3tQReRTvZS/0o5588/HR4RoNdha35E37rcMsjVaXy68m6W
0D46if1FqvynzwKE5P+9xIeHbkS8eqqcUP9/8ssHAtxi9ItH8asrfNiX7mwVWSWuUPP7ltzN+ib5
tykB1xiGfAxAMqiQQyf+510JZX4R9g5YJTP94lbPZt6K6eU/edD/vMT1Uf2w8RvT9szxQDQ03qFu
3+T8i2bPn+148ENDyPUDBIBx0s+f75RuEyUceaud3H00Gogu0Jx6z5Z8781Tqc5E/ydV34+X/HDX
0EJ2pgpSNXeCqxtPDXkLkMiSeIdh+ZXBzZ+tAWSzgAphPwIh+yE547AsneN4RXImrrYwb8EYpJh5
/vuPCPQaIIYBtkbg/HCRJBhtNPa4hQnr710Z7Xny73ujY6VB5BLpDAhp6Ft8WMwR17pumGruaghL
bn+JtvuzDX81raZXU0qg7q/38YdVNrXwxZswrb8j9JHoW/8Xm/3PPv7acQEh+Goc+DG1mNsEZLoO
+2Rs0nZJ61/NDX71+R+CibPIpmo4oiFpNhDVAVzo33vCENqFYCQGrTSGCjh4pT/fHmSR3lhGZjqV
DsDiyZd+Lot/fYWP58bHK3zYE0G1mMSDqu+pNjtXniP6NNzUvzJ3/12f5MdTA1dBsYXUDg8Bqhgf
++2LQy0NjJhOyni3vuQby/ijF3Tbpn5r+UNSVncNvXauvYPjPJPgM+BeZarhzvmvf+0fGo7XLwJm
B8YLHsZIIMD9fEMbMfbeEif6xBS9b136NnVMp7VgYarragtznv0ShuC+8m2s3C9BCdkOskb6Fx2I
j8Hv96+BUXaAigOCyh81NJKRKkB48DU8Pm/AoN/OY1jmkzVPiywBXaox9k9gI5oGa/IrVsDvzaCf
HwYEAkMKjVMPhvR/8DLicJcg0NobTiuwyluYvrSHeOxOwwqx5ViwrRM5z5L3yUna8cAq8joE83vI
h2/eop9mDkSToOzBTUQLH9vWPTNvGjYD5rMFs+YCfQs/hwZyB6Temg/C2ZdkhZDGsunj9RDQ9Yzj
LItHljfw40vZ0m11BKMBtkBU2tKjWvs+FTJ+TwLAx2avyrWgVZZwsVkl2QoALecao6dR8Y1buXvq
46hw9UPrx2XmgLDEPf0rUeeP2/yqJ3DNrK4+dfSPqh1UszVI1mY4jc8tPwT87wiH//N1+W/+3t/9
/d6Pf/sf/P21l3YQvJw+/Pm31/duEN3/XN/z//7Nz+/420l8Hfqx/z59/Fc/vQkf/I8L52/T209/
FN0kJnuv3wd7eR91M/1+AXzF67/8/33xv95//5RHK9//+tvXXnfT9dO46Lvf/vHS/ttffwMZ8oed
ef38f7x4fmvxvqMduAUw9e2Pb3p/G6e//pa4f4FX79Voy3PRrIF98G//Zd6vr0T0L5C0QIVAr6QN
aA5jb3X9MJV//S0M8BLk6WB1jlHx318ae319KaB/wdgSwjEQd0I8dQPvt//98T89n38+r//qkGb2
optGvBsfiEDxz0103bagV0B1DNeDpzPO4J8DiXW6WsooLHfjMHQL5NTWtRCscbawtvN3gUTFkkZN
6JyXadW7OhjMPo4FAeRWOTsDCtjRDHPzrZG+c9vwUdx5rH6ISkjDZDJ0VDFVyttPgB0E6Rzp6VRV
9fBdLavXpPXgsZx0Tfg+z83YpmRunQ16WSHQsDaWEBYtZ561ILZs2yV4VokF9bWXTNzFS9c16UhE
NaWUdeEnHlL21VPUOVSQbJMwEwlrhQ902G3Xel46RgRE09kd0rbnO9cbk42GIErcl9ZAToT4L1JU
4bsnYDg6mrLbuH7b7/2FLnu1xEOTRaVbFesYR/dtGcOXTfhrMbTx+FIKGAMR4Safksh8n6kcgKOd
4Y8LybxwyuuAu12utVs+krhrDm4fXGHkBrKjbRvlQwyMV7CUt7aEUigNrS9yvna7cJq+CDCrU97I
NccCLPMhAI0j7gMgQKNqg8z5xg3g/pw0c1FCcj6FUPnL5Hwd1bVYWpxUkUa/Og28jCvNozSR7ZRp
w19HpyZnsZ68cMeH6N3AZihTlXeB1N6rjKtPcmJx5viI2dD2S6PSX1OuBZzHOjjGLUlUrJ3iaUeW
JV3j4YuhEjDxKFU0VmDo9M1nIUbICQyJs01KcSIyGAqy9lndtcch6qeHuFb2OZz0vqak6HybMr7u
ojbAXTRF6NpdE4G6j7B8KCMeHrqOfzNmyueKiqyGA3HWqlevqorS1tuxSUDXrCaeOdbItOwhc9Yk
76jrgJwb7rU/9rspIW9a0sxTYZJGIyWp27ZhFgSM4mS2u9qUn+DE9QwlD9HArA7LMC3bZMfcoIhK
5sHrrzV7gMUQrFHH6J1bjk5hIhunywC35axeK/+rhH4hwM2MWkCAXSyBe2cC0r02wIL7o95TKqDE
5I9pqCeR982g89ZCcq3yQTJIw9aWW0ba5HF0G1GsMxQZorC+rH7Zbrxxxg1TpvralG6UEiOnzFWV
c6SDrzcOYbCIY4MIjoaA+RWBJuPaIClAopg3lTNJP63bci66gJzMED5Exref0FVcYFaywDEY4HHb
jxsGIZM9pnoTYCnYYuvYsmfNg/ZlIhdSWraNh6na8iaiD3MDEHuEzqbNwWka7iReKWRt1D4I6yBM
nTap8UTm4WmNFnB1dJuHbtdlXus1mymS+jBUnvc9ZjPfVy7LtBvrXZ+M/NYt3SWHno/MvEmMYzrV
1T2kf+QB5DmI4BgavDlx1eWOXI6L7wE4TLodtN0uhgPyD5a83bNRRSfqwgmDMLlrOoSQeBlOBOZ9
HEMS9wlDbRCIWjW+EUyxqoZkTQ0gGVLX3A90tmp6Hlw77SB0sHMYyxXl59o6HLuk64ukljRdmtum
a7+PTtmnAVcrVj9BtAHjgLvmqbIL8A0qR8ixe3zT5WRo/yKmJl+ugghNpT7zAD+nHebDaMSDp3Ej
+eznFcARwMoeSpvsO90VTXOzxux+MRW6VcsBXIMi4OWzbXoCOL9hZwvmLTD1r2LhNDNlAgHCRj4L
YNeCqDlMUffulApk+1JE9Yku67prAFcXDYIznWt8a/dzFCl+rLSoLoHIwtl42O4xpCy8ocon1zmx
tvJuZtr5RweHej6FSdHU/ZatOshbQBAy7Fas+DZdZt6egAApekfk1ndkFqMe2jqhl5ukjnNo+ZrU
T7pd25Auu+I83XUpd6776Eyj2HnaXRENxCEY1k/SdVTeTTX4he3QpaMln1yhX6Ku3oKMInN4jbV4
YA2in1vmDqhoR6eL1rTV4+dajZ+tMwECjNiSN4SfqwSgt8DOSxaIcNwZwy9Ba+1Oh4O6XWN+7Ou6
KMsBBgzQSnmUYnxp4bt1E5PhfnE/Of01IIKMM2JgnLqJPYDQjuHOXMCY5eSAYxkMDo4ZGt1WM+wx
6trv0pDwHBQQu5GRrs7hrKdDq7CFaP3qN/B6SIkqBjnbvGZyeoUcDpLlxPseNDZ4XRwPHmk9gZgl
qTN3nD9Rj3VZVZPXpC2LxGFXpaTO/SSj4xCOzi2IHhYLuJQX4m0N7Q7R9H2ky/iM3YFAKCJ7XmK/
z4fKdNu6GvfxSPiWjOAju5ThbFNnyKrcrbbKu1ayp54GTzGtq/0oyZL7pB7zag7iFwax3HWsofEh
+EtpHEBIwQ8IA2iMWTXnTOn5AE1Fsxml8rOxF+SpHZYQ/lsh2lSDt03C6qrcycYinOzGWL/Ohnr6
pFxW+ynOvHBbsng/R1FRhs10fXgnzuI666mxmS9WE2Z8HUTa1/DDALt+J+py2jZjktWio3kpWJ0S
F2IJHoeewdjHYFrKF7h2mpuuai6o3Kp0sMEx8sdpO9r+Sy3Vq6YmV7OF81kpYeJV1uum5MO5iwFu
8INb6wRVzuvGbiZWbqt4DLOeeN+nOtkH/ZUlg8FoEUdziGsleRVpUNNY6+Ws9u6V6tus85w5VZV6
kl618/ik025U8amXsf8QDb6/6eESAzPZRuf9ABECD9E2iyoP0LrOv3CQA2+YWYCPmSZQfFjU7dbF
lc8qUOu2LHURSZtOoFZB6yDe+S3mNatvCzkDSyXHahOYsEARJIpIizCX0Upv64jnfWs2naTzAXPq
grpjn1KnXne91259x4mKxpAN2FIYxOo+bQxQqpHyTFrPod2OoJcvQ7epeW/SpYYyYzi5LxKNrtzz
1daHAE9tA2+zRDiZ/ESeoeb/yPQaAg0mTw5YxFnPtcrQRknALXJ47qLpW8wRRQhfBtB92bTrMHOY
oKIM5Pt0L8rGSyfZ9TjFGxhGDwmYSM2mDFlT9N4tS3hd6Ar5Q0zZvkEZnAVX/lejKGAwsK0KR/dh
cJYb6BVcBbO8s8+BxfM6zOkkZ0izavcFBXWTdku8pIPnNjsDWFvBkY+ceISsScdnIQBnE3QHqwi+
jw2SBaNtksp4fgQiUmataV9nZPv70ZlJ2s7lBeqVRbzq8MiJAEHEiacWpCLu7mXJhgxtN5p3zei9
cK6GbOmHZ+yZHSCR+dw2fu4NpnqHkOi0EaWIdySswHa06CeUwv+i476/rKW6HwHRhHG6iYsRGRYG
etDtbRF84xhKlg9ISE02MD2mKwDZYR1tO15+7x3t3Tutj5Ns7k5To/Zr14GIxETK5Ph72tPAhcax
G7cFG8xbknkDbPfeKdv3aNVToUu681f92k4+FHEIG4oF9cImoEv5ZuIo3Og58jZd0w8s9WU07yBB
4fJUuuvr6MMCjpQL9Bx4MB3F5NobZ0XCNhksqzXpvCeqoq8B88etInCjXT0RI4PsRAYWwYIl4vDp
wR1YgK4C7eytmofPRLULqKd1470C5RynRDCegqIs74SXLLsqWrdIwPaTpx7i2N4IYZ0inCv1AD+6
uQCqmXzTVdlDop10N05N12zmqNhrTPOLUXKVqgYcdGIho5tOyn8H9RCYTkuH8UDg+m5n7/uYBF+9
tde5kvw4QkGPMfVKRM/uetnIgvRjvG1p0O8a8j0wODXKMLhLEvsycTfJVtWGO9L3z+21Nom6qEzr
sZtS3Ox50wBqU47tjvJlPSFJ3MbIqeOq1hm3AvioOjp2jgtHHAzRCtUoOOzG7gxE0zkyHcJNG7yX
Q4SkfRp3SyiGvZs4IXgfJAUDdKZBeXJkK4spbqr7qp7CzIegoiH2kojgUeN2n4Bxxf/ka+K+UYH+
Rqy/eUx6d42G6LGq7fNajV+GpLqMPDh7indY6x7cZeOrNErk4/CSQNlEcYekI0RLhVkOJRRT+ws0
4Ig5YDZb3q2JXm/hbr4W3sTLI+E02FXgiWUy7lU+JGjRaONtlFHfGcV01etO7SokpIRkwesBmRrO
c65Xk4cw8bheIwDyouxPBmzKTwFLIPNSOjPoTViBbi8oukREf4eMAXtkPfcuZO7Mt0DIJoOgijn7
0vU1gkGEXszA/JuSBVoWXaRZYZXQyLxm+am0Wm0r5gdfBZmhlhcsMYbLSF9mCbZgM/n7VUBge2jo
husq1YH8Hkmo5ofhmNYEj6D2m+fSda4+AVQgasjPIWS4tcPWnDAPZ92wdGkLxn0+U02ctKnWq6fc
1pbBmnooTfJWWhA8ZLUB1hQuTtqfb+pK7vVcVRl2nT7PLpeb0EQy57CkYBWiJ7qF3i4W49cpXGG4
5YHGRPF5OtKpo6onAHNNNgWBBKtthHTJOnvnphd7yOCMW+m00YFwLlOf8cynI1ITOhc8VlNOhnI8
SapPfrNuEuNnaJfaQvH1c7eOsPYiTqRuKavpIYxMIU0QvkBT7YGEtN0Dyxyg7jPe3rT2S1tiH6YY
rHyr2fBA1LKJVYDDGvIcHG+l3AdQwKnDs4CctqH7Su8c32Z9vY+c5iQ6ubck8t9gqE4KUnov5ZDs
gnI+o0RdM/TA3oeWbpYRkXLyr4UlGgHd6gFwGOecerYwkIK9qSE6e+x77ucoQVWuoU0OnvNYlL0u
s1Kt5Bi25ZKNbreMKTwTNgRQnMbKW5B1Nw3u5oOM0EBp/Wink7DL+rXdQzP/6BJkMWYly4GVDskG
x2UvmC056WyWHj7GCv5WfUDqdJ6m4G6xSZB5M08OwQRgJhJneqo0Ks26DxRIqPZ+jAPzbeyqKFcx
6fNFUu+BdjDRmMy1RsD0w4qNgaRowaW3pBiHsQdKZedmrImbAt2rGcLlvnxsJyiguHYohyzgRmzq
Ni4vPlNRUa+l2aCa7LeG1t0+aUKzq/uVQS7DS1iaVEbDSgUk6iH0t66s3xpHEZaPPMTeBdFzTtk0
P0h0Z4/ci4Y9cSckKUGz8cuyL7gmzdHa+iUg890kFXxGtPVOrTcPDyqWN3NQIunFHk7p4KHgWNw6
KZzY0COZ1WHW3GTSJeu+Xnq5dWw/Z+inVRt3SVTKjSeemUXF7fe9gy6tO38LK+Q0BbzP03gJXnmA
U1U1uN9IAlC5eqX/AlIz0k0VYTYsG+qmi+heF8a3FC32LpGgPdT6EEcDrGWN8FCyazeLRqffaE+z
DLgpfoC+Ks152PhbCLolz1bZl3JBotY0Ub+D8irFiB6bG/pTrwsa1UUr/cfeTsfJr9FMHtCYsUOY
Rpb1Jx+9+xS86ANGUE7eLVWFkh+gWBSpzsbKSDyNCGrJoHwcq10D7dFvIOXgMOKg8PY66fZupQAL
iNEl8SCI5moZ5ljXTcoTsqRoYdq969GTGXEQlMHiZ470wdQDXCdMp4puPTbWSN8gG997/aexRL/f
gtqHqkO7aQzMw3a18sbHceNXdE47oB8RTei5j8DtG0X7ZWncdtOhmVu4HIlUFdcHZ6RBKjRknFci
TtI4Xznr7pkzvuum3sAG7DGWVfk8UFLnngLCnUStSdkq/Ht34XcNfH+fkznCcW8ac+2CwZXE8Une
L6Xzrfecagvpy6c4Xry0b+Og6N14w6vkGLTRZrUezZHR29yG9bFtAM6gokKuw/mDN/u3bb+cRFOW
hR69C/LUMpUecY8ySp7ViD7lIlAWB/yGVUCP8lDkQiZwmo0+qXG5VIvd4+Q/62ksljHaENXn0g93
IwB9mQ+Sfpz4WbjWuzgyj6wZQIuP4aax8Xz3EityXVLogEVdNaYzDgps8RL1bIAUDZpYN1Tx8o2F
C1qHk1yqjWgE/8xLbXMDBQDY63p8MwYjcrKpRWYRAVHVrBdv5M4ba6rytNouL/F/DsrAWq9kzrOH
/ui77HHuTBiikAnvGGTZZSoIyg2rv7ULNM9IDTWzERJx67yJKkOKQTfPuoJNStV172EJFQLDIJnW
Ow3fNF24gWN19ygGPmdLlcTX5FMUgmqcIn4wnReyABknAm/bxnADbNGj7MZhfsFP7Pd9EH5Cjxff
Dp58eRuTBhCqvtsyiNFs/CEp32EYcOnQhABvFAdYPDub6x3JFRoGMKZCQ2Fa50cD95DUHVAO1Dqe
817DnldAhjSFAQzflLa7DfC80aGyl6vPb4rO3rwFQHlbd8M3dGLKwmtsnAdkmgvYLaiMdB7awKae
XxXCYYpo80iGEGP/7lLF8r6ZrdytNlb3fo2nTG340lr42DH0amahHfBlgGseFtfk2oTtRbfCvwhz
DZ+d2IaGfe4lP2ms37QJnItmpX+Mx7W8h6zTYQIaEILxdm/Wbs4MczJq+wFaGktqR+Gg59V2RenN
h2GeCoJt/eTwMoZjBxnRpGrQ5wvQbA01vYlcM9yaDln72g076cgvEHTIul5vvV7HGwghnIRPD6ZZ
wThvxSv6x09dsHxHiIdrLmXq3HdzDp5yamQIqYQ4inOC4et95zfQqeRMQaQhhiM2ciCVCfRRiqGi
y47Ueto56AULOkyoMC0MeNr+OI/VBFtI06KSMNOetrLfG3Noa3EgJXgnQIjYVFO3Sb14RVaEYA+B
MzSbanZTJkGdx+AvE2eEDomnXh0I+BQtWfZIaZ0sxHTggF84n8E0ycmIbvXgs2spZKAS26wclUp/
aeBmly7gMCFDV+bJYVIfab8e+MzqY5+0/IxEEUKcff1UGrQRS+LPOQUt+RF8KJI6tXNT1xgejmuy
EzN9XU3DwZciW6bIWVHQchy1Hm3tv5XxdOdb+50iy10ExAPhq3JQmNCkZYc2RoT28/eOeffj4B0n
tDSpK8uMTGyjWh6kwfg91DHNmYP7inp9zGGVcplC/xbObO4GUuxi40ZeU1Q1crHZn1J3HNgxdBUs
M4nT5KMKum9tgimGby8T51kUGZvTykPGbicJx0hS1rlww1NkmLu13FfFOiE8hXWXFL0agAGW4ZbU
EwKcAZ1bjT1UTJi/gyUx5Fr69bbucNtxqIpND7eLKf4MAVV50yloLVa9yWCzuGli9M4j5KEPUeLI
Ow5hlUIxFDBtW2qQ3cXRDeW10YVKpuquXS+fpbzVD40fnxlSzaVHkxx5lMYMptnpuu+3ko2HLl5a
nOfo3NWITK6+j6Pb0ot44Y0u33SxUintqyUNeXDnqKE9wr9w3UQCHRDVxYVAXuw741L4xl8PoYdE
DFONaOPg8/NpGDdhoE8j7EJQo15Rsfa9C6r3YIgSoPvre5yXzb6VfCv7IRdNrGCoOmUmeE5K3/2O
vlqNsiGpCxR/4j0BNJghDUoH5YX7oYxcMOM9nY0zMoZabE3j3DuEy21Qqf1UexZOMnOzhVLOfqlu
qzjeBbq/AYU+ygl67NPkwkyCxyggPNFtZVnxHNoUmIU33S2iOCT6arfc+WRmNwTNv53XceFuKdRW
0HT61FU+P2g0cbAMl+BJooKHWGd1jPoIjkBq3VSJwhximtQNyouvURM88KtyK27rwxwlOZI0r4ML
Oa9kipnxdCkBG4IyMRfFYGXOkmHIyrIcc4PEBj5vSKl0xd7ayUaFlfMCcWAsNMhJTzuPCkQ5swzP
emka9MVMqB5cq/Uj5qQ3sgK2ZhLxO8rLi2pX76QnI9ozUVDNSaE+U70Jn+x7pE7LdZppe37T8Yhd
rOyjApnmiH4QWRGkli5IV2HhznMdFai2cS4zV3fx6H4NG9sUS9W2aPbPO0wK+nRW4YNkwxHtyRXh
U28JnRBQ+xjarKF7BrsLaj03SefmYZs4+0U1qE6GDgOguXYp6qTliyztWrAFaL21s9tpaC9oziIW
aPRwxYxeWKkusCIYIUEHufqm3wU1eqUmiLNkSlw4fAc7Wj8Bw5yjM3ZBTHSyUVl46HL+2PnYO0u1
NBC9nufCT6ZvImETar2gfiZRiIJ1rjYz8ATu5HOcj+09yr4MflYLRrwc0wSnugMIW+fSmR/mOlRp
oHkBMtlmmfudIz2auXSGxpLKUfr6Wd/UJlsr6KQRvn5NkLYdePMV+Am+QRwkMmsWg+EJgDh2rJ2t
47TO2U4ESmripLoForYGw4TQ6TlkJ2ZIw1Z6Tvb1AIWliK1niKoM234J8d/LCSIYjNK0QRKVtohy
LVFnlowvrovGnWcJyZwxedSwJ01tCGFXYArtvRijegsinklHOpBDCTHuASiSZzdQvChxoGV1MAPJ
cSf1cJh7/37CxDfFkeMXI9p7qbfOSWZ17KH+b081o2eZ+Le1Rl+7nKt8RUEEtZ48HDUIiwGFwwpU
uzwDEn8ivS6dBzZmq48W1Vqu6CQ4gZNidBI8MCBz8mWCeBa32Oxxm6HFCApy6J1Q3acD6yN4rPcS
8QaCTAm33k3QBd/hsoaWxYIMpekwE4koBNYgVZDTZC33gU8apEBajZvZ6HLbI0kMUxEbfzMkdbij
w+LtO4ZEB+MnZlOLpB6OcG1T34F9CXE4VflPGMAeee1vosXLxri6w5G5G0FjxyJplxuwJ22NdkkM
SougI7a/ddwtahH83LAr2s6Vn32i/QfC20+zXA3oIouQeRsmY1H3Q8WziXtAvdDZpGqWSVUk1mNp
BQO4e6cStyWEQFA0+FNeQcn0jhlpX4cI9fsomXtMnPYZHVuZI0V1stKJxTEQZYnZkynzeS0vdbhU
+RKxN98Jzx6SE9N9wpOFkAdyFNKVRWVmcGT4VX5KP1U42oxfFW4MwSHdkh0yzZtVXUcC+uBEBHOg
tk8ZJPiRFCy3kjUXOy7yorSLhgbwd/60bHsoAtOGAHCwppVbfY5wLrnNfNesyy21dV1nelpUZg3/
qoM3HSmMlUU98zQACsibvpLwvCCdmkm8UXa9TyS6A1UVHCActe6oN4q0VPMpAYtEioOo400ZjCdS
yeOi26K18ZQLdLguove/JZ4yJ2ep6vz3r1zbb9BahyjbmDcD6tO1HxCRtLljrCkRyudMrjKdnfKr
NP0Lj3adnbceZzj9Ubm2nv+Z0auNGjX71fY9Uj7P0A3EsZA/wGwUlRM6gHTGgMJ1pgyqLnta9xBV
DhDGeFBjOtvQzxDiuQxKFo4Kz82yvLZhiD42kDSDrA9i6gqz9pfKsOQQMk3TcA0OROJ+wPIvOA4B
hhw9qAYrRo2/t1pbmaBbScldqAjGTbpqi84lTh7Dzy6nrkJopVf1LZHoZ9sZmkeGhvibdc/GFVPG
iFNmoFEdBZlOi+52SdR8NSS4d+yArYkT6hQE7p47M5AKC+TwmkZuokChddMjksetzOEL9TzFHoo3
YO1PagwO8f+l7sy220aSdf0q5wEK+2AebsFJFCmJ1GDJvsGyBmMGEnMCT78/uvbustGWdJp3py/c
q1iuJJjIjMyI+AfUrYGWKOKHVSAfV/SeAh7FiTTfKJWnVhfYE6ZB7lcjyUBpZOHSKWJKeEo2vRZp
VMOmD+u1AXThHlvtHKBNXXrbpiqNxPfAM27jujIeTV2CrxjtPtyEmq5c9T97FJmV2cmidtDx8zuE
Xr8mOJE9yg6qYRiV9nVtAv3YxFrF8sqVL2YWO8cxcIqrpKHQuEZG40pIw2Atl3p7XVhttA87W8Fh
R0dgN3Gsm7qU3mvQo9XjT3JI95Qg1DWMcxoZY9WliNGlJc9VRfmWlmSwspzI2DVx4Bp0UQLzvumt
cqP1eByXioME9ygA81jZROtktDejaqWvpj0NCyNwqO1UelNsSrQOSVa9aNh0cT9cd0YmNyqLca0Z
sX2TicJ4CvVTN1cdxDWGUdx3nNp6kTBFpaH1L5Ry08WI6HdG0yhXxUUlYSqUVbJntgTWhaXxTdVG
7AX7tlu3EHVWZdxz2cHHOAmVfBH0eriI03TajAgK+lY1WreG22mvOcqqK63AFVGMARIIRbNx7Zwe
ACnvPsjsR89qv4Aj0GmuBmszHqp1ZfbmszDLraNeqZ68Gk3WAiso+ZZYI3cL52DJ/K5Q5GOf67qP
0p6zkYJUwDPFqe1q3wYI8q0S/ofRQJ+pP4pwCG+KpOJH9jLYe3WfXo+qi7w5KMkFzRGnWgdZx3Vb
fWiEGw7LRiqwqKs4WQDlahaDgvndiPQovZOIXkSlwePNbfKTLJe7RBt3yCWFC/pF3qEMIWOVHGiG
Eq3icjhttoZOMIiuV1OvsgUVAVAzOvADjodlQgfzW6yT5PayH8jumnalp4lxdEeqEOjKoaXYJhdg
JXtqdgq6sb1pbyniuysAEPjY4Oan3Udl1vtjLXhoojQ9Aj1uEnp0bvwWVU17Mzaa1l4MoqT2XdQJ
5Zy/L9vWsski82tvyR6siKCjYJkvfe4sHAyjLtxTASaa+vDSdhQ8IppTlqy62eXQ0h5zaiq9eRsN
lwDWlG2fju5jVffdqrAqmtfOqFymqZMfVbCT7cLMlfG6lh4UfvSOTpXk0Z8a7tHhZI9I2JH5+F1b
F6hvd3rxEqYiX+FV1e+coZnWQo+zTVYY5k4Tfbxym1F9nCbrlcPqm2N42yoerD01CQ7/ylDs72Mc
urs6KwqOuRFsq5LYdD2zeK/I0Lrq+kre4WAe8Ho9hfqDqT0og14hwx1U/b7vRPmajGNzgfBobpAl
IDyQF/UunDqiDZId5ZUwnNzvg6B7TdoovbPsrnuSOqqFS1MgyrGg5EkVXx+moF+GInDupW4PF3FX
xxcUsZKlE7a3BWbaRxzCtF3Fxt9KbSy3LcF6VzhDjVmmCQTJsoJ0bTS5vErVQnmNGhBcddqFz2rs
IuSqi4FOnyoNDuU2Tv1xCORtEekVgomYYayyRgY3kVno61xJaVjgxumrbcPhBoiE9Cu70WLefCuu
dK7UqCv0zpdeC093QyfeDillm9wOxLEWFbgWGxSM6VTa3ajl0dZq85bGFVkPkpmTuCkop2CCMeIF
0PSDgehw+B00MJUMrQBDlw5iayVm9ggqr1qYbe3xzNZro8T1whKVQMxfq3eaYkQPZtYNztINlZjr
WXQDXEs93QjHkg6oE/bbImyHZ6crxL0G+PKqLMcB8dwroGy8b01VFuB10SLy4v5r3Y7ZW1t6TuDX
rkEPzgDOQ+lBjfqnuEGWc2ErXgqjLaLIXHQ/ImvsroNsUlHT9OQqqYHQWYhT3kLE6X0jy4GNyD45
9plFconoUXKRdBoVAAzqg6M+EIYalW2tJoW2Z281y8lVHT+dqIKN+G1ukZswxCIOM95WI12e3gu/
Kq0zXhWeA1CMqolf23W8VaN6WsetUS8mWXRrlKW7nTvUClfEKFpGPUqnYdYky0px5FHEQf8FpdH8
yEjpjlzPfrbsAW8wS4nNxM/qXHsAN5BQh8xN6yZy7UPkNI9m0maLCPztMrMj+Iqli3Nzp7m3KvWz
eoNafXoTTV5/lSfj9K3NO5rA6ZR/9fokpXloeNd2CrLC0aZ22TQAf2o7UddGWufXoiwRty3rcNGr
NhVBpy33aKnanOh5uIrxSgU7l0YHw4XljftNdDEFukNZocuPQaDIzRDmyTrRCnoKU+lca1kT7zKr
9VZDFbSrpDEWkqNh0XVjtG80lzUle2th00ojcKW09hpTf/IQarypYjF8Cy1JrXCsqt6vm9Z77gMZ
3OWhjq5b2GfLsqq8lzC2rB9plvVHaYzBTYOa6bCiH4Z2a1h6wme1exd0BE5XJNfNjjWPHS/dQmSv
+dTHXxTadqtIOWEMvTq9VqLmS+Kp3kJJM+d70slycUpzVkFdAesPNER2Da3KKYRP1E2tTNyMRpku
mrzmMwg960Eh1nuaot/jWRSrPpoLZo0Orq3pXKDAX5HpCvcqnko0iHVjWIZG3/7A1dxcj2pJNCmp
3BECeQTUZMVFXsTxTddLe1nEebMM9IyyqQacLwOKe0NKG8UXCrWp2gew6dyG2M0tm1xv10kLS2FV
jLXlxyV1xj4qC3HZ2y3x2mxgPLJ02tfW7SvDR5Bc2wmTTmhPbXw7KXa39EJAe5OXngB0lUqW3DmX
wrEESgJ1uB29qdubfZCAh+2snhZea66UQahPAcbGK3ppNOSao1GHlPdJbBVW0DKM5bFy77TRCG+s
NJnwLLOafRMNWbRoLfOEzivy45iZoDlx990l9B9WrQCjZypU7GMtU9ZlODQ7rR8iTIoMY+kFXOx6
VF6pshXVRZrVAvUpaYW73KJgT5NZWQKRC5dFVw6PMZKBvhg89dTyAwcVq8WrkdjucRyd/EUK8OEL
JzuFWpPySpOrr4k16JTxcnfcuHWJDnFR/BiHrsCiOynanuuUV77ova0sLZq2S9M2QK5YffbUIK9+
GK2ueqYkAH4GkGEo9K0av5SDvSgNkFKjTJMfWlvmS4iB49VY2VXjl7ZXHR0Ag6c1NaS+lvX2dRJg
cBkOVGkNceeFAUBEesbqQ0KrefKNVvHu6fWBuBVqvhoHoDW2HViqz3kZv+WG3tR+plnTXQyOc5GO
uXzFWg+UqpOoz1SEo1saQpSLJ4giYVsqj3FHwM2CMQJykvXgTxvumrA7rtM8pEmgj/WbOuj6Q5gP
3TqsMnePgSSXCrucdhaYgwu1aeirlTX4HpVWjz8UhBGa4zFllqRMjwq/8NJGPPtZU9zpNlRce90Z
Uj1hv/qYzidZiI7x3DKE9rLKxoFLUB7I1QCEzaYT17Jme2lyoig1SVFylNJYKoZa3Y4x919wQwm/
FqzdcoorgyukYY+7IUpIu6phCstlWI5UR1kTaBYneneHzLaJ3ebQWEdXoYHW1GP3oOit/WDGbbrp
J0Gf1opaagowyCZ/LOQFiPbm0hR18dKZXDbtsc3JHZtuU+C3y2FQwczKO/tVCbj3BtW4UcpIW2UM
uAw72ey40Z0crhocqGyF8hB5QXSrpji/hDmFmciJdVJoKM5F7lpPYJjCPelHeashyEwJNDldMSU+
PoorvWPopsqxrON4NTjA9MKszG7VtvrmNkBux4mLnBMq2Yrt7mE1XkpaKm28T7CBvSvNU4uzRnlw
kTXCBq4FFp7sKbHWRjYkT2FjX2pDSd4Y20hKCcX+2guRLPu0jd8AekkTZFjYbkfpjHdJrSkgiltN
pwNPJfSQFGCfAAwo+ywLMgrmRoNdWtyW19Twp+9VHsUPViu0G2JkMbH+be1Zg6L5YmVu8wyYZtxO
vWNvOjpKL1aj1E9pSwKVdkVwZ7fTFO2COvralJm1poWgXzm9PXIJadvukHPOP+ap1d7KoklBhioE
M7yTkJcGGSFEpG1NJVEJghoCP11+3+hDNyydtiBGSmZuIfAhQQo8i6wbz+uQhHdMsNMxn3m1a99P
Zm3f5kEqax+vulKuNEHVSYk1ugeYBsEb8LzsJgmyhk56TU/FpY59b6cEtmVHSZN8RT8BwqSslfaq
SOtGXadBG+40BzglCEbktfUcvbmBBCG6GGscDq6LiHDWj1gclEnpXKlR2nVrsw7TJzSg030AoviY
Vx3edXEGPM5TSCt9pcy1e9ubYO3atBx8VQSTr5JOr4zOCe/UoHNXrV6bl31vNw8BAJ0d/JgOr7ms
faK2nAL26sAdG0A2l0UlqcZCX7kzYhTZXBfMruxqCZrDiTfVkN+5enujW0qw64bYWCF0N+2woskf
xWQFi6gt+cOhbtgkurMcQvJNstQUVFshvndJ1ZWLdnRPLX09uahVq1lpMk7WZQFYK6UMdJ9ZZrTo
LKSmAowsllIJrBsNIY9tAYZ4N8YMPUajvu4mwNlRgxTz5EQkhROYVtyyYkXeh9ygd0JTFD9vDP0B
JxETPgW6ZqFbBftOeOUdpPD8tewhJ/k52tdX2A/T+W0AFK1Mt7BPHSkTCNQUqt8MEEs3eR2MID44
KiC4WsdEMzuKK7H6LWmGfm+aOaff2Kk3bmiFi6ZW8hvDQ8Cygsv8aCRhu27A2uy9Io9vBi4Vl3Tz
KULrdab4BqkahwZN9tBV4xWVAXdVpJZz4w2OXCajHt5X3KoehaCgPRrYTuLxM66TynZfUZzAEAMI
8hv8xd4PAeQs7AnVBD0w87WXQUHyszC3r42xcb7ZdcbaN9MUrswIjQ+4S8ntLHGihzjM0YmtMcS5
Qntavx2tBsqgbhlbCsTBV9VLsmNouHIj8GF5muw0XxYwCJ/DyijBOJjtLlEG56IpTtgrcwpHKs29
6ncKdUU15sEVS0lectCr95abdfteaPXlWBriMi4mjn+DY1CRCpQbRzOX0DokyPlCLMj72rchkskO
LcXkZeizcCXTGkyQaVnegpsKvEeuVVF6Eqoj0+6IKs95beAbhTw+NAGPAqLgMPuuZV78WsfpLTc/
edEMVuujkVq+gFFvdmmXpNsgduwGpB/7j+PVVSu/9dCMcauy30TexNnVuOWail176VJHWhBVaViz
Ka8aWDAnl5p+jXCksR0grXzjHh+9eYAcH6C/GjgP5EgDqW7ojL5X0Xg4UZQ88H15eB8mA+38VlO8
C8OR5nJ0+EbY+i59wkFuyM7LK6nDvZH1hG+F09nwbGynJBeytsqY1jqH1tSuyEKcO61KaOnBPAuN
QfveQKb8IjS7vZCdZixCO46Q8CrJ+2VjUbVMqcpUZQQATYQ9E9qZ8uCUjv0qzWqsl/i35ptBjgMZ
Q3BJkNfppevBTQwA8ofiVtREWg2OrK4MkI2qKmZBa3JqxwVk7+g1tgrzwih7d60Dh6Yn4xUXWhIK
tLqbgau1Z8vLil3JnQd68bY+ZVWUUcZLq676l8DTg4cwsgoMAzy6dtJxq9fanJy1FYFS02XNDKij
djtlksqIfqoJ17K++cvII20MTUwNzTCkj2zZ4740AT/SxtKfVbtSv2LBPV70pRxupk5PHkU4yKey
TeGT1Coojr3UO7EdxjFZDW0sV7aXGzAKTG/pVICU4dqMPt3g0gcKX64szskY/T1hPBvcqvYFdIht
QrUp9P+iie3VpRqFF13g1Re5MNofyQQcB6AzoTIvTZB1QgF7og3dSscuY6HAcF11lSwWFFSUTRGF
zbYBt70UjV5S1preavr9sMML8JtDPtDf6QqbiyAUZ/qsZp7ddzRGs1VKewLaYEHLOG9NQSeYPpDu
B1yL9qrVZRdjqpj7ejil0Wk6XEKeLy6S1ojJtEO6Ma4j48fJETQzWYe0sLgfHblSXLltjIfMOOi3
FubeX+IWgPJKOHTdpQG0MTGqbp9XAO9dAGXLvmB3NG0Y3+VSebIz7o9tnemXSAREl2VcNw9yiiTs
DQzrQ2hDl0VtlktHbeU6Scbo+JfR9mTjphNfNOiELoxK8dbCcty1gboP9GTwvon2wOFEZ749UR7a
IAbQVVs4urZK1b6EYRBDg05hThiYY43IdLLSHEevvxEaihUJy7SGLGwsuzHXhf9XDLRGlupgbxLu
NJskioB6NCS5f7VIALiRkUUXEsDdIQlAFys27oyamQybmIRk08Eb+lt64H+4wb+RXv9FOJ6Tkt9l
HP/GUr4Rb8VdW7+9tVffxf8X3GR0xv7v/9J//42bfH0iE/+fXVm/ff+d0cx/9Tc5GXLzf+FjjJSB
jVOq4Z1s4/4mJyPHcuIZu0jIq1DGYSP/Sk5WVYIvFkxEX+QoGI4j+Cc52fkvG6az6yFIYKsOf/4n
5OTfyeoKdkiEaQSUT5//IqUx4GkjTji3W8+hKFWFobaJ3En9jxQ1/hl9phOBn5iqNkGlHIvE+pqz
JP0RpPIv8/w/K+5XWvV7Tz7jUjdaB7+alP6WMHEDjMldNpZjnTk40/7rtBhk/FWu98GxyJJvAl1g
qodw0M57ckjvvw3eNxROAp68GbjXUdjdwUH7TGTkpEnxD9X8X1N+Irr/OrhnTSbViiy8pV6B9cGg
lN+zQgXnQttje9bzz+0cBr5BmSa+Qhs7uSuHdO1gBP+J0s87r3UuSeUKDx5I4gbHKYM4FZjmF+TD
2XP/2pp/WDLvzQ377Ne5aeivTWMce0enL7k61VwwLS1GWT1SP1k3vxP9/5n9mVJIW0o5FTZt9tAR
Ex6kQlzUVqMtpBW3nF0nNLPWPSuqk24+/knvTdds/2YuXcWW2tAx6brrCeAhNRNz/Duq/6Y08f+w
xX46YPwSHLB7LorCsp2jGtqw23ucyWrrE8WonwvyTwt1tn9TlAM6p+n6Y1NpK72iaDCVWJJt9faL
Oz2UNTxf7tXpTVolK/imoCovsu4lCLZOu+bP0nsBTPTJD53pr//z3mb7vSq1xpxoQBy7oAJnOayn
cKdAdE6ubPJOy3iWLmxFZfJ7fdu7Tw5VsYItm1XVZaDucw8C0t//V/XW6e/ktPqi3qF/MuIl9uPE
fv/4fc8s4v950lnwUN06yGXU90cahVvDeB4pYdvMiCF3kAS1AUY8bEyldoHNrJVOLBBG8J1MLtTC
o7NWfaKN81NM6A+vby4jBYQ7UWp9pFGXn4gPHnDkynfzdqPZzBCULp30gkrsEcAXJWuf+SlRitHQ
TgCfFpiBL1sAaPY2TdcQenzuQR/PkPPOLv8pwvHLqgWtkYL+FfGxwtfd12tnO0AsdisTFFIi/DZT
F0ONrHIkxJ2mZJ2fNT1AeCv5gprFvlGrH7Hw9rHInzwjvtVH5arz4ifZhA9Kg0oK/HpYHpcDt8M6
Gneuplw5HcAPGTXbNjAe6J88p7m6HKgLQEeV38CirKKsWnpRtOsUupZBcFG7CTCp6dpu5R33gkvg
VRuq2zslwgdQUS9PMxYj2EEJ4brpu81kasdEab7FRXVVCHzMDL268MBtRXF2jG1UkCoFPkwGGTzL
vgzKsEYUf1VbWOsgf7HWM3lpxeISXvKm6asdOhbXhlbcnnAXIVqGgK+CA8Xf86KgOpP/0oY8hEyY
Vge954BDxUfCqwAr1WV6fqU2hUl3yGj8AIrWx+/8nSh4ulr9FtjlxNE/kpvTzF7rcU3VIV+dN/Qs
oicDDEqPu/bBHFgQU2tDsRRfzxt7FrzNMk9dWxjVoYIN5Ed2cO268e3HY7+3C2ZXr15poLE5VnVA
pQZtB2z9omMC+eGGgoz3marse/Ou/z7vgOVGxwzH5jAO3rEzs8tETT/RRXxv6FlEdupG82BuV2CH
lc6fsvK2A7+2PG9yZkFUsaSrJEbYwMd0h4VipVQDmlTdpAATz1o3CGf9PjXScj1R2Vp9gNh7wEUT
7I9dfKbe/+fJMefmiR1eW0htTPVhcDhvPCusL4Y6/c98uv/3iEHxevborkxwrcyaQyazrw71JNsO
3z6e+PcefLZRcy8aYzXq6oMGJp+i0nRA3Ft8cia9N/hsqzqukrX9QNjJAg1bMZ4cHV3nrL2KlNTv
k5IYSlGeqjuHVHovU0apoYzVT+5C7z34bK9mej0mZhm3h7xxN0UNYruhwftJMH5v8H/bo2NTpS6D
616wpjIzwWZpxuV573O2SwNL1vBIXaJMRQMdEpy1TAIUnD4e/bRX/v2OYXqzbZr3NE4GYIwHyn0d
inrofWfpXZUmO/pPPwYzvixaQKAWBdVPBIzfmSx3tmsb2x4nNT1Nlkh/sJ4WRgFS8+Nf897YcxHc
0gnTAQTLQa8F0d5DM6BENfDjwd+5j5lzZzBotYjdCQgefesU34vcUr5OztT4WR+4q6mSdHVYZije
VPq1i/x/AFAyAH5pabdcGaqboreC9eTQcpSTbVxnqqv5hUBKRrE1ywegM+zpR76mNn0ku9fs8xaQ
OwsIQGEcKRW1PdDmegslxIqu/8yb7c/JGBZjv2/ZoMuD2gNudNCdVLnIrdqBEe58UREhsPHd3XcQ
YFaZUJvtx+/gvRd8+vyXi+fUDrlXUMY7wL70tVqlc94i5XHe4LMYgYFXcNJS4qgd7WCh1E7rNy6x
+ePRT1Pyh53mzoKEZkCZggPcHuBexoDrrHxnDm2+bDpNO+tAR1/n99npEqsxXTutccgryRikbSLk
ApLq4x/w3tzPQkVQGYL6t9scnHbUaTA1r/YIPfLjwX86jv5hepxZWEDhbcxj8MEHT/PMrdqW8MWG
+MXB2c43KjGtEtnDVHKj9Gqkk0FT0ahWWUTf5OMHeOfXObPQUToZUdau68OUN7elqHdd8Zmr0ntD
zw77UknMus7b9lA65otQzVfal68fP7V9Wj1/mrbZ5gZVaHTBSbMsKWW31aoR4xSj8MhXFRg7IWTV
pYCBsEwT59GOInM5VFrlpwSrSwUBRLSSIGB4E1wuuOfdnZMXyhWg82A9QBkguxkVpKICutR5y3Ec
pPVm0m3cTIXqbeiX31d9kC+1aaiWiKTpq16ZKj9yI8snqgMw09r8oqVavgT+baxdlLpQiakqMLSW
2EbwkvwWGZ9rxaP1QT+zWeb65D6lnoJ0SQTs2YBjeAeIo30K0mG81CpLLKntj6vRVV+6sUkW6uAk
yzFthD8NGm7njg0XwvaenD4HSAJzCOm+HgFF2T/LGJZhlcdnnjbObEM0g5KNoyyrA+CIdAnZH5BG
m38S6U7r/g8vdi5UTcPbNfu0FwfElPIFPVrnhGN6g5pKzQGtIFi+IogQzCDzmMoo3Hy8oN6JUj8z
/l8CbF9HZhOqtjgQyqMt9Aj4TF5ebaXef/IN7+2G0+e/fIOOTmWKpaw4BHWwV3Jsh0u9/syu8LTs
/zBrziyEp/pQBj3IhwOl+A78ZA3WzXMUKgfKuNWwSPzk7bz3I2bBXE5pLlRHazAWr266OvimFuX9
eW9gFsRlnAJDQxPmAIPC+OrWRn5bqBOyPXb6mS/lO09vz2LdOFVp4cSjOCBPuIeZ9Jqk7if37HfW
jz2LdbUY9WQIuSPVWazv2g6k9Aho7coiOT7vID21cn5dQJ2hpw56hvZBj1XkrhCnolVei4UYAe1+
/A7em6DZtaZTOmesR90+2PTLwUmMD4k3fGLj897Yp89/Wf+TY1dxLxhbyZBW7ZL6SjTnVfaBIf4+
dgpmMbTpfh2SbFFbm+jMZPjn6fPLMzupq4xYq9uHrG+3uTd8Dw3vvDuLPVvuupR2BSDKPjixB2ws
CFM/GZDmOO9FzkJ07SlTMLrQrKpIg1cFBXMxatEnRtjvvElrdmUxBtkjSpvbB0spk2WdtdfBqJSf
PPlpw/whklmzPVrLqtU7cHqHSu3F9RDQSAk9SAqdpyFl45nQDh0oLB9P0zu7dm4mABEEK6zesA6u
rMAMJlDEXLdWrkFfFuuPv+K9yZrtWsXzUpDymnUYRLwY7OqLontv5w09261hDOpJ1CMvuVJSFEsb
lPosQFXnjX76Qb+sfdeGRoLkKw8+Br2vucVdD6LwvLHn+zWC6Qfcsj4UCfgRDTh1JMynj8fWT2v8
TytodkbZoCKiBK+tg0z2RetsVDeFxrzWi/sgQsdIXMkYg3ptI/M33XjOjEfVnHaGDd8L2Dn/VF3G
U4p4xidx72fv8k/PM9vpZiTLMU1yB1cM4IlSLlz0TTQAP6MHYjrY06gwuxunSrZpf10UNQBW4mNl
bhCSSapTE6P6D30c/lV/mxtADklSTradlQcuB2tApQYcraT7ZOu+s9TNWVwozDYWpJLlIXCtK6Te
Lgdd+SwSv9NGM81ZXIgQx4MA6uYHF6WAFwQCupNGw3eK8/FaTCf+Y4X0EVzl5yjo701NfEEVy72V
42QshIUsFJAmlNpSpAx6m75V2Wvx0hD6cNNrZngsG/5e07rORVmKr3Gj9mhT6d9oNlwZVZWdOUOz
W4Kk+W91QV0coPv80HUYmBjATZ8M/s4d0JxFmikvQXVpOC5VMrtCfgpEBIkd4jX5dz0cztu5c3+U
gQ4ShM4hOzih/N5B+7KHLx/v2/dWzyzeAF5FBO1kIRRIb5V7Cbgi8dm8/7TT+MMeNGcBJ26jqUI7
IDt09Cy3EbL1d8IokytdQTBGoLuEWk0jgBO7uPC0oSKvwXVnt+gSoWI6iGw9gAZfonBnP0dx2e9d
o1DXYUzpsCUTBAuh3Vu61NdBO7zJ2kBeYYAIscyhTazz+LyOPHYhv4fkMENPFfcYJr9Fz0CPcCs5
s1g2N0QBDV0YGSjrA7tog77jF6vNPgnI773Y2V0EUy0y16xND6lbvHnCe9LsT0LrOyMbs4CjDlJz
1K5MDmFthSuzsWu4Ts3mrPVozAKO5dSu6UxDfID7ka+0EANoJCI/26w/J/YPK9KYhQKjUCwxAfw+
5M66R/6DWw3FsWPRbWm55yd2S4IOQfndOB3tMSha9LVMqGbwkinNpdqE9Je1hOxK/eCLa0ZrEJh+
6EUQsKJFqd2xTxdTdH+irbviEWADd2Q/NfS7oK9WDdVJvql1nwY+RZj276/VQmdx3uTNYtGgKjoA
8Sw7yEl9Rt1w0agYBp039uzaQzdaS4y0TA91X9Irx8cl1s9857MYFHtpaCtpkR6CKtyXenMjuvPi
5txgB0JWgiB1foqblHxchJlDmT2cNyGzsJARYCI4gfnBsreBeajOPM+xKPntBljmWaENtkwPRo+K
sQesbAsa11mf99SzsJAGGEmQcDJ6WaEO3j1Rl3s8a2h9FheKssrTvEarXJ1SREC6FClJiADL80af
BYbIKl1b9noKnxf0dVOm1+CqvTMHn4UFUeo2yqpdchiz8FGzI1gkJ3WR8558tiuDaXCNAfLuYRRF
ug5BSxtOed7rnBtZpaYK/o1b7UFLvGbVDwgt5h56Yuc9+WxjTlSdQluLc2RDTET9i2dkcj9rBWo/
6z9/iMX67HYQhCJNO7uID6qubAjEe7a9ZX8h1lqVu1WzGufKbYOFDDEaZP8qah+RW1vpo74Ywwnh
SVLsXDmGaMEZnbGp0a8cmlcjvWeEjMKwkVl7nVFsKJWG3V1Q+/VxCtka2h7WCd4yLNLysST7tInt
RopCaoui2HQggIvCuii7ba+uT6G6cQZfqMmGTyaWhTKoW86PyohQo/0my9JZ1O0V/1JPTS4IKAW4
47MbvKrugxZovmnekOzuOQyw8Xqt5RZnhyXRX+FluZCjqyQ6HQtldzIhMDd8e+W0SAFVvuSHxOI2
ybcpv0eJ3oJR8H5fmpPWEd/DkBq1YJhKfp9c8ddcDMN4DguRWjenhJv/PY3Y3qm1sWlN7i8o+0Fa
yntkjddJ8Nb1Ys2EcJr1qrgMMhOfLRXJyABuWXXZqmsvCPnH9emMG8H75312U2qobsnqMfBAWopH
3dqmQ7jvSGu0/MQjsh95hpD6SpjlF7r2VDcwaQvrK2zIXVCgoVAVyNJHqymEI9Be6fbeoYEUobBk
U0HtmmwRomYnJ/0kn39xmkINSxCSsk5dd7UN/XPdtl+RtvPVYdxBz1pmEfBBsUwFJAS8dronN7VR
yvfQ+lWX1ZlFhZ+d2l9y82ig3euhlnhokhAzm8D6Bovxk6P7FGn+tBlmUT9EOhOqN2mE0w73aCoP
dKBQijdQ1PXjOmqRxoDVft62np0BbomwQA8m5JBG4R6ZmQcztHdnDT0HK1dpBd+ua9KD3UXm1sX7
wzclDs7njT47A0QnPRuxNPJopXzKB8Qw2vyTGuxPCOwfXsAcplzRtLaswYgPBWs/ktEC/4BLNljU
WTDP16cbT5MeEVBr++gimrRrrf3y8a9659X/BIb+sqwy2RaZTILk4BrZD3peyiHwGnGf2276w8DZ
+dqFG/LJWfTuz5xd4+oxMG0x2fHBNb1qN2DKeiyaAM0hiCt+1ynyqnCTeBFCmET9E4FH9qTmbQWG
EKg4aN02dkLtk+PlvR8+O17wusyyOsPtWYW0fAUfIrtGh/C/OTuP3tiVc9H+IgIMxTRtsnMrZ00I
bW2JxVSMxfTr32qP7juwr4E7MnxwLEvdZNUX1yrfM4TdnJpLipSi7P+Pz47z/4dVbDKDS1pyBTVo
+mK7/L1a0q///Qu8Pn7/7tH5ZyQ4OGvVMcRyb6VAB6vQTzchlKjoutB0NIsuPBhhucQAGuv/Wwr2
r7b2/3hkWOJckmAuyntb5WPEgAvdxvL/2Gi0/nk8+K4NaGrB9TrVH4rt2cq0P//3T+r6zf6bT+qf
M8aO7HojELq8v0oPLG/8pN75Xx6m//Sj/3E2LNoohlzY+f3gm69Jn8Mgcv9bGew//ex/hId13neD
WVsleC/zDfr+rmyH/xLA/Sva+XcfyT+iQysJal2GIrvvfLs6zYvJHrWLxK8HH7GVuZ2lG0MFdJdr
o7Wv1N8H1sVZoQ3dKo8larl9XUsbr4FRxcbSjlsQ+ICi07CNKSpYhw689kaMqbcr+CPiybZUAbW6
Tf7LH/CfUup/ynW7fkF71YTyXgNjL9xix3LghkV/SP/BZlYPxDMLAxX8h4mlsBjpJxBqTd6bCxIh
d++vEdXKIhG3er/e2wUw61OOga/MQSSwj249DV61LfwKDw8aArG9hg5jkETXaCtzPqviUfdj7LCA
vvbiMIx/Tf0+6v9yL/ynr/76z//Hm+ZVvtm4OX8dgW+27K3/9pLZiOb/w8vwjxOpC+tuojqa35dW
I5+WrNE7iqfri/Cm4DCCnNjiuOy2hVWBTgOJvFcG+IorpsfZW4HJyiEUWCIczFshjGM7Ysyiei1s
Sb3C6AXCkt6q4qyfutupyyh6g0HYjH7Ohq+W2L7Cabyda7cAPhNY7Ga4WINGu2aX3RusHWiv4jwN
qo+6tLJPZtcQicAnGXeSmUO+IWG8BHX4aJZm7M7WnRxwMjgzzE6QFu5mWJcS7EnTbXzZXGGpyq83
So3wV7PMuRgydIjkF3a4NQuuYhLrbrEVeN/SyH4NPeVfAVSOn7Eemx/Z5P3dyvY6BMiw2IYAvHeM
cMNdRRbwhrsv3fKG+Btck4riMnD4LJ/NS8IQ/85r5vLo5EYQ1w4wNcv9k0tn2SYs6UcAfTq2TuV8
Ys7ObyNl57htwnRftO1XFnQjWJdR3ASi+hGOnb7KVX6E6GjesM24Z2yEyX4Sot+5ZlNFZoXPZKOc
abxTZjnsp2HWh8XTXlwyoBJdNTwnwSJnzGwFkeoEibOqs9cy65rb3IB8YeDXfiUn8lEaBI33JUAb
3+VD98B1HQ2GFIelFemWn602lokArFi0xb9AVxoa7IQjpi62pe+nd0nRZ3cZdgiS8MHYYKf7nGY4
akvBMbJUADLHarHjzrDGqICq8mTkPu9pI34ZHELEZafqjh/LpEdnvOiSgeoinZkSHCGMnLIReMay
ZglL9rln/AEJZMeO0thR+mw4OFZrbNLV0bus8u24T+V4SAtlHXNh8e2wOQ2UbljSo6lKf+851fxh
ApKMw1YgIVGzuR9CZrAQucFVQzKzNUGE3xuBVn+uMHvWeRkI2tW6yU+Jl6cb5ruJyvxleS5VCVPZ
NCT1fQgnrP5jlu83HWcr42NAePQQMoEE8wnMg8Uq+wbq31RG0F/XS8gd+tANIv0ZvKRmn710/ohU
dBV5YYLoDGTmLjQgsSPaM/d1YgfxEhqQ3IMZcuBqOm+V2zsslhvJ8JWXjn9UU5Nu+6VcolyaGAFs
Pfa/pnB5QmuzOAXs232BzB4jsZBd6iuLYbGMYg/Cw96NXprDJoCtQgWXZWa3wdY36nk4rNBUjh2w
+a/EhczbTD7sgbpsZt6IQZwmHyhTN5LwalIqp0X7Zb+70GpCWx67Dt5rNQOgazN/ZVUmDAEjSXVS
4ep89Gbm3FirvroBlzA7aV5MQs8SLpOxDA+yb8Jtym2yN6egb7f54Fev1qici2sIcMNwIOmYwfsH
4Vk6P24RVF6UO6beMWDSnztNuYbCaWbdShkWyWG0roKVxpyL8+q4MCDY5bGO8LHVXdCaRbi1Q5vZ
UdetXifl5vuKjZqXob9iWV2nrVkMl8GMVqBCzV23GRs0a80C1SptcjPo5OsTOCkvmkHz/O3dlY2V
oGwWLx7c2VyulBOWEIKgshh+DQyuH1vUoKW8JtXMgc/Dd27AOeIHufpVhwVFraKbfhsQyyAl9VVz
MtqOfgjW3tuOtl2t2zIsAbCIdgKI2oLHnnE/YpVcWR1MdHPb2tW4X4fa2bqNZrtK+H0Vr6mtTjk2
XHoW/DVK4vXtegdxCNLHbYek6FKhrz23vWVsq7qjiFkHmF9WANb4oOZ0G6pJP5gUCOM598xtPzDV
VoxTGGXKQeeXoqIBKVH/5MOwfvXMxm3cZU0gQWeRbtsoqdljX9WlwW5To9RhqEzxwM/IpQz/kPfa
jn0DEObihQAAMncSm2TESAVIyZR/AP+wyTSZ7r2TWt664agQMbsF7NI1Az4zF8QToD5w4DbKLe1q
cF4eQqHSkmuEkYf4tQeP2MgBF2UWgnQVeT94t1Zf21dSw/A5TIN+m5BSXVJGcQ+tr2dMW0lQPMEc
Sh7kkI1UTTrI6y42mljboQS+krCVtRHKnDE/0bNBowDqLyyBeGWe9eUs7vBngSYWQaJvbwfYLITq
aXUSM6IOR85UECyFXaPmPerdtgG/4Xh3EID6eVN4NeHNQl9eJVDfZTeCDbJHsTXDSr2AxVcHKdzs
toGN+JtLjzW9eb4L+oS4JeudO/4qB/jCPP0kybI8jCIIowGR4J8qF8FuXUbjTcDjOE66cT40xlee
LjiCYDE528Dpb9Lc/LSy/Nus/DuZY+LNe8t5KGuxbsQy4tiw9ITTJHmabC6ASgAEDXqF3CF08xiL
dcOTN2ucyu7XKhaxsUHVRIE9l0hH6GEE0ljxHIBjYUxuuOurqd/0K2HlODrwCx0shJkF2710bAgy
rE5sGimRmTjEdm1hQLUpGdEEO+5G2kf8SdS6WSr+eep8NSoHMVFFuGKrCLVa80A8820qD6Kde4Xh
VqFxw+Z8d6yYjo3Lxg0IWmdmXexd2JbHRXbZvuquf1E6pLtOWjgxU5Rfphko7JiDf9sZybgLi8Z8
nLzS2tK4K7aFSBymes3C2WdQ1vj/7yDmKaDbzygcHWdX91ZJnKUNoJyOb8sYE6d5TFYTxf28dDut
vSnCy+PtFif4AG36XaN1A3FrJ9sSfujeI3bfOlVmxCW0Wx7+uTpB/OCN4B1NtrY9Dzu/0ODzk1oM
29p2w92o0h/0goAY/awUoJ/UmEVZBUmWzcmse/aWAIw5mUAsLSyjYACLfR/Wy57DiBoeSsZ9B9ow
yq+7mZllrCfHGgGONxNbo02XhsexbJ0Ls2uPIkPUJDK33azCQJjNAjOTDu3PNbK9ZVFXbyDwAxDF
rpECphJkErWdQnKUHTZEE1Fe5jbu3nCgkzZKgnyteacrnQMQ4SY5VbUN7xtc/7k0wne55t5RZcK4
VM30kpojcH+mfY9jazkfXohaIRfFb7fgBy6G+tVvMC4LAjlKpwXzId3qGi8QtIwvKqBm1DWu2inC
OVQw4JrcLgSVu+ykG+iPnl8w6oWlbjPDtQ5B3SYvnoaZunJ9xtf9TgSHTxwmUzwY8/jSrqb8DsAT
4zab16Pdpu0O7GQf88bWGyAvMy9HH2Z7p+zDvYLVF7Fkb0A9nx37oqax3rXKhwPkjGwKh92Ans16
gmhFoBiyG9v0vndBlZSem9wrqD8q55QTmyA97FQAiaibf0LUlH409Qvu40QBDdgYAsCJxQGxaUQ5
+UQ0ITmUESyRntzytkXHc/Hameg3tUaN5m8OnuuuA3GbAg37xo5h7byxS8/w5O6IGe3nfBxfscIk
0cTYP5y21IwRO1WPeVETaTAvAs/dCe+6pNM/Ju7LUxpmv17YmFunyWys06ADN6y2Y9lKbesgoboy
2Z/7N2UNxhXVCJV3qFLLJWlJKSJVyvZ6Z7ebWo/LhrMy4YMBFGxOrWlAffbVR6EQCkUeXHc03lnB
WQiGVuYhIvmsv13a1D8DS88+of3le5acvc1aVWXsZ3I5zEH1Sw2f/Eb38lxw7p41Gya7eQBeniTq
p3T9IWIMY475wOTt4uBzSCwivsYeO6ZOrWXX5e6KjcwJWYAouo3ASniwHIdjUUhB13bCO6v1+i2T
dQGKFeRztBhZmG0BvXGMytDudmFniiGSAvEMDW8gTrJ5r8wkuMB4JTokiGE1t/iu2xFQ8VJj5MDw
yhNlAv/djGJls1yZRBddaIMNTKtNHmALS6+7vbW/zFsjK34E5JcHx+mWraZAu5uxrgw4BI3qGZZY
xQpERWWd3/uvbqrxiKYTF7ed+7u5a7w9pIjq2JZ+SLyrFeS6q7RomJqP1gPc3WToYh1/RVpHdRzk
VjYf2K3rY2Oc9B7BSn+ZgM8cIPKrGz1b9aEbRpC4yYJGi5n4KPdwe+vRES8dvtmLO3QA2xgF2IQD
j1TKQgUuSY43CIElyQDyr7rmuslhxHNK1WjAAZJzzydBRNfBP3pOo14DJFPEDZ55MfkVQN1kHuPn
RMTe0kksJGV3a8l0IIOld9YKqNhirmUMqAflnK+Lp3zhN6By7h9ZoZEZ350RwhaGTbfBzvpR9YNw
tkGdBq/t4A/5Zl7AdAeuOdx0ybTelQQfUdn44nelrrDilwUlTB6b9M/jgq8gMGfvb4qNGLCq30UF
oDsmyXxAtqmcd5nrvdd6CqLRhD8hQuNXOKa5AwjjQIlKwHmxFQZzjq3p5zDl1oOUXp1Tob3zUptW
3NQhgLESXj9/3roDdXttEg3eyVQWYy2Nsv/UgNw6xcpXR8ZAepNbd9OKRmfjCgUTMeuv6NAvt3DH
GuxzKbftGv6dEpltK5TWm9K29KHvubGHBjCkqXvzlkwYJiIEmajoWne3FJxQge6XuxFsH0YZ+LRT
ni6PpFLh42IbaGRyOW+1MWWxMvmC2HoAHQvkky7UiiYj8dnAEEF9o645iWvrcIt20zwaZuBtHcjO
pzrw1w1eSPepDEjpOYVI8hZjVFHA0/fY9LXcJiw4MPEz+rwJnvOkIFqZG1JOwKpdzcYa0MIoYChv
N1iAbUeUhBHWzfY1n2fmNjjIUVBnv2m6DNE44KKWU2DFbCmVO9CPap8rPe7r0bO2U85msLJnxMXj
3NyOdpfBdu+bX1kn2Tv+4/TMRem/1O1QHA3XvqbrrYCait5sTZMEcmxH9rjq+gj7a7mtwxJjcrmK
vYMI8Dbhp+5nc0QHXfhtbAWMQSZXMlmjERmwajQ90KPlw6+lcehHe/27tI4Xg1SkeduE63220P4Z
VfVdlZnx4JWjsW262nsJ1io5NITf55bq7yZYSSbmCjhkMK9EHU6Q7UTOjhTLsu5z1QD1XUuRPIyd
6uLRZf+hIjwhyi9lhiXNch4xBgHbZ77pmLYreMnFHV/YaSarINM4jmLstl47vU/CY60ORiFdRD+g
Uen3h4ELCnNXps8JLYVNtvg+ulw6rLpVwU1vanUZZlwTgxcuSA2rdDwsFiMHqhI9z4VSewspLGrN
MXu3Kz4m5bvoZApfwDbQn0kGBZFroPrAANrvFL6fbhR39riE+3mRZQwILL/tWcfb+PVk3yNhv8c0
ZnqArmdxMmupe1CPJlYbCJ1yN7TBq1f7FrTG7D2ABWmb+YDOZ/0hA3svZfJR9GX1C3UbnJr248yf
zVjPGuWbB6UOVcr8aSZI5QPWwLcFFMPIsQHzD9xzz3Sj8UVRyNn1WVNsazmPLAWN2WVxDdaQDF7l
1BvaLS/712LLYkPNwuWdCn8SSGCUytAvWgN5rHb67ESh66FgCu/K3FNb1CXIsuwBS1VJVLTVEpRF
qUv3ubM7+1QrTiuhpsMyt/rRWmdjV2Z/IPaunHm4PAux3JMe+QcS7zHyr3giXdZvuUzvRDXyJHf9
RHbmzW9Db/p/kSbbvBW6CR4LOs9nOzfsRyky9isdXb2iQxH3ydChrHRaEMkwGbfI3plyL3BrUjix
ML2RINcmdMzeDN97vd46UpwTQR8/SMoaJ7SN5KiGnJvIIosnMC0vFeWGG5PQ9G+uETQhksgP47CE
mwEbblHnL3xmUNRE87ccrJZyUqi3U4XjeamH12UIngjI7mEJkDZb9lcWls9DpfIjw7x+hEhF4U51
EWOsCVfNPFGFWJxbcpVhw8tygws1SqZc4SVcyyNI8Nra+Kaf3+jM6C8GOz3UG9R8P5TB8omY7Rpk
dFY0oEnCxtbFbe0iZgkvoc7FplCGj9Im0fxvAEGuesE34EGRh6hNsTvU8tUKJVT44DKUtrNFKfDu
ue6LEO786vC4HjKr7i5eJb1nSv0ZaGg57L0BaG9XJQFfpxsnWu/rPqj+6lQjOO78CbKpY9Yn6ZWg
wtVgHkTteBHJAPLWxYP6OynGTzZuxUj21CBtQadkqiDYOioD7g4g5WQgvDxM5PNxXWX4J8E4xqYM
xaEC+Y8CqXJ34Emx/YLW3ZbEQbFnGD6oTLFEVjtXb60MvZO26fdqiU0iV/ntavfLxgefd2SM5GQ2
V1daL7lHrWkHdXW5gL40HiDi5y9OzqfONx2eAxv/oA4HogDDvvMDi0zRdXm9ggoemCKDJBr4dgcA
11kt+uiqMOfcwtzL5XnTruKsk/riW5mF9qJluEKNHcomQIOJs3yNSyGjqiFIcX0U3/VclXtDFCMR
wPrtXatQTPs9+Z0Oo2aAJ+gH0KbpK2XgNrpvq2vfDXkdSzSz23Fm1I92x0qV1HqYy+psOwl8gtR5
XSsfbEsTAuL1L+3EspDd60vXdRhneEw2cKwvfQ2OH+8zfqfR+na42tq5AVheYRQxR4PcQH+OVFMc
YlBrTh6EG5K0r9VyMKsue0PEYTARoeRdQ0IBL7K2z0DlXIyBgRd5YXilrsuTv9onr6ena1v7FqGi
RdXTt9oX2drBPRIWvDpQlE9tiCbcsMnzZqS4dBlGruXAjAvP0xgRw2Mm4RBLZCUYea5OBBcMOwOm
+belkRk15gtPBFegkWWoggZ/Y9nmYRqgZMGsIdY7eLApVzP96h10jWV9i4Mr31TGDA/4oV89kIvz
PpNZS3tiYtrDNdI4cL1uxzDuAZpxFflGuFlbdY373hkPhhGswhhe8clcqsdxTU5BYOCDlcD5W8LM
h7JYt60TngcuuGEIdguzwalaR2CtCjVU1d3ljXPpDAUMstIvNE/vYeucrWR+6Hu+fSXQNVmFK6Kq
XKfDOE73KaNQmzrPdLy4mbovirDeTfM6PgWpR0U8W99TZTe7zPjqmvxrdajrC2gHVxMBdcQCfCod
vWwX+B1Ohmo91cs4HqTEwpblPCqSMA1FW1g2r1rnzyU9r27wX0qh4rYHzT8b6sMv2p+0L5mk5rJI
VGldtzIvGRc9Ti/rxlDpIy2WaK3WBxua6NG2MQgMNs20tYVMH1TydTb0bz46B9jlQEvDmQSoe6Rc
UOxzbwriYFVyk87jhZzuUk7mgC7POszMwUZFkcjI78PiRs6mcetLfn1rWrciN88tk8wcPVWB4lWG
T+tgSuaI+MwAKFMIhduxDqKM2tYFaKqfXL2oSGcJ2KiwikMUUs4km0NWpEzH2hUq20KVG1Xq4a3F
8bIVMoFu0MtL0ZoHKO/vbFWZ28kiTCLG0wAx+zAay4Tq0zLfNA3Du9b8pxPDgUDSgIFeIZrJv70u
xD4wSE0drDsEs9qrJvvI2+xCfn52F+7+ZJDNc2I559b/67r2W212J8dM426+IzSIi4xiiBcW2TnP
B6aCKc2T10zmhD9E9dmb8tR3j6CSULfYdU72PiWDfxZzMJ6CgZqfnbbODU6sR2q57oaR9eeCCvum
m9ZTP3QDE6qsQRvWZES2P31kNqdL6ww3Bcp7lBf3YqlPfZ1+UPusEcl9haqmAAaNmrH5dgNi9WK2
pNRdZllH2dlXfSbyvQ6yd8Zyy6jtOwCh8Hk7BJycTfmx1exqhOtbFZqA/qdmvzDYouBaRZpeWuSL
puU5s8VpRfWK2hmoCWqWe2sir52DT477m8T5mXpU14xVE+3pdbiZfWjPopx/UhFqfJUcEYswfgvH
OFi21x7ZUTmS8qgjk145rRZd/pmSujROo7UE7p71mJxC9pr6XcxcWElHG7U4gbyjN6TpL40RLtwr
gZNyZPpzyCyb3332NgZ3g9YUXU7nQdrjC2ppvmhAyzQRfNI3qxEEK8bIZE8TUqAd0RgULLAbrb5d
OlL0qiWCIN0vnqnv/xil0RwMtkpbwPVxWTRIs0l/kQVuiow1TWma7tYZvQ9K415sN9ZvX4aPHuOD
lgIOl8pyiChqtlsnqat9m/zJxpmMR9exMXc95cfibbGyIBJlhfLlwvy4GZnYJ4uedxbPVLrxkWcZ
tLjGsvnRxH+mDePMT6yWSFYxI7eYdH5MsTMYWcccg5PO9c4lHvU6JblCiVayolOdRz6icdGRb2bQ
pk1ESvyrbPfi5izNp+t1ZrfzWZudupu9+ZFVma10hr0v9JsfZv5G+UP4F9Ln3vS48BISIXri32ll
QVmflp+86DcmXoxvM8BZ0vUsrC2g0IzyPujSR7Ml5W4c5dOUxJDlJbsxqPPtkuQH2MNYkyslb9zM
zvehPbxOfedHi6du6HGiVp9pkzgjYJOEgJrqzJ+6ZBhOc7euV0tUinA2s/IPSl3UxjxZQMaj0aZ1
G/cGLocad7vnyYWzp3oy5uLZdB0+n/7WcRmQSJrPgecz6tvhOUBLsJVKr2ybrp+tFf5By/Nph/0f
eozr1gjsJrLUrGIuGC/C+/SkV/sC5N8SnU+Z1M0Pgqnqi56KcrOmA94kFYqXmWB96/TyZEHHi1VA
UyM3nPYRBrwbN0N9qLKB1Eki/lM2dfEErcHGsNrybzZ3btSU5lszGkOMTkAATq+qyF0ZTmsdLijf
Vs2jliROKThvcsmleyMLfEygSO2xnTLi6c8Fp9IiDkFidFHmj01kCqs4eHp8dWujvzWTLNmugcUo
qqvQC87F/FSKtnjF0UlhWMj+KfApxUmZTjd0/rytMQfek69H/6Gp9UcrxUL8EVgAD2S93s/1gFqA
S/OpMjLzmZvAefRTPMAhaiJcqjPEnw58tq0JUTzpv5vr2O79qld81pzliTk5j22jJrjWhKrAyrGX
s+mjLw1X4AU1L9OE/VI/O0sttq6bP9YBykUDIO2GrETFq6XDh8lbg7PdKk4SSFSbTGRfrLKqfUWQ
DKN+AmVg0cZiAsHe01nA39xi9F3b6hk3KwJCyxkfys7FxD6rYhNqeH2ypviNBNgYjP5mJDQ4e42f
ofPB/lgbSREXlkZjhE7+sE71brV4eheZG1uvc9J3Tmy0lbr/xDzu4j3CYcN6mAFC3K3treml7dkq
GnE0Ztveoj1aIkAM57Ky+whednhbpqFNJTDRLJ2wOvcsLaEutr1m8EmgUvrF8oClhymAwmThzrFy
KI1uzkWZwMwrc+eOwYT5QbbGdfrG/HUGvi+EFc6zcFQZu8ZA47HTazxXxls70xuYhrIjm6BJP4XJ
k+8JynYjB2cT8Xogdcx0vsTUF4wXqBkUlmZ2nHmA8Fz7vYtQ2tbtwRqpGVBd9Nw4C4L1PEs+xHFx
u2OaTDzJjMmkdozh6yqMEtmzKvrlVLtGE5eTO91P/rXkICYfr3OpCKSwR04aMua69CF+remZ6gKg
bdrogvM80Qe8S+HtvAbpxR5wpiRzyTzBNHX7MWvxgyKlxnvgwslqnCy5mYc5P3pz5ny1mVjjFeL7
JUPj3OGZpZOF8YBLwZVyP2SkIgU9tj1dX4fvrKnEORNJRhk2CRC/eNXfpBeggcbKIkBkjsRmQnw1
kz/4qYqjF7r2cWj79TjZWlzASWPBkV5efU+8Vnf8y42IZGuur944QG8qBwRmXm8++vVQforCdk6Y
1clOZdK8iWBy/tAk85iBQS6c08mLGO/irqBiKuJsXeQNlc80mtPUvlVBF25cx6yoIHsUUzM2YC+2
mlFqaZyuTeazPlf0/bHTJeW8ZQz2dKGdt64yrfuRL+VoD2o4d0Q3zwWR/GPY5t3fdLQXvIDQx2Oz
Modrs415fIsRl2xgdMaaWiNeDS3vZ4pmv8KQ1d5aKbeiwqunMUIJT+G7TEIV13lRgotpDSr5AyLg
DA3TDePV2L40YwkbCynxaR2L/Bat4/rXWdXAO9JB8xwb/dWZLflFrcJDsZicjDg89tDWxQ9PPZqH
FA0F84vB4zoOfYTm/sryhw+1UI923Y8UmfVN1wVqV4wrKb5Vg9vd0KEVrGnVwyz3iy/5HSbp9TFC
u+4yObO8H1RqXfw+NeIq8+ttjpQVeS0tO4qhwb7l72Q2x/GZf2vn4EsLrzpYPYXrTOsrbgDjtkGB
2rY/PW/GKRWoevlJSmZD6RbSLE1V+jUa/nQ0Tcd/9tsy70HMiCm27X6mX8PBS0OaGh/VAM9EaCVC
yoB10P7mPLlWrvrb3OfLZCxOBF8uvdYHmqLqy8686bcOx2CT5wkFNjtw74fO56Bv5/R39kTxmA2V
H/vaoe2XJNMJh6gfYX+gk2M5+a4ShLkp1/2lFD0bOMt0Lj2nO5aeYHRiLrz2ba25fMLyj0z9tL9W
bsqDYbdTNLUdeNZQJIcCjenElDsa76WmqmSwN1BPAZvugbylL/ZaNNycmNp4SszkqQzz5mXtFiyE
KVWNelv1lfct0onSksFPR5xQnkKbczhHmr2zrcK6IGI1I+x7A6NnjPEkVLu/TCNMbxt/pM1U4Bik
7evfaUeAOGk7jHtd2+HKXDPORLm6PzgMRtbbqLPkOZrPMED8OlnEaOmUDsWmoWtyXzOWt9O9LZ/6
vmFEIDMYFkDYQYVOcdRfB7d3PRKlnTPy6xg6rY8N+6qxDFx7axQtqbpfO2cVJPIrL2hCmrJ8S2tl
bNDwoC0ECuZmcWup9tNPvfpt4jPZ+u7M7cB+MWA1RoCWkbGaTWaoYt/K/msqEOz1ovvMAn/eszvd
3xft1KPHDu2DDbnythSe8+oXQ38Q2VLRhXMoTc0NkX7vLuQ3nbUza4R6/lgy6eGWU1StDdNq+Jb4
VQhm23r5tN1/uWenZEcXJyB1Dvytn2MvULlVMI1Pv3hF2LALA4N+8RQON/1aeDRM6A2lCQhma3KG
TUvj5i8++JFSNOYozeDPJivZaVkxl+ydZKbQZabFTeq7WJ8Hx0n3tiN4KDPlxl4fvrpZwJvA/Vx+
SKfr7uo5+PYGs7vYU8qh0F9F8kgtXzjzx630qHkOzyYQqCexNJQKuto5Jhpbg5B+cV6okV2UTdd8
UKMRUej5rSqvAkQ1VJdpylvC2xwm5zQNTxPzmfTV3enVnZOcBqdJfwNEOAvJBYUaR9X9zWoXS2wl
yEvhGRU7rwTDZ0OmunNFh/3D9I94v+aYjK06zFVvfhRBMp4WOdFO9pldwldhvuSdwSRn0TwSjjVY
sLGrp4k07ia3x23rB37MhJpF4lcWtBkZhs2SIdsAtCSvTnv+/JyRTowlnzqdVgaCPIfXolNbX9b1
dgg68rWmCW8Z+s93g080bdDdjhKv/CuDJtiPIUUrKc3q4CApOnAZ92ePa6im0zbZ57GesMpiGn/M
7AVjaT0ne8dI3pNksPezLIzLLLX9lbQd/7Udlkvhj+5Rsqa9R9cujwXWu31Tj+ljMVMX2IyTa9xm
7ThFYnTG7wHLZM3fJp5CXKrwhseV+RqZNXs/WWnjd+N34GiGiMn279GFLA2d5cC6uKmfR4tLR6p1
LHESDPvgUO9191XUycxXqMkjcP1+F9pSZ/xZ3j2cTgbzC+MdQ3t5GVrakrawq22bUHAy/HFAnONM
e6p+y+36/zg7k+W2lW1Nv0pFzXEDCSSAxKBqwEbsJFKURNvSBCHJNvq+x9PXB/rcOrb2rq26N8ID
W5JFEExkrvWvv4m0duWnWbZspmb6ZvqBswpSx1yacqwfCR6vnso+rW76ypQ7LDmNVc/Z8Bz22Q2M
N0Lt8w7oJFjKEJaFprcPAOnA4LUpFyTOlSdvEPE6NGzDXzDQ5nfnebVs0oDtUBjkSTOHZF63ll3Y
3RTkdUEj2jEIX/VqDIg+qrM9weTcrV7vnrpkLNdaN4ZP4QRpzPGN9l2BUQG6TdW+HAtr7YykdQFq
MIGghsgX1iC/8F/rvcWZS4Cr8R7AouR+Nt3G9sLkdcIX79LLuLlhY/Buq7YLDhn0TwwnTHdtT8ge
RhE3rwJexYsma2Xz5NTeKu30Ly3vasPdlQ+en1ePrq3KYFFUbbgu86lceQMBwINWrkeyaQ6iw2rM
aIzxEaHkiIecNFfOmGTnShRQoeICTrxRqujku8raYodG7V2Jdg9xYXiY5rDiaBibVWeU7l3NUOor
rTIdZkDOy7s2EO+99Ar6oCJygLZbo7mNRDee6KAvjpmOG8xUSRkXflve+qK/FBN9rVFO5bIz1WsX
Wsahwg97Dj5ejAweY0aRsCJRGz7gofNiRfm78vwIKCAEX8WsAdjCLvqfujEx+onJTmVTzZoVvSoh
wgE9Bm59+pvheOYmza1oJwu3QNrGyNBbGL5vkpxbG6TBpSlfTpJc246WH2+VaTtEi2YvWj/CAZ3w
qNvabki6ajjCi1IoHZ2CWLwqKzLmr9bZjO3wXng5Ey4nrM5jPQ1PoYNJXcG0DskdE/MgjftNHGkv
yaCiJUwsa2sVjE7i2Ttyg2uif0gU4cYMRc2V6bM5YDralUf4y5dRI7C8kkWyy/DNXHbESJJAbz1b
UFcOYdqZ3ywFHSUKuuDGHbwvdjK8hZj3reI0lWsIEYgBc5ZU5ZneQx6rrW4dexKjAzssXjQ7DY+l
qrIHq7I5KFW1grwiplBDNxhMeNTDeveZXSzsRDtNSUG0uTTfCjbkJaf7z4gsyMba+OVZN+vmaJCI
erRRJ06t7a89srLWyg/cOz0Z34jIzlai6AB760hxdrUZpy24XZI6tDhZaqp3t8SJjTBy2FTBRAjl
aOr1zRCW+PKBU6wbCxJo7cLGQ2n1rSNHcEn1j+mO7jnaCtKv/UhWfXUiAjO4L2FAPJPZNP00xjx7
MnSIGE7TigeIHTEbUZuBt2vOQvO76Kul1cg+4f2RXQnJcQXpHpamZmy9Viv2mksHSO62kZybZIBL
BGZbMvbznPLNNdDHQtcp1gUkrK1gBAtPO8Qsm1wl6MGJWMKD5fjoc7kZ0aYy4tKK+wBobje4Rrgd
SXhkuCPqW3zBKSkJJPDqPj0kSW8QSth6jN19v39sId5tIHtxYvWJR5b02D2Vep6sqOrHbeFF/lKA
td8Goe4voU2A+HQ0ODbzlMXVpNbTgCV8N3aBaM031XgAbY7QgBHjSXNP/UAh3vuRu3Eh230vmbHS
jk8QnYwuXtddmH0pbZnDP6zAQpYtEXIryy6NDSoCXR0CFTO+S+gt7uKxJgACwWUI28a2zqHTcFbi
8dDQTfysgfGPrYxCQlbtTv10MgVFrYW34zER3XjpZB91lDjUU2H22M8Z9OjlQCWbaHxzYabucw05
YREDH3YWchwv6qJLB3EKQKrrD01VQITw3Ny+ISOxXwjCgXgjMIC10a3uapirQPERdAM/cR4cPYVS
onXGIhpg81Gp6JvCKL8BPhLJlhN2O/lQyKeg+46nSPrm6kNzpAf3Lim41sYtp3yfT/HAeRbSlBQs
0Cq0xy0dkbEUZlrt3TYLVy2N0ZcpnIhvqLuGc0hgphnYJL/ncb3vqh4xgBPB5RgMq9sooluPmZe5
r10HqlfZtbd20qHaBjHVTN7lA+EVTDj2U98ZWyQbHcWrTT3j0qIFIxzKIfanCHhYlc+VJaf1wF64
sKNwuHVChIpURHawtSgfCExgumkKskgJZmt+NIY2hEtZ5/k34Or0YaihfeQh6ZAl9kdrx2TWOwmS
v5qs7W+HFjIlpqJoZlJ6kjnWixlYYj84IngM9NLb6FnEPC4VzxBp2mgZcxgqs/K2MGbzTdZ7YtcU
Dgwu6ZvRIvdt+WgSH3c7wphj7VfxsuQ5AtshG7Anog+FlQ2SrxEN3GMh/JWHPDp6EvIpTXL6pXFx
HFgYvT2C36g6WLut2Z9InvdffL6/jFRHVxxxeOaFh43HGLZ7kRKsWWMRvC5cnyTbnj4/sUA1fJzZ
cLRizwWvf7Sgtq/wz2SO6IflW01kBv1A1G99iNtLoY3toRMk2ZVhH+8yV9U34eQOPx3L41lwOUE3
HD/FMucoZ7jak6ah1R2alDqa/DVyHPblOkyAavzxK6mEzhJ8+H3S23bdmTArddMfgyW+7dpW2uUL
EfSMLSEYrSHuEIkAKaVHI0L+BjgpEg+nHL731lQs/JjxZ+t0wSrqw2BT8gQe9WhCbdTqzTdGxsk6
j1GETjSrO31U9j4pVASTwMte4jh57oQO0Bmwh0gHUYeXj8+alk9IY6QFN7zWlgV83ocYBQMS+oRH
ebQcK4Y9QliN7bc8DpJQwavM8b8UnvaUp/z5mIf2R3La5kd+fE1/1B9/aH6d30PZ/vW6c1TZ/77+
rP8jn/+xzkChxjNRJePDj7pNmt9Dzf5/v/k/flx/y9NY/Phf/xMCc9bMv80P8+zP+DMEcP83mekv
oWmPc5LZ34Wm8b/+HZrmGjo5Z8RUmCTK851/h6YxoZZKQtcG/pszP8iFvyajqf8gytwEKzMdE+bE
LJH+z9A08z8M0BDgEctEQeTiXPuf7/7+l7zyV5odt+pf//49F+mDWxxDIy7N5eqkY7ooEfQP2lcL
HotPtoN/TzbLeB9YQ7LsrLRaWG2vHQlAzJk1si9WirBowrMLpuVFk2xJBWpu7ToJyLdKpFqg4u7v
Chb/inKZCCfPdcjhNPCZ/kzHPV/Qv2Wj1wsmFU1KR7d029HFB+1xVQQE1DWVf4+IRDtDIQFoM+L2
JqkMf2m36bdykCC9mYvqSQNM2JR47Xwi9v9Tvz1fA4x9gzvGHz6+qyXgbxrJBoJUIx1sh7TIlidv
cozXtBPlDqIvc8paj+uVLJvg628r6+8+q1mq/udb5wMyXME7n/8yr6TfpZlBONSE+db5fVBnoX1q
kEI9W6ltHEcjDze4SDm3U1H4T1jczuKJLhfGwi0mpSC6e3F4kw6ZOhtN75GkHvvZGn6n+CQm709F
+HxnMAwXynB0W7oWWMufl5h6Zj22RZbcN+6Y3fYSsUrg1jWeJDDZyq1eOmKHUNA6ml0wfObUdP3s
P9wgVzmOYUueNUe6HwSmtV5FpuPW2X0QVsdIL4InInipabCru9MYe+/xJAQWJUuAPFApql0NZWLl
JmG0j8dArD75vObP44/LMXVH6hhBOo5tmEjd/rwZU+TQ1zR5eE+PwCPVFWb/PsH8P+ruUKc3AdHs
rxM1KHGnpcFEC3XewrCK8dbX8sy/izMjhVXQjc1F//yTuqra/7w6AQLmmrrBke7Y6sNqIiXYCnHc
UKey0HNGA/l0VL1RPwvRhZsrlK5asDQEMM0hiSJtn4s8/uQW/WW5ECKp5uWibJazfTVt+O1B8jms
EinxifQHMmMl6cbESoTweDms9DChPHYB/ZxMqj0e4OYnj/GsNP/zDrjC1hW0Bui7rmF9WKx2kxAZ
wLq4r3q82xdJYDcXlSj96CADWzoN0aOfvN8PoneeD4htpmkrZ342XPujNXQQ4/mQqjY6W2FSLdvA
lyaFRg5pMs/hPgoiudg5CpTOorlLnKZaJuRQ3VdZq62dIi2ep8xlfl05hGHULlSkASZC4Ez5XUMa
xzkOmuHQQ6X0/HD6cn2+47zVn/55YV9jJ36/cdKSjsPGZ1tCOYbx0VTYgQbB1HxsTyhgi1u3MsqD
JUvYS7V8HJskWRS+iBGGdBCmgYXj9zYuL5WYiufRL31Yi3Vj7exQRiugZLA4wKpg1fU2yLib3uVR
9i3CREItOhFPL/rQ5hvK5ApFlSqfVGD2P2KY1feacPv3PLLznWuH08OAbPw7xGScEMkdHiBeWsNL
OhnG15gyC+Tdsw5IsYetriquUJXm1hhLKBr0jDdl32Gj2INcQa5wTx6ED8gMWCs2o6XWna0VgoXp
ppu8x11HuWP4inpGVuh2kwaCPHzNTThEvEKk9/fKYUA/TcUXrTGd26ihPu+stn1MJRvyZJ0MOUWA
KJO7YMauvaZMuc81A5y1nU7WQTWNaDdxpQfwxAKIG0YT/wxcLbs40sx3flMYQMVDl18YieuHCDDm
tmmj6V0FhngOU8/ZKWmVGBkhhcxKywg/WcUfnxtpYUko2N4BXARxER9rBrfPxgiS7YmZszhqQ+uc
BysTx0ha6drtouH9n9fbx9czTTYpQ5nCcpXN3z+8XgoPHoTKq0+MJFhCboLHH9z+fMeUqXiWWW19
sjFc7UR+X+C84rwrUhSRcyt/ORj8ti81jkjbRLP6EyUPR2mM0/0+IUsG3RlPaE6Y48oKQ2RoutNB
7VflakBzoyEa+FVQ/z9zK4X8yx7FpbA3Kks4CJs+Jll5jNWwe1fDKSDY+rZRNXnMLTKxzvMDc1Gx
S94xNPPWfZzGt03WhxBGQvg5XU52doSsaZqi7psKP4sX+uvOTfVpW0T3Uozy8XxwHyEjwi+og/ST
Y/fhRgxdtZeGGYDN5/azyOGCSncUCz+fwu0/rwbxlzLINNl5TCQrBA4L4+PBJazWV6gKJSLTwrkU
XZfQhmZ5tqhwkX8HBBVHSQd3b0ISW/o4fC0m8tF62jpGfHGgF6sx6/vtEIz5VvlOM3xSov5pb8Ee
z/U55GEL07Z1A1vpP4/9Uq8ZJpaGPOlm31xatoBlVrbtC/BGdRvMMarOFAcd+gVhwexJ7LdPbtB8
bn1YvfO9MR3BE2rSXfx5AbqNXytUKyrT3NW+1mMKoEqC3koYPi6WVRNunFKEd36lBRA1o9H/0vle
hCUSG+oFk47/Wg7C9Yb8cT0frL5gMaRd3AfyxJjpG8TwvXCjn5+8579ZFBb9FXdeF1SAHxeFEl1U
KV/BoK7GUF+qqWnJWB3yXYbu67b1E/82ijGjznR8l0HUra0PF2fndFm8CyBvtUuSq5vvOSLItXBb
95NF+3eXx1LVKbkoBvWP5z5pOpPb2VBTeEiaS9VX5WZEqZwu0mrAFeaTm/E3KxDeAjHd0Auprj4W
nprVDEamkI+gb2GvDIu6+wJSFxxUWg/vqeU22EKgC12YGrg6FWa3lhjU31IJXhQQNV6tPgeIj456
BR+AuADhV8iRdb/ezDLFrT4GXfbJY3O1/fqwbGmSpTCpyv6mIJ0s1+otoxansiXQexExI1pWkIVu
mTdySZlrI2AqKrM5ODAdnxwpv7sFLU4LT+Vn09v93qDWwSIxzhZ2rSVPHXXG5ZNbO7cQHy/S4Pyj
U4ZUztX++WxNahL0UlxkXeoddgeMco+ZE2c3UiTtxk8Kdze6rvdE1LA4Qs/qIfqEqzTH1svqwh8W
0V2fOer87Y2jJONgtCikxfX7v51WvCbqrZKRWT1Z1qGuRXPBsZgiMMydR5zYwwM5acMuMaIJXnmS
v3RNx6mmwX9RemQ+ak1r3kZ501ws4M53GQT/rdt2xTpMaVClfEy0xYKCuFf42zStvTgyV0vurcj7
6vYFTMy6htUTFckWh4j8oLs6/OyCnXyy1U4UU3PS/OATd6O/dPAU4ezRdNJyPl8/9qk+1G9srXpx
coveOsgsLJ47r6DGTAKYTaNjVMCd3MxPVs9fwIv5ZRUxDLSFtis/dvBuK9pk5uCf/Mz134wWWarV
EkrNMVKvNWPqzxGUuUPlFs7ZNCbkdtdW/r9xFcq0bJeLkZKkzT/XsBv3g68N6CpjeJ4J+mVVQ8Gw
g3VkC3/BpOBNLyfvFREQavv561nbfGZ3/TftJ+iVEBxPIGCusOai77dFS+Bw65iDMZ0MEO9DntPC
iEnJ9ziU4uh4fc68PTlOPYHA6GFolMle2/zzjbgWKX8+zFyDpIGRHNb0nx8MfJ1eFLCFpH4aKCmQ
Ftp68Yzfpzj6jBuShQddFTugOLZvsnEKjjIoxeOQlfmPvA2DaWVLq3gmUaUpMW+vmksM53GnddI4
O5hLHay5MPXDLt9Vwq4ZS/TQYpKRyQfM+yS8QeujG5QuIZ2Ocihnr6AMXuDsaf/8Rrmtfz2AJG+T
T1yw9Ez7I2SVZB3k0rb/1x6RgHYfpVOEGyhAzhktoyB7W7NWuV++RjBFHmhM1JlgVeuAeTIlr2/J
Tagb422VGY9+aMv1oOF0kbs4LCWWNaF/lv0PxHXmkZnAt8rsrEMwTD2cdyIpUJbVXzgYZ0U8CPov
PGQYTPNUTkzzV52LIA02WsnYI5CYphjD+ICsvcRAx0CoHk1YS4gZOhliC/hKy03rQBMWo2XtQNon
7dA1UblvayRgbtxY61jvs29l6jsMYIJsjRQzxzG1is+WHHwWvmBtxVAZG+EKKLjcfY2PamcjK9lj
UlE+jW7R/pwaLOiYh8O86Az/LuDc2biJMcF20nBy6DTtjSGLTq7I3BeY/JtaFA1KtShyq0PNn5mb
CM7ynZeoYUM1xlKh3lLnrs/ynQJEPJcuGv+0QLE/xd5e+s5XHQ0sWnC58XUfEwStaMP33EZBd+39
u6mh0xKF2mMKFO0Jlgk3FvDRkEbBTQyNYo/ickA8bZQbw+uGw9QbTKipS85R2/UwvMrxR+YE8TGM
AHrSzKNVTpP+UJplTbCF1L6qrP+RTbF7JPiFuHFt9LBS8nAZC8z0NY1bd0+1pd20TYwxSSSCk3Lh
gqfM75nvt+GIHM+6F0nUrRhT3oaxhrNW34p8B7+0uaSl2T1gU8MJBPT8xRFJyYy9FgORdNgfLK4/
JPUEj56gsh4rEWMj0CIOciLySWSPWLka3OTXWYXbmQEfumHPbFByaJDdnoOotHYpuMA9KRz6xrQY
5i9KC0p2YMVtunDnsjAMjBzXFWzNyrbkNlw/NGhkxtIDjn+L4lje0Wc5m6xmptd2bsYgEvRiO/Zo
avv60BR+/mJ63V3SCQdOlUL9YGXekgPOBgixmJri5blKdM/fWHJsngosmSC+WtZtaNVqX8Uk2jfI
nBexUdaMpmUaH66nESq+EEZuOWFNpGXmEwhZcSfGGC9mqbR9keQJaYJSHkMjzJejJHqvz8v8PsMk
dudbWrcKByabXSawmAv7YuV0frOBgefgteGirTbT2r0rM/ehw0rlNnPLYVtBc1mFGhmrHisZ5YUP
O6qQgXiGRImcSx/xTWhT+DarBrXWUko9gDzi0DWMoRasBIPXpVFU8mtdhgzXGNBphLRgBuoygbYL
VNfMqJeIL76I2jHYSr3X1E/ih2ZwnNe+Db55tS/WKpPpxsco7T5hWLksKoS+110x4DG7cAzdgJly
YWHWrmBDpksexteJzflY6uyldd29mFXApHHI8u69UjV85BkziRpEhDDgO9SNTWe+wriuL5S9zUVW
Og9Gjw3NYigTFqEuJaqIMQ9e44rdT4sYMvM+QWY7R21Eiepi8sCAxrHybz3UIRsbJOdSYuu6dqHW
3QyzzLhu9fo+6jFuGWXjn7S08XcMFdHeW1l60ARzDciwGvJ4JZnaLhw5jWum0hF26ar8qiLdO3qF
HdCOOWwvYWQNa6cZH3CAJ+9Gt4tnCFFshM3gs6UUrGvkvDZou2lxytRVVD4HJUPuxbUHut69ZLRt
vCchukdT+u6VYQ7DhoCbDYI/LDiBsO7wx0vekSBa30yr7r+n/pDfDVqoTnaaa4+w3Md93RvWTTXU
5k536n4n5ATZymvq9RSmxQ1KeQybyAHEkioqcCWoyqUdJc3FUWMPZ3iiZJ4COrDrVjYORnOBlYdA
EcceYxsQHn02IrQzZTtYe44c44udsqu7Zv5khPrdNHDKThnJNotCa6yFEaIIbHMMHTUx7dOxzDco
1ePbWmG7EvojrzaOovgiNSQyA/ycnveZY9LXNmiOB/db2sjiR9F4AO9OAeUQMaH+nNvhQ9YbI3xO
aPXQdw7KN/2tHSfypkomddeYytxJYVhbhfPY0ujgfc2mgXlYNI+jgfDRrZS1Nhhg36VBem/bfXTo
2sY6q7nadFuHT+6KXeGrLYolFaGzQffQ92n3aOgmeOjkrilKpx94J0533Zjkv8CEaC6OolCTEPQi
ZxnyUW2SzqR1N32tX8LuRInnw4e2tUC/pblNmEW7NbaiOQq7MvI527TgG6ZYt7ZmRfhv+P1B72Fs
pX2uP6UMZTaqKcf3jLpvBbjsO6towltpMammviAEYs7UumW4KjzxXepD/VXmhQY9O4LZZ3rCWGIS
SNNdR+PecCUZkZWTIoOoyCn0yviuCrF1mxCG4VIYH8XQmsjtYozOB7/fYH8BuS/tf+TEV90J2C77
2DYRnZXAjIkjw0cj1m10pO3sndl5NxDLvYdEG5qD4TT5KclGmnfplbOnE089XD/9AsycnHAWwF0+
GEX3ghFOjZ0QIMi13MMpJjyXZpz+mDyT2d0cjJXVsb+oNdte5Zb0FiqmxxM9l7MwImhpciydk8Ow
aZFJSESN249fklHT9lOR1TMZqToSFRJuaGvynaNncmnqpULQxI1Eo0+puTLMGtSaB/yr12Jap5jy
3nXXE7KMJiIAZIkBtZlVYIsGCt+6jXjKp9blNMsn3D7NokfkMj/LBkWbX+bmQzvj/5mLfBNvpzWw
eOev4oQ71SoF+BXRApo8Zsp9HM3ePrSIRjeUQeKia7hXxXASWHaWAjgMHUa9XaTOmZ/PVfE8Kux9
237Rk0Hj7ceBOg+G4JlxE914LigraCKqirO7RPEQIcmu2XnwA+ErfV/SUc51JGLk4hmaLd9CIBvx
BNiqfYhqvjrBeDr4zlh/82ufFegq5Ja4ick9IHSwDyNhv7t4ih0rN8Y8V8EJ2UG4qA8QDg34GlNd
vklZ8nIJPjBMjSbkMszTn/xCaSeVh/ZNaU4DIm8xZbvcG9l9Dc3BwrPD1AIhQWeP8l7CGtbWY4li
+Bh58HnCMB4e+iw8xZ5ZTsuum/mNoeV0j0DH9Xe91bpvjWGFt9h2Ita3S6oJpQ+Ts7uiPPheGd/x
Gte+6VS9cOFKsz6bbVH+yCujh2ASBAkuoQX9OOLXFtZv3YQYhBghhELjBu73hENJOTyz8yCV7WwL
qAo/E0T/ikyNqtBfoNr6JprCoD8Mk3GpVSEf4ALej5F1cRLbvYzmoHbsox1c4J6LF7pG1ZXxlOUE
w3qBvjAoNNajHWkr1jp0OOoVX1vaKTGIRW6g+0CuujCd4sHy9HgHIjuuyxotb6LZ1nPgFP2tiJW8
CcyuvzEdzz6QlruXkZVRRIRYjzjBK8NaKrcAC5fTiA5gacBlhf3K5D5uxnIjA0y0Euz+HfQlZvU+
qGL2+PDtCbpfplVvkDpLaJFJ4x0zHOuzVTOY8jtrz3N32MG00V0exKpa2iQZb50UBVpmF9YRIn/x
M3MLu7/RxjDAxNaV0ddk1OcTgOENgpvBrL6pLqi1W/xpO4zOIiMtbx2EYS+IFJ1VIWrXXwzDuEnq
RC09pEYL5B6nVJn7sU/bvaH64djb2GEZUVLeRZ7+owxx30RMESbnJFMc3pwD8Ss7ojkipB3cdGmH
bGZru7WM2xFDTnfRF67zWnfU8viu1EG9j7NMfkl87NRxz22HU1fXbnuP1DEoXXiQSRlvpGXoXwQk
YX6fGhhcOtAmUD9N4QZP1GydYAZyxv7BW6LEkMwBEjqASTcza2m5nTj+qh8Su6zVglQH71SEZntK
K751HTOVGkq3tsPyp7TpY41xoIpOPY3n20g7Hh0jzXl0rj8W6SIcV7gH5TvdjyilzEDAOrjWHsW8
1UYpXcr1R2uPeisZW553Bn5q5eLKciMrDDYD22zuif1Qq0pPxZFDk7mCDSiVpmH5HEZV/85+3kO5
ppXjGOYVvblr9tOCogBn5q86ckwMv21EdktixopneFjEobhDaP9EnE9C7rWWTLK5Icj8NjqYdm4d
bLuNVwluFBFc1zD/0swNr5/24LJpYPXvXqjY6+Qo6NPRBzMpbnFoY2+esb8mlmw7Q2E3c3J24TYw
+poYZZEazugm65MmneZiWqiQbNfnMQw849dl5EXNL9T84rpLSu5aH8yuLMWINx9sULXH1gCNCuzv
I2Ts3IN+m4GLCi2YETTeOSpVSRp4Wd7U7jRsxzT42XYKJmM5jDuOg/u+xGajE1W2SwPX27I7OBe/
J3IkCFsOKd7ignLX32qxl+y1zo1wQaC20lTiP9Z5atzxzJJl4brdsIxkIx7ypm0ufOzcP6pNDFuH
wF83MR5RePOl51R607Q0J1PfF4F207cWdjNNjadfRux54yevVyRE9BbNeA2X2tBjb+VOdBFKxP53
V1PT3ahKgS2ErwdvWYh4YlGj2mUWPN8cR81LLKu7e7Bg8zBoJi6eIxTJXx8sYpGLGATQoRPb25QT
ne4k6VZgUNZDXJCVPn+0U6TrdDCx7hG0Lunt+7pJ3xwK70fcffN12KdftSSgXYXeixtLJNK1FJH9
lOqx2NH/4U0z6YAfMXa0ORyoI4bH8NGpEB61sOGwZR9kffheiIw1pmtIe8a41xUcxYB6Ph4IiN3x
7F5cD4pfJ6qJKc+yZKa2K2fEIkDqvwMpH5FD5pdAC98cU1qnqMTPgRNQjitl0JLDM21v+xobGsF0
5NyOVfWO9kw91EEZm2wN3DBZutqP2gFhXSb9hPrCBx4+9zIujv6IAkqzp2BcTBHmiijTdVjIdYN9
7EzAKNJyeBPYzoFr6ZSJY+slNygRMI4ghmgrg0TfKc1J1r0a4tNURZWPZVv4cgVo/ARDtQURPpgC
TKUzfuFw5vN0bMRGXpeYF2CsrzKZffRi+I8vWh1jedOYAXIiksYOia+y78ngeffX5V76GODm1BYY
vc9Pd5zELsxizGCbIXmKZ/xat3PSewxRIoGC3sku4oOWlL3GbkQQbH0pbQ0Rgmbiu/prOxIGklEH
GcmS5xEjl74Jp3yRTM3FnnHjjR4Z1azkJAYFzTIISFadQzlSwFtaX+E2nSSMKSba7hSFU4PNYOVD
xR68kmJHx1PqpiHLkpXuGekLJnsdZrBmcLrubpI56dawrMewCtWxqyn5bq4o4bVFAukoQ3Suibj3
zMK6VHM5eW3vOI8AC5uepxD9V3HGhwDdN6ekd4vTtjr3zBgv03UjrnTedOYFh6jJse8JBsyRWuZ8
e4k/6AETm+I4GJgboXblSzg2lrg5viE58NZmWOr3ul4FBLhq8bMVjtUuHCSkZ8s6Ao5pD+Te0LzM
SF9hTv17IzIchFhr6V1vFdVzIiv4t1itoKtsh4crsu3ilnOw056mZkhv+tKSuwYjkVM2nzt4aWCW
PQOSkKLyrwmRtnu79tGi96O2rArPX2v5DBHVXV4/xHguHRMm5ufO7TDpHtru2DIH3ig8W9SicKxX
03CSgz4ffGgm2mPgom2b9AhpShfpwCJIHvRqkDeWidhqgVLXQ4xNBT2kOv7X+PZs02YMmEGY7rsz
jWA2EMm6zGlxU9ZJnRrzozAngYy0wQ/f1T2qIqFutFpzzg7ZwGphlVTlnRoL3EakFRytEBKMHGqW
SONjj1Aj9KaLb5JwbbFJjSsQMuxhYzdpvwt0r3LfjpiGcuJE/XtrwQ6Jr1jF9ZzHaZozyplmIMAp
ddaa7SR8DvMAKHdDb5m7ljPTZf0zhsvDBvTIAbzAIPe6lqAKipvclYAGOEfsMVmoNhkY7K7NCrVV
pVXsSiy9d27Zr4vM02+F3gVPXVy8ws4ObiloKMqsKL7FVW6LiNV4qwvZXJJ5wqoKR0LRRsePlVZw
J+gOsBMcxqfYcIcnfCLjo+tSGNiY+G2sCCP3tOuMm1yqo0NTfevmmvGd9RQ+d3DoDtcV/8+Y+F9J
JfBeFWCGg5cPDI8PXMGwIg2i9TR1KhwOeXwIAcP1uQ/RHaCmWLIj/PML/pWdCPdQCRuCpImjv+F8
4AVQw3VRkfraaSR6Dz/pCnXUEOrud2GM+mkscvmg5bNgz1fuHfZ1swEKF7foy6ba26HtfvnnC7pi
/n+OP7ggRlHzzBC2sTFzT34bwRih5KBpJuRDaNfOjhe479UEaKhjFHrT1PXPpOvcjW8qhFXTgOF7
75/HRhU/XUnsLFRFvcW8pMDKUNOj9VBX3kHPAsqoMFQXySratn0bfjK0uSZq/XnVhLoJ3REm3DPn
L+wjvUO60yjDPCF0iNdTXTRbrQwAI2JUsGXvvUB4bu79LMInEj16t/ayTLt1Ii9ZtjmDxNn7f8J7
DesIH9+g+0pvqm3vI4y9bkIKrvz5n2+0+CuJh0uGwqO7TI5d9xqI8tuNzmWcIdkIrJPzf9g7k+W4
kS5LPxHSADjcAWx6EYiJQVIcRYrawESKwjw65qevD9TfXUqmSrQ0602b9aKsFsqfEYHB/fq953wn
c3MI1Vrsh9jJDgmi2D1dSnnejZRsXjTLpwlYzj6LxicySjhq/adRARd8nuMPwpTelCj/uJQsQ5aL
lppvtwpJfvleyJxrvGWtczXGOn0g1i88pE7Sf9YuoAIoW/ZNMaXbtCVLoAqVf3KZHZAygaDt0uoX
dfLW3VUgMNqGQumXHvXvliSJ8iM9wzpUf/89Oc4ovqOQWHDezQpXLdYYgSa6yt7GBm+NlWTO6qeE
2nHDN8PGDM7/TLT5tzJJsy2OFNp365Doz3fyn4uGx4Va3xUeQeG+V9awkbOSmUzR3qaEJj7d7z72
S5SJUfEpXMcQf/68fwo5+DwEqj6aFsTm3ju1AXZuRO5Dbl+JKkxNulMv9PjLQ1WnDqJVT56PULnP
AO4NdPbZaf786b9RWnkms1meDtv0fUe9ExIlWB2XvORVm0ILInGnaJPOyvvU+zmd0W440bbOLrzC
SQDfoVrNZNPcyNjHd1cWxstU1fceztEbJC4fXZnffDdkBK7nSY8qEevCu+8GZsmrwGGiFnG7/J7Z
53dvSaCFjfhLB0uWp7YyvcNYAFJN4uFxGAZULLbhiSDxy/D1p9q6QUB3yNUYXv/5yv1THcds3zP5
Wauo2X0/Ye8n8DJ5nS1XJKXgrUL2lL0JXR0ntnGKVll63oMkgRheN6H/0Wv9T/2Xh0HE4TyqPGRy
4t1rHeayVKPbkMIZJRg4cTvVT28FNUMGkpWSrLk0Y/NhLPOUJlBXi2tRV/FrZuYVmuMi2f/5Yvzm
pbGQpnAdVt0evOi/rzJtFVfSHLW6SnL0cG8KyjepLAPj+glAov5Ao/Obl4btwUXUsW7tyDv+/nkz
ha+DWlxekXGTHiXpMzwQSXVX5BVjnELgjGoJ5sg9zz9JR7qbP//cN9H6u9WK/RQ12rrgC+G9ezKN
1iIJofbkVWbI/gyDWXQsvbx8aVawuJXKrTWv4kBGvA/D4pWX9uzda5/4wTQb1TEizOYDU8Zv3hUa
uZImq7LQuVvq3R0QWJNqUSt1Rc9OfW7TKkKHLNJoXyMoopGh3B+OwzwhblnLwtk49k3WHaw4LmGK
2zhowQ4nz6MZjS/Tssod/nzFfnPDuEpcauSSrO/v65Aam7oRCde7cqxs7Xm3DiOsvhhf0nVIm1nZ
9PJWLL9tLdO0MJr48xf4jRiFOgidr7SQ2dIOfScE6abK8ROCL6+8IZ1vdbTGhKQZnsA5O69k150X
EXQTC0r6MZmm/JAp2rYfPDe/Kcfwrlgs9o7tEGn2XiOFlrlSC/vvtS/7E2LRknnc1B2AfTIONZbl
izeNAJha2j4MI51pbyc3mcr6c1HFxD/kbQbKx9bf+gg/NybuBLqw1V8pg3ZKQygzYWIuLcI/X7p/
CqloLPKNlcPrgobm3aMFGYSTJOjYa71uR3Ss3JvetpFU1Wo9laxjv15+WFG9/dl37xhDEUW7eXX7
oHL8+zsep5x+F4A01xPny4OSff3ZwpB6NgLpvdGlxSERlSNJRDgimoDSK4MWM9Dupjasruc4xq1t
pLmrN1mUP8yOc4d9ddrUMtbN5k0W8CYqwE1P/2+kW8JIpg4c9kjo8dN9M/U08EXlOhDZ4XGGaXM+
mmjVtj0uhGQzRmXxUL7NGebV4GOaNBSaZV7O6Up0G2a2/W28+NXTz47Iz/lznc7WdskS+9hWyXzl
R+X48ueb9ZsXzaf6Va5ER09oxbubVQwqa52Jm+Uko7qQpZkdSXcYvsSObcF9zYZPcRVb+2WuC7hz
uvxABPu7j6d8Q9CF5IoX/V0ZF/k5zadxTK61ERsncFbZzz4P7qb2WI8VFGAoks0eXf5LnQn7g03Z
+efn+6tqE1+lQIorvHXX/qXcnYfQB+QS5desvTwVbx3FxqfcI1uS/oXlOfXTW6eJUErrE+EK5Q+r
9chIKJucM3i1amhqBKnEoXmSiBWiFBD69NrCd04g6ma2Zw7zThjTZMGo3ZwZyUSHuDGTQ9Qn/JNF
XkgfwPuplg3rQHsXGtP8uNBGIZqL3DkLCLBP9yuRE1/KKFZPRUX84QZZPy99uXT4rt9a9H0bmlNQ
Ymr9/NbNf/PCkI+H6KqJii+xOTSfO5hpJ0Xv5PynilCtUofK1mjcklU3+++fLc/mGqlV8v6P8/Qg
tSjHVmbXBtZQAPgUb9e1JaIzBmQWmdbL/FxixWf/neOdMUfOz4fr/7b1+DJ5aStd/ejee49/tR7/
r/+XDMoOS/L/bFC+6KfX4rki+fFvrub1f/TTn6z+kjY3DXkMez0F66oc/OlPln+tHWXOqz6vDIZO
k3/5jz9Zmn9xp31yV1lLKLRWW8p//MmO/xdKSv6Wz9mcYoO37F/4k1Gl8lL+stKjmOc7yLdX1sUr
+P7IBbgnjkQfsSHrroMqOc27roiIjKzy9qVBPRJM9VgcIYRYNzMj9UA2BuR5MyWUyyKQbsiWYqfJ
zCRV3LMPiqr5gQ7Cs9RLdwDhO25FHQnmDd23pFDfajd8IHbuaZnILmmEu/dk8gOz0L2JaWSj4hze
XQzJzm4F9HIyH2LJuXiObl3D++5weN5oGMJnE/3uNSjM3TKcU0w8c+O89GfmZXH43Ez++NRZ7RxM
S5zcTSNk/TpKewgBpnvZWYwtlJphf0cmmZCF3dPDA8kz1brezKVe9l5kmdCSCqrI0PSPoRonXHgr
/YxzPB308uCK+bNXhl8jPHgnuFo3cShyWvN8S7JTgZCmcs5OPaQ4ZpKuCore+ur69o0dp9NhKJsX
F3vuye9yqOW62k1WeO7FaB9CukH7siqeZTKSLtb5IDtbgG6p7YfMURTNo4W2IDen2TT1oIOlivqg
KkBXYob8xhHS3gxj0m1TFXenaSqic915X2tNl3hyW9JfzHQqtiHSqyNYqvYcsZJmoF+Rpza6nwka
xTdjFPNlPnfU8YRaBKmwCe0xWtbfHOWWZ5Dqoy0Si9vm04jOFZI+BJZknsctqShg+ABj6cXX27pU
BRIi+zKXhPcuFd18NAxq02DODWhgP4jZdjdhMzPJbFjSEr+B2z+zwkdEJpm9fFB9dW8OxPt4xGtt
83h4qOuu22fWfInAzApQt/ef7BDMe9vNXsCVJp8GFcomMeYjWUZsE5j3EI8Ojx3oxq1jN3faasLN
rIfLzgEAQ9xFtTNbJiQJEtG6FHu5foPUy7+FNRPBEAhY0zkQXoskaJr400KRvNWh/WzO4Gv7JuXq
1dW+dsynXq19LxvSE6KkLSvBOVmby2bNj8FcYT23A5ipvFyQ25cMVMlProicAKbebbR8zJmX7LtQ
TXsckc2uG6C1VvWERcMu7V0h+vZ+rJkdidglasn5HhFNFVTl+Ki0g4y8Mo2zWNNIyr1UE7fSP0GK
va/jKbyTRjMckygVOxHHB3wtajs79snWHolVHtMadDJnVeMC3eFXWvsEt9fOZ7qw0fWkGQcyQfeS
9km7WL1Gul2buXXDI/SdKGhpUphDPxGvgWIt9byjP4sDEWvpAZ128Ujv77lTJoUICaPbar0J+OrG
vTKaeZ8M3lezj15Iifg8iMLeTCpi7JabJZDWWhEovPgHoJ0K4RXfE8vHJwDzgGmcNW5Iu9CnSZIf
bESwzEnrE1kjyxYbC4lukjxP+JrDprKSr6wJcRB73Nd4sk20lNlji0d1nzgZswU93gmZPiXJuOsW
KkyPmEPovG2+DWNCfwY0AGesjfaBksMNKkk6nl80MeJbbDaEsXSfZIvCA5sQGDcPKH5ZC2KU+mTf
YEtHzoDgjPBN53Z2tbx3y9Lb0n5EOLbkFrIBVv+tRYJUIbozvQ7DLEORp5av0VGkpyARSG441p3b
5ciqYiRWUH5zxmW6baL8jMEV8twcsDn0IELiF5MJm9198qP5mSZzdjA6TB6BDMPvcZQIlgz+L3E/
+37aB1GDWtmOwg6t3PK5L91nuGMX+YBpogFIQzRBI/B4NY85vMgtWY7HMvOjXdGYz0vEXc5dhTA/
T4GlpbydLUY/MlDn89RFMzWOA3EriBE2FhrKY5i4r1nbkxeVZ83GE8PlZE/fq9mYNgg5NmJEryVA
x+1wJng/K6f/X7l8iFb5Y+Vy/m35lsW6+/aOx/J/KhfP/QuHJGdAektkJWEF/d+Vi6P+wupg4+1Q
HmdDvMr/XblIyhMbdyQ4BrWe9H+pXMy/pKJlhryFsyX2duffVC78nV/rltWrbEvMFuvxGJOLvf77
L4eNMgaQ3nUk41VE0hKbMIXZq1WTrANr2bDPCT6RnziGJckHdThF2T8/d/3yLg5Ul7Lt75+bYD0N
x9DEoqBA/JuIsPdgMZkzj7k6/VJJXv8swn6Fx7wrzd5+Ipl62JPRu+FtfHcILxY2574jXHioR/eU
i/7BBxS5t5eFTdo2Pji+veup/vw0eA0+TU1OD++HFWPDUC3tJmzW7sA4xLVIeWC2uyXLJdnX4zgG
4J84xqrq7l//TCYPVJ7M7TjNy/WK/3Ink9ESa3oyd9Ij0j3WyvzRq2LeJeli7XSuqw+Oyb+5rEDM
WDPXM6oNaubvn9ci1I7DDOVmEefFBBGNtPJt1C7DjYKk5+8h9nbFB0/NevL/pcrm4jKWwihq88Dy
4rxvgGnVYTAZZbsfCP8hGQVJtldZHxmu3n8KpwwMd/jY8Vvxbrw3TzJpAr3cuuNeernaeXUXH5s0
VR+0E9+/AXyKa/ODsD9jwGZO8/frFzvaKGmATyumskSOlE/JY1rDr9/QMzLP/vxw/O7D4AAxkKTf
/s8RWhcjDggVvmozZICs4ulzZAMbE4n99OcP+s21AybjoOkRUBe8tx7vL09hLdKyTNxi2hu+e4V/
uQWD7E8fPHq//RBHrusWYwOWrb9fOp5oJi66I75POC/CIcEiWkLvg2Xjd5eM6QhXi1URM9q7DxFx
mKvI45dYnhoO9bIA1fWrixxX2f7P12x9U355qpHKr91uRq8KUhS9yXdrsLLnES5zjgZkhxz1g1fm
3R8XjEzZWUzmTzSOuffv/vjI8I+YrSLbg1/RMAYSM2xvhUqt7qYqiPU8Th3j+6BcwlRuBuC/9QNC
mnC6/fNvfLfPrF+DfuobEYFfiHHk77fMgI/pLYB09505ZvSIq7CB95SAiSLcKvPqo1vG4us0wM36
d4/+2yez7NsU5BYAsfdzFrnMIm+XPt8jkMwPM3rl/ZyS4tvycN3/+x/JssEuv5KCrLfO3i8PPwrh
UqBtJxA1JqbSiHT7Qie9P0PZuhwWu+hvs8brPxib/O7Krq+0Yh2mYeisG9IvHxqmtkmGCHV4lVjw
Onu36x4H6P9nperIwZsiuyd8a6jE67/8say/ij4t003uJ0XEu8+1zarMzLrYRzQl7gzlosiJy/JJ
51TYo+5xetm58/jnD3335guJYJ8pLxMiIZhPifXff/mxzmg7LofAYt/MFgqyzuMEIMZEDB+8Ne9e
/p+fQ5WFF5U3n1Lr758TJ6E/auJ99xyswkuZDc51bbsSgdZcffD2v79/wPMUqgEaVVxLntB1n/31
J8VkWOJ5JRmqC7qvydWfL9g68+cP/LK8kG3K5IHFGKuPwkjsr7/1lw8QvWMRt2U7h4EukLsz56U8
DXFm4lgGUUPqQzbQKUIABQvVrVIblXHpIfRngbXKzWhFHK9zknuYJDhkgLv1nPibKY38L04nHZS7
sV7WvEMN42nwZBRtC0kg5WbhMPwEOas/5cTgRIHwpgk0sNCkv4oheaBN0LlBbZTFMR3J7w501opT
v7RaXmJeNRiLIHPH3pcgvioMNT66kUuQUFLb8S1nKKbVWhpP4TQ7n6y0ky8EM7nfzcEsb8Bl9bCp
UUo+JZmMOlozAqI9UFPZoorl+BvEOiKipMblmWxVV83HLq40KY4Rns5dgbjjjpc4/NTrdtFbLb1u
wOqQwbpWi1gpyoPjB1oM0ZnstMT8Y3UJOD2LOKUjYGTI+Ubmu/AVYHTtJq+huyatiMvPGWFyjuVb
PIfrG/MzOlL7S5wLcIRzaRX5BjIEnTYnsptTytI+k5ndSVAYfV/VBE9GAOVdJjdfoiTUBem8Zn7T
uKrGCNIQkBZJEhcRv8glPIadomfYeCuuuW30yq1FptEfEUBApqbOqQigHV19H2bAzcoEDcPWn/FD
b/LWRJYrM5VOx5B/QNThd/4hF0tTUJ8U+ZkbGQB0G9UZ2X7Mvfp7CB/qCuGgae/FDP7izMjq/LIG
/SquSUEYrzEBEDQyRkhgL/pkKSdWfrTXm3Fuy/LoeL31fUlUpcH1EyAwzbb4alvJSBxHjDwD2i56
RWyRZUwDEVZVvQXLSgwliTLEQGSSfEyk58NIuCYH42pP507cDlnWkr5LzOYPiE+1h/PGK8sgpn58
Ct2kss/cKqrTa4xh03nj5L5xQI1JrWfLqXii6LPEgd5HqvdYCw19zCMHTu08xgUeX6X5hpMY290s
iF1fGe6he6ADge8n6hvS87ollvBRVd5s26oxTBKUpY1IvWj6F8D8FgkciFfKYBKDfV4rO3b3tdVn
NCf63rzh66QodU3dQ1oLexQBo24sQl7U4pOxQ1c5IoKjZsQ7uWq8Wkrm0gEjrfkrGT41rejInfTO
CctOX2Th3NUHI2lI1DJIaT9gknf1trAkfdMIwV+xp/PahWfEq9DAtq1FRzekooXOdmaueuJKzOku
o0o9J13VJ5Og6gmd92KZf7ZCX0KxLLVZnkJr5pFbPWCSXiUSLJC//siSQsMNhDuBhNDMSXQdNgZC
TmhlnW7o7mIQCjlDOAI0l6NRjGIYrknQW8wuem5bggi2RZNLZ8/MySZxPieY8FBMqivvfafq8YPV
WeftHPqK5tbsPGvcxi2BOZs4d8cvgMDcJZAi7h8t7G3y8yhr9yFJcK7vM5HN3w2/k/ZmcczOOdPM
PzXgtanSG/LM9GlqXCmDVEOMCmHad2eRmdMHrlzVPuasb9l2gNn0PQllKbazzJVBszpTPSsXdrvA
bXoHmnVfo1b08mV5dKj8L8rGJExelnbswQ3GwkZSgBk5+9Esqi4oVZMf2nk24p0cqhkbkzKcaO/X
cf9jHCbDCgAuZ59CW+JmlTpfXuum5D9zbNq9tVVYfeBVJY9ArQVBZa7bxd8GP65uBzchicMi5weG
SMUQ9zxTK5OqIhp1xiioWsICa0g2B1y9ZENEoW8MeOuSgrMyQef+RllhywigBvN30qQZHAuPtvuO
wT/2OpS0Zh5ktirPuvHtUdNFg1x2Qd4fZf1gb22CbgBbExDU04kuQntnx054rRydvwzZRE7S7PKf
NWaKWK5ZMoA0+Eg7wS7VydfeVIZ7EUnJk08Ciu/vjEYqn4CXpR523It4baGXSRx47UDWbj72dAEh
JtBMt9gH1NFq/EweMJJZwBIqHB6gAHRLEOfMelR0ZDyMGn57VqRA/t1JhtiBy/JL3coWUBlG5ED2
ncHo00f3MHTJMzj775wVRoLcQvOqgFmyKXGzH8SSEwZaUWGAMW5u0S4ToVzlJimXlC4ondYmS1Dm
Iax6l0MtVxZU4qWmVOA7ERt9jmNkqA8+QRkrnnA4hRh5LnrKMRaGatdL/1tJFC8Wfn9XFsV3TPhw
DiqsX9zy77LXy91oZz9sz93HJoDMxLvLm75CoWl+wRS+hSDzhUSPIxLiWxlVVWA2Wm9mL00vBWJt
APrkH3s5hEBMVaxtzUUTt/P5vOZFVgmv1swuF7jSgGg2didn5UuozD0ggqsCmFHtRUsA5ANug3jr
ZMU1ZINohyUj3GS6xRw/JMhySVoj9YBwXZr5+pTO3Ke+jPZGvcxnFpLsK4I8hotxrhe90zELX6DT
NTbdlLzzJPc1r6Kx6u9KF/20S0mQuW+ZKZ8Kl2mILjjd4Q7M54NWFpZdyE0veqnobjN4zqYNeRj2
3UJCy61TCOrYxJ/vE+LPYWDXNLxSfsgBFoV5sPwyvXIaMBCOtr76WeheoHQcrkhQSKKA/kryJaoZ
/GwsFFRXDTETBvXUyKxj7Drne6MKGiSw+kLzvoWjAVDSyXA9jsP8LZRk3szyVvVAKDOc/kDgNMl+
9l3nmeSO6cm+hegn4eWFc3OmBuHeugy1sFBptUXQOe9MOOUA2M0tw0DIFgRuMby3SFreta3ZPoeU
smmA4iacAy9b7YzL0Jo7mQkwECX/z9ji6bG/Ci3MC6yUxGUjTiiOjat5G6pRXyPMtrfu3DWfsOCI
5xRxyPjQFfModmAciaUP+ypPg9oE2bHYejrN0/JaSbffVaPRXYZ0APDrFvJxiMzkOxZK+aoHryOi
O6Ow6OPqYUIMdjN5tEPWV4THLTXhZA0RjF6URAL3LtORM390zB9elHyd/FLc2EQGg/Gcj5RH+c4y
LOOHQYrHReWHzRp8/iX2mvYRQhZ50n13shp0YZsMEznLVLS0n8asPEuJZQ0w9DY3TTeSwuL1BPWM
kV8wIPJ+DBOavGYOYWTguNxlnbvs8CcxkuuNpd6AqcEo4Dv1NsPXvhMOgTQJgs/ARMX4CmWSKOea
6GrLbGw+2CpvVTIefXO58gxibzfYmt1TIysCG6JQqVcdzyXbKNhG5Bqg3r5BQM6HQLTVuKMqZTQJ
hH8/q8HfjaOJ8tkW+zFEGOgwHdwhzsnJ72xJqPIA950xpBZxMMmpPoVLwStr1dO+IUhsO/SMdrI+
lFhntWljSQ5V4MfTQ9ir7K6uNHyGqPbnU2OODhgSE8PpGJZPgjnRfYd34MJLCYFHYKSu0x7yR0nq
3C0OJEKzOcqTEZN01pAFVLdXyQKfHvEmD1XhjdmFw562cdu6P9XIog4k8oxbtRDxNs2CJUV2vHJA
O+XRIDEgIyht5w3DHPCb4/20MDgjEVpTr3RA8LVbBJgGZ6JFi748QX3TVxSBbSCLQhMlI5mbhgVU
bYprQwdzn8vrFB/ng1PrSWxEljTNGq1ETkONfRlDFYCjeZjrXZGzoe+XxY6u6OYu5LSKuXA3fjrg
KLarmVWDGu80cpf2sW/FRkARWPMeze6eiaPPhLbMoeiPix3ngVRGuJC/MMacQ0bU6qmkID8C6ZEv
hVUNyXlBhrw4E4rt9BL/e9cRLtsM44UoPIVHF7IsFYtVih3t30bvvKai/vAytrykMqx7JzaI0fQo
bDeNG0dRgNlzGXGRm0uxX5IGtAcIDXteIxFggvMb+lSl3RUBaBW1a6FKk0TJpl8ttKSC+V4b3ysc
fv1NYzo1/Erjta5NIJAzTH6hfTPQvTT2QlQFXyPqPvvUOK9N5fcE6mInv42o6nZVos2r0UmfemE5
BJllVwl8C1zFscUmTVkWuJFHruxICF6/ab2afDS8hT2e5BiSQ9RTcG3myJ+elqzH+4UdoTxM45zt
JzbZPMBCWHLerNnHG86vZWIYwGTWhVbR8Igjyz0rY+uyXNLHyMChFEd4jEuR7hTFzymPa/fSNZvo
YjDK/g4QhVcenGXpEZgVMaEMmNyGrC1J1VR1EuB8SvQ1WKz6IumdbMfLY18DUPLUTtU46vetGeEh
RFB7kThafUIZVZPG0x4Hg9JuSSOTxJMkiq45URGqULUkDXOJj8bEbdmYY55epcR8trWuDsKdrRdy
WuYHKbKYU4nN6Uhi2VyThsBXsD65W/pA9Z4r8MCswWzI/AGBTPoI8rT94mfFOmFmdL6JcvimO96F
8ozS0D2ItiHfvpIVasQ0vmhT78VeIp90b//SKed1eJwPUUZiWTIc3cR4LGdsy4llDJ+80DOvYZ+U
O42RD+/h9KympriqLVlcocidvvNkPdBpQz1C7mQFqsSNL4bRVydYSiD84uGW6ciZOyZGEsxVxLUl
Bc08s8poDpKyekIxuu6b5nSwcg/KRWxZy03o0l5Cp7WAEI48/yiiXgX476ugLAv7keIhue/ynuyh
FrfitImNLqp3aRvm48HXU3TvFUSbry92RGJriMByrey/sjOSvFlih/ZYS6mkCgoMl+CX3IquJrMM
z7xWNV/GujHjIJ268jNEQpPLSv5VgJ4tvCPTcgDhokIsdW7hql1tEY8SC3Ka8Rwbn61yNqcN9l0v
CYaiaLdjb35Z7bx3eaXaKRjz4dusAVugGtpHGaFfsC/SDconyEglPCnkdGO997DiJANJunCqQ2rL
yp2alePC/qMK8x5U1/iaDElyxGD+qNc8BPKCQiNlpjawkWYuPr2SmuO19tsVvBOTrnPZFlM9fTbb
llw5CfWIPnD5RLC389hFPm5+gaUfU0/sPbvTHBJDq5BBbJbOtDrQlnLeR4OJBtstC/MqFKzJWy+p
XlVKTF5tRcalQsBTnGB7GDdNvp4dsP/OT8QsFlTjFBGfwsIPhwN9tbLYFeMsPyexoTlWUN19Nb3I
2abFnL/aGhZLE3rzwygH805YtbvpaRiNO9TOfk6UNO4flAbVcDANC57MkpbeFdlxJSFmnTgPY0H+
bxwvBK66pU1aSu/hp6rTxUBWY8CC8pfYpfjkcuDE1R3KJ2PSto+jnrsfFAnBRPgH7WnvyEXY22wY
APPPveoeei+i1Mc7ok5au+rRiTMiL+O+UQMrtte3O+BKkvsZTWW5HRboai6e+2jPA5Kj8cmL4tIm
7tvYAM4uSegG1vetF1SUQVK31XVIlsrEVMhGQ0VEgpVui2Weh+1oLeZLolnUtz5+fvyKqC5HwBR9
cZ/6Zk4RWpt2D0eIfNitwpIa7Vg9oFa5jadvxymF6I4QoyBGvh6weaBdtn4YnknAz6I7IE9Su80q
LwpjVBhZbsIbmIZUU99Rf22bxqkOtBSyNUI7VeYud936R8iceNyGQ5ETY0+/6RKLpHeRzjPH4DR1
WdU9OFbXvljQimAwsK4NfPwET/s96pKxaTlKUMtN3YU/RQQVEYPMTIxeL6dCO+VwEoeDQ3pexhEF
0/IighZvLMnBTr98oWEzEFc86g4wgOhJsA3lNOzdDD01/50kzpcNfDlUE4paTjJTTOXe+i6pq+MS
M/rAaryGOeVME/FM94FDOgTg0a4Ra/zMHJVnQDRAXy6kPvVUj5a8qLDs+PSh3P4mYqsyaMRMHPAc
ltqJaHY3z6hBc9c4b/LZTXdu29X1po2r9j7PNaHxajLoVLmkIT8PK2120zsJBw9afwMdbZEncutX
qr4yU5NNEycVK5ISPllwTUK3Ypth4YspsYbiK0CMhgV0GoohmIZe/kApKL80vkMytq594q6tXA4u
sKWql4EQ5nzpALixEP+KBsizuxQBQdnRM39R/ahim1IzHHT0JO3O+6HFtKyBgeW0F0bRoJGCGDof
Zj+LOfjNWjkAmRkIgjCwm3pXqZGeLVSEjngk2KXJHo6U+AIDEQJMrQxTHlVTttSI2EshUJkOfYfM
7OcL2TVWtzbB6G6E9RINOzpbwxUitskLDM9Hb5f4huFtG5Sz9KtlMcHgoCritS+hOR1QOPvNWdk3
kaTjlzs3McF64gx9UY58bIjLg8SdhoRuahAyW5WRudeuTEUbGDS38h3ec2ZSUKPWqCs7VuYmF2r+
6rqJ/Mxv9u8Sb4bZ29giUsGU+G17KvuBn4UhcmbjdOvMOW/GIoNhm3XOF7OJOdUjoCy+QLI1YGaE
ylZbe+rVnZfaM38qQloBY8DqZlCrKbl0uW/3D4nZYtNXflc6z7OHgOKTZ0BvuqTqFc0mRRb9Olm9
lRCdNCCQHkmfcC66mhY58CxZedNG0Ppyto2OTU0IWWOfg5QSfARRKyAHF6JnflClGtoLTJhteglU
OLlWcx1lCuTnuY81u2DPxO03ousbQFsQBioZI3bHJOOyqgD7e2VEx6qSOX7WAdrfHIwZHqprj80Y
5wdtd07TdcaR3TZRpm/z1fazm/0lg8XQk60KHoHafluaZIJt69YUEFYqXaB2g16ApnDNqzxEWTO4
Qe9PebhlZIhaUdHXq0moNb1hm2VNT8XNYs0v7wD4QPjKE/ekcVJZaGrX2N+caXEanhc4U5td2OTR
9GWoG2shRTvzUjqPHDW3YCzoUNvGmMY72rgD/MU2rFt/6ziDOiC1E9Vj56Qj9Qdm3ITHPy1tMEdm
FT+1cowXIAUAb3ZNbdXVN/aRHqkZNKXvgxU1BKl5Cee0eTQYutASRsAgdMTxfqqparHpaI9UjTYT
0SO9gzb8lPVeQbFbzT4Z8MIkulty7jFIdGaOT5tgiJrXzNGwsdzWK+WungrhPwFyZJCaNZamvpJO
SYQjvyg+qTLtH9OU9kgA5sXBIMK2mGwNI+2A/M3zIk5DETrgL931tHW1xGsChBeFXkfvSjr3Qtbg
SYjzml67QZq3NciEajMkMzzNMA+nRxungnM+Dj0egtCaSv/CSWncsKjF7smQYnJ3yTC4A+YW7DLX
fVZFt/R9YTWgJdSGsTfr0CbqNPIin2cK1wppcpWPCJdEvPFLiHM7unDk4PTXDj2F7KDc0AB4aDhE
hSGQnb9BAkS1z6NkKlpmKAR2TpS6P9Kxt+g409vwYUZ6bBcbAAzK2Q48J+YJf0ID21S5qOlCnVFi
j5ZiGm52KZDQSpQepK1IJGWQh9FUHGteyY4M+6Iuj1gXpx+U3YnDHkPC4E0yTmL6mpRRTUxibZnT
Fl0HutgM8psAOga9BoQywbT5d+SC+UyhMxPQSi/T0CywK14KbNFYBszP4ztvWdFomKvBSxHx0LZA
PZo6fkVftMYCV0LfkZyBA8yZXetucQDWEpoG/xBRoVUdqlJBw+mI3tUHeylccqJdLDVbqwJ9tCGM
NU3O1Nhl27CE1XiurWVxNhpV9HXh1M4dAeIucmWz6L//F2Vnshwps2bbV7kvwDH6ZnIH0bfqU8rU
BFOqARwccBxw4OlrxTl17VrVoBr7J39aKqVQBOBfs/faSYaI6bywOStWM6nwD603Gs5fKPnPPs3w
R+DmjbjO+ZL9eDZE4hUuptZ6Iog6fCIH2+Gf9TpJ/swelpIHxqnmeU5cFZ7aOFTLGfl+mx3GmR7y
Mli5X+6q3m6SvedFA3pq1NKGCEM8oMG9Kovqecqi0dlpb7aBjbm4E5PbSIhmGtJiItLhixkZHfjS
5Uu8nzoGJMBCCRa+S/Mho5XnShvXQbUQRJ/XS+CvNVf3/YL2/o46DJ0zeMeu3qu2jrG+23NoLgMR
ldYarVDwp/AKq6VzpZXdOtBT7FVMK8s9qUT6SekynCX83hYQYZXNp7jr8nE3ZX7+nKmEkzmpbepH
q5dMyZXlNxu9UJ1ua5WVv5QWJOzBmkYjLgeb2L+pziumOQ7w4hJt21ebTXpGPW+nxRozdlA0Gz9M
rfrMM7V07+iK2YrYjGp7bnQHEXY/yR87S+x8E/dJUHFZEkK561x7lBvQ89I5lrOoqh3GNElYM+iY
FvmrncvxAPuclxq2WbQEF69GiL8T/RhN2EXha6ynRgHyjYpCNc/14FRm2wHWZf8xpx5K+sR0y1q5
dfZb1jFW50SypF4lXKrjGdM1bXbEBMJH5x2UFW35oCvSdAPxnkxL62w6sK/vUg7ULjZBbfkWQqfN
9ReD9q246dLC3GVAh6iBwdTY5x63J1Qxfwm/g8UOiEnkz2KT2t3QE38+TNEK3JOySauO5Kmf2Zlu
PNub/vpyEWcWeSU7NF3aZwnojlveTOoPkJ6IBnpkbk1ZaPJfDkiW+i7J2VuzHyjnPR8J25uUizbc
OkwOo01i6eVQ9FXIKj9tghlvxpJY20HKKLt0/CJU156vxYpiuMPBF+RtflJT4Mn9QmKigH8IS2w/
QVCD47s4TP2N3dJBa85ELIqA3d5dI9kAs/tgzM60hzkKK04L8/BQLb8ajGn2KRF+bE5+SgN6XOKI
6jDDP91twf8M8VbHeStOt/03ok/BeNQPG6Z9kx2BSrI1nNVt3pNKtg18o53VCN7qYCpTf9vaRc2Y
I+ckkVLlAkxY25JRBrGzOZggo0LuiFC/pPTPGQXewCc2QuJr0HFPPqPUgCJ717C71dypigI8rf25
3FZkf1trHnL271SlN9NZWS/ZSbLq/jsn2VRuIcQ0DLR0f6u/mMLILdaw0LkWHI7tDgUreNeOs/fJ
DU0dQwmlcttYs6pDMDtenmCK4GHO6d965qEaW65I2DrK+aOp3F46gBtPnk20+CFcgrhca/x9FifW
EjSbXpSyf+qocNibpdL6Xuaw9g8Y84NjVSv3laKkDDYVx7rcEK2U/vIbdy43vNe3hnQpeTjcUk6G
de+l/ryNS3dOD8M0gsaqMN7JI1P6hmFhjBtUH0qut7eI7fu8Epoh0hZRBxzS3q6ANsnKycvnAlM5
K35yOw3cvTBYut1iwqC62VbS/jHAyHdJCzqRywCqIVvDOQvo5yy3mG4E7+C9Lien39yKyfSoWmwi
W0UNOe5cgNjhcyC65H5wg9FsK9fXT3BFZzhgbdUCA6pagIvsG1uPzXVoXkrHns0+t/sgOHWWH6cH
C3VggjPb8BIpb2ag4x7Qwh1UIA9Ai7OY9r5UUMZ2S0YnfzdWpMVvgP0D/WFB4ol1kUJw3g7W5DBy
xcXRwK2qyaeqsNvsoyHV6r1VJXlxa1kzkYDGyEDnN5IA/Y5VIRrWvI8s7EXU3IBegyJQOBX+J5Fe
4mXh0yPQr5xdy78EIffsFtBzdDdXGTytJJwbJroEnyGWCVI57AsiZ7wjGbtRSF5qwARo682G1C0K
7Oiviv1SsC+FPwt9UUIHDCrRfGSErDeHGsVPsp6rdsDEwUmqTrirGIsvClnkacly335PnVw7FysP
hmBmYpeSweO3MKxfo8VlSHxBYDxNG7/FfvMa5ZJKZJWYbOpv1ppR+2sTSfovxy2kOefLLJPVCG56
2ME3hpLeTo07nqaSNm8bDUtuDiFn2igR2vjudwrJCRhg7pXtKiBNQBx1zzhujZlZfHqVYUGKaTlA
qjyFXXjG/dV9lYGpuk2h4PSvcC6BwBoIJQ6ecX+YajUTrU4K1RSW3yMSCY91BH3YCUa5+913lvfF
gpMZTAdrVR1QqQztnmFWN8BeXjB3FUFgTt3UucOTccfpD6u/vNqCyCXfWo+jYoRv5/6PLkvLuuOW
qn7pabR/5UFo3qO+CB6INyfExIL6+BcxE+hW40VQBE0QyMcRjtEtCkEZ9gOA1PJNhJF5Bv7I6mxV
uM70E3biBkEn+VofRRa4ZltP7MWvgn6dL2wq0DxsNvx3yjDmDQ2IbHlh1EnhhNwGCBo3s/yNuZb/
tej6kF53MSnxgP+mnFVEpwZ7XRJvUmwd3vDwMkeWiHeQsx1ipb0Yly5aMRDEwMKYjXpTAWoKQbTO
1koOmuefKhfibtxBDFBjAr/atkz9SRL1XCRKOLr7dWy8TKxDy/VqauqIxzAm8iw62FlW0s8GEF5X
RY6z74JqO3Q2WUnayYGiOf3NoEFTFZQwqrchgsKvMACOonm0NLTGGHm34Ic18C5kXR9aOoocVsAD
amWBs+8A0ptAzYcqGdzlrPOm7LdgECknLCLVWZLOI/lvs0tWJNv6yLjnpUp9Jvambc4ZI3a5sf3R
f0osUC9r6Sf1mU9fJGsrzzi3S0C3XwVGnm7dONS0UNDrpV1XRQIuMWJaba3rgvHguhipwtdLpSSv
mmqOEdbC53QWvkPdW7tFihR/4F8fcyjfwd6qWWauK3do78PeXsJ1hP4w5tuXlbNxBJxgWP6litZW
F7PPh9WlLoaUO7Wx4yr/jCM9ScrpoXyL9EyV31WawHUt2GquRSfcKyxU65OAV/ULbQT04tQvqx/H
Ry2z61XMoM5MAR+ZDub5DpJF4t4jwWUOzcsqcC6WUblCEaCLlRtY4cM0UgFucNuZ94FxhLuOqZye
+tZUwaqJYpUxWPdc3KWsW/ED0fA8jFkd3vXsLl+5jNHFGGEaGsFsUtkKKx5NFqMs78X3u8ZhTcwl
yaO9N7TYYVM/eEk/Mbiq4ltJUyEaXKnQHn+ndP8N8MU207d9qb7PAYdP6MNKLjCXxMpdEfrzpx24
wWPkld4fFVSsa4SVUvwkzFjvy2Vq/W2W1R9MNKNjabDMvo15HHyY0M++I2ag9Spoev+SDjZ5SW1V
uU/2FFX5fd0qi9HhwM21EQzcPgGplN6mg6xDy5nJ8DOAjG89dInXO6vSQQ118EUa/sTELci1RbDA
DmpUiwhqGRvKsNktruFUMKjXPBoIsJeWk56GYijVe6i9jmF6KoCMZG0JKEI0ms25LFNtVo4CDfyo
FsuO7if4y3yN5jWu0iAFLyThW7sXFifRsnFKTeRBCzmEe9Un5oQ6vg2ucRn4NgqViPIOVTFFRrf0
xY/LLTyueAKCqkIl07c7dF2xdezIJ+cz1gXjGZn5I2ZMSMEHQfs9rlvJZOsaAOLEU1AXydoVkXvJ
BXlzuznJ3YdGOvZP4pR9wgN1FnxSmW6uIEeAA2ag034CWZa/CHPg8Y6fTH9xnA2oKSwsDKveN2bZ
9sHi1MgNetG9wPL2GzCHQeZ9dX4l1GW5TaB/ikLYxaeKVVFupczLbt37zVSuK5kUf1mPSsnufCDq
qcmogFdRNSK+ypNpvt5mNP1GDkZcFeIngczUbopf7hDmVAc6D5Z91OaZ+4m6YBy2BfO55Y3vOBN9
Y0+0OWkTMfVkMUJa0WJqZDlNE0v0KqAPd5Dq42BjVVU/k/cu9ewf+D2YBY5BG8NhT6KJyf/NM3mS
QUarge22Ux6U3YT/cEynArRjl3NDMN9j/8bWJh/Wgc3sHplCGr5BE5HBH8wlKr5YdcUq1lYllSRw
0GTlul2wrKUzSwDVGTLGl5g14nXK+45keN1U+brSPAgPWlUxFdTYubs+y5JmQ4YekoSSSU9zB42z
6jdpUOBf9kP4wivRprm1it0aRRaktkK95R1u3nxtZsbTLRNfJmkwHzPqvXdVRctyGJPM7l5HG3T2
PQUONizBQSY/xQKV/SQ7h9dlVRM82OtcFQ0LUKdspjalMWviZRNkY8Z6s6xadxvTsscXSchLdkCn
19QXi5ARJimBnpsUzprVE5k09KgGqZRivDRtaFvwj5PYzsCdUvcBuwVikXFGlsHIY2/Hmk7467E3
cxFQRFh1g8Yi5BP7zH0l+hMcT43JXE8Gim3WTfUnpcjY7boJB6oiMqrcDeSYdIeJ64O4AJQim54N
FAN7a+o+7KWGruHwmURbg1ZHnhMiBiWCOGMY/of+BECwMZ35XUAiH65z7TbDAbkf+MvaLClC06lo
bHc/l3bwW2SZ94Opl7pKAVCeNlnjVred5EiqOJ+ZZsVjcxx2PKssVT213InAqRHVms20wB+52JzZ
b1y9U7dP2bF8V6Es0jOpcCPSzFnXTH4r+r1jKkIwp/yOeFG53xu5FuSrkAPm02R+yCmL/Q3QwChe
5+ifc5szxGbnb8mW46MY5yC782H+CpratH9Dx4buzRMl23DAKgXuUlfGN986ny5Hh5DD32Agrgfl
0oKNOJU5eHTmHPV4AlwextkaY1ukD4vbBhYF8FjU0SOiFMlUYvG9z5Sxr9jawvdtxjs1bzCTjKzY
pnmtEcHadRmgIMX+SlqLsJF47fxojH7nhYdCQUi0ADtVwj1lDh224ymoknrehVkTNbueSYk8EUoh
6kPq8+tsWlkCDoitUpiNM806YT43CLIDs2lOcHIHszXsox6/wBlVYWuv86UnokUCMEAf5A5sLvus
M8k+TVBX/QFpRAFD+zN3B3eWdn5Gm127m5xQhZbFSbFkW9ZL8bJF7CgpjWYGniuZ06ffD3YfegQi
t7aNzqvv9NV3A2SRfNS2OE+u6W8hC8NtL47N0zxzN5TOi+1Ot/0kmF6bWoPM+NRt2/DiWKkNIa1b
FDbUmLPsqKxucFYhB7oFNC3GCEVWR8ytVzDPkl79Ow1BHZwbmlPmN6C1y8fWTeeCRs5jBNS4rSXf
tF4Y0yN/z/SHJVgSPpRt2uhXkD6Zc0lcMeNdTNoJFrPTEMfwVYDcHEg7zJmHO5Rjkim1a/yJdZ+p
6/pRm8YZ3obMi9wa94cPyn6FGrpftg7h5vpPyFSRGo+dPWg7TLEVQVoLNQ5XvwHU8tsgOgmpAdsm
1RvyMtrhhevfHiE421XSj7BmJ1fe+ZgXKoI6KvRAVj7MGZohpo/jJilAKxwF9OzsNFf43Pdz23aM
KFjjx19NQbrCGxlO2PuHkDbsEUbNjHpFpWXu3C+GBEQEInoZ/jR96bjX1i7ieJMuRUSiAmpxRPKU
sBkr4KoUSz+fcXZnZXn2mwy7/P2YVDDSEMZbabchkyov961PWM8dQ7auubCxDIq3MEJFcy6aXM/3
GLUR7NUywWDPyede5GITiqIB6B8LaLNqFTIj5dmeCAEKMG6jA/0ve8OCIg4hSIdWEVMDYsGVTVP0
WfUtskGgt4pZG6Nf0lt8euB+5C/Og01/ZUUHKsMsQsAUoAxI9z1mf3/ap4ZitX1ORMHk6SgGUQf1
gT2IK7uP2C4a7siyQrQ4n+PWwRmwBGM3PI62PbiMkgJZRf3ryKjFY0MkS9HOn5A4aP52PNpCuz8B
bspVvDNTz5RsstBwZxvPWYg72UGMzKEgpMWsq+0o5xAdaNumCVVsrgLkAFrHmeLpCZog4zDOOoIv
KpHLWW8amCSsIfN+zJJia2xPh09pmuaiW7HhjD19RB8WTA+V59ocFSOvLXn2wiI1h469CkFwkcoY
ixJM0JH+oeN933jiVZUDW+DCzuxH4y3yp8AUQ8yoMME3x9roU5Gq+C0i3Oc9QaM7rFpUxS9iiJP9
ZDtLd5CuVb47nQreyKlLfue6BnEgA0l6+q6DkcRErA+maouRyMHEUjQEptQst/9lLv1fmfX/Zwyh
+/a7fu677+/++tH+Z9rQ7ed9Nu3cIabu9f/9519n383mo//4D3+A7FL08+Pw3c1P33qo+v/H0rl9
5f/0L//P9z+/y39rx8fg9l+AhD4a/R8QQh5f/i+EELTFf4SkHuNMZV3reQFWyX8hhDBN/wPIMvtM
m1V7aN/Irf+OEHLdfwQ4qmMM5ImD1iLBcfbvCCHH+0fCah4XGpkVN2///woh5IT/BAj+f6OWhWHw
RgLw/7ODr8wzkFSDVR3Vgjcl9PKMko/153vt58u+WLCvrChKrGNhrOHqMbqqNqJe1HhcGPBP62BC
8QPMbRY/gfYLF51Yp4hjShCS+tUi87WkLH2c2OFsCP/2j/nE2n01Zl3/u50rh/ChomELT6rAiCxS
ufMqk1NVr2HEV4DXu+jNbjtzsksRbjwedXdKqPBA/JNDF0KNgGepTdB9pU0Yq7WTLM5r21g0WcGC
InnyJ0GQF7Ju1vzEp2aOcX9sdg0lng7DIm1hhs22r79WloyflglF/1olwlyxWrI5zGtTP1rScjU9
H7uppCwJJ5NjFVgr4ZLis4KprC+OyLsjy39EbgWS400sqDtCyaiDQX/8Nsdm4lkbh1a4MlRiD1gA
hufK08UrUhf1TpdvzlWi9HnkjGdesAxv0z8zHmCq0MzHauD8syD1H1VOi74erSaE7zK6CnX+kl+R
XTd/vTJ0STkPu37vM1OtsProcMdgxMcGxGp1jB35FJGbtcfS2e6qGxwQsbMI1aHUsN8Lxl9PNdoo
2qKsRQ5WSIHMyEY9QTKECwF/mXj9UXFuyT5iY8Nsm9PCPjPHGLDFj2P7zIQZFpuDseVdDYu8kipt
7fO0CN+po8UuyXvB2QpLiKgKa+1X1TulgiFRJ2kxhGf1heYSNCPIXroGMv4o7ZLUXaPfazfBWBZP
AwdsuY57CDCcvtPNdxU7zm6wgbdrM8T1bvBf4ii5ujkBfwgIS3TBc/IgC3aZWZITBVWHwyo0sbbX
Waj6F+KiEKcDSCHvK40PqBH8V7C+GdJzPX0IPIPXhPriwSWCT4Mxtk89hegl1t2RniI+h3W5XBXj
nlcy5cSn4mRhfds66cbTSl4Y3VlfEbqPreX7ZkY3RtLxzvMQMGe2lZzmnl25UEX8t8rp7ldDR5pS
m0uAeH00bRpaphEZU5tiXBnQAEaZvIYDpxpxq2zTKwLJVm5iJVCoOgRniwryY19M1o+AovMVaBIR
huhG2wE/x3zETEP/xrZSJW+5vmDbx2bJlHh5FCTecDWztK/2CGmQ/ycw37m/BAHshXmfKTt/2ziJ
Lpg37HsmZdYzswqPPa9XPGRVoLYEN5VvqeOpl6WMKFqIUIntQ5253mZqkvqJwM7+cYnq+NmaW/sj
5komfd62iYDsFKvXtkpOKXvZi5Qyg0uMwU42dnjP4y8YzmRO9QeZTOa0sGhZL6ySfjWmDTcl6Rl3
eKimWzONS42hMQQpJplzDpHQqc2m6E0EQ1ab62y7hEH1aI9ubu/HOa4QXhcmaT8cGd0EaY3fUCC5
CZeYLlF7M2I78tP9u77y3Q9nbMLXgaAw5J3+8pSWjrUN8JBtXJudOa3WUm/jJM8OaNDRQmZO96DS
aNzedlU3uWjwh12H4f2FXQSQapGnBNHVzvis28dIktaV2fEzIFa1Y9OWbIkaiF91q4l7nUg+wMEX
h2jDxvK8uMJ8z5NI5TNb9OjoSW95iQcZ/0LC+EtF0TYRPbDRixqX7LrYXdRucjNZnPj8lH5ihjyw
K4O1BZxlFfOwe+h7xoDzGCO2DK2vPOofUjnnz1ipTLnSLvhjQx7XskFmzSQrJSp7W0bGeYp6jVyy
9qj4jX9ux8y9c4fe30T2rHZjJvS9QO7zWLt6POk2ivbIzotvICzjA4a19sqg1D1Ac5x/ix4ZWhGC
g3pBkpNgipM5ICWPlZy9VVPnkGm39HoNQYv1JnKeZtUahSuGGXe57lWdH6uCKJ+i47xFm6FaPL8L
oLooeoG13/sogevxKJw43TICRo/Fvtp+gf7cHcfI6Xc6s5ptntrFgUxj69LZ1fxA5gc80hCAACT/
TF9QGE0vdpUW51pkwwfO43ZXc2LdEaWabV2lucnNmJEaClP4yVMIX3GVnKrR9zakkd4VCOyeGY87
q1qI7t5zBwIEigidfNSY5adu3fECI4AnL6GL7Va5N0sk4eVXFSAIZ8BqrZOBOnmxhfOBeDY51sTv
7t129P/kNCe/XBPqU1ZxobHAs+OXvCzNQ65yfaSk7REFDtaeJ6+9I4XJvmvDMttD3US+rJjie0gc
dXZ2WDHux7LqD0MbzIeb/wjF2NSRVREXbw7QoO2oOvXMADD49AfwbNxvhfsi/RIWlrIYZt+6k4u3
jP7VVnL5Hn0dJWS1JM0dA5t+M6DT3dgmHf80k2ftMbS471HVL5iFTeGvelf6v/kSyWaMjAsCjstg
vm9s/MtlCVQHFUqlD3Pj+zu4WdWp94N1syB8t7tq2IolKw9mavMHp7eq777BJcASJGKijrcwQhhH
ju3a+CGHlcDz/ETmZXJmWcMrFsNyNPPSPTi5Y59i07lHz+qqZ9NO3jX0G//EZjPC6DErunFPEKiZ
9DMxNyR67Vs7Xwioo4V4srGG/tUjVatnIq7UWQzEiarRch7RZATBqi3i/FWwxj1Bz2EyREYqE0b8
b+vJlzzuWXoRTFu72W2a33ngi1XqnuDCqjuBLfQ8iJiBj0xZ6UyVx/uiw+4hErMaV1HQpPdB3ecn
obv+b+MVpAEOFDH0OdV37dt0u72w3jJtfHSbfnqnhrLbLEFSPAHGKH+QrQNb7CAyzWu3s4bT4B5Z
9aO8J21IbLLzwkCtIYxpJqatGJMUMQlOHif3rddMiugzB13brDo7kR8d2vZtZM2QgNKGlTOSDULu
bOvU92X4OGGxREYgcUT5GaGbCkfQgRU4OpYBdZizbeLQPjuDSo4V1RvOGAJ5SFwf91g4vO1YevHR
6tz8r25nC0WyLRGEx9I+t3IWpO+h8GcmK73XHNXBHsEJyY/ZnF2rCgAeODyeqkS1Xicn0cc+H/WN
XRiJNfkdpsTQXDGjT8OW+zcIrA3IEGblMhfzy5DW6jSDDLp4nTM9tYACWYmNjIH5yM8BEbv3np6n
R462+jhz4jwyq+TZmoLDIsNG4vMV5eCcSMJDzlH7ndm3XRw9O4ERrzKpyl3ZN1zUGH30ybixVWyn
auLkrgMB1671e7VxcEyu8BqzbSn1e16l46Zfyuw0DdRrK5dA8x3Nfnz0MVHQ+gzRew6k4WVp+v5Z
0zUfvLDuP/0JqgwbvenYzsLiFq+8jyVQFVzPiFTo2GwXpryrkrnzxlJejh956uSz32tzsFHcnXLY
CMzoI2/a9QkZqxHzySOSFnOd4jlQa9xy4wFUOn5weCtbHCI98U+5Lb4qtKGPpZWmf2Ypk03j+vEV
FYhCnEPU96XhNLy3rN5hlpX6D0XYIQgvBHnxq7xpkSpFbpw+ly4wAFIr23JNiejtQZMzzlVLRMDi
aBVCrFw1RHtEZTTj9YgnnzmTjYpjpLTu1ZAec5GbO7ZIzUM7jkg4AnY+U6ica4KOD8WaP01g/tC0
0D+E7t0YZe5OkabkI2AnWdZ1cLRBRiT0OcEJe0AxEJAEdFNK1bWHDTQrs61mFfvbKk2+84Y5fMCr
nm4mtxoPyzwUhL7j59yGLF/ZeXve/DoGZXS2Eh4RtP2VQe07JxtygjMMEaI5Q6avEKa5PO2rEdRm
y2D/dWldtctLsk3x93Ce9NSo1jYvHedRJgZyO9j4NWRS94CaN3q0Oz9Dx1ugl3PiDPu8N+bnqoqD
d2w9zdpfCrFNklBcsQskO+34xXGQrtiJNG7uGU5Ux6a2+Q4FoRKHMQq409VgtqZAnMsT1pq+gpKQ
LK5yllXoe8TWHYbkElfa3sNczE5htyT+GmY0EcChWVtLMJGr1aaIUl3CwFP70ORmfGBoEd2RVHYD
brHU32ZlEO46SAXtprBkebKBqv71mPygFHEb6xBwc730vTBfU3xTVaLCe/SgTKwr4Sff0VDofT8M
4euEjvHilRN53YjuPoklLZ9SRFn3uGL4vG2/uoQdIlhULiBtI478nUyd7FdlZf33mDXZI+cAWkGz
6Os01vovVgf/xF0R/FQTJJOY2v1RObH6rNA3YSOBqLGxoxv0PbT96DXRFgqBjA0vJmy2M7fVpWYo
zltcmaC+g2qP8SWzFv9sQRq/Rz5Bd2Ms7j+0WAA2lyTbDVRnKJpuOWssjMLPMSjqP4GXdZhsw2A7
aqQqM8TX6+z0450gIuYVWAqLc8yAzsrx8bkNoWvTgg3cgDaAAibrt1KBXvVBxQ3fvO4m96wSsj77
yLIQJwYx2euiWX5ZHKDlFjSJOZBxnH/FARf4ig+tWKHaS5hVtShrPavpd1XTy19sYM1xSNLkV9q4
EbIB0c/MeJE2wzyYw7VG3Ufb1wfDD23r1K9gLQz3flnUX3wtga4VysAVGon0nEYODiMna+yLuwS3
jhGDJbJ+1PqODrGkFFSA8ST7V0/SW2WDJToysnK0fsE8nfNmKXnItMQqtp1HtrylMvOEfIUhWWdb
7TapI0YL2YRo2utz9w59t3N1S3prMK3Rz+wP4RUBw3RCpx6fe2WVpzZf5IZuyDxUqAw+VBbjjUNS
mrVxd3ZD4W8xKSuemyEYjYmn7CZYdHNqWn+87wupDoMbqg83GKId1kzgJHRgWKrrZLssTfDOz/ZI
wAUngdzATYk9z9SVAODoijSPOo4Z4E4zz7hnWd+TG0t89D1sEDa2HeySpbEdiLV1t59YREOFGfQz
ibb2BSHvhLwcUugaFntyNW5Xn9wIvTGJqG5F6Q/QBsATV0sljgGN7SroJu4jhIvvGPJROC96yRB2
jt5LmmhNvqksn6GmYAIIEkwsgTPuFrZQrx7W+h/4N9x/WZTfzQTzrUE3cYvGgXw3hL8Bi8IutLJ0
K88haOpNzBh8jR2rurDNEiAObtcWTFkyyEa5ANUhFXayl3hcD+3MWBoPUXl2b/hXf7KHXVIk3iut
P/nFRWYdJnt6Yd+wPMe18iHUDHpXQ3K+1iXqiTAwA65GwYb41i0dx4S8+SzDPksZMq4zlE53aLYH
w1/PGFZE9ycKIEBsfVRDf3ImsKsCzMpvt9I4ueo+6FdTPEFcUFH9e9DpM8nv1EEK8jERquzJCu1y
eqPSPnCzYZ0j4lyX67CfcxaLjrX8jaLyl7bLZmt5k5Pv+nCwHiG0WNem0e3b6Dn6W1i1/5WXtxet
Ro25qrHTnV2beTvjVVvbGBUYa0OcnNt5Wck6OU2OzhF8Siwg4p+/N67k9nzbRR0mnukHbFPWNUAS
QAYmwyAOYrSes9uE72xhUoQGWADJwiK+fuzkvmGnucsmq4HhH1Z7IYbhqhmP3Y3MrqeNZ2zMmCl9
MYMJ5WtGSoaddmyr9kGz7ESgJGPNEzt0TmPgkQCNJVo+916Z/cnLBvy16scNd0T9VI1R8hVh42B/
iXL1gkuGVWHXkroSFaU3IYSvYv69cikL0jG6Zxfo7skVQpVQRmprt85bdpMEpn5d/Y1dc8Dsk/Im
NBg1d9M8pjinc9u7tDPPg4NdU/cLoE1mPd0eczsq1PjYDxFqY3fy1NeQyz7aYCI1bAd8Q9ovQwZx
WCadbSzHyQrEVZ2FGfiGH5c0hIicrOmpUKiuETh4fNSphR1FQM5cdaWYsIM3uCTIhe5yJHMOxCQm
JJy0Xdb9jnhfHMZZQ7Wx0yH3mAB6MlzFbQFczqunUJ4gMDg/bVFWb8ZOoRyjOoq3RVbCpu6gNX2H
EUvaFe2qupqpih+8QRfOprSK4ZzcoiR+MxpEVhXG0FBn4Rp+izIkrJLxLS9wyr074SiNP1QViJ4h
OB5nQjnZpPF8pX5R6fiAI4sLoRudF4+GdqfrMfyVpSwnHVZA58Ap5QnoVb4zWU7h2nKm3LUKb1RS
+BbxXEsRjLsa9bq78pvGvMEbQ4iOoH4Gk91Hxb5WacChZTzxUk11iqaOidu4HUKNf7p03YubORWA
FOwjW4n69bEcWfYOodFfbCcZZIl4QduMkPQHoWG4HWsnfAHNYa/xmw73Y5Bw0I9pHh9AszmXkAkU
G+5+HF4MO569O3b5nTRJBc8mLHhryiRfJ7NcHlvHHx+nHEi3NI36N+rOY0eSNM2ur0JwTRuYFotZ
0JRrHcIjNoaQprW2p+fx7mazutCcYXNFAoUCKiszI8Ld/P8/ce+5hYO2qvCToQUzUg9Td+nCRSfb
Ar0iSjNSzAhJbqYVCzbRhbfcLlu2uYTPdMwuW0HjgcjZg1P5mdzAODlKnJsBz0YoGcstqtoOtUFM
bmxWCMJv25TWSex68VcM+I2ZLHbfecr8OVCEGSdgzyedb4fJjFiZRwyHygYaQIlOs2UxPIfa8m5O
UXXOUfDacAKF75H5rteKfcReWqkmDv0xuyLx1N+WWMD8Qyj6G/77iKVeSoIOBJqDwnv0VjO6nG0O
+Ae9PegsRxpncxdWFdPDmoxWYHAPK2ifK9sli/qXxOgUSPoS2XgRFgARLykCLZhIaAvguNo5UaWt
Dc/2cRVW2lqJoP9wScyfNH2MYyLg3Gd8belXphQqhwGKi/dFMWhuA1Bf9jLEqq/2oCHmMZ2edZUB
ShhL4ynUiOMNVaYyqRL/YmDyF7176vem4PSlRVulr5RB2oYCDU6evMtdHH9bAa4VgHzmIdGDkLkA
Ccl22tc5YdIB9O6EBvdh5ExeW5x6UJNourD+9cgUeVBS7aUmFZYZT1cVz608TFtysrGtTkKdg+3K
1YfUoK03c1jzUkjNpL81qCw4A4KM5MsxTDAJQwzcU6Yh/WNtOdqF2SouIbbjZsIQuO8lM9rQwckp
S3C5n3lva4x/CX8DwhIMx5qh4BsVRLBBNhPpDNgEWZU7Icyo8kBtdH6lytk9ibT4vTHC5WaERXjr
ZwzgOMml/VzrAs41SHBzL0LLS2RC6EVrgviTyjFyoxkcUh9NUcYE0eifkF8YYLGyfEfuJQOivpHI
O0qXeSubTYdd38Tsr3UdjACZGZRlyAANcjgFQSWcEewXaytOre9EyqqjEiMAo5wjvyhUyQBuJAAw
wdBvGRyUxxJJ64tkppb0COG21lqrY5QphuyliuXiOUJvfJqqhRsR173lE0owMWnvBenDRFy+VhUr
8Adcy/dZo03pZPj77HUeBr6CkCniLHQZlWFy07kVXM1Q21teJf2RlgBNY9ijkZdVwAtjrtEIJakX
wS06QIXIPzJNjD1Se2VuiSZRfRY6+XbQ6/JCRYy3IUrDvW7GdLCtUeIcwl98rUTsDA7BXiUkHDTy
gL0qWEi1LmvHkHjjyF3wwYyuabXFB/UCHvduFDj4oNGbT7D3F21t6hXz00YQkAMnpbTG0qaLrDm0
uHYUMileZsMY9+wXWVYIrZqxjNEQpd3bgvQhtxnVkggvmvBkFUkcuJuK85VKr1IQneeTyCWuk9Ts
d1KEoaJJFOkDU23/MjEacJXJUHZRX5RfSBx7X0Y8j1K9z2uqc/TbKETVgfLCUEwslXOUGKbfmcSJ
Y9toOrrcNh8dNOiUQREKqd5Fh57erK4JUahLXcDPWRZAYOJWCD60iWgCu+4WkUatVkeCA5CCU8U0
nL1onMNjqdArAiSR+R2PWPtuMzRtqTiCVqVPpdoEkqMKlvXVBfMgctrocC+aoS21NYowABlKwQH2
QCLiy7TwRefOpD82Z8GsmK9DgoHUy9q6mNbsUYNVSeJ2uMNhE2h3q4s4lKvFZPufiNCC2scQAB2L
sJSAY3ChkHUd45+KoJ/B0/AkHj/BKxIzh7QfRcmVnUd56pqcyGIV7wD+ZTEsWAJlyfQjTiUBB73V
tZWXpc3YUFWgNGEv2/BdR6VkfE2iMOI0mxi1u11s5opTl0jLUwIyM7ygo3EVhF4E30JV63WGVNZI
RwwVmbwZNtKqZMnAZg2EqIPYW13z8rK6FFmkFVZbhZsJSCU6Kb2X90sdR19jN7cqKQODvAEi12yb
es4v9EzM0HXUXQ5levlaGGay7NhuVNemypLvBQfMCp9sczYXzBd2uKypEZqJhAq6Q9I/oDmO4Ep8
ZhJcZybbPEAPM6khSqVmd1Vckm7dmsqYu8DR2PvgloQ13Jp5hRSWPdriCzlqIhvbHx1kqg8M0QGk
2Swzmamhekn2o6K3gx0gut2ROJlc6etrOF2NvikagFu+GpByoiiq8sGgQnF7Upo9hYCzY4hJYWeI
WFzR5aABbHQG4fUkDFu1Sq3fogdL3oVTfOiqB+DMMOVkBbjFeA0ZT3AipGb224t5/gYk2wD/lvT8
aqZOitenVltzrNTyQSxN+meSGUnBLhUyOpU046JkVCHvED0qV1bFxu2x/zqPjDtxpmYd5Kdynl7N
PFaPk07ehcBy9cL4LdmOZSWvgkjut3EWyWvNFCr2b9L0PDOOxRcwN1s5NdjaGoXoqzpTjylMqboU
M6WvCeXsEbs2u1a7KJNNcWOYXq3N1g04VMoOt2YgU5AablVU98iXK9p8BZoCoc6WkCp4uIvxhXbX
JLNiqJON3rWyI9Ra92zqwANAl9bdhhmR5FtMC3QH290Daixb4xb3H4y2TMx6n03X6KFgnJmSKvpz
sBA07qZilx8zrCzPfa4y7uEbYpEgTMmADjoDoBJLgex2WFrQwI7qQa4gsxXIt3kkTNZdUTcps2tM
sJHQ2gN0CkbKRSlsza1URyEfMGJ2Qf7kU1GdenNSNU+WAF+yLs8GwfuLdORfUtE8lTn//FkY80dd
zP9XMVwamOb/vXrm8PH1Uf6X238H7v1XMc7m+9//K77Wv0to0LzoYKZFS1ckRTUesOK/SWj4PxqW
XB0NjQhmXOHP/C8JDdIWkR2mqBBbJavy3yU0qGskEcmLKCmIcnQ8i/9KloX0oDL/WUBjPGgH/Pof
CMdhOpk0MvWwMwbVC6xjWirPLIrG8DF6PAc8ImPw2rPj3RGFlVrK2x9eo/Nfv8AfAyb+ghD/Z1/3
T5RohHdtxzpiQDLiL2COpZs4lscifJZoX6C+OSetaz6CrHL1UKe4mNZGuYUC26vXultn/AZAPo6+
/Dzq2J5AamvGuqqfRkjKo2quWdStzPSNq5NCaPfAiM7T53/8vcvmP+Kh/6o6erxovCt/fNEMqx/y
JIyGXRpvJvEn0T6z+J2KTqXTS5hfQourvgrp15iOw5fEPih0l/EsJrNtTUdrPo9W4xjZUXiLP/mv
xyyjXNAC7yV5f+iEbZ3fGJ2k1mA3uS9DGHgolJyiBSa3Ld/r35StT4KPdcPoZV0civeWltxWfQgz
frOC6udpLueW13uTu7iYyvfMduzQgyHpxo7gJG7qFSfB/jTs3G69ILWjfbKXZ5TRXhm8El/qGDJ1
z5M8HqdondSbQHrTq2OWPTMxRLJrKM9pvUDP8Mbs1ZpisJQgLwpsbLg5e0gFJwQ6Zki16M7Z9p2B
ZrllTKzFKEPs+orqAu2zzrir5B9fa+ELBMeODQFkSfQgtXJJ5xPcizJwDH2dNU98waGwuwZfUas7
UJcShNe4iVC1di91sU3ntaKtpWqtR2tJXU/Due5PZsi5txKHjTJ86+XskovV0+GC8XyQPHHuzddo
DLDTOiXjoDX+xOozcvtnsBJaSsN4gKUNDsXOSRK2XO2KjQwgWeUh3O1eBPXwuHS72VWbk/VYLPvS
toxYHmPzYcYUv426bsujPXyoX+JXr9jQDQtkyqTF2W3CBQeCkq0qIuHrZMAohg4F4e2Lxaf5qUbZ
W7FqeWFbfSNQmt3i+yR3fm1Jr6OOpik8tsFqbp/YNTlsFkAk1m4A1CblbRcOcQ+rYIfLBv/cB3Fs
GFmbVaa5vE6RNxkwEQB02orhRqzQjB2MJeVl4V+WR8GUU65v4vmlp05R0qOubzvrhVK59mWftnqj
eNk2e7bW8lbzLV/zRY+SF5CXuko/i/g/AfQ/1IP/9Fj6EyF/YnoadabV74Rbdg629VZaRyflqB2U
bXGcjsW2OEjn/D/JYpcevP9/dhj9Ka+Cop+gjJSvVuz7l/rYnKdb+Q53YKV5ybE55m/zrfCag3ks
/y+/ovGInvjDsQtAGjYDbtmddBK3ZHi+LJt6FZ3Sg743T9o2O4p7fS2/mkfl6T8+tBjsP/7uf/JT
Gn9KOxgg+kqThBRJOaEewAiPJZaqTnq1jvF22ujb7GliMznY+cu8lTb1WvcWP13zEdg2fr/l13ya
o027LfbWF4i/fXPuTpWPkOQcA1XIQKGtmaXgkGKCIkBrgdbn1rCSRp/8vlBm88WQ2IlFPMTOg6qR
e/SNbEzKzJYPFgvzT8q/8RJPLiM0wHP17LKTTDzJww1usNhx9sfSv4DlmHCpzODjHe1e7eUVUvZ6
2ncDO0HaeL/qVhq4YlQkR2vcBe0eXTJDK9ZG8y+hi6zZ2xdM4vMvCZBLzwjV1n91OFmRzSzjIh7o
yNi9mh/1tT5au6d2hZ2JNho/L7Pk9EC9DsEFSce9wSN6hsrJZk2wYw2b1Tbc8AVO6CUoIT2WEqZb
aSuotZCZmJHkmWugSQl9cirrfNvXPxanb1n9Wve0/cqqt055kYvfUNw0xtpM1tOXfBh3whtqLA0A
CWy3VQ78I1yTY9b8iJ/whjfxbwu9OnObr/BzeYOkOySMZez8czqLF6SAHFq7KX0fiFvL3YbGUYd3
RxMApccOsrUIJj0A+ebxQLS/BiC5r/iI/3YdrusX1v6W+rhHFIc3yVq3u3kHR2B81a/iVbxkm+hJ
ufdeamOg4COZHcp17zDKeencb6b5LgmDbniyzrz60sjx6Fso5sjl5VmRXdINLUZ0G8XN/HRVrLVD
4y226iy+fHmIkBzTg8DvpUeE3qJT7aGB+IwKf6PzLnSZ6Tqxyxtl0xDaiWNssnvt4b5/YVL5EFK4
7MZUbzxw6W0ML/DZvm75EasNSlZcgDz8Ljc3RLvX+SQdw/c2XXXWJYSdOL+gOrTDpyKC4ZuVtsgK
svgUf6xdfa3emjcegpp/Uk9NVs3iNu0a263q8XhqXpPbmhP+ij5xIvFzttMB9JjDBk9F90SygxOd
MP/a5TNII/4of4FeOKxkpKs430xG4RfxbI5cpVfN9JWruBEuzUdy1C71XbrMJ5xxHie0p+xlr3YY
jrqdnbiL/aQ78KSuwt3wtf3jxRScyAm2793G4nfT4zpEjfqRnx4IjbDfAEH5/ZPud6vIm9e1/zY5
X5OHJHOfficsOd4ISj1nx+DW34fGmfiR0KCc0y2u18ffhmt+u2y5s1x8cq2tfiBa6GJk1VgPXAbW
LcKtT2iHhYv5WLdVfUemCj0vKkCFjyebecoLTBpXnruJOxhnmEo1Z1u25Rf+sOPTpn6zLi3v4oM9
uDNZrlMpOhJYO5pi3W9v1UHHHzevsBXnrrAq93wSl1WOM9sjcNJO95D6j+ElFl7Kd7iy+wGHOXjS
3B1/R2IxrM3Mgy9DIV+1ik/Mcqz4k+XjytBaJ33HW7tGJuUnVEv6RnqVXpW16nUbVbPNVdZu0Ose
l01/rI/4kF6E3XIeL8OXrNnY5toIBZjLJ7KdWY75MmtJDKFf9JHMEnSiOFF+2UW0qiEXZ5tYdJgJ
x2wlEBaku57dVO+200VT1k27W7qzTCAA432kT0hnjMyVF+iGR/r3ZTVJ3jhtq9filu7CXbdvU3ax
L7L0VhmfVvquC6/GPVzSt1Y01iwpgxgaJ3z09imcf2FcFomXPGcXNDlPLRsljOBeB5nfxDL9OCnH
dXKYUKt8WpFNB+7NTCagDRJg+S3chyd4hK9DVuVOWdfvJE7vDcaSlYyxUX6w5njjmWr95D/mm3GV
z+J5PuUo8XvqPaYaX91H+NZdh0t4r9k2j91K1AfWUjVQLxgp1ISy19f1OuucIH4Ps5WG2pCRAWza
LnIwtarNJkpBiLgxJVRzxXbndDfzp/vGa0vVHDdOOuz7Y3dS3/QbRU4/31VB34Dyx/gobySUYA+x
1QRX7COOT8OwCoeNJRNR4avX8hvk2VCsdVY8N/NFHD7T9nuWNsI9f+nu6gXxmTCgQGa2T3GLn9D6
xIquGDYOgPERbpA7VQSj/WXp/aDw4wqnM68h1ScmUGOY9hWlcKiHB6v9Rl2jpUAq3GrEPYsJchM9
wwvzSiRE3Ssa1AMz9mVm5OMIHLKaU5NAZl1zyS+CndKda8mvcM0JKzqjZkf1zGJT36OlO9U3QjEB
iLyA3e8btHdO3jvFQ2njDjniN0o91groIBgHuiGcy2HHnAKk6Kh60/BMojL2CUd843bjRwv2qmtd
gq/wGw05OTARCTTnOX9jnmdHvZ/NjjBvBtUH2wPKhypzDFciYxPJVjggFDv/YRMVtStNui7WRet2
yKs553hPk1/YXelZ3neomW25WkfNh0JubbDP1U9LtQMaQA3l55beTmqekccyzANhOK7TzskmO8cA
ye6xdDUJVdFuyj4lvM+6zPUMw7oguDV9yZmW6xMpE09cmwYFTOcLp/mFs/FikHzLp17YKf1R64/p
BTngNf3QTtVdKd8zcHd2+RrfypPCkCa0pe6FdWC5ad3pKr2fOZO8zqmeY7esvQq7lQazOsKfCcIE
OR23U+hg/MRzBdfFHDunVOD2jKQYvGIW24WSBEtncMTNzK23Qo98Zhqdzev5Mywv8k3DUg31BCAE
qL2n/kZCg06ky6t0EJ/qs8xltjgs+ek6iKSluZwu45cyc0zYPHR17A3ZBvlB4/Q+D2T6VXraPsGk
+2o8mX57zhDikHPvBrQJnZ3eunczwL7lC/LKqnaG+tRUu1h1SLswcq9303adrHO3/lQZ8T1jOzF3
/a24ZD8CLL4DTzjb2QfzneCGz/g32QMhYT0CEP852iOrP4IkEFDnao4UrlH7L9/1q0VNhr6jehQ2
sgw1H2ok+SQ25szGF6+8zSZMFdH5b/FswkkK0mEXB8low92zxV5Z62ZyEe4gjZ9RynMDpGB0XauH
vXZM2gMiSzvYNrRLbfsiTy55FJU/CgOexMJ7QCjEh2RRsFXhTao/+izzxj4/oKj0aKct6Q43zpvK
37+U3//SWOz/zFx2/MD0+1v+eXr2/6KtTGNo9B8MxkoiWLL44x/nYvyRv1nLJOvfWNMA8JD/Pv36
61yM9FdDVdCgKbIkMwHTGbP8z3R6hl+qpWHv0A3S2wxyuf7mLFOlf9NMYgdNJmoWtmDV+FfGYrIk
/SnOjK8u6oSl6Zqu8V1gm/rHTi3oBLRDopEfIjUCZ2CoHQ8lViMwdLWY4sloCTyJFVev6nxkg0Sa
MlMXUJ8lp7EpC9VzAtJN/NEjyTRPmL9h8vf6PH7KNZ6Nj9QKSnGNAkbVP9KqHSW7JFcLqACO2oU8
aTQTZxA5aYGnWG3cVm5YTwpdFqzEOhGJT56jDvBeVTWSdEbPhCUFUZPeIosW4qes1RQn0SCrPrUt
qJOz3slFvhcsNbsO3aCLZBYtWPPDIm0vkPXUF6A2iYAwWEvKV3VJlByQ4tS3a0IFNJUUIyGn5GOJ
aygYAMY2jw9S2LDY0dO/0B0teFd1NulYM5qpT8IbwYkGUoARYMu3XgnmXk4k6IpQxhiJsAAdOOqj
kSyuQcpQbBdFVxxahGz0LIPG7ovVoDin62VkfrrLkbQvHgLSvLvnYyobR4Js4mgjN1rZIm6t5Pab
GSW7HVz82OeEfszew6V6eKBjYTxJKMnZIpaRET9DlUabIGoQ72QT660OsW3VYzhaSXn3MOgksvo0
ip1R+2YeovXHc4B9LdTIgg+1CudWNKWF7CTBKEAL1Vj1/cSIcqmTCrWY3ILQnQ4zYAtfjUgBmTgO
PTY1k4eiqS3/Ee5wDLsednnOzFjZ68OYYNmeIikWvQqmzWOsBgOa4zkmcyeASNDAaSgLaHcgL/hO
L7miV8FWxakMYbSWhbUxJfRMY0nNxZNH856FOMRkY0rV2sOFL/S3PDfRa/emEVOTg7gum7NmViG6
Fy1XHw9LN+DLdSF4IHewrZBQb2pGsx27Y2bmUvpaK2qhYekLICmbqi6bazPSIwu9htqb5jfQr1Td
jACqZ43OJ61mexiJkfSlRAp6UtdzzXAHa+5Gznez2y8Su9Q3iSdBeR0rkdJhKJq8Z9Y0PTauNogp
rfCKIZWVZ2RKIkVu2+W6awUGxaw2FEG+QcA1RmcICQphbaSWCUDOh1zD31CE0vSuKhEy5KUiMe3G
GpfLeS5MVBWWHgYhencVpv4o4rJZW0HMfriYmON6kybHVN1iAR8+6Ft2qAObGGQZCmtp6d6YfYHq
AL0F/azETz67U9ZWFm+5nKnJQTQaFE34nkJzzl0irKEV6lAQsVB2VULakqtq6tQQ+1vAVCf1B5kx
DhvWpBwFrD9bzXq1BtHC1wKqI55/jGgqtc/OUMeGM6LUUlGyE4RXITb2etA6worLSnupzEUhmEWY
LTOlmUbBbBwiFoKCCSAZUKxfsVvqum3cPxi7214w9Jxlbjbl2k1fYnNaTfPYKO+VMtPNKFbbkfIC
aVd/CuBW0YpIHVjiLreG7HnABgQ4tMAI6mVo7GFoLV1wDURgtCSrsOFbE3+HejFQ1LzcWYCN6RFn
LaaVVATDOoclOB5nTIjAA89peiyZVeHh5hRyBJGJAGAUIkDNHFhVn3KhMPn0FHFCUR2LGitWo42V
u26WMwejBm9m1c9Ywe7kJgis0wZYMsinq/muE58Rr+opFuunupxnSlQkk5gD+lK956gv3HqSpo2a
RlazC1KScNqphcuKym3ZI7BCgpbU9D4FFiltpZdQp1NblUShplCIhyvwpPJeh+FyVEokZbC0rZ2W
oYttrbKBGsaO/KSyyqX/Z7RAdkJMpmEvUVhHVUXqBAyut3ARurcUW8MGcgrmsTJrDGU9jiAYRIiZ
tMP8WaxYJglICCe2+igxV6jADZlSFZyAZZo0nfkQvpizEVKuZSwewMXXIHSW9DJKI1t59Kj3QIJ6
jklAnSsf6e2kbciNJF8q4CFWTm0tV/gyI8Cr9jyPoknf0GgHNYnKzxTB3z2dUNQx6arDA1TEdL7J
RM0cdNaMttjVc7WZC5QBSG9VcT4EbQ+618EkaLIVxX/HCLoKBP1A9CLSAL2L+1spWTJa/LEV+as0
5TordeQHMhrQHv4RcwngPCAp0P1DRAEMeRaX7ClNe16SWTCe0P1Ipg1VQ+Txi0IkPQnkLFzRjdCS
1Iy3BlFlnHSvcz2mL6EGgsHjZxCdwAJ37YShWh3qSprf8oKQqNFI6xO2Dc6FcNTQsUnRFWagsCUk
INwjP+D8AR+zq9WiCW6qOgi7mUQkoCIosA8hoN/RqRGQbsZAkttVKyQ0e+ipgFzPivCGKofpWK9a
GCh6nRC4zjyMYzRvmxTpHupuNMJAQ+5mZxCdhEWr2WH0XfgJ2vZ5mFHq6M0sHEz4JY48avJOV7HC
oODlIZNTaAmzicwSlnWJpgQSdNw3Is8yu9+R/IhvXajWcYKqk4TC9NIYbXJLxwSfQpUw3VDwa+Df
ZQKECte8owvK3mREUx7+f54dsBvbYK7CN3Fp6TL6ZTzKUzbvghFHd47vdqNmXCA4fOOtifONplV6
rN2ItcM2kPWli+CS2VY8GFedtBhILjrCDsxlut02PTsgo+fcSLG8f6iJqeJOA5Rri3kjIJapep7Q
TLRuiHGTkzhViQ28z9yNyYLyvJgZjOIdeo6FgXzFPGDwaCTWUR8zHstelj6Qv3EYIKK4kTQjkmY1
pNZdxh9DxxJKR0NO0k2dUj2p3UKSZ6lYR5zw5keozz9pBka3CjoDIaSqrsDH99izZFYSLAcvmMQw
XsT02RCgGGMNsqCcBgSGxyzGS18V2bmOVZzTlJp0ftDDA4opu5KGYtsXhrUeiAPYcRgTghTO0Woo
VdGf5xBIE5DqXSKR58DqvjZ3VhmROW0MxlMrhQQPiK2+x2tnXAR8tK9yGhRbuAVYeQLG4DgEzmoB
BbUiXNTXcRq+hksHJ1fEsEoKESsAUZaeynI5zhPuKZi5Chs3kMMH3aIk7fpllUgVsN9afdO64SuC
ibsKdSXwjSxJ1q3EjKJ+8HRSMfzqBpzxZoNUPuZaXSd5knHezrLX4ggE11Zvsy4W91XHJsFS8vMM
q2rTGnRaVZwcDQU6fi2wkVrMoFq1xlju1b54KNKjxyy3rsP4zDOhsCyMoSisjEDSlXOZpM1R7YPw
RzWs5F2BInA1csTSbdlh6dGjeZ8EU0Vbzm0xcdiZOOPyMiLwb5Gal1rNWA9qqsWLL55xKIX8xFN7
M+UHEpGTxgVZ7qM+ifCJ0VGnOROnfBkN4KlW/q4syqijf0V8BNtSTc4h+V1kGXS4xCtqwj2p8dqu
XPrZ57IOWVlCq8aXhkVFiKLBZErUWDsli5ZNQVYALb7+TN2bnLsWvk069Fm0VqbgsQSs1Rn8LGm4
cjeUB0A+hAbjs0nRyiA2sIN6UMAUTgF6FjICwTwV+HKiX0HQu9UCMSbkP2ft1iUtnnttEISPHl3B
Lsja/tgoUKGAKlW9z/3KaBbO5Vc0szhXTTGHxdTUzzzWptNMmLdRLzHYnSXLzbsooB1qWQNPhnxs
dUSHy8RAvZvC8lBq1G4a5dAKIXf4I0f0AIghE1SuMttCha5lFVWUZfRDVIUEUtiAg/m/UY++OorN
XVul8esAHJUKG3ljqSvFYeIzh5uHuVihthuspIFvQflCAagwlhExYLltx0q3zmgsbEHWtfdwqAOf
MMd+h+dF9KdhkN9QaA8bsS24O/Qid0PSbX7BNh8hp82IK+fmkBeA4iIDJ6Ss9rlv1u20k5b61KmS
dK20nujHLDU2ubWYdz1qn4sIogEyNGshNZUB9GKKgVsLxb6k9NqESpH5omgVK/jmUEqEQL1BWI9W
Fivkm6TW9z7NNRunQuD2UBhQfPUcOFOR8HlsCreNJsWm12quYZhka40wSdQApN1MWdIe65p4OCTH
wew2sJ4dWB0kVgEQ8uTQeljW2U11QT7d+7F7r60o22lprINsynU+5MVbhxabqnARVxbpSplt4ggb
HyJI0e2UpfITfTD3wFKkXRTH126QHsiFMmAwnvIQy4l8Sy2zeipihHchOss7x+97gbcEWziEFVWn
thEkskdq7GJ6Zyo+gvcPHrB5LVIdevqslte5rAzyC3mtG4Wh6aQH6VmywK/0Q5EfcGirLsUA7M2p
uqmGxvBcUeet1pHbIjaP/hcF8m+msAhcpCkCLsGAUZwZP+UDHG6UstHVmBhcUw/DZ+MAs8NaS3ZF
lgnrLlGW9bwwVG/nCtyzIiPghIYVHMcRDa6DkSfwTUClWwlUFYsnAlOZ0jGasHujwZDVhR8ACKqD
WY3ppmj10VOgodzo8pFUU2Y8HusxpzViuTRF80VJqvASlqZwQxCnrhbkm7tOxNoFT7DoSTJAKoDo
9LkVIuvD6sfqEgOMgWMz0iJbSw5RZSa9u8M96CcZwrtW7CI8+UHKsibrb6DXvlrVCokSqdKBUUKN
t7CMYYRpEMd4sWBkn4BrMe20wukKkhpElqkkG9Irimea3eFtNmfxHMDe2qVqpXhM2PNTG+nJdi4p
QrJHFiKnQ75qC2SExliUDF+nV5W+4NUq4+jdlFH8sm02PD6arG65YrxQb7MtkD31Upb9Uyl1F6lJ
UYMOybSzxKn+QNy4bLlm+rUkVupb3LNEe2BqT+FQTi8VH5bXioACWo6Gqi6KehIDGuGlJuLJi7U2
O+QJx25DH/2hRxQE5ozVOwM9MBjqsCrBH+zgIDCbFWm0CzNKt4phYDUC8JNPiJsnqyMhL5fJ6ApQ
frRKqd/pUCbskRKhHSRhNKuOc3hbieZ86KIG9AI7k0WTOTtDgCzoE0sH2ewObaa678j33GBlZtqB
l94l7aN3q1AJXKuQjtBKAi8yludKKWqvgzLCKcU4IW66Ewf2+LM0JDQj3aiKVRxiElfwyjiVSnSX
qmrShkSKs5r10sqQ1eElhsHoSdXjUtGtCVoiIYKx2derAPfFU2npF6K4cBzgxt+QnkPUW0OAjWIS
3RpXwBCqNMAtLMHVL0f6ekEU+3NjGBDRkkRjuT/OVu5EUqOj6QzrhhCaLCPIRTkapfb4yCIi1iXx
oxaDcB2i7rcD3glbTgZ9nTRxs14MILNZjS4LfX2x4T7vd2jY58tiGfElQJq5A7pA7ykpDYVGpG35
4Ytt3hI7rilVTeEpP2lVq3iWiPBTSg27LcX+iZyfjEVCLDxBtcyvoohhDdZwwOC9Vt/HdF6coiJB
PC4CYSeocoupUtTjdW2G4anFcL7CKveNMyzagcqcgUsTkwb1TPkh/E1xA6lMMXQyINxmeUOcekzR
BtMmCj2GlhaxmrS16kLgZWr06l02l+ojW2p2YSaTRpe5TUskp16fm6Zii0sbBCPSSB/bt1gN10aY
4uNg8PkpkhTBNkPQPBByOuUNtjEST+Hm1nMzbEWKaKcD1ueSqWE5tK7FNhPb/jVPmgekdNTPLcSC
VSZhkBQNLXjhSiZYWtHTj0QJkHgtCHNL9IfU8mWyE7GfrAcRB5IQI2StTaVgzd0jgKACpmHUimwf
xeKwU0ddXDHNktBJLMJ2lJL/Qd2ZLEmKbNn2X2rOFVBQmqlbg5l530fEBPHo6Puer3+LuFfqeZBu
bq9M5A1qmCmZmAOqiuo5e699TR+322SYbVA9YfoBC52RwuiTow0hW8VO7fF862nAPtn6X6ml+Nt6
wuWUaFTs0Bk46V04hBrdvKBFXlNX49rU5VsVFISj9oRelUPBGTqfdHujOczbMCqzLwSbjtdq0cY7
gb91RQBBcyeHLLwex4yZOmRI7rMx2xpFgHjak903XPSI7DXIzkCV7fF2gAv/SjZfvyU4PH8yCG8S
FxBSqusEPd/KIzbsthz10eUDgmQKhd9PEwKed9FAX1hje4u/EmkzPNSR/dOzxHSVDlO/FwFlmYsC
w5Rrpb69DYm53Agiiy7m4/21WdHnhbLQbZUMxa/pK3ZFPacvM5Thmb2JdEW5p2ZKHUyY/b2MxvAx
AMON7DeXrtoY000TZGYIC0sl6MmEg4RBD8BeNTWXCnSUh6Cdhisnxi+SADC46HFrYmHqML8qhM9s
m4yvITwwnKqc27dD0UEIN/NZ9RZhiZxBOnVkVQh0ppgMgVLnyyd0eikmwmDOp+BBqc63bmw3/bOG
+BlHt64rmHlsmAFVG3j3mD/HjdIEE0IWZy5zxuSr8E3SFeCRCuvfXNulNkFBx9zj/jOCNZ72AmdX
3lYrXdXJwJKa3GAQaB8pww/lrrYHREBMXxj2kZq4wudYO4mU/HgCTjkcBdUGqxfaeBLP6+9mCvCJ
bWirvSl1EzyZY0xSJ1+a/nmOM6AUlduuOQ7wSzXkgKqc6WBGNbCLLk2KP94gUVeTEBohThnfej8R
N23PflOMBjtKxR4e7VZNNilmoF85/KKfaqgZ/BmW9g2dLJn1VJjvDSwrVx2TWOPgjv3ANgP54uec
1OHG6bdqaXV01Ad/b5oK5fHWoGCsqYTjkF+pu1Eb4EQFgUJMZX0P1wnZPqOTc6okk8yEFW164ltq
AmUoQjYd5EFnr3U3gLWsW2CsJUlvTTld4ZzjfEKuJGVGUgOI6duxtf1lh+2VEtXFiqrRD7uClsYL
x0RgVdrdhBMBQaBWIujvp20QxSpypymG1wCwhRSyamsyHrHyd4ilRjJE4YpSWrBfjIEFfeDjyp6l
QJ6fH4pw/lAkyr0oaEOyeX3qTLQnaG99X/mKb4WdEyy9r2lU/vQh+1CssDV2IBGUbkOktyOhVbN+
d3hkG1FeGBQz6dXrzaNS4/S+cHI7WfVejCoKb8wWZz5HXjPmXGWmxe8m0ZLXKQp3QrJomjpl8aCl
qNOBYSIcOgw59md6Rddfam9jyXLBwVy6LNuPg0E9QsePuaaYdj01JftAtQZ5CgfkPuygtcV4zRjJ
6pcq84eXMtCbdaWS5kbBPFiZFZWOSpnCu6oPiitfSu/atHVzU2rGAzX055Je77ZQlGc5Snnj2SWN
faLbmE8h/NXBvoMdf4nFabihbGMz0jiLkrZ1HUM7+NEYLIitVQwbK6KigLOMYxB2j33hcyIVIwk2
xtB3m4YAiwc7iu1vmgb7txcOOzfM1ntcz/U3vRNooz0hOGqTbbXHJvyox8RTTGOM670q+63BYW/n
TblCCWUUW1omzp2JJ/XStFIPG1ls3WbSmTn4Xf2gyhblWxH1D7nBpOwnW7sIDL958SLEHxyFcPLG
8yJrxKBoUq2nuiZTzBRAoOG1hgqTuBSi3qkj8FII2b0bFTU27xbzKEkLxjdbo8Caj0ggevBlF6WW
Kd9rSgL3pqWQCQu2mJ+hjJarRX3ng75wa0CO16DB+ydfc6AyYf5BKauHVNFGU98qU/lnPSekGEji
XW8H7QYnT7UD4yufaETlbkHB7tDoVrhrHJNs0FrKfapRDPby+Ko3YfAMNhVpIyf5UVNT76pK+unQ
dmwmM27r12Rb6PHwacOctUijt0I8kJrvbAYy4x6GPGBdi1pzq4S994zym0ptBDhxGgPULtpU9U8W
4lBEUiBQL+tEbzhLdMyEbtRQVv3B8nmGvIbgOKp86HokQ+QwjSinNXXFDtlE9RYVJns7pboQNGuu
aYJRdCFL6iaJpfA3RYiE2s/rr1aj5/d8SIhhHGwCd2y+KhtjoIoEjZAyd91ad6puszhgQ8jI7nQi
IMTFNRh+anFqe2OI+NED1XQna0+7pCDhEeMEKAPEVR7eUNclZbNsw6emGLH8Qk9nEVMA2+t2CUmg
pbqOOy18CrvmsfWS9DYPneaGG2F/VGsee+1k6GAkSKqbMBRyvvpj7naESF84TZJfdwWmWvRGnODp
U13bXZrdOY1tvIlAoeJJyWN4iIjzBhtrwyjB2LUjt9a6ouuCMdFuIQXjgP6ujO1bFpfxnJQcVC8U
piIfzLIZ3DYmyiw5c9+Kgk8hniBJTy4HNRBPoG85NznrSQUPWAkIwgnFXyKQ++getyiSDZ+d0M4u
xT3Mif5HmRLYM3aOQvWs+uIIDiMXqiyJVWzr7yTp9nuOdyPFSDZJlpMQrEfft5D5tZDs9gESorgC
v0wkrD6Nw0Zgf0N0xg9RvKkqoMY4ZfsJKXY2Y3T5+HlFcU9TOX2ISp/9vxMb+hMHe9O4ytLcfB0j
y6vCVel3Wb6q+WxqaIsGGa4EiLrmR9q0VFQU0dODsWVkgcCwnEZ+ycoWMipmMaMkhT0pOGAZFeFV
sg3FD+zmDk3aRuClNzqNfWHgiQdgdqJat6nV+9sh18hlHmSH8tYJZaNe0MoAVi4S/L1+L/SHuimT
fFtDvn/OK77wVCrzcj0MY3ZHJy7b5oPpHxTaYP4+LLOwQW5Tm+OaqBb7W2tglUNY2PPPWQsDkm8P
KVa86Ne28ZGXTop9oDrW3rNkUl/QbBR5SipKFDtl8qiMdfDDks59V0zW95Hm0EYEPakSmX2H95U6
JOD5ZF3T63gIU1PvmQTeeKXlE1CRTKv1J0UIskkmwh/3RVIZ7ZVMvPxXnhn9vdpJZn3Hia3fK54l
76vYN76EQa+r+zYqIpLt6wTNEAkUSBwTm3S0ycm7G6PvgglLWlA6T7FhV1R1gJTJN91QEED1RDrV
G8PBFk8SEG0F1l+Or8mg8xDBWVLZMRsjLm7qoFGoSOEAewTLDYAosgy1ew6culL2SWP4wY9GMVoO
aQqjhwiUkSNKnf8WnW9EO9PguU666G670Q9dEmUo3mhdnX0d+XhtzThGTJY2EqVeDu0OYUAbAvAP
CUInGqx7Ck1Fbnlg4rJR1Ap9GKgSMxE/jZ4FfV4SZUXOBue+cmfjpbuRHBX2Q9O339nyEvukV3OX
uU7WkGYbKIQBcikZV/BiqBbnUw+lszQITg6JPqiEka7UTh9/O3wIHlPhELCDrMB8hgdm3GOyw48B
d+Zp6nv7VSU0beMoIQCwPqaTS6pacAXIBtID/eofuSxgj4DtZ+Vq9d4dS1q1tN4leQtgiK5MzEFU
vUoqvzjdKQFZXa//7Ooy3XUlzam4r1+NrmUx1cuDzEsM8XVal0/NQKQxDnZSMINEXdf1vL0CIfg1
z4c3nyT7y9DUiJaOZIPS0QZN4UEpuwh9drus0GQhBWw2RdRQEq5686B6ne2WGVO279j1poyiFVz7
/J4EYLELFDO/Bn/IEFbIsYHI0GRrU0O2INgZXIfMyn1qaa/JEIhv2LS17xHguC0+2+Bp6EbzxqnQ
rxUOvZQyIwSoI+l5Z01R/GTF3bSnN/PItlsghifP0UWTwCsmL+QaXzJdrLaDoqCHur1j9FuPLcFj
zybC1Hs7b81XrNB8ZkP4yetWKTBR+x0ahpCsjBVLlHqDakbHBpV3r3ZRx08+ESLXqhi6NbKH/Fo3
9WdWJPE0wzMPLREJ6MkazqyC3CF6hvqcnxjNYaiiwY49l6cnU+Z4q9qD2lvWo5KQ6zx2sFBL9ecw
+j3or5Cig0a19ZCpEyxGXTq0F0NtI3OYZ3A0CfCM/QxVCIW4kq7bhaqppIDC/Y1ty97VqhnsY4zz
nLj10txOLF6rgUX3Je69adtY+Mp9vJvz4uhf2J0pHojGylckquVPo6VbAGk6bAlsbeZJFyc3ZY4Y
wDSDAjaRzvTygTKzWuok02Gzvq60UmwoLH0naN5kG4pffpXY1UDEdkdzd8QbkKey3jG9xI5WtYRI
xCY+YSASVjfZD6PtORu4HIAdTaxXetu+BEkS/m7yQbMRpRJo5XSDmF3A+feBBPHHniUAOZ+jPXVZ
0/1GpzD8Lp3c2qUKoAdafA+G3pYgO7zhShFMM3KEHnyh3UVWS2C94234KsBEFXqyjz0HuSPaRluU
KA75GyClwE+8pRVVrhWJ/kRX9PhidrM+RNGIOycZfoxx8NZZOkU3KHLQRJP4ySSMEctZXd5Rt+z6
bVGxufBq7cq3cWlvDBJmLp1hQEVcGrm+nauwF4pFizXk+7mrRAbUqLNqusEDvYBhgASoGqCTYj0P
LmM/+mIHQaCtkIg0L3GeUHk2YvnE0ECOWBoxGFrT3JHfik+rK/mTusm6atGPUfSTYmtnEwL4FE2n
qk6QNLtUB1hcOrD1YJ86147h6HdlGrmQe6v1qKv9G6NeWU/s0B6jvIs3jYPiJCCBiixPWPywrGB9
tI3xNtAz2Jn6TObpANHi086KR1+Jg0daRf2TpEa/D2sPwX3TsUMoYxwvEmQW5rQwE685rQQiEpwv
au2ZB8tzjMsq7wyszH7wi+oH9diAKAxtxUcoo7mS9zL4mRsp1ggvTKfsyobA6TZxtc815ixmeiO+
HRR/qq9Q4ZhbP8T5vq1DrN9Q+yPc0tjUGGW0q+qpfGS0eF+bBuj5RdAE+m3Vmg3lPEPQuFf0AMAb
zeOdMwlrr80c11gxzJ1iTtGq0KPmyjTDNnxJwU4d1MnHX2NX0o0J19rUjsAv1jTVNYwW6bkV7ZYR
/o+aaQeywQKDzKqi94kFjw0sljRMI8KNBZijw1Si3NjSIUEGblrTFclzKJ1hAlYwIyZTD79GKtVs
3ILKEPZuQ4Ba8zu1Wyx/noa66aIfkzK6J4ZYNPgES/lk5ajy1kDpW8BIHYca9cXA6m3faxbZGFcK
2AZO6jR3u3DjpEDLJ8pW5CQccn+QylOvw06+bmNUR5dGqkPKxCaPX6GKg7T53ozCUG7RkiX+Pa3c
HhpCaRjNj9FwuhgZWKgo6ZdJKT1cFZoN5BFlN3V5FVoQyWJW8OYUqhb/DsB4ATwkC27NfJp2kh3s
oZXllF6MBWUNoyvJVien9SYTw7RSbZTXIcXlR+oxUL41pIWXRJWNNypzfhfYdRXsR48YiHWjoZ4Z
nMLfaGVKqHCL6r0LVWfdqob32CD+zUhUxtNBoKsWX0W0yn9TS6q+Weaov0lFJhbFM2HG6ywah19U
KMafU9Frhwa79Vun6Y116NO8SO7ykcPWNiMN2jgMecmYG2spfhZhoKyKHGOChTKKlo3XIOb0YgV8
hOzH32bAcWkwDAjkw0imGxilzpGbgfYRtg5batvG5kyU+m2xk3xLhk2aV5JPYUu74aFRPfHbHsxu
XwGJ2sUDuQfgLKrRo0SBEDOHvkmZ7V6SrNQQ2SeIxFzRlAAJLMMi99dNGkXwn0BdhOJLW2rQm1eD
Fg9we4wqoJoGf69quyclNvPkNiUT00cUp49WW97BhRkVbHIJMHUOIMD2rRsI6lZ8sB0nduD39SFb
bNtu2gdDFMSEIi9UJZp9dCI+Jf+gBVzBgwnC3B39IXm1KlHb66Zoh3ptWV5/Q0m7J0LdyshAfQj0
qoGe4n+jkdB9zXIi4oHIzAm8ukMVaVxr5CTVwSYfjdR/ZXFM4te65vClqkad7Mgqq2bOYO4RfNs5
GnWFTIHBfaEm8FI5c+i632w6O6+624jIzPgJDZHe4BQovE65+69Zifz/QY79vy7rw0So/Iko+y15
Q1v3tyh7/l/+ryhbWJpu8IWTNlQA5Nr/FmU7zr9MQzUt1bJM3bTQLP+3KNv6l24BPJjF1zaffm1m
DPxHla3+y5ZSaOBW0ZQI/mf5P6IVCH7+HxZW0xbOwhacdQRbQtbV95wPQ2ScVEouUNOQCzG2EAqI
vOXwYQjl1RxIXEgrykGoEMp4P1FBJsVDyWn5NRWlUDpqSU8LmFppinAiaBpx7RWa/VaAe90HKkWV
jWen2WrU5tqe0YdNiDqMs8q7x373TwCC+MhzPN/KwnPspLVDemBrcFJkhQKvbRe/agshLAGIijFs
pBA69jOOTngv9Fpe+VUB9QCQVRDj92iLXxQ07ZcpNUv2iiS32fTqGs+/IAczuUajJ772im3fMN/s
b7zrxA1CHT+MDi/szUZBgoelS8uvY9/YwNRUBcqDbVxNFPkOn9/iR35j7vCPD/mdx7nvG6RrMpJ7
ZJWJdWEgDv0hjCxVyYMQynfIgcmrnCYLC5fv2ONF6hUAmz//7b/V+/8mNMy/vfA6DzJryt7Opz2s
HOXOQe3yFVyR96UbSmw6n//GRx71+TeWzgClIG4FZCmDSx9+WDom0bBS1EdrlAFarXBIVp//kJiH
99K5Pf/S/Be8e5JZZOlhBIB/H/L0flvomfFOVupzUwmbaN/OGnfwvHQ+zmqvYOlzrNvYGcj+xXKq
PttOqT5rXWt/p5bQUZKKoTDYjQH4oCpmLJSi1uPGQKryU6MsSQZ5Avv88z/9yIS15/fz7i/P1SCA
0twhQwqlmznTAdXsCQ/9sUvP//7dpfnwEtU4To074nn2g2ynxcWJkXvs0gs4CcFzlGz6tnE9Ud5q
avCgkl9z3gMRf//VTlDqUaCX/NU1GT4jiN2cRfq/F/IPVpRjf/RibbSM0UehwZXjBDf2hPIyqzbn
XXq5VpmJYRhp3rgCn6HQOTuq7fqsSy9BCLEYxGRhjQO5oULliGj4jSemzZEHsuQdpFkK5VuXtesA
FCE48lflGec9EGsx9ZElNIBv0bDltvM9J2OGKJ7rzx/IkZXLWs71obcNarwMEDT8tGEni9YkUN6n
gRiof7vRICyRNPb/PlRm+9T7qTO0QtWInWhcEgM4NEqjdN50BwTZ57dw7MHP//7dzEwi5DK9w0hM
Rwe6AIcm+tJUOM67+mJyZo6dGBo0f1o1aG/A+zcI/8+79GJy1omR1nQVGtArKqbYmcFplI/nXXsx
PVGFgY8cogbBTg1+UZLb2W3Pu/RietoZqQ4dtXAX0d46V1H3KtWJhz0P6A++POaCUzIpIQWVJmVR
ifvx1UtjbedVsfOSdEi1LF9GDz5V6quz7sNcfLQr2jtxMDGr+rQCa+MjoDFO3MeRITnvdN8PSYOy
uy98n0fEOR44tKsF4XmjfeZ6vb80VR5OVU5VuwFkDBvXOJbk857HYpqmhWcAxa9rrNTWS6N2X0w4
np9fev7jPnqviyk6BoY3R8zXrhVEcqsbMsZ17xE95AAMAdyt7D7/nWPPfTFZI9Fh/SCX1HU4B3Jq
pHDeWspw5ltdzFfS7cwUCSPfpRLVh/erz/5zQPyfrpDmYrZ6DjXDUTi1C48bNZs3vKbYL87bA5iL
+VpkYZKWDQ+FJKpVERUuvP3zloI5p/H9YMQNmQVaUdZuJdUK14ThrEMStM573qQ2/nV1DXL36FiI
2szJvkTY6CZYM84aKHIxQQmzYBAm80CRoIFMMz9UOSX78y6+mKK0m5IxzxsmktOtbBOoPfrD8y69
mKO1H/h917Uz2iB9cUrje4EK97xLL+ZoSd0qo3lQu0LOadgo8KGan3fpxbSktZmjP+NFxoqyKVDE
kwJ/3pUXUzJPZBYENWuWnel7UyXndnw4ceV5lH2wZsnFnCTgUh+ynLHd6Za+zglTIcpomlZ9HyT3
2Kucq5rkKmcFl5NeGSlbxq1Wl9GObDIVM83YxS1tWl9+gX1pfw1SE9AJbdw12GXrLkfhAiQhLKw3
FMjKQ0gre6cMZvSs4iahWT03+BF+DJpDdqhOVd+XutxWZZy4bVcSzR6EvQo/QUt/zi3IbR2P464X
hCUNCloRRZfGHNmeo5snNfhXmEg6h8Q4tnNlS1hPgwmBBbG4+qCMZt5cqLbSPAja8BAqCDQ8b4cj
F0uP2uEkdDo+VvTD0TziLajM84arsVh6amjzaPeZCYVjP2Bqf6AoeualF+sOQj6FzESGqxfuY5Gs
KYKeNxGgBfy1opmJ7zUFpXx3KsCVybD9jqfrvGdtLFYdrchTM7aS2o0IQaGjGBN047WPJ2bDx5PB
WKw7FsLOiSoubLLcuyRm/JAL77xv9lz7e/8NwQnk1WmWMUbaHs2RgeM01mhTnfeHL5YeAkPsrA2Y
xehxN5E5Xk61d+YwWaw9NV8lh7ofL7PVcdmAa/OH85Y1Y7H2BOQs0fLD0YlFcTOAzOmTUx8nbZ57
H6xrxmJOKp3TlbqqQrVzxuCNJg4mD2PE8DJ5zlPCWgALCPb0jYbb54Dim6Bh1SvPe2b6YtbOrcOp
7SLW60DrL1V9sjcKdv3zvo5zoPT7oYTgNDMs6ptsuyFoDlc9fsKzhpG+mLh8c4MxbzReCD0FcktX
jq+f9671xbwN2x6fesowIjLsiWYhOJ2wP/OBLKYtLmVS0lFjcm3lFhe7S+7XmU9kMW1hRVTkqea1
m4nqLsm7jVLxbTnvaS8mbVoTXirnP3voSoI04ar+Ou/CiylrWwScNkSAuRq2lWZG9J8sAc/3/cG0
mqnK78de0WUZ9nMujXiz9FGal/WJJWweCB9deTFhNU1RegY25MI5HLcxbWUtxxpSvaUPt4We+Oed
h8VibppkMsmg5I2ifdLRoHT3sOdPvVJtfsQf3MWfxsS7Ko1QMuJ4Sp+5OU3mJraGaUNtxaO+F+Kl
LJp0JYpRPVRZZR2GjpyklpBFpNOm+ttwyDA/awCIxTwmlNRIRz39MyGuAxWGsBeevMcjQ0AsZ7JO
9EGu8iWbwAYMaXNXaMGJA7Q49vgWM9mP28oxNL5jTR8j66IImNzkCKjga8bQJume4UUECrQpoBzs
+x4BB84WZW+HtfOI7aD6OoZmdigLp15jAYKRqYzEZfY8CqRamLOR8G0mchuuckX2l6kFLfGcR645
i6cyZUofZW1XuVqRqgc5EfUtndo6axkCZ/73tKvwPIFgwXqG5m/lgS+Tvbr9/A+fL/HPEYv55+9L
a30roHzbmLaV3H40hro5YI7R3xCxKmf99eJP4/HdpICuIUor5a2WbDPZ6oM5ODXhjg3GxRo6ByC0
NMKYbxgJRucbbYCzXqj4M0Tf/9FhEDcm7jgQCHOmwYjKjdTlE/XoY3/2YhnV8O46Hdmjblyb1+qU
PRo2urTPX+ixay8WUsNQE902mZ/ViCPXbjJE5+bPs66tLRZPyEcCOzeziU8ABHXgeynRPuf94X9A
0u+eOFF/ROdhptpXZZ6j5uwwbtJ7O7Emfsijpt+nLRbFErdlRD+u3ZdOa2zsBFhx1yqYclWCTEUb
HrSBGho+C/WSSNP6NtTxfauoW1atyMZL+kvtviFOZacN2Pw7hLdrdJvRbox07bx94x9w97snwDm5
t8nNaPdjUemuyhAkXlzVTjzf+Ub/OdPFHyjbu6t7Ve+ZZjEJFyP3cOgqme4jpSluG2mHa0I88gnw
DuLXz4fKsV+bh+e7X0txSddjpAoUYgARgISYV0DtDTJH7fo6MPW5RdrD8v/8144M+j9JDO9+bQzC
Qqki+heGldsH0SLJaz3e0OdX/3iNRGzx9714NFxN7HT6PnGSwi3VRt37HZrrsQv675//xLEbWKwI
BMsoROPZmltNEj9wGv8Mu+y81ebPGendw5G92SZKwLFWBuNvPyy+YLs5r6mrLhYEBZElxlKOcArR
0OovMZ73ONTFGUc6pLinOUDvMUu/sQOMb2wUxOc9jyV9sJmaIRvrVnczZm7TkN5tBWBbz3qR6mIj
QJglwTcmpzOUc5eUvMklsN3zLr3YBURTVhWdDBDqZA1hUypF/8cuhAlx3uUXMxbEokdw2MQw8cVN
z6FqXRajeWIKaUcGuLr4UldJQ4KbGukuGIdoT+IxGHcb/lALCfIQJ1DFCCcIf0Tsih/LcpYrV7Zy
6WSFskV7qWzq3vIQo2bemVsHdTGpUTlnPrmNOphtpEJmV4OvCJr958/yyIqhLqaznwq+HCKq90GV
VxCD/a69t9pJfbGNMHn+/DeOrLDq4kOv+0iZB8Wp9hk0KLeEgvMw729RiY896GET/nAuqsfPf+zj
14fo7O8lUGojqeW42tyx8p+jqXe9Jj5x6Xlm/PO7RCLP35fOBlnSyDWFywx33ALLzYVQoxuSMQk2
t1nJz7uD+TG+WwV1MckqQQHtJrrxW5XpjtbiWaug5izGtieaaSxBV7gOaWZ7qBvTptes+MSKos+X
+egBLUZqDKJkwkteuvlA7tpV1JnKc5onQBqA9RAuEYnqBcqifseRL7xSusn2LyJHg3LuG/pdNVlg
0GQyjdfdMNa/IUZm29HzqxviatVbvsEkiAdlCn9C+RoFTrBN7cJb0ZouSUdvcKG2RhaQhjnqV2SX
kWEIymprpEP+OnsyVxHKh1c11tSthWW+PHHTx8bbYgIVMlXKMfIrDDh16AonvoQDdZ7SRFvKBLNK
hhOMgdJFbhKRXBwSKkNe5+rzgfZnR/nB+1pq9NreCeyxCvI9vWDzEKMI3URGGV+OVRK4yZiwIDgB
4H2AGhMIGjLuxL3iZ9OmznCtEtiqTGvB1jK7Qg5K/mqAqWHlTBnxsWamnqfk0ZbFbrx34aBLtQFz
bnVXDtHTEFDH6cTH5OMFUFvWu40egAd+wN4tNUVz2wo8dJJBysw76NCfP+cjQ2QpR5z6RIzRFJZu
yU9tsPX2F7IuqjOvvlgumjAqiMQNhKuXUfgQKATZaJg3TlShPl67taX4EHhoDWnIFy7I2AFubaHf
BTVLOZHJWCWH0nrWhzp7/fxBHXkXS72gQR3c6Xpn2icMqtfO0fvLZCxJMkFjeeJ1z2v1R0N+fkfv
FlcVPFERJtpEPLZiXJJ6bbykYoieagi/+6IfOJx3ooJ240cnZtmxJ7hYc60oFV0Tauq+rvCYXJS4
AknSGOAqzZrUw5jm05NuoWE4NR7mz+pHtyj+vsWorVUiysxpLyVWE5DzFfG8vRruSxT3QMXM3tto
ifAPoU4LsO1ARhRt560Ky7ZdKBfGpRU3+QafFtaxPgHaqkW/+rIAEJOEXUq4LJmPoKS0i1yZmpvO
KoAHoO6vr2CJDS+G15u3ogPjt6rTpLpzKs+/xUyWrCovsbdsruLrsfFxM00VeGMfByBgMEUljNof
NlDGvjWASdd638prbPTOifLRkWO1Zi8WalAcnmogXNonNrNvNeG9+g20QYJPSAPlG7OI9J5KU9d9
2Ipfhh6H12Y/NY94LeMXpTeLu4B6EyAOA+ftAPUEiI8DKyEOgt9NC8Lu8zlwbLFYbJaiIp+Txzla
m/Phl+bndZZq/ond3pEdzFJvGeCy4OjWtfu29MdrjIT6NSi15lthZJR+IfSuz7qJpfiyGjsVKuXQ
7vuBmFer9Ib1SL3nxKs88oiW+kvZEHsPnrTd+5oBB9bTJ4Anktz389aIpQgTXqBw8rZucbQpgmCF
2lBvmqKK7wM4cask13PSO52RkhKA1BOvfd6efjBpl6LMom/00s/ado8dJv6uE9xcXACugemW++AW
08T5AW5eJUOrTL3LMSsghJ73rhYrooe81Mv5Wu8L1fk2lCbICEKKPr+2Nk+uj25rsfg5KWiawQ/a
fVCnXrty1Ki7bLwy+WEU0P58HFUDLjDHW6s2nfc4NSX4laJ/a7BonVfV1Szx93oI+wCkTKhm5AUF
XzqWqDVtvebUHc5X+egOF8uK49md7pdWs+9LncKuHl9Glk/QdmFrdFIq0ql3JhC0S6+LqjW9rmwt
9RzRV5ZBiejg9J74zBzbzFmLhYMdL0w8GGBumjYK2OdE28GaH9l2oyVZj/hgdlkeFRuVHvnVIMGk
YZMHthDkwsUekKzT3ifBWOHPpOnfrNMaRnaCP/FE8/PIx30pJtURHWYFVDPXtyFM+XqDnQ/oAqCa
xDix7Pypon3wMpYa0oaUA3xpYQeAmb2+7dWiWScZ8bpEupWShkpnH/QRnUcE4nDYAB/kiBHAWNjk
wFHdpO30R5ILbKhe502ApfQ0iYte1gHdwq4Mp1+V6QQv+KhmAFo19GvDzx8CKkfrGDzgKhOzKZkw
aDJ2FBKbTjlIjux5lhpVYKFUY6pg3FfNF62vt7E3rgyigGzru2gstyfb9fO7PbLVMedX/25zVXde
PYy6oUFIUVzs82QDFbG6J4GeYKSJqC8rD/0Ti/Sx4bRYtvzJCszCrrWdgM20Le2pPySTwte7hZ73
+e0c+Vqai8VrmlLqb3C4dkBnZ5anNpFpbb+kEiUGHVJv8/nPzH/xR4N2sT5NFpWXZspTNxqJRiWp
rPBPrb/HLr1YnIDNwKLsuHQXKmtH2w/2mYeypYrVbgHlTr2RuAZezT2EXCy9zqSfWMyODKSlkBWl
MBj1cExcWxMgwWJztpCFVWXcUJAfd37iqKQjAW/8/A0cWzeW0tbAqAodKFni0n023TrurJ/e0Fcv
psnOZYhiz3VmQmvYh+hB+C+rPZAV4vtyWa87Yto9WELlqTXjyMheimEngwB7aVa9q4DssBqCAjG2
D96pfscRxZEm5+H+bpb29ZhOgVcnrqrqyjbo5223bledczGkPlSgYggLV20z707hFB8TqFl1v4NS
AsP5/HEfMXJqcrFOQM/VFAqmvZv0+ToTCYzesbuoLZXd9Ugyx23iJ5uqzG71ftwjktzQuto68YTQ
wlsLy/9NOXRVRQrc3I1V+hzYsX969bVlmGsRmQdZxicq8McG4jyx3j0rXZp+Ymp54naaBMstNQIi
IwiZ9LVhgk/qNN7Ypn+yOX9svyQXS06o6oSmTFXiktFj1+tWtuoP0ev5D2XyG06QmA1WXuPIH6Qj
TT+1XsNBXQRwyw8AeaoTy/gf+cUHKxJ23b/uOrGNII1U2bmjKUC4SduPDkkCkNrrZPSdY4/vmnGk
7dHbrSenXWfW5PYO3ecgKwGbxm2RrZukHi6Arkabsu8rADrh6F8YflRuM73QnyEtzQ44jqLx0MLP
KZ2ifCHu3nuMRpVaoDpov2TeDOX68zF35BtoLB5sxXi2B7KGkFfU6W2UFtYWRgm6XoKWpquubeUB
GAHEc7PvT7T6jsxjY/EUFbjkRWMqGFomG+qIb0L8AJhSXvpZWD58fltHfmOpioYekCt5MbYuBKRh
Bf2i3EQw19faWDe7z3/iyFdwKRouFWGYVaO2LnkN4ToAd7yfZBJfWUOg3ih2EZ5YhOcp9cGgWyqI
k06qWewF0EZ9+UYUjP81HEr7+aybMOZh8W4ex1MT/R/OzmzHcSRtrK9izD0HDDKCC+DxhUjtKeWe
WZU3RFZVNvctuPPpfdTzezxuz2IP0Gigq7KVkkhGfPEt5zSwH8e9CR3zFPfVipDcrYc9g1PFg+yW
/t9c9H/2KW4Lyd/9ormMOjuh+rr33W7neCrsoGP968/wz176D+u2X5V6jbK43KemgyGAXVD9mwX5
n1ziP/a3sgpXc25E/b5Y3QiaTqEuqYLHsDGhjxzy0nX+XWn/n20+f2x37QTWpW5gJFiPXW0FtjGs
8K/T+QyQrNkuEU6koaoP1ChOXvOerO1/mJL4Y6trBJY28l1d0q0wm8d0qbpDpbr1P7s2f2x1jdCH
teRrKi57CzCj+MzM5fM/uux/7HWtDJU6TjVW+ynubHbM2TwNGc6Z/+zV/3BTxW1TO7VvcDhWogl0
kUqam5P3f/3i/2R1sm9//ncPQ52Z0QTk7sYwH93LKtGvxZ1Uz21ui49//Suc3892/2DdsG+Py9/9
EteYCMUdzr2ZKKmPrDYwXTSxYtmBHM6PCTjit6jI8605yeraiCYD5wQ4c6D/qwzF1E/vkCPw8L7a
J4Qwq7aN+zof0k0NEfTD9PJ+5+Z+aYEvwvtkp4a3Kyaz/8rWZL2W0URU7Q7pp9ks/q51TFhVnfDX
L4YtKHmlGTfE1uYYDvOZ8XpzYxeDEbbKGH9lSzbvpK3G9zyx50crxhZtsmFifMi6Q6+jBSIxht1N
YiT2PkbZ9Tx0LltJV6yHjsxd175HS2Ru5nFK7r0Zl3BUVeCocM8BOZftiDeXPpor7CnBDfkyrgtM
YVFalKYRx+v31B/SYSOiBfmwBrq1mVRmmhxyYuOQkP69cnSogmhw8teirqOrsRbzc2VW6M5HCRR0
MNE6JzTuQrOcRgxO3VyGHj2Nr5SsEVzUmcFnLXPzwbEgXOMqlSiOkji7KAAYB+iFkY2+w6+C25HY
oxYJ7gKqR2edV62woarasA/+tEZHDuXgRSFIHYBAg1SDuL98FXlinVLEhXD3E2PAhZalk4dvoPSd
R9X6APHmvqTkslbtQ7Es8mc0iOxc4uxZcbk0w2WeZB0HeTsmr8oui2zHYjfjYoI2xJZqWip0YCJm
SElLvwk8ASwk61r/m+EWznnIZBKgQDACMJ0Tihi8exaIP7ff+grk/TAl6AawhYUeaO2XTLSIHGfV
kH4vmY9SKbWOljG9qj1LXdjN3p9gnlJDbOBoA61fcSSKPstDNQxpuUPCVU8vQy8k9DUP8CY3Gnru
1ZNmDRW+W15uBcInizyhe566QSyPsOqtrwgzwGcZQ7YDP2+oI2fC8Vq4ZsJvhS2yN5KxgG9Hf0m2
AUskggF8F+L4RGmwoG4Oy94jmfVR5HFRbFy3aF6N1lAXT6zyAMCveVlnSGyjpfxAzBiYGm80cbvU
nbOjlZ72WMcBVLYHMDt9Civq4NlmSw/yQ98UOuCWqw26M6cI3LUyVaBSD4q77pp0M/JMlJQMSnXw
5rYLOOGLM4omPdrYLWIFgarX5d3EnFRQNzOnBN2Q+QrT2YfE21glrm2T67xxQB0mhwTYcRh1cjg0
vR2hTYkrvfMNAQYVmeAMXA9g7bhbCrMKOrDpu8bx5ms2FOnB8W82p3xAG+zM06kf7MU7SirYHmYD
Q8DPHW9qLVF46X2qTBeiW2tvGqBjgJGMDjBhnd5mjDDnHWblF2dUCOhVolzgwNM6T3+mJsqIa9Uw
UX0/Z8b4I43ntdq7WVf128nLfxYM654KCI3ppV7wJJ4tqN3mW9f7v5lllpTgeZkDPyxjNCdhZ6bO
/Vwv2QFAu/XVArq519LJ7pVlZcEEMRunHM6j8masWpAJDmlLWZJJ8rcMmBu6j6Z95O1rxCVeP+4N
SvbPk+EXL2opgHk4HpDJvgTZ0HMblDTkIcmuMwdL5jRCuxxm2FKcXEDvSskrr6kQPrfXnNzFwLgP
VruIF8r33n3dYGOMS3C9o+S4Q1Yyh5XFzRfAc7SMsPDzJKxrx79XQ0KFtmubsGtnfSoEqm83BYIl
O7e9MCpdhNU8j8+pFrjp5Wo+ksh0ERpQx5aN8btcxXBCY+EaODTkHpg9aO99Y06+IMAaQLK081VI
5f6kZ4QwK07KHygEWAPMFKQ887pVMCY2501RjvdtVctd5MQ1yvMC6hhPCuI10G0IEoxGn7Soqy0X
fT77U5M/mhIjm+PpZqdNfFW00kuBq77UV5t0j6vaW1ejmzd3E20lTlEBd8uOXsbRi4n1CpT3Cmx4
M+Qj0GnpjTAZE7i6NVDvCaD3jcFlQniVLnpvO4un7YzolLVVQXs2Z1yEph4OVt1Uz3VmWwS/rPw9
TExp72qMqjPK8mTBxN4XNkvBmr/D5+xf2rSnwuG7tRnYtZeoTbwm1WvS9Hi4B1ZEmKRR8gCpGWQM
vdgZKlm9hABl9Hbt1vQ6z3MbI5+J3Vc1ufq3cSSdQZWXVlFjjeSxdxq1sVTKJkdDvfEscTdhSAP4
9mkNHeazpTPyY51XqK4dw7+0vmff1X2TvvVeObNpjUYbDPD/X00dNSdv8VQTmtbasSwOpZyDurZQ
Sg9AQuFlCywP8MWT5EFZoNTCARveFKjEmB9kMlGiQiFVIFFfyh1yDhlUk9Vd9Rq7F1PzjpOZrTOI
C1ld1rxhQwfaWz6gqmB+IhL+A+jq8ZgAicKIobyMCCC1t4bf6EtHHgEw94o8R49NVQUV8uC94WTe
B90rdIy4Sv9cPJlf4BTM39I4G064E+JPP4rsve9n4qVdl3E7YfDxGCPMmGVw2z7eQH22vkztxqfF
SqyvROK3kcQVT/3kpCGGM8TtBQDtwh3t/ey40CkLr65eKaHpvRP19gEIXruTtfD2VQWEXvvk5j23
Y9ue0c73BG/kFwpzI6yinq51W7Xeo++vCgRrLbk3nCT3i4PnoDcJnNybDLwZPYpaP577PeDKGcW2
0l6YEos9zrGfv9pI3j5nej3PcQL7uyWH8sqSavVsdgJ1buP7JWxu0bH8Fmn+kNRfubLbA15F9Hpm
h/69t7K7rIfBbxtxVoWuHzt3N2SnzeRKND9DU9To5zsWdzjM7Slti+lxQVe4sxBIRFsQ/t7XIHJ7
O5hO5J2mbCrPVU1MtmGRauNAp/VAsVtLuwl8iB2PfbqInNK9Y97nmVn/MJrO+NZ3rfvUd269wxni
HHWHVnyuDOs8RMzJb6Z0oVxH66N+k/C9UPMScjUbW8zLByQmahKrD6cv0KoaPzLLj7ezmwC1r0DC
O9hNEd8EcKQUkYBsH+Ji6aNtfaMJ68ZfmILW7dlE+3VIdQ5wk4xptYulNPYr1kssCpSzG+Tx0bwf
XCc/OXp8G2oPqw3V0pEcn1vfVcrN7E3aV+qHKejFY7Kwlr9Q/MCEz6JOiY1S9bAzBSfBVEzexSCa
fy2BGV4G06peW4jbw06jsmh2OUh9UuQuaP9hgQvQJow0b+YI9OKma+jfQJPSMG7dwSmlqIktwkLP
EGXeaXaUnf0aiLZ3xFc361lRG+fJgZa6gWOA2b5msLvYZHLdW7ZR+/uOp6sOLDvLyn0PhxZ4rhRY
6n2RrXSCpcnF9fW8R7zRc4NmCZZU3x7ViQa+6qehkOZETmP8SO0ZCHJcJESyOBnHC9gnIzQSsMYB
gWeabmxDtEEJ8iQslVd024KWtW6TYosxAwbi2ondTXUOte0EpH3R0ZnZJ4V4jXFB/ooboGwQ6YEX
YkCcHhzh+K9Zu1jwD+ea2GYmVF/RPTLiTXb1JBfW8rWXtETONP25qL2KbQ/E/M4yhP1uLv0Quqx1
dKP35qXlynobzF8+5LfcLpqAMifDoRW9S2jTcuwvsbXQX2fjrz745STuqyLJ98Pq7WKvy78KPbV7
IPnRlfiTJ0lnw1blyxfUv9l/ogHbkQe76bR9gKbqfC7R0AzB0kCY3feZxA2oG6P1gnXNMMIZZppf
s7RBjWZTpJ54JJVr7pKKqfqaozfcR0bIEqOK6TBJm27ccA5cLaK1RBjXeUBifo0LGLMKitUWPKo7
bX2/VXTzMd3c77qhP1u4HfWembv1p1LO2u7+9QFS2L8nV//RCfIPuUFv7i2wmU5yWFqDD7asdXGu
qN5eU50OuxRG63boreGkrBtmfso6O8CpNh4pRfQ7G/lW6HU89q67ziiS267ZG91tsl+gCtw7RVLi
Y80EccLiziOnjSXOuFvzBfOOWI3iwhcCxNwyIqcM7CimBpj3YrxjQA+7jFsUJTUHG5iCFYGx2NEg
nz2ked1g5LWji99M0tgYdU2gkHRw4Tm3WvQZ2f06vFh1lb8l0RznoN09jbyqodmjm/2BDjQERpgP
SjokPYm2T5qPPHjDXdVxNthghqoJ7WY0uHq0vLthdvIVHCJpokCxisKQW5wlOyXTarC4i5yN0SEV
nGd28UgDgf9aaGd6MVhhXiYnSg6u4a7TtvUQqZOnXJGziUhxc7lOeyzx2l8o+N8i0KZsnWBaE77j
/PazNcn8b62DKC2o53L+TRfK/w3SI6JH5vqcOyuVrnuJmKk415PoPhiQsZYg9Wt5XJS1PA2gyW0g
7QS0G99Xc7S113r8tLPVOhR1an7X1HS++YqOaj25FjJEPEevs+7EhzVanFlTN93ZKmrvJQtdGo5w
+IfbyoCqAZ5buqGp6YToScUbNFEgdnOnn94qr/Yfe2UvbxyR3xB1EJvGbp7/9Fuo3K3X268Ag+U1
65YiXFN74RIWNYh1uKnI5hLdRC/T4ii42KzHF1SPJlUQFQlGAGpTE+xO8ojawS4Ci96NAn5xQzYW
DfLZq8X8bDq2Dmdm2S5ICz3YykpkCkUQx/ywhs5NdmM0kYuWeeyYu8kfqzMtYhRYCArwvSbZ++KV
mdiYkeN+RIhI7GAhE/KLpAD2JAM7WHMkmU8nTOkXxptrgP/fcNFcOnYb83bkk57MzpYc871N4nUJ
h8GMXo3eIkYC3DdcR4pn02ZpfUmgBTOE43JtioW1EE0BDWH2/A2VOCqMNBfnGgHbac75MTjCqr03
mNI5D57g7I6n3S23LsL6j9YVqHosbnIo2LERX9Ee5Fz7bI7Oam2rY2Qo+WDLOVdA3MeJZjy4nvc0
8ejnvjDQ6ghrvotRd93D60pf6RL2BjaUmgcMAvJynDLD3XUSaR2mZ4vSH6fb74DZiitIX3nMif1I
XHTeD3fK6md871FgjUvx4Vb2oDcgv6oXRi6aLXRVHeIXwcSt6XwDGkVtIGWKocuiTTnVMg6FETeP
Hl2IPxnnic4UotMs1FHV3flEz6dxaUtC06Y46M5dAmrg3k8fU+qLapuebECz+gi0F/uYp54QN5+l
eJkHOdz3Il3fWFL1xgUC+g3ogPuN3bl7s2y54lqnnvAAIjrCm4WS4Gr4WcVRPjEbEL24QcLR9eUB
1ZGwtgPb7s1UXiU/SnNod4tQ7Y6VXEyhKKVlbMq4sn6z4258o8dQoVFrhfc2SxqYQG8zcCxdOf5Q
WaEMrJpruS27bLmJ6trlfXYNI6bBihSNkUj/3V/b+ctrBQf8kaAtWBe0zb3VW79mc+w2S49DZVM4
3ljteqqLNhs2R313jvzXVKbqpz/0mE8Jw1NgLm31gspbvtb2UBAzzfrqNoP/LJtx4p1Mqf8Dx0Md
au2lJ/jr7o7hPkLgzANpvNFVEX0pM29XAGVTv6vpKC+OaAs6/B2qkvgxAVM9MYdJqAAKb/5tTgzn
0Ihu4KyQy21LCvxi5Lp4zebU1Ric+vRNkmnPsDkgLTaAZcFZz/H6hVFWMHKPt67lTGEMUJiRkM/s
gmYz9xz8SpPJ8Jz6GkaPxbtkiZmm+4ajV7cdyRS8ah8BRJbcYpBc2zaQ/YqjlooWGxkEqps7Kxbr
F7hw9ZbDKSfRU2Hc8vOsQyN6M/Ylq1j4URHNr1Dg40vX9utllhFDpi767+Nol+BEqZ8sDJ0Se4R8
Rc09CZv0zpochdnJydwmdEancLYwUOyXspjZ4KYSe/ymVn0pwmyqY6AXVFl5JVrALhYm0F1aJ9GJ
8aTqhzvkTiDMykSH3uPIJmJ1bBFGpC/2S47iKsi72D54ldE/Vy0qbfT2mXeYcGGudKPX9kMu5bqj
o0beV5VbHgsI2Mxs14mJ5mvR4ltt0QOzgXpCPiuH374whhYwl4DngiH5o53Y1tPY5PldldYdfD2z
PObYm6jvJOndukzOYUmiZudUeUHfuJkfl1GaZ6zmzb0eTYGDrWluXhXpfhYtZW+egWLZkgVYaDjo
aaRFUcThfl6LlfgBF/jNKVjv0oGYIU5997RKywsmQ+pQTxXZkLZanwXSs9cZLzH9EcqLNouDeTVz
BivlcM+NPAxWXN+ndUV6IQHxzVC5I1K8pq2XHgGlVFc2NYYbBfENCTgqs9lWJbOfbCJdWJ+O35en
1vTkCZ7ScHLRAxK2w9gPSKHb3yqPF6gjY+UYQyQbqtZVEh58Mpc7CAnE0aU9hfG4lteqJHJw6ct7
TUGXkCBtLNGE3Ir+seXe/IYVgSijpt59NfLWkADy23yX02L7hQfXwY/B2chcxfrYJWgAOJSl3M5i
mblGal2OdIPOt77qkd6MfJIuDW+M93Fsa6+6EdV2mNZ41xqd+DW2U/qQGd50WpyCVHXTx+N9zjP6
XZMyDtaYxh6X9qvdag/VEcfBsLBSMes4myugJ+1xfmey+GiWhY3B0saTDmCZw67Zb/u2V0S4I4N6
tpp2mOfSPcgE/33gPT3r2uuefQuBgmuZ1reKugtE9K7dOijmthhQP2/mtteiNbEzJkXThnRDyCjI
zMR86nRrXmt/ReHaePrEjs2uht+A4KMt5FCHsrGmz1UJ40GnzZJuC6Z7trUfRyGVEQSuyZz630eX
bpZgNWOJXGWV0RbbIvYsnDUtDhIn64eXZdQDx4/IXN0tfkP3GOGkXEKjUQnGXbOP5cal35GQsZYt
rgo1Cxcu/DAfB11ZUI7KWtgnOfX6s3al0Ty7s5vuk0GXP8vfL32JgNgJ56It2OeqZB5xxgkOKeMy
Gs9DbPZdQNmxlq8+IPhhOw+UnFGgSY5bZp8eOtUPW08g0K4Tsl9iTdp1Y0o/vcvxGuxGj3rGxply
4RF/KHIJK21hG3Lx9Xe7xk4fWaNxIRIQz3PlYX4hxbbtvHbeEp6hjiUXcCndxLxbmlQGHA79b4Mb
uxvB2zukCFM2rs7mgyQZSYogLX8yZO2i1a3Kp2JovfvC69u9WMv8HacMZqaFo+YrquvuIU+r/t21
yPcY8CD2peXod89Xz/jQ6p3VJerYiJTeEsFecpJzO362LXG022bXJPGtD6tnySFbZQSZGJOPYa6p
6rTTgtNuXL5ph8K2bMgyYn9Pons39VZr03ceJZZhtI5SW/ErtRn/VfRNtcOYRR2xkwx/uc0iL1QN
aGNyIMCmSB7K5TFXWv6Ke9l+U56j681N78nuDRh5W1pZ+rpOTPDhsqy/SLyzV83LoOqtPdykt3pQ
9051uy80SRADHxc2n7AHLYI8ELliJ3SqtnXvN4+L7j30rMpoT25imWRwaDphEYwFCg5kWieO1cOV
ycDkzu9ojKE9aa5I8fiGhoky5Q8iRYFKmSA6l4wycWqKhfdUz5N/lAoAfCHy5L2arfn7umLB7exV
k54Tw27MLBtL1GLPr8xvdpiqq+StNnR7QhU+btmC6PBvOnkqSfH84s+6kDxI+VA4pX9x2qQL0TK0
ITD67Fccq4jkiJOFbuwxaD/E8THhvt332BXJvzh0+Tppo072OCTn1ix9wrwIO2Yxp+ulKVlAAlS1
DS7lrFg3bHM5uVUuybahpFZuZ5gIjPmjMw2MkcREZzblZxol5qnB33qo0JrcVQv2XEzLjGtobzx6
YLGfU5VCU3ETigjslzr/3jQxcliZR81x6Bxm/ig3TBQnCCgeqbVB5qxc/EmdniQ+9azjIEMhYUcq
wf1U2hi261S7DzNtfz4tWzmiH9D6egKmmFW/0s5wqQexrCdJVH2fKJIeDBpvw4TM2YqVvQUzsrgF
JkvskchEcCD5H+RfnEvsrk3YjzPleBRaKEantqYPrDOXPamR/L32/YT37bU4H10ngw5bunsjz+1v
kPS4KdYio+eFW1jsuBdTutVK0iCSxk3c7YT+b218qyEmMQZjPzEJnjDtdY8e39590xjptjWWZT8h
mf/k0J29DnaSf/PmIf0pVMTSRKJ8CquEEiNJ7rm6yMxquXmKdQz9JVIXx6qy7VqlFpDcPnpexpmx
YNxr3iYmA7nvl0Zu5bLwgNHrELIhpQc/N5zfuAWrI/4cOqcGn8FB7oczspdpOyFINIIpRwcuo2V5
aX2rv+sS0SHc0dQMgnT19Z4w9INT53iD9awJkaNrnlYrdTmxkc6KvXoh2EMM0pGMxIze82j2AulG
gqYPnakjvKvuJ6yvdTmIC0euYr/ib9/R3ChOUGqWjwWJ/IdrzT1PklOm0KjbpBHYCJb5u+2vvoP2
d2nuUxd+EAenamun9nTVk8Ugpt1ZqJ3YL5CZxmX/iHB72ZhiGLZJrPynjBHJ4yRt9go8CBdM5skZ
cqa+THM3n6jUla+tmjlb5EwVUuN1dpa47RhQijY4r0Rgzgn4+jytWcNbCv3WuuytZYr3lleYbzHb
LvV8JRgzAMrjb3pBOn9DaWH68Mm+/MqBZcBdxF4aZG4VHzz0mseSrHa7qQyCssHLxI5UvHgYkyrd
EDxVoWB7OjFanBxmPsyDX1QNgeKYp/tliOxzxvmRLraCI1I5F/5JadYyivHxcSEB9mDQ/mZtjHZt
Pqo8Nx/jPhIneMfiWJiiv0S2su6VyvSvoqqn7K5rlpGuBKeXh97Wzls+lP13KYT1Y9JZt+tVzAyt
1y/vVUYJ9zwIPxW7culMBGZZM15Y3MmcSMnGnNGQMHM9vs8WbIU9dmzB9eDd6p2iWf5rXDrgckNa
0c3X8uQUvrphuwt/eilLvwy7asawZYDaJM1Tjk/YKlG9kprTYSJHiIyO8s59PoijlrWxRR3rn6hC
Td9tNyqQ3jKC25sZxhxfGruop1MxggP3E00CxXMtfL2lHFaHTmNFv80KFRl4ifSrXj2SyDIzarJs
o7dDqSmsYO7GYbfYo/yJmas62H0xXGQ1xsTWTW1/1JmythVl1gcxOfjcaRi2rhWJmoPpWsZdMozz
lVNBA7RLku1OtN/f0zqJNcNbjPZtgKJzE0h6xkGnhrMfRDzdmRjpis0kKjtY0zq/Z+QtHrap59jc
VshTGlLpFIjxR9c1Uj+zx5Lcp5rSWNnY9TvLH5PLbGHH0ilWHUQNKQxYgvUzXRciVKvV4HFAtRsK
POwB+7zzStuEdDbop24ZrYVyxMK7f0bMVT4p8rHXtmzMbb6u6hHlTkbdoYhPBIDpiZJcsuXq5a8O
CMF+J5T1tMgc0SpqYNQ95twdiUN90pMi/7UOfYNiWatgoPbImNNaiCeDSaOnXNXpr7gq5bllaOFn
Ptyy3mpe1XNfwbetSVHuPLl4+NPW6BeQih+xq/tta6JdG8qBAh5hxLZPuojsemnfHt5hbzJTTAmO
+r5Ox3zHXU0GMCu7MBWNteOMzLkty6qFUK6K3xjDRdQ0ez21/CibXmAmzw+Aaxk9LhQtL3oozAME
Liu0PIgeBg8RXRtU7/e5O/Whn5fFVRtOjEzKy59m6KRk4R2ZUTecx/OY9OI5BQgeBUkpVdAK8vdp
5qUvaVlO18J0bq23Dfn4meXjybFmcjZVvG6TOS+9gzZJ4KKOaVg4YWl/CcdzjxhPDb011iVNzouf
YxRj/V8ZOm+6sMpJe4VTTv5FiAWIDeyt/sBil5gc28wShCeizEtZOQBsu8mJTca8LPfVoVr4SmtJ
dOVcYI1BmxjvkdFPOzuqjAPJvulgR4mNr2pts1NGOpKNo/bnt9mf8veExoQj+lkc96Ar7oR21dWr
GCxDmtcX29iJIwNPbUxHYZV3ab5pnDT/YFF1uidriMo0nJzM35sWm3EIKreyf1Q61mFh1hRIK7i4
/Wp1JMRGKE5BWTSTGeq+/uFl7ShxbTNDruw1enEmWqPue4PhDDFOafdiwwXwdwnhWxYw/JVV+7FZ
FP+PsC0nfuZ3zL+55P1DRAjVSFsDny7sPT9mx13Td4tVON4RKvc/MV1H98JwyLrUPJ4AH9ypSjnX
8cvfeph5FwCa2UZLYwzQwA0bhlXdTc3mGtBE3R5nujXPDlUyrrRQNiV+OV0MrZKgdztHoSh0/PKw
RnmUnwlW53wKoGW4UXy8XbACAzYPbEiVjBM0ZxpgBHnrkXuXIr60yo2qJ2Gn9WvU4rYMXZ34VciQ
B+M3SZ3pYuODM/hFrDWYRBh60UdrIFFAvTInxTy6EYdXu3RtfhyxOMXwxFmMYCWmHzABMcVlZWX0
OlVLOtGn4yjsm+ZcTae4zdEmxtDkjI+a/Ax2Q0ra7MPjL/p4pPu9yqgObBK/MQj7ylRl7Hjx0Ad8
T1LuKUG4P9vFRNEIHzcnvWDVxboXFm3uq04GGaartu5XykJkUfLEXDZOE8ttL6U+zyp3Pi3VURSq
DK+yNvaKyCKio+gxXyLnpStrOkywzIe2EnPoTsNyKj0GjKV/6/2oyR4GHksY0b7sVMKlo9uegyV0
sCI2xd70HFzMdpJVJUntaNyZWcyIAiN49NlU03cumLfTg7ZP5W3WqKXt+se09Myz2aTMrpE7yehA
uDub2xKj3Xeyp/0Xed7qexo76lmZtrY2GX1VZ0o6tMXlHat2Y6g11ENMgE5/uCquRTrPv7Vy9g81
SRly4/AufqSYHWn+s+JkrzvLvDD71IUdSTo2ZS/29xk39ocP8bINMEHLMIua4YORtfw+oaXrmVs5
uWIBNr9bY+1hD53nixWp5V7Ys4NeYFp0iJOKs0i7OM+e0RkBO4fzW9HH605mNTLpsjZf1noddjz/
M0L7zLqThLdfsr9lllzPLN8bbxm4qaha89WSXXXjyjsh9Rp/GnlKMRpVMFVmUgRun1NRjuqmPoyG
036OtOGcjS7rz9JLfqMGFd0tkB/EhjJn/I35HJnQzZJ5RdCnOS4EM3PVZ6MeZH4wKsgBlsI0QvFU
I7F0Sj6EaM7kCPyTtjxGQctxInhJvDqjS0jF8ZnRj/UXjvaFKqRgTIWU+nOHtOuupAX9F/b58ruk
1AiYO230GKDZo/uKCs1Zc4vsCKLT7WgY/iMPoP+EGzC6bwfZBQMB3g4NbhUWGkEi78krfHo+Yk7f
MBncFx8d80Nj1NXnZBRkQNeopv4T9fVjwflEBhPzZfZfW+v/v0R0L3XJP7/L637Ssa/pLur/x39H
VfC//2v/VV8/y6/ujz90+z1/+6nubwK88LP//D/+Y1v19Os8Dl96efrqqB7+/vrIYm4/+f/6l//t
6/dXeVmar7/86Wc9VP3t1bB4Vujjfv+r46+//EncRr7/5i26vf5//eXtA/zlT9ev5rP4v37+r/Y5
z/szKTDbdW34NLbyb73Uf7XPeeafqVvZtm/d/uXJ299UzMYlf/mTbf5ZSlJn9DpKGqfMG5Huv+xz
lvNnW3rUR5VjW7aFOfRP/+tzP/y1+stXxjf4j6U5vJV/OAuk5B/BUJlRLnE/ZZrSvNKPXdkO95x2
y6P2xbpVnmE8miyUpM/7sRSb1FC+v7foCtlnsTs81bnhB2zjPKa6jA5pQp7Ot63ht5KuZSaLlvzH
ZA8IunJsbdSssvGr4FS7NfuSUH4aLBIM9bQrXd+iTUsmz/g8u2tS47iUjN3kgRQ2TRFAuy9eGcXP
awGnJV6F+ZUTEoTQELXeaDN3D3ad5o++WUIN56F7WRuUwfgqI++J4EYcSfx630ZTWcesLIof9ERl
37ucefuwNdp259Q2/Ou+9M4GPbvmJjZz72K1UR+orqLTVRvVaZrJHVImAzlRJu5TVMbL1U6m9r21
ajgy/QR7Ifif5J3HkuNY2mRfZWz2aIO6uMBiNgCoGSRDiw0sJLTWePo5rL8XNWmVWQ8wiy7rbqvK
iiCBK9yP+wezUUhf6yDQJkTv7zgpptua+ebwC32kvDJ0Ei16gOs61fFc31gMUV8lcS4uHaqbzaSb
A4cWXKBcTNs6GOe7Iamyl1wX4WOc1hZgWeKM29pR4ajNyFjehrLrDnl+vahhqscvgUzR/lTTspma
ZXZHnOPqjSs4LjQ9pj9GXyunxMz7L+Ij6jFpnan14lBw7iX6AlWG4oyCvdjPeOOa37SLsZ8xN2JX
76OQslyZ6KZfEy58DkyYCyhhW/us6jn/LCFTd0vXVl+pqKiKBfekBOnqSBa4uX6rWQZCvdmsmqG9
1wo7pzb0ocLuxbVAhMXkeL7mu605gikkj+XGKfI8oCsTedTitjKdnSYeCgB4PwG8Q8wd841E2HIV
2gSY2L6uw8hEDOhOxjWLvGDih1JnoQR02nLgNnyl/AkNQ9vERpx5/XV/VVBki2T5wJTZak6+UbS0
8SHXoIbT0teZ8Tr05l1bkFqscxB10LJVhHSPofY+JgmD/+yLjqf9kxSKhiEwERjTdFP9Gjlt+oWt
/cCPjE+qZbcrOAHelixEyeE/9qS9G0xH3TpEE0ZglnNrNOmhAb6d2g9Lb1zHZA/oFGcjR8mo1+nq
Vr6R1vP1NF1WQaTsGNy8kaQO3/R5EozvvtPMoWJUbPqYknzM1IfeAD3Ko5uqt61dxgE+jaXXFjaq
bzHcaqqNO5WPl9EIUlzbfhNSPa5HxWddoPVoNvalFjwjfe4M+AgvihfLK2ZzYO9Xd41an9mJ430k
Yz8sxasdh19SS85901gDGuh3LC1UYuZq52NV+ZrsEt8ErUbIimys2sAmlqEclC48Et7kIpVq/NLj
RUbM7qZpxQRVd7WGE6mZx9c7+m1OT9Rj7ShQ1GzIG9rANy2O1kkMMcNlCw70FYfqBUZLOqOfcYUd
DVW4nbQTzEqeRNxdUnxx/qzCxLRGXq9hXgI3q4S5y83sXq+Lnz57HO1F9aDPsLIZD+MavJ86ehGi
o2auuJaV+PaEJ6iV31Hayc2Nt+5BgpRcxkXlAZm+Le5Me1te6YCsuACf86vjtFSxtIGzoaVYY1M5
rKO8n6HLDEw+xSub8NaWXbWOlUlFSg7lT9EteCdzsOqHfPIFwshJmsu7DCruGViS9rs5Vx3HxtIh
5ZpEDPANJjO/tZqmf59MvjSE4OY8miLcUDeanFS9wg0Nq6U7VJqp+kOlBfu0vCJpyrJoj1h9CJ4s
sQduXmdTjNXnPC7Gu1KO8efCYf/bwKC9hE1r7kBcx3XglMInXVnRqzM+iU5pNyVZ561QtKeshHFz
mN7jykQRro2H56LJN3tYU9jDmXHGAJamxaRh49CEpclZLTQZgaaWK/CoN2a++x29IL6pgBxrRh7u
i0qVq2yir0br2pNtAAR2+WA+VE7V3+rmdMANrS7xNLz3ADyXwrBLT0JY4u2WwTmQVv4ZlIH8zHJU
HRdLzDw5Ca9qGuig7kS07MLTYnoUbCUpb6e5QCkJEwYlBe2DMg7MvQ+1W3iAz8VcunUk0KhEZOkP
A22cPlYRBz501InlLJ0Ysm1HVKct8oXQ5z3O9qiBAnTBO+gAIksC6DskWKch6GcZQf+wfbCkhrh1
7WKz5zhats3TCSEjHzfMtDd8DchsJAsAyejPkQSFDiKr+aisQm4FOOuhG8xlV2T2iPqukH5gczd5
+JZRq1YsY5lvxj3DO9KxN0o/5Tlrmhst7jr+oGFn6pmKPH69lSY1I1wLhjqn5tHIO+vUdy9Z1eQf
JblyjwHj2kqtIY8mtRCIT4iJMge+7rJ0zVeRsxkXKJFkSjjHKwy2JfJupTNxGV05NxO/qKsaPeaA
xOa0jeIt0NKl8FVTXUApR+c5iVLDpp5NsjU48egWNrCXR58t+n7RlJ7ZUU64VM0qFNElRDzkihWC
OwZeF2bFJmpRpodOSG9KCq+22vViNy9N2vnjZP7Y6oSqXE/aKrJQdMxleBxL4P9+qeVNrBgACrxK
hKIsrsNgOpUBgxZzGDvY8BjunKe6Z7XLDOjKxrFc/1TO7mlZB+tS/2L484BG7LwDpHqmVYhdaVp8
h/34kaf10S6lRGlRCMBn4/cwYcu4jYJdHHfjSh9Z/XDaY0yAQd8aynVS0gSHLOe9zVXdAbbrpab4
JkhZa+npegwqx2PENP0aAr08c/woznZFNYBpKW+TVRenRZPCizkzHOZhJNG8GD9SN7jt9qQLjHFv
KCYCfnLDWBcXNTN3meqNbGypnzIlV4Xd0bkwMl4s+C/aaNQrabQ/s2oBw58t0bwOuXGZzHDelAbO
F3iAG9iOG8k6/+46JOTQ9lmLYozQ+o1DTnfo8b+9HkuB1kYE+MUYb/pBpLdMsVJnJBwqdriyRlyn
5ocgxWIGJoKgqm9apNOXeOi3xnSnIWJ7ffAZ1YEO4mStuokh3xnZJKhMWOnuVCjR+toFFmbDuu2K
56hAEYiL/EkTubdIdTfrF5C1m6ybd2prqfukJtHB1+KLKHqP1dw+mabllRBAmATLLdH54xyXXGnl
ZehI2CC1beH/uX7r2fOiMJwc8nIn0vbGji0Nh7UL5Z6GLrfGjNkNuJETJ4C9xJxrM8W8Lxb7R6fQ
LGvuIzuqvaJLX8CIWKGj4JM4/LJS82M6Tok3ZcOHtcS3xoi2WwNUeQoyRm/mb/YVeqlr4aUqU6Gu
TEEUiJPMUs2F1vcLdXqZcyI8VQ9rcf2YhJ5kaysX9Q1stXlKrfs6S57sqdgJBZyxjrM7o4fxsQLN
xRhGwmiVZccUz+ZLicWhhZFz+6B4ZN79A2VzRGrz9sgzm3Loyl9sJ05YAsiszZmNlQ33YKblyJbH
0ChLLBeUNSjsEriwy5LCdZSUQWB59ioZQNMORGQss0XnHXVXm3nTMNWVYCPyyPTmpK5WaZGcxqI8
5hWH2n4q7voQFKmLMLftB6MfOWloVnQPC79NRoqRaHvz27jkjcY/6uOvxBaX3lCJnlokv7lgoym5
MMzOUauWDcEe39L6Cx0JhxQfJ4JHc4Mh1FwG0Q3bKu3s0g953uYFXigMSbWFes2XYSmQxCLx4a3M
lZhglZ3hM+GtWgtZLa6OH7sRVr9r7CriXjN/s/BTQngAW8p2/TzvwZY4Uy3bnLNpzLbS6tioDCev
7sUcKp5MkdFB//aqkOKoVuXBkZACWXJHkcvsa3QyZeS5GMB1SBT1oeHIo9fGRz003BQ6cR5aFtFq
QI9ftHMgoGmHpDyyJx3VoHxSpgWWRrf3KGqubZcbuMVtlGWRR23SWdXOsa3vMNlvi0Rp+UYsYLpe
52XVmSaA20ncg6SL2jmrto3elDa/SRbhDmPIutG5QolZp5vqwWpHchBq4xSngUL0V9QHl3gm17Bh
/OCBZR+mu3MTZynpxL5ds4H+oBV3HtvjMZnjjg87PCkTQIytvnCYomXBJpCexD0HH0cdV7Ip7mUs
T2WhU03QlOnTQI6D90S7rkkJj8OSkUUq9V0xzOuyUOqd03w1VoDrq/FVx9FyL9lbvCB4wjjfE+Ez
t3n2YEwVB9dMKaG22FmsqqUlD9UuSPWIoJJYvIIx15+EOae33nJOsbKPlW7yDZqAl9w46io/TtcN
lTuj7nPvrTkAdWbmR4k9rmVHfW1aPjKeDcZL/0p7JWUtoNjPILOj1OaGcrTHor0eQ5x67bRdt7NL
Zr0T+btOPOvu89GIeMVqm8+z1+kqtW6L1EhcPe7OZRt/yk65ZTTNdpAi31i6Ebl4WhoQxabuVW8E
Cs2g57RoHZGkGAw+iHw46Yn2wjyA2jP08lgm3fcEYHkiC5u4pl58zPwtXcBYiWEImnWq6BvF0V4G
HWeRh7m908J42k0qNgVhtphEGaNEWSLfYsfSV+UUDpfczpdbO+KRQjj3rEYA4yQLHGdVXMq6u4vp
NvWcvE88ht8cjcpqdkPVN75SKB95H30tdfQucYM8ZYTpoPUZGdVqXmRZNS/FKM+5PREZ4szrh53D
r1GlG0vLjqD4CUsRg+jy3LTvhKM81Eo2b1EvBTagfRid6ruJupGRts10MAyZewF+I2MztXATZuCG
FT2Go3rHN58DHYl4JQANspYEKBkzm7gYphCPZ37TdVeEC+gaPSMkfIQ+YMX6LoNWLYZa9xE27ltz
Wo/Y6BtF6VIv6YZDHeRbKwkftCavNhNI76bVc9W3HXm7cBJIsAtbYs6hc05C2wt7+zNELUWmSb6J
PEGgNOZK0xEF1LDY0v9/yZ3R62eO1JKT12yW/FG4/2H5OOCmuNifmzCKD3WSQYMyhdTFMsergvwa
GUbIkVQp3XE2O6xYlRdVl6uKqdZJUyPgO7ioUvT+ojbadsEwKmrJtbPO/MAiERQPMDazYuLoDLF2
rOAEeqkeckGoUBnCM0nf9cLQeQ+QbTXzrbpN/dywSu9GjUhWZGGqhVXwylJ7Mp3gPiNLTPYA7Shl
w9CbseMv0ZmEwEuhT5e+HtOVNY7tMSIGVVXqB/Hp776kuG6Ztas5Q/qWw/mtVuC+ysTmsCE4ZLKv
rpWh628Lo37WBuPRjth1LRJfdYDFT0ZJ1ThbdVXqdVm+dibzIYfc0isGZYxtx0sa7cjXXEy9/WCC
wGOS1h4K9gW1rPfCFF4doOKBAuLbRq9/ggB4oIRj8BDYSxbZ2FPIBa8VURzrKP1JpVV6oaHcGUpy
gYbgSc8JLgvyj1bPxrOw96U8PWYU8N4uyseosNaSQFhYjTO49X5sP1tthJYTJqmZiPOocNbqYpKz
jVZMj1oHZvSTAE+OHRlzMs6PYTMwPZPDaIW84vYlt5Nqrp+MWP/IbHaCoaKqncqoZMVkiXMuLLmp
alWlNirQe5A1JbrFDybs7nB+4OJ0JSVf+Ik9Y8jvKE1cdZDCVD025yCqir3RxfXzQFWAq7U2IlAX
v/b2cpnnsl01hnVfhnyIi06EMeYQoEfiqZomLh6z9LMR0adP6/skylZREL8UVjJt8sZ6aDR5U9Av
msS0+FT5TSYeTSlsP82L57jRdynOQSuYq6k056hLyVfJem3YysL9ou9WimK+5oXpK3BtWO3Dxkpa
D4ojW2U8ijKv8BHKHXjX1kkMlQfdWOXCiDhfhmRWQ+BeKgld1J7U76SaPDfXxcUy3UCI5ziDhRvS
aC2VatcWC7M9lzU49t0AdurNQQQRQf23pibr3kyxqa8IA8iGVt/2YX/DFbY8peF4Lu2FGwcYfmWG
6RFdgM+1ODRm1lInJf16obg2cy7k3ykQFaOH0d64U5VMrlDLU6/YZ4dBMpyf03NgmjENbeGWjoV1
ZiLWsj+lanSXLcWzOU3q2hrgn4jUIbgwu3ZmaqJnF6Ae3BGMpOk8OQbjBmeB+PsQqvdT+9xbxTbG
H7ctx+sFU8pytJ/ZmVT46E8EsVWbQJaSepaXkWwWaTGxgR7fJHpgr+2GgwqPOgz22VmSg2LaR0iK
MxdPwDXxhbvkRinY/0ByTSWkEZHgZZqo5FA/P/chGWxwCdlU95YkuSjLZxyeJ3LjCeH72cCevseb
RYDl7t8H8Qbmf14nat++ZZr2pqjtQYmilaEEzXUqAuAmNDUdFIbP/7jgrjKePZofsnE+D12355U6
Gkv6OAzQJaMkIRNXhKCb2E3n8iAK+wTysbEsbPxgqbTbuexBGCl6EEN34KVgkHHuAfY/UR5Kj5Si
bI2kuiRj85JUnNo02fQbvL+IwFtQHXTCkWmEzCdM0vjGvQqOZPf2uVYgePWUSrfsW5Lkwn0Xqaeh
kWU1Vzv9eldu3qrKcrOeAbGJPm7yEAd8Pglw7wCga4/nuvi1zhW60Tnah6KhgiyrfSZGuKbF4XMZ
45M0uPvldNPmbetFde0lY7q3C5M2ZuMaFtA+1Uh5MrqCvBh5DV81nO846vHkHJ5vdWCtG9KM8FLb
xyul7KpntEUjKQMf7nGE8sQSNkK/nsWrHLrXjMsStvyYHgNmzLNMNuGJsOlWpOPeqpdkHRM6nJuS
Y9aweIy5N7Zlc2+Kbq/F2c9I2PXRUq1mbQrZbJeFL2VIneG2WBjeMcczemdbNyurs8eNk3NZtZP+
IHXZkVlKj0agbQv5Qmo6Xc0tlNqSfcaECRe4XEZlYOTSaaFYnJSgYW0RvGa5A/nCGx6r704WPqjD
dLSHYJ0vd5nOwZHKH3Wwf0JO6gSTSSMbb3rWfBZqtY6WeDWJdpUK5Vk0cmfpFlwi+eNpeFrSaLcU
ydfMdzsLjitddK/otwr3vM6UB9XKbhk/MbmEB47Y3ceALtRKtttExcbuNCVZESrCBAQhYJzTMB/U
ODRvYgtzvQHHVByEqfkp0WvdQ7Ae2XkdAh3JA21tF/wRjrc2pkCAdNRwvQMyJQE4jeGDRREAJwjW
FBQj1jvBuBKGO/QFwKGacowNmEeQGWvLMB8tZh/ho2iXdFJ62tMqquKjdlzHDFZwKT0u1zOS5qqe
b/TY/pyqu6Y3I5oR+XGA+D/ZvbkSdmHC5DIeXUi8U9cpxAPkO6wfvMYo1lJN6VlBHJEt55LO05U8
2timMGAS1FPLk9Va0z0XuDMEKckihYydsMsduPnKiTm7ClMPj2LIpN9MylvfpDdDjNStxF8cKZ9s
DKlVWvHMpJzfdlRLQAJPOjVvurqP8qsG2lhubASWH1KT4GoYBLHzrdusTUyj305RfGtNfU9wShN+
qZCLRP1GJm5+OrQOhZ3TH8y4OBRYLnRA+3EOwAr8QUXHElcHJ+aIhhDNCZf9klwkuNegO17DVdsD
P8JJj+jl6Qdr29oR6R3lUvUqaksboK9O6jYKwA2TGhgi1t+MnhdnMRQ/ojVI1EJ4kxpT9a11vH0E
6zm3zJai3gxCtNvcTNBzksV6KGqHEFZM7dtlMkqxm1F4QCm1+YYEV/kuWkQ0FreQgppWA0jurZyk
skNPLHVhE4Oiy+SARHQ7zqOjQiJJa0Lsn6yHrFKHzleCvLoBvb6mI9Vg6NaFZtY71h3EA71f63H8
kc/kPRzRXpy+jHzw5E9CgsdSk+spyXN3SpcbTcGOH+h4b22rOi3IBR+QycWFrGHI65nYt6E5INz3
M1JaZteUfAxhlmyqLuO7CvWGSiH6RmhxiUBV1SZv14EW637JwIh9TvBTcoGZOIBUVr0ZQjM6F3Ov
3keRYW4s8JJ1sZQahcOJ4XxVWqJg3SBcNx0tBKUREmLg4rUKJMGyCej8eszQVkvXw/o7wKuRivlT
YcYjBANEeHQLN99zjAUKdd+tZM/PmBa9WsK1jd2W4Je+H7MwPUkZq3cyGUjej7ZYdsFScPXjZB/E
Xtq3OuQdzRi7YbH6j9Cqsx2sNJdmp148NWxXgSCWryocKat64bGhwvDIJ9pdy0OEvlaYfTR5E9/t
tuOco3uB3gygZwyJgoGQVhh6BaWsG1XE+RkA3T4GirQ7LwTT+pnCOsq5z/HKOKNMHpehzWPP7EkU
cepU5HOf1CMpKpAMiB6u10vqGLu8doZD23C2WieBwk4kYFYLd2lN7ViHI+emIe84M4XUH/R2/JYu
ufJFmhGhJWp6CxKPevlAy6u14F9XcNKmlMjgiX0Pae/wUT+Wk6iiZY1TC0GO6gZLmmvTrblUOo2Q
TrPueEVSNwmCdgOzWh1ChKAtOP+rXY/LA2Wf5cZwuGWwXwXkperpZHOeuaBhXNM7JIYMrQmZSWCi
MojKBPnso7sRFesc9RPFXSkS1EBxhXCLqDTHM3cdbDkmBsJQ9W3cLDut70IUdd7+jyZK5Kmd++lC
iN+5sw0u7J5aWMqNgbazot2UrlElceLXzomaGzOys/OoleZBG53m1XGCZt6nLcUDDBau8iMaexu4
qoyV9lWmsvOIO3GqLOHwfyg+MDZVqMDJhwU+4BbOGUA7qJIBUSScsR+LQ1YQsoqygexwnnYU7ixj
X+GW65O4sIBYaDRAYyfdquNom+VdFfqyws0eh9LS1zr6xWYxleBOrZS7AP+etL3Nsggclu8X4gNP
izK0zzZa7qrONPKqcgh3EOjTTWOXBkT0W27XgtmKWgRa02nOfbwYuT/pRrVadFVWK9HF0S2lt0QD
nbIzK7dscpoCWOLvgjEyLgQUrXLD2x6ER3MYuQqO8YTWbo/Ui7lTMTi7zAiWQ21E1BP0fVNrnkVp
0LK22+6iW1ngFZSyERAocC1VRZlXQ15Lsu6Jk33x/1XGZ6Ii5ZlDVIK25ww9u24M3UQaIANwUMfu
ITR0SdgxHsVTz+XqubbkiLgh53FPrnU6orJ1u64U6rGk1OCtV1qBJIJ+7pXFQtd1pAU3jXSMFVD5
uEep5hQBO/aem316xxy0arievu1D6GTmSw3j7Q5mrrhqUfS3tawpQ7AXsU4pGHpq6+jeVtXoNgkH
QMS4QfFk/ZSvAAPhuB5Ny8QRLOTapL1BvSjN0iv3czPKkxzlK60s6nePVuzGjIO5UlHXiGdbcV9r
TIchsDJ3dulkVcFFywrrYTGi5ZHE0NpqaaeBG3nEr3SYp2ZS1TYoqMLVfLX5ZpVc9sSqQIfGuPjt
BAzhCMO8m7tSeY5NqtrGrATkJdmPvJMQ1s8Na37m46ZBy3QQ9GjBSA8qF18vm5FxwFEbb+jS6Di3
C/UcvWkar2pkO88LNgPpNoYeJ8hT4SBDv0Ate+6dXN6CaKhy5wArElqFkaCLvgMmT0axZ6SLvqJ6
h7tML0hu4NsnDwaQkevUeLaxoXFzjPhQkwR7qM27BOyASmxGSKS5D/HCHk4F0DnTh/YwU5p+2+pj
+zDT6kKFepffBNFMnJoJDtxpp2op0Y5AYyzKH7lTwUyvyE/ZpyrVgZGnooSNr4pFHTzGrjuTG/K8
3DRm0zXbGY+R5I6aD5dlpr/ADWTFTMgFEsxVinn0c1Uu2qqoKm4blkHNV6JPJimcrluFdXGLtO0Q
8nFQXx2a+8D5ApTAdg4M1j4cFNnU40egcDQkND6cif0z2i2wqrMoh8JTCiEyn5V5pjlHq+TDUALk
+460YhV2JazeGU0iyVyZnI3KvEVvVcKsizlO1ERsVPYjY4jjeE1rD2k0uyEdFcGr3MzNMLwLWPrb
JNPwrYjKmeRWk/El+ctqM4QdrkLyiGdOSUF+1s3eare606i+wSO2oWUArkZxopNsFcNHJC72czc2
PxYGlUtCaLnoQm2P5mSEOyqnzBU1HOK/s1H+f+blrkOhfs/LXd6b98/v7H/t2uy9+Gr/H3Lu+k/+
DzlH/uM/12HRugP/xl34OtT7f8g5TdP+w8RkYUuJXc5YZipO/kvOafI/Gqu8YfPeaJzdHXC3/5Jz
mviP5QjuntJ0NFMIhlv+Qsr9iZz73WAK49ce5AB4EBS7vWZiTknKZPEg36edekpL018m0HlDeWFf
O020cOoNcrujh6wF4VYLrN4djeqzmAKPvXb7t8/wv2zf/2J3vZTEK9v/87//qnX/p8KXX2rxJ9Hp
5Sjndp9U6t5W6tCPSkLpnZNTgxFxHidHR9gqXyk0vBxtQZFPbbaqmy/9F2rqE/0dhFHMZa8N2rtJ
A7mrKdRTylbHOs4lCegie8DMkWvMUhbkJWENKnGfQPjgjhA+AmZvZ338ahrLflnKhyVPTvzkT0y1
DPG/mnFbZG24zRuFqRV22a04noc4M8s3Ue8dAxX9ZAkvKuOHIdEe6rw/yTyV3BWjyaXE88UYif3S
S/g5NuqTRnnLpsjU+5lSX4o/+EvfWedlaf0/f6DGbwqEjV9mjxArtZSunoa9Qw6KqSa2R88mlTAR
FK4DyFFBY1CEQ+MaYGRQEbBNXstC7tAtTRCn0B9aUBhszA2zaLZ5aH0z+c7Nhzfsezjy6dIlQvHt
NAvXdjHmO7qtUA11wD4n0YcV6W0qBZaB+hmTOVNLTSFKZloP6Pf4unK4rWv5LxOU9N902uq/zJdE
5KbZVXGG/RyMF0y/Q1MkIETGDR/yFpubPdkcMg82XT4HBs/vLMdXWJJkNVDh7oquxrVCkanCew43
G+Hon73dBZsFcJzWkuzFIOnh8rAXjBsKL32Icfnnb0m/9hn9w2N/XR7+3pRL6o1WCkWt90zk2s4L
2pbYx6ruOzYgvgFWagZ3NuYUDatYkdnrYKlPVtphKkV+StQTtSTzmGhCs1GNYzHy0LpoOUfHYOqf
LO/Cabz/8496xXb/8Uf9pUabkEokqFNp9j1SgBYXfhE6KwKpTDLGveR69dkIHh+7fMiM5J7OFc7b
UahuOXF5TVkdqYNZUCPlv8zN/N2Xfv0x/9YxbHFq0IQAbrGN3u2JyoieN+vfRn5BIv/zb/tLT3IR
OfhXatPQAVYdEROPeGOjW1uECcVVvBhk0Xm0VSDEmdqGFY/dPGLoRKbn92GOvkxNwDm4oiItud0w
o3NHMC+SvO2rmqX3mt5uy0R+//m7+UcMmvkbv/Ytp2kzzWVJH08BIBV+OzSJppxCBYpvJuW/LCna
b6bY/fUQ/+0jF6x/cR739V4rx91VmLPqnM8n3IAOuub13NRUpx6XzRH/NtNEv67///SC/LJTBUVI
2jEramCy5Z6A24FOBrrjzIhWyNH6IcUf+A29E48USHsx3aqJJVAnmIKpcO7jwSBrNA1oj0RVXpIa
AbBthg8HHNDNGbTpCWnn3p+/hX+m0fkaftnDLDErDMuwq303Dq/VNV2qx1ezzwQUs+lWc2k93Fih
86jrLewd0wGor3lu9AhFNYSoY3tZzWr3klNHHYQIhdT25AziAn/00sg6jFP8Wcf63XgVCjhzqD4x
jFWbq/8yWeO3q9Eve8Zit/UYmUa9p4eIPg9g05bxerphPaiL/gzIgMreM48w9QZCZ3NlrXvuvr1Q
zpjqN3MWA3JZtwqo76L3d2OJTdrKTxbaLdE1bICwVv9l4fzdXFvtlzW/KDC888Cp90mrgBj09KEt
TClzF64ZJ+qprVXInZOaDQBVoLGKi0R6V1qVehZaaLn5le0BrERgCk3XYeI8FTygXkWQGxhSbbvN
dOjXMXlCS3+cSbI6Gl7AmNI50tIszs2dkwh1nPGklrCD88HOJVyFMB8MSm3//ED9bgbOX3MT//bC
BfQ72KWpVTgckWcV8YG6kH1uOd8MlN+WRX9Kmxe+Lpq0jDVXpAOSyrrIin+b0mb95uX76/j4t39/
YXcNjTWigrDNVJqe59wbcg490GzRpeJI4ZgUC6J6aJ6ijh+pYX7SQAii1pNl4mJPoSl3KNWeUWZJ
E3Lt+qIwonYnoRHJbRMSBzkhbq9qapryppr6l6W7JW9nkuj2ZG6REGsOeTYcTHoKXUYJX3P/tlg5
du2si14/2tWYbhwl3GaB/k7Nps3RjLrrOgcW1xROU1ydHxc72xktaDubEnZArd6VjT6uaet9EwEe
US2CC9OIMdFL5TQU3WOayefISF8HFnGoGWCt0NhWEXWgI5YM8YHXP3/B+m9W1L/22r99wFJtR9sa
9H6vThxo27B+aAcIrmpA8QHyQsmJdO6NjUHjR98RhhwLfWWxKPrsxOmaGei1hy397kRIVHF1vf0H
IRIt7l4zUkfVXLt+//yz/jWX4x9WYu2XHZGkRlgPRj/scd5PzXAjh5MB52IaGVInCQuTeS047zod
dxohicC3mZjoOoQAHA4MbZhtphyfPFoIGzTndHqluOhGKvamRuep7HpLASoqluW20tw2C30oZsjv
GuyxJzjiWH5T96u0fEMG3eaGrpHBbu5SSyJNY3RjRc6BtsJdyqwjay/CyTEfviad0k0LxgGn/c+f
w2+/s18222BhnYvGodkLxTE3qN/ZQ1rgXHfUqOw0u5EEQYkflCpVVyU6J0+m6iuLQ3hdLO+x0oT0
ATPrJM6LbNWqtfSpf8rBXSiOMEwiIO1MEdu//LDXbfKfvrTrufNvD5gy2+gnQHH7JE+FTlKW9gOK
heaboIgCzsr2GRxopKSEFxCgWXomnJQXOuXRtLSQ5AgdO7DEUXyxMRDvx9zGTV3M5oZ6Qh0vncQx
Yg3xjoreHqv9l/OM9ZtjsXb9df72Y8+QPdewVrlH9O38xaRDKO1Sa5u2kIWDUy0rI6o6OIsE7s2E
zhzygoKhHlQuD+sjk53vmHAKMjpvhQawWAnOzFWWRPQXWab3f6k7j+XIkWzb/sr9gIsyh3IHpiEp
kyIpkjGBkSmgtcbX3wVWmzUJZjEsy97kjXrQWUQAcLg4Z++1O+EhV7bws8DWaLZJgsxbYmVbAWKX
q0KlAgG8GmhOIepw/esmT6Ea+gYsMjAnJ8C6jVWpdcYakKiPVR0zBfLkcVU0eBkqWM+2x6Zv3jWS
6ZVvgrg+gTn45FTBddjr+8JKKItZwWnp0RTWsm3kIUxbqTYotr4J6N5EQnpKBETMdzTv6kU27OtO
PjbxrOxTub/t0DWujSRBMdg75u5fjpbFBoYwBNlyeC3OcLTzvAoOE3XdF6x7qTfMZUd/7eNkXqu8
/TlYeHwarZiwaNTF1s3AVOVmjUE71x/12j6LJ/Omi0wkBkHJ6cS0rwaju7BAbY8ZrLjPf/I/nUpe
96pvRkreF5mloiI5i2PnEXj1oRl4B7bo/U1uBNfKlY+GoR5TI7ga0LftE1wqm1BqdGOymQ5ihNd1
qj+TIHb7736RWOxMTKbcYFAZlYxSD6/0EbXROuyM5qtnZidwB3GZGG65MfDXb3EZQ4GJsv4EMMBZ
ZeWB2jPBIOudqBld+t4UYhPy/CPf1T/VfagevfuujG5UTd2I4swPoHAJs8Rta9b+3kxw1rOJGk5j
cE5Kk1eNz7F5chu4P9IWW5XqHRruYW7/5GKn9a1BPYGQi4KBeGSF+afzhVicMHUUZk7RolrNrPgU
ne8eCuFGaM6lotkt+dSddtrZtrNO9eDmX76txTEyRZYIR52OhRfqe/AEe5FicQ9D5xz9HdQMsa9d
+FC2wmyCniDy7klI2Ru4H6mgIMGGAnXtBM2RQNZ/SsQW9vsXxEu3+xKEwpnqunszSuTabDqkdvFw
7UUDpzrgtCs7zn7SzT3PmCXMIP9qcepfw+K2t2aDZmLU/e95aCFWqKJn6WhHYrT+KSJQfFz4RNFq
Q3vWBsgzqOH4B4898y991LGMdzlFaWTBq5LNaBh25zHVMPjbB2HnF1VINaDTofN1DhY/KgbhGbvL
/qbxgeKbenJrd+Z2ktGTUhzoMFwiTmuuPn/H/7RiL13CXqLZVP6c9kwvu3sb8BkirmE1NJqzKqr0
SY+bQ++zQNCPoQvVIMlNaIIXdBjsNviS0qasQ+gNVqvMnT8x3nkIBhqi8Kefsav9/Fe+nlx+s1SL
xZoH/nwKsNG0Z4aOop9Y5ku9HGJ8L9kPs2w5PeX+FRAZ9KUTJhwrv9BzljslSLiA8AnP2rTvJocF
q/QeVcXmrO03WmE0+9ff9/+60H8Zfq/yOv/V/P/gjHfYd/xzpf/Lz/5/Dj+f5zL/+yo//9XfVX5N
V/IvKvVSOebseZdzgOd/yvzS/stRlgNwhmK/qc9Fy/+U+TXD/cswXaEc2wC16djzovafOr9mG39J
QVPOZXZ1lEMP4Y8K/fPg+e+gsh1Lt0zDtbDcIxcF2bJYlAxB7kyXRc1TogZnB8xhfOxpV9BqKzTM
H43xTWIw0qkIJ92l54Xq1hZW8Iy41oFd6sbtkRPPPI+9/z1S58YsgYiNjdXyZBuSdkrscWg9EduC
Xj0MqTnAjgLoRr7Tm5d1/fcffdtSmG/t3aUM0wbM6dDkcnmMYrGpCd1sFGDKokPh7Z30dEqx5eFE
d1rE38N2QF+Y0Of+F9fEp+NyYanMZc5kY7tjNjhckzDLVb4P11CHtv5GO7JR098fzHmt8729uc68
f36z+7FZJfrWH6NDsxs2hE2c+dvy9Jmu86Y4ckeLDdbHSy1m/1LpIjEpsB3QEHFTcs05ZyU24fp7
uTnpV+YKY9aRN6eWt0fHTPIMlXLon/EBLaZE5Eao76LIeGmrSNTrCI/KqU9LHnpxhs5wr0Q1SzNS
KASI/LRiXUrM+JtOV8Jlv25j8JdgbqY13C8UH5WRFd66syuWL2y2ACfdGiHL2jf61Nh5dZ+gCg0U
IS4B2/wrpDVehTQkd15YqvwMGMkw2CjZiAoDEO9r5aoqbFxAKco13Hj46ZqBswnIMZfE4nDCrdTy
AZUrjoDxtCdZvTVQBSiIA3mdEFZj1s2POg85kcCxMSsCgiKc7FnvRXcFdSVv3fbJOMwHYuduGKVO
UQC0EKeQKYwdSs0yJbykt0N3H5Ih4qKW8Gj5RnMOEDF1bYwsFMNpDNEhi+pzE75LgxtcB2bnNhVu
Ds1qHY5OOEnXU+ZjHkllONOD69G47COXWw7RpuXnU+oZ9BOACYHMJxnidpQWXoTPv5l5AL39TnnZ
8wxJu9NkShTLZEI3cN2Qev70EugTWZRI1siAHbW/l69/hIUsJx5JWdbSHQdqiWVYtrX4YkZTNXEh
PPFSqIJqFnTuVahiwuqqsj62kn8cvlyLOY4+LjdmL/Mt4dZCAK0T/UVQFiGNLShMGFJQyThe1iIh
SoQC+tcQfeWdbFzvZ1JEkI5a14lpsnl49T9/wL+5dckjdpgGMVaLZYJ3XVU+U/LIrUP83dm6hvKT
NuFJNarpSFPm/ZzLh8qkLnmN4N4UrezljitwCEU12gwekORoHcMiXbeRE6/HEZuR5XnRGv2kBagk
x8vgifT+T+50vvx8YUGHfG6f68sI3mmsWkScqfnkRxgce9chWG3o5jAV4ks+v9T7Uft6KRg2uoOJ
SuGFmHcSb2dgpx+dIKIj81SCQbhGz2LtnK5sj3wbbATefBt/X2UesixfGA+MZVYuLHWDk1shn/IS
yiZgigoOFag8zofjuVtY2uPnd+U481nrv18jV+S9QftBMu5KIeQy+rcpnCTtctt87sIofkn1yYHA
QAdrwuYNCRDRGavmytNk6wBIaf2YwmtESch3QoiNGbkT5T5FqxmuULim1a7rVf5ilJqGjwr2fbDN
bT2IT1ujgUMwRF72MihXjzd9AaoO+9Zo/rDBQUlYHRDuLmG7Bad9TS4KhXxmzD37qOjH5GNu4uTj
l+EpOYrUm4PR1sftiL3h4IURegXU7ci/dWVhM8CmPTwUHnTafeiC6FjJSvO+VDL34n2EbcnZTZZK
3Lu0Uxb8HDIsOWr5sBemTPbRzOzU+mILFU3/EZlTVrCdSFV3mpnURldjPjRXfR5hsALYaxf7XhCa
s3NbTkcbxfaMmIXCuc8Dn3+MxzGBkZ+CssQvjDKzcye0O6yw+nBiKz+MyPYAL3mZezCiiXTzJX7W
HN31Zet4E/aXjF3edUCKU3xC9J2QOy+0uyuGIo1uD5NgfFJCRD4b0pAyjdnj9t2HEENsvoGaZCJq
s1T0zYKMts0git5GM1l77izzwOSdG0mmkzkRIqEHHehVe1UX4Ms0c0CyPvkWhaCU9zJuUqvvfXAn
jv8Lflk8+2UFq65V6tUWtK/v8qFLEpsikZb9Om0dgedNM5pmE5LWBJsCENJFDIvnYZI+tKM4TScy
ioxXyq+PCtjnW7+bCFl7gKQ2JutMVfYNnWeUIFHuEsOTA3/DQeAp6xEmJjAPs3ajDU4y+MkiQZ67
UYOuzzWfAAx/nyAzO9cLfzTR0nmqPk0CN8JspYiIWDkmZs19JNPgoS1dbHzT5H+PR9c3z0ozKmnA
AWvexkmdO9uuJVgNsjDMgRIXTbYVYe7eT3TzfgHNDqKtV5o8JneoISKnWhGwrkZm8IDV28I/PrS+
WqnUiK81/LotFhXZ7/S+UtO2DUu59816epBW0+C6alpCVcAMT2CohRHu6ASE3nqE5oR6tHYK93lM
DfXQe7VxNjiA49aFosG5poJKNn099vp1QVQDRVNw33gJKmntzByC410SSFc/sItywh8xmx7nCxLp
4MoHyXZv1zVdmk6gNb/IKIxGF8Kth+Y8hMY0rJwaUwc0XVec+1oF+U9B9Y53qav6Dk04ett1VkMJ
9WUisHE0g3WZ9sK5d3EAPxUaae8rg2iYb3nlMkBjkzjelTF52m2J6o19SyOSK8BHer0mw8K5ifTe
/qlb0v1lRo3+WKdUQ2hvV75xWhF4QBlrKGR0QhYfkha0INHtFM8+wkpZ1o3On0yBN2RQ5TNg5Gsz
KSGw8uOHcmvPCiDE3VZxhd2rvkT6ksU8wLJlY5gk5Q+VInDdYuhM7jTREkVhUorFamd2Nya1uacS
myxADK8ybmxnDB+6Mm3vUCXmUFSU391qtRMdMOPa3AoJvtR5ZR587XhZ1JkSR/AxEumzsZEATsRc
qO7S0XLDo4HRa+GMM+ZRtVlXoSLorPp71w855QGnw9slsJG8FDF0klVe4lFlNJAUvhpJ8f2lSBHY
lA2ER2J1SbQqkQN9Da0OxG9BvesasTJmA6YL2tCxnWXXQRsQSxiTWkJwZKLXNyZWy2CtTDzhK55l
aSH76fwfI0YEJPxmplwgmC17ZuwtgsxHZq/r0mZKA1KqiW8zhYyyPU5TQAEUljnbCQDgCXEU45fZ
QN6e6JHS6dOlxCnyAH3jxO7Z8l246UA6a2PolPxITXP7M2YrAxSEMvNq65h88GuvjApsJMlAxHA2
5PJRIiGzZxOjdlWy/odb4lXbAspEMuFthLz+FMeGdQ99IJjW+CcBvaDNHjGOhZn71HghlrzZ7kHV
P0KUs4oSi8rKKFrJtzcQrwM9Ns2vSoo0dLPqwe/XfoRmjKa+3yRAN7Kg26D9xTTvI6JngsNolmFn
LZSOYQAS7BqKtug3FDb7s8gci2zbF0Z0P5Ifn28zU2k/Ej1nUa+1HneAbKlNAmXvSagsMU02G8ug
xcTzkyGZp7lssbFNLkFmArWwve5k25rbsEgERvOmfBoybRphFo1IsyDEzza3qjJ2SaAK59TMgQ49
dm4UNCsx6AzqjNN/QySrwqJH00wWKBAc4GRDW+E4jDTpemscWPKWODP/e5oNnHa8gsKnERXhbQbj
5S62RVCQEOtVF9QzCsIc2nbefk1phXqYXRF2K1xrKHtpiCCp0yLvBmpKfWXGpH7xWenqF3UK2FWa
5amDEWt1vsV9PT1jVWmmXU8g7dfI9rt7Z+gKbeVo1dhuCqP0iVew5I+MHQR0HV83HXqFqX5DOJX8
jkx6+pUS6Lpz8EVO20SWJUSmxoF4afgNhzgkccOdSHufJFu/5Lxl12BqkJeMRb01jCrpT32QnSeT
0TmHMY84huEm6++SsAzFlruwycIw6OWuOQOO13Cu7e++Tat+VXp041dj0tcvUTvWV02Wg+HSujAJ
tn3eeS9DOYw8MnsoxdqCaQZYd5z75zRUwfAkzY8GnAaeaV2Pf7F5Hc9x+0B1zW9A6QusRqXnEB7B
6eMR3ToRk8akInvfGAQBYYrQQKhEuVREe4f4QtER04mJmJkw28GqxXjd+qSKNs58xgSqcOukuft9
rj9/DZ1W0W2TXrnKXbKEVlk4+AcUIeF9H/Qp6YtoNW9BzlhYZz2RowyB3nHAXxY/RWWNNkjEMn1m
rxR9TztDMXnl7WAAhWija4AggFBKSpfxLp8yzjzEjrqPoAubazOF77xlTYzg9YCjO00x212A0X8A
DpxfEZ0TPtT4cC2Uzc1U7VTOkkleumkdyiQjjaH0czfYZaJvb8fMUcFmYNMJqH7QeqC1nsNs4POt
BCuq7IML5xCZENL7KLw0Whv3V2pRft1SeYXy7ZOm/CXUQ48sad1MvshOq0sA+aUxbtPJHyi04Exu
tozcoaG3I4wT4pfRIVnSu5ykjnqAz6OZuWzsIu3BZiYMiQonoZf+k25H8A8pha81PR2sTZF2ZJk3
iRweLb7VGGwFkZJ8n8zCRjRGF2biiq+AD3Vn49MOMWhrJjBFcEaMYoMK0kcNU+Ep8uAe4rZvgIRd
YYhLnwuRSwGyrwNJFbiJY6wEyOIA7KtXDvAQMp+yQ9obAwm65LVk7d6DVtZtjVZFJrsGrWAF6FoX
AFGZX8MBbC5jPcTHQeoxigo3phd68P3a2eRhjTkxszK1BgdeBjtvMPr+LiYXzVjDE9cQKjpVcqVZ
7DFoH1oItphbiBJtCySOdpP32Z6Irfgu6sq5oELCSb5vjZIpRKDqIW+8qHCFe4GOjUpoo3qB6J9c
E/6NSTpieYdi4HTMJkIXN5IU9OFMVJ1z73l2A/i/RJi/aWk0WecG2MB03JIJWngRQsq2rG8asj5q
Sv/kCu40jIpyH6c5c5XeF973EKxJuOZcbl6lk0W/wIDgR9OjUfVVUsVGA3+MqZOQCagVq6wsMsLX
rdGYwEcQkQCWTg4ZmVxjfU1lqhM7hXfovKpH/Vuap+53UTAlrHU/FymdbUiOK9KqFMtrrdxp3YNt
13fKytpiBWSzuyQMnqXBq8OMP4rR8qokq3qlYZ7rd0NW0h+eqqoYN9LhNLyy01y7ahoxDbvS1aVg
NSGx2gExlLAJ4PxFwajR2hPZRP3KcxPJuaaoY+xHFBlnP4uVHfSKRA7PF8UphpVI7squjG6hVE8Q
QkiwRa3N8eW67LrJAZsBGWityLL76TYecpaEMONHDn7eFVuZGBOzUVQIIaAVGG2FBith1mIupv+N
Os8fT8aiim9LPrWtPeARBZjjyFsGhfMiY3UxhcFGZLfWwCgjBU469xxiEzyHfdX15yzI7bORGUBh
7NHrriCg1gTOw5zEk10k+YPBlOZdEt8bo8m2Oi2FcRD0vr8xSFR68On7VxcdiWn+Fs8GNzbIpA7O
UvK7rmD2qPw80CiSw+ga1DeNahs4bQ7IgsdgB2e+JhlkTED5D2KWWACKIrQxzQBaz0EYZViBmUxd
b1UFdvcYUMZ4MSKohyvFEdYmS9ofz4K6rB9k7jP2YmRmFhLLPLuDlw4mMggiwsGDyOSp+jjhblK3
zO9ANxSg4ECsnNcuQAc46FV6M4UiIV68SA8CNLNaeTLRHjMBcXnV+HH1wNk8eIDTnB1sZIovvUj6
h85rzGoFrEa7KJAW59ed02IzXdmSPB6Kq0Z7ZepyuoMLlr6MfDj9io2B/URzuW127gz0m6kpRFki
1fHrF3+os++jp1wPO7/hiXOhGWa/bqBZzuz2KP7Gj6geU62TX2HzD7c2Nj12ThDHL2LShdmpqxEM
E6XwEoxf6MCPHPMbLPMDbyYNoCwalR5KkoTCYJ/mGP5r2WB3dvIe0ZdrTeP3vAtfhM8UsCE5Mzpv
KTezR8icaYNnt4Bl44QcasbGrC0Czif7vipaCqphTop8o2M1RMWmAnftwSbONkWQAoXE8i8Ab8S9
zzE/MOtvNVUaCv091tJLkt/k3FA2gubCcnwsfXEUU/zqB3d4jJTZavdG7aTZ5cgTxPCLyyA9J1al
kIQ2+LbaOm3V3aqhKtj9p7Kvoa+ZnfFI2jt0WBNWtVwpp8/kVo+z7leYdaYFCiLPQhLPFO7vMSD6
lPa8JftT24MraHnUV1cU0vN7y6EZBAST4Bvbx6V76vdh256ALEricy3sW8CCVZWd2Tnt+BNB/gnv
wJ8zIoJSIm+cclKk2Sw5hZrxRqx9phFhZM+NyA4J0LWG5swfzCna9qVpohTPwCzCwLfc+DBpGRa2
KLVGe0MaBJqp0CmHFgOFnpbnLo7V+Cvlh8x6CEebmjjPQk0nvBLV70hL4WV7UzMvbxHyjoZIp3o9
uKWmYwNPu7vC0M1vHJFolZe42R4C6NPs88TMdfSIeb92I/Y+qBipD+JMsGDnDWjs+Zt1CY43GBJ9
4/ojLYOEjd+8scjzr3HQRI8dIwr8jlQRzY/YjvkSCqIHT0IkkKwKpAHMKpfWKvcsjeN9ZuuU3weK
MjcRbUNwkVoBmIdsOH/tJYyHc+W68xHTjFP73Ei8gvy4OLO/gamDPNl3dk4u4yhwx7YpoUH/S8Xd
sIu0NZ9aKfOfYFBRAoQiNH98Xvr7UNBUurQwK0mLtiNPay4MvmkpeWmcR+UknSek3jrUrEF/NNkN
/WnZdL6KNG0qo2IuFc8FzzdXmQA0jg0xBE9QtfptMvrONk/0I7fyoWr6ehFqwY6JzM19ldW+uUic
SIpAVG2fhlaRDOsQHpnbWASUAcMCFsRwpMA+q2cWNVOKWbwG13AMgwf4/qYGBYcUmqH3NLk1bAir
B3PRh+KSMiukks54wHtDPhzeoyOdho83ati0yOiUsQgiDpsr/29uFIaUFUowOgdXEcoQjl51rrGR
AUs4ebjF2+bm8zHyvpNAcZgF1TCFpSStORjUi24yIV+l6jkXHhK3gI7TgKpWTKObAmzBkcr355cy
xUKSrnAgjb5pUkFJtfzcyFlZZdBU0MO14ojo5sPIp0/PMGHjI3STMbMY+dCz2N4TvnBocvDTKd3A
q9HO2rs/fXbKUkLQmSAlmE7U4l1RbWo8cn2yA8ImAJwcSTmMBi8t9d4jj+539/P2SotvDFIAuVGY
pQ+a4zeQ+EZ3Y7rFr89v58PQm8UNGBxp9pAQYKrF+yl7MknCrs8OCRKaHZma2ZUPUfJpLGvzCyBq
7fTz6+m/uStawrrNe9Lp59uLt1ST0ls1U1kfxj7XnrD7Z+Tex5r9NZ3T9hoZFSfZ4N95STNci9of
dlplgnFGkyFvJtlIdP59+Q0CszjS8/o4Uvn8dJcf59isKq+9+jcfoT4CICv46g42EzRgb/pbbW1r
pyDgv3/+DH7zCDCH8vmBz+QQKRdDqKI7wso8lAdcviliTOhJdA+8I5PK7+5HSZvPHLwule/5V7y5
n6TRC3Ls0+YQJS5qpyn9MSVaug5oQR+50quc993EiQmWQwcrjjAsyQf4/lIDh0PV+2jFEq3ztmmb
GycU8bMrjjX6iUaQwAkpbsFlrcXdQ1JVyFSavric9Nr4aXcEk3z+eF/9goufQwFhVh7QBWN6MxY/
p7Cm1sFQfgisLNIR3HYcj1x89UR0Tra1wrAbG1vPKNVJWNLu2Mi6LtwdKbb+NYgI6xuJ7SCJSJAi
OaXv3KGFY9QSSsmSP55mRmRV6xiKrKQ01PonRWmmlxphVj8SM9WuHLsvJnSFWXKvmRmxM25FYXY9
mpN107EGXGmxp09H5ooPSxeLvc4iiVJG5zt+tcG9edmF27Su1yu6ZgWcY0mNct2yc9zh9p82OC6C
b2wCmmd6ZdPu86f9m2HG2zeEZTGa0VouJhCVl44tA709mBQXDuxuy8tO6uTZliSg/vGlgBnocCBI
HXH11/f+5iaVqadOPHlQJG2cCJpgl5yq7DEqq+zITX3oniIwmAePblI2M/SlzrbQbB8lZzYdaOhs
J006Wza/wzbW+58yCqOTGEH7H96bi4gMEzm7HZRk7AIWYzYhl8+hhAshE2B0bif6V/bWKNrpVZ38
+aX4Opz57lBSvKp23jzGzjG0LCn97uC0VJW8MCZibrR0wi2Vd+SNfZwZuK15m6jYJjK1OotJCIJW
03qF0x4sOPRXWpND4KjtYZ2kBu6KqQu2RanNJ47maeBs+01LOMdoYQCvLBzkw+c3vvBhse/h1ygb
0QjnW9Ju3HkxfHPnY0LMnxYW3SHiZLnqXCVPhs7tdnRNaRUPunPrzeG7rl7JW9URCchZ336o0lRQ
dCFtyqjF0+c/6cPXwy+atTKmVPPub6nJ1VTd0y4wcWVDzLqw0ljMrM8SGjPkic8vtbDCvt69bRhM
0IaJINFwZ7nLm7vPZNF3YNaGg6bkiAmspCSIgNCF2DGR2XXlYlqu0NUZwwOpzxQMzMR295U9B/AA
Aum/aKoiLbQ2RjoKqktQYQlVZ7/wcs5VTAoJZxT0ON1WPKgXSaXkQe817QHbhrj7/F7mYfNuhndt
xpVCcCxMBBXLIWwMnTcloTkc+inL9mPUJZvK8bIjC8mrJWp5Gd6NQNLEOfvDNJDk1ABG0DkHrAYE
EZZKfpmKqdiVZpHeBibmoDJtQASkpf4FSGV1PbUWT2wcGrB9jg9XOW3PEbpZJ5z8hiOf8TxYP/w4
NZ8WDPo5xvLT0g3SBMIpGg/E7IHirSBxBqX/VAIZuQ46AO1//sgtLOsOT8Jh+Cz2bS49jVlKMB5o
XND4hIq4LfyhODLx/uamkMhQ5WIxg5OynHgrs/FEaBTTQZNirruGMAxAkOHGmrRLo9b/xV2xcSEK
1mLmZQFZzAhGqyEycfPx0EuhnWkGCCHdMeLtHz87V2fLx7rsMusucR1YLsNU86vxUI4TLwdw1QvZ
psaRN7RQns+ftMR6gl4VTQbXmikmbz/wwTZ6p3Qj/eBFCpt/aQ93jozh9TczwiGldLfHEJqe6qV0
QR9a3iGndEowtJlcEAlYUu5iyzBSLbsk681ca6R3eomrE9lH3zPro+zIEP74GbM/JV2LPQshY6gG
3/9gMgCKDGCPfihin5jpEh9WBn3xyGf8cY7lKjwc/GCUGE17sUOpNAgD+BD1Q5S5gF47MYM7vXLj
Nv0x/MnH4YtwjqnJmpcZPsn5p7yZYiNhNtAzCvvg2JT5AUsagAYqeelaJZaQMTc3nw+sD/sUxiyX
EpIPhqng9bD15nqjHrRImoR74L510qhgSNKxkhKK9lTqVObDcU9OX/Ht88v+ZiFVfDDcpTEvJiTH
vb9PwyYchBQ57YAkyyApbGy0L0UpB+88Z3R/IVbdB/QcF+2Ng1S2po0d2N88Iy2j9URQ6aG2aIuv
dZD5x0gcH4fU/MvmQorNQQ51/vtfFhBGTJyo7R1wpiRf+bSD+1RBl/j8AfzmuUPmo84gbZ2K/NLf
6IHdxmIXaYe414HpJQapDb5e0hkMqvILgNNwb/aZf+QD/81VGVq8SZZvpIpL7SsePA8mHj0cDhfa
qa/r1s+Y1PinKGmCvd4ShBO70GM/v9WPQxphpJSICNlzc7eLB1qP5eQm7pQ+V+x+T2Gu0mtOKkr0
dR4AsBvbh8+v95sX6AqB8J63xP98KEgYmuiicsieGWNsEVnXLkNkfUfmhI9XcVlg5jKEshVL+2K7
Tc+xNKpGAv2ypx9uZGE0r8E1fn4ry4mHo7fk/MnHSQHTFcv3RevKKBBUkdnpqUsmJnmuyL5ZBYSP
7D+/0vJ2TB3XCgcINvVssl1z/v/fzAPgNgcdK1T6nDYOOIE5LAfcnnfMgPW7yzD6OOkxzVFBXExv
CiSTMAhZeZ7CHhh5Wzlx+GVyoaSTXDeYV6P0o0uaE+QgGJVMv2iiGk/d3AMA4NqdTUQQvQAU+Y2x
w71paiuOOfgVBzR8+8HVo2KfhaJuVmGPhJ64PL27cSfHfaiENmcJpFVicJoWxC1//viWY3x+fBxS
GBGUfQglXkxnKWF7LQdsHl+PBR2k33ZM+/KsmawrRApHHfi8jLcbt8XVrMUXhTTT9YjiTp/bRodI
1zRAeRUh4J/f04fB93pPr/MFDX13eaBkv9HoqaXS5zKKtXWSmAQcu2W1S/ru559eid3nrBOfvU7U
zhfllqBu/QkCafDsY9Bd9ZrkUFdwNp8wHWz++FKW4JSM1YBtGK/r/ThPsxJlbDKEz6QKGefkjdHL
Khv7jBleHpniPxxd2QziZcDBwmrO9LecIvooCeoOJ+tz1pA+URVWs8nR9iMybgqxsa0QkqVyCrGy
xsz72ZkZaSuV2V8EY5B3hH9a8R/ulpY/aHHzml/LuIY1/ZzT0Du19VQ78aGc/PnwpHE7z1fUhHVS
FOZV6M1cUpG72FWFGT8D4SR93E3FNcDX/OXzNzl/Uu8/AnzH1rxIzxsIzr+Lq8x8uaxv8mfRCXKG
EtFeUBoZzpHGu49NanLONN1gO4HK2bZeEB3pgCyXUp6ldCgEMFlCNcY28f7yymrTAJVg/kwXTl0Q
k+qAJS3avWmPpEnaSKEA9vyLJ/vuootpxjOCEh2gkz83cUsKjt+X+9bpuiPD5MPmjHuj7In5kPti
TpOLR2vLAYU9KdPPQVwE33KUDgjl4EPYo95uiwRNFrZ1uvuMUyI3pSbXMJege6MrmdYTcz+lNdvd
fv6+P06xUmEOgij96pS0F5NEVKP8ag2verYQgF8kmrIfyNvOUTIm+mXb+PaR6e8314NiT1VSzDtU
Yo/fv+A4aVUYcXx8pqY2XQ24Ba7LUsEjJT/isrBCd/f5/b3CoRYDmlYKDSFWR9QHanFBsyhzZaJL
fSYkVLd3AKxtqBJ1gzaq6ZzgO3FpzoMLa+NHgxMdZcJUngQ1SW7kHnnpl2pgtG5K1s5Tm20yPHc5
g8pLPFuCMJTYJv6Tf7yriqzHMDw46pdsUIcceWwfV3jpKLZDkhkAx+Wykm8NtpboTV2TItDqyGGc
+jzXPe/Iw/p4Fc6oKO4Mdiy0du1FJaoNe7oQwdQ822k9bH0tFGgXyuyP74WruHwEhjApFDmLzy0k
pqWxEPY9ywnInu7E8QbRs3lknfhwL7iFDVywDs04C3fE4r3XTPlhaMbTc8qRbydC6LEoaMMjn8+H
6dLkS2bNY9KcT3uzP/ntpDy7OioRuO0zHRat3gaBhZ/FTCJ9C6OuuozMgSAcUfbJFuOAwHHoJkd2
zB8+KH4BclCcUvMeiQH+/hek08h5xxTdcxNo1hzkOKKH7lBcpQPyjlnq/vkH9X6GZt2lhWM6nC85
JDMklyNRz9q2jknaoE9YPKL4JItethP46sQ2T2wbbUoQkmhyZMws2BV/X5Y5g3Is7sKPVTWEMU1b
2Pp0aEYzv01VDrXJ7ztkurF0pE5qowrPlPI1BL9m0AlY9oPDLi7Kkj/rrLz+FFsxncyNQkt3X2ec
NwsxmQNYGSxqYc0E4052GaiWkIJYMbjtH/U+Xy/FvXKcx9kq6GwsPsgG1W6SVRIrCWaafY7pBV1Q
4BEODWbt8/e6mChfr8UpgdHMqZKkNXuxjTE9LQXXn4iDW4S+WtvTGF/nkYeslq15F257w6/uCAeM
ig37PejdBNERrwqaurwQ5uRZZHtZ7QlSQgwsBPAKkwznrLzKbNfTrl0/9s9QMWl3mk5ffpUxuu4c
q6zvP7+N9x/k33fBvIIj36R66L7W4t68nDGUFSgiwfAEpgaQ2mn0K0sniKscAM1PQy8uMNGUL6mZ
dZdjpLIjZzGbz+2/y81/rm8iioFTyNlcLN5YONZaIs2JBHZd1puaDPJdyIYJK0iVH5mtf3splgWd
Aiavbbm/74aMxJOmFAcrxLndklZ16npJderWWEU+f6rztmt5V6/fO/qb2Vi2mLLNxBjNTCj9kKIx
3YRorn7WRByua+FU2SqmuNGUmnsWiCD6ozLH389T4Sl2KUMywRqLCTYvItXlOEwOQ1JW3yNWji3/
2pqroWTgJDU0zs9v9XdPleqGOR8tKHR/aGHkWWAnk8Ynh9eS4JbYOav7wCETVK+OfN3vp+753mYL
L4u6Y3GmkcuJJOwgUXdhaR6slCl1HVskpJpuWX7DgI6PKgyy4PHzm1uADf6+JBQNCizs8nmui+GJ
37TxunASByeqOrXrHKsot5ivgtverftDNhRIrMM4jG86yywumHOzC2X70brkLx550h8HlcFyJSyb
phHHuOUKjaiTdBt3rv+isggROUVszKYRo6VB/QJDZpTchdUwR7sWxvfPH8T73cHrc5jLZqydPHrW
zsWqOWn55MvGNA++43dnyUQ2jHARJ39+lY9jCTENjT0KknymYsmKBsRBLtj/UXcmy5Uq6ZZ+l5p7
Gn1jVnUHwO7US6FQSDHB1NI6PTjw9PXtU7esQjvihizvrCaZdjJNhw043vz/Wt/yE/+nIYA6arNv
RGk3PSfLUHwxlH6/EtoYxiyzN9t5uomfdwHG3Cv4O0P+TLdXj/QcYqHdEUjqiWz46hzz+7Njy6vp
LuZaxzo6bD9fK6U9347+UDw3iV89FTOtNYSbZCMk6I67KakvdUxwG+y81oNQjsW0P2hhLCskpnhc
QndEhZyJ9qud0B+egYVoyjrqpkwbMMDn37WKtvHE6JbPysvzyCcIM6wXIFxGRnf07y/2T4+AToLJ
94sukfnm86VQOM8pEGD5XPWz3GlrVW/q1NIPf7/K71st23V83ycKg9ohqqTPVxniHtBB1TfP01ya
Fx11Hvq7msKcY2e4EGb3Cb3DEP39on+4NZcDGoc007bAkxy/2l8WUDyCduqux4sqgrLc2cwPU6Nb
X1zlD++KPfkRZ8D3z3+e3JqbamKeyW3mDEBkSpYeg9CEMLYVweJfbJD/abh+XrxsTtsaGjqNTTJz
3+c7ctBajd06UrnWXOI1K39wXr1EpOdmXMzXjHRYnuzviaXKdRuYQokkJwu8xXUdcpNSZ88x2Clw
fZSArSjTmbTdmxUDKrtfrDqVW+qBMtf+3pjTrthquaOf2ZlmEhMqVEbuF0YW4vNml1FJQVj7IODV
88iKK+3vMyUHSMbMPdjGjuehYHBN/BzIkB8JpRifZGPzG5FFjGGnu/49UtjpbRwL6rUmKOomIqzM
jA/oN8XLqsnGCoh2sbaaNoEwpZxAOk/jtQ1QKY3bzBADgeBCWHhMRBqM897Fu073IM7f3Kk1cOdU
5nyjVEX9rI67eo68XsejOVTLWgVz3tnifMCipIWyJhES15BGHgnxsKkIjWIwXhPqc3cDpL6P2sZl
TQ8mxmg/u2X7bK8eIINu0LyXyhxJ9EL6Xl86lTfrJNgVktq4O+RVNJU5FtiK5B48fvNqO6GBTwIT
HuqQYSO9I+0DB6D3MM0kcX0xME/Ki6iXWBXR4BooC9h18E19Hi1NgZi4SobqzSOwZkw+pPS2WHRX
774ikdWvqHdXhzp/KbI7HVvR3z++ExXm71c/WZf0qoFr5Y7Vm7KDywVL8SsYusvh0bm1SfbUIQDv
GpCou79f9nTTfHrPJ998ZXpNYgmuWpr0Qlb7FevimTjmg3aYoe2Ns1jh2E9fTG9/OHEwv7isIfTG
qeme7pXL2Zj4Aqvu2cHpmML9G5PzwlzeM5k0N41/NJRnYt5n+oj8xegFb91q7jvLHregR9Ko1Ydi
u4x2fbBYag9rn0KgqyjvJNown3HWxhjblMYB4IX1xXr7h1mS6r1m/MOJctmEfx4lKY7PGVhh91yp
ruHs26GDd2p98/f38odZ0meLgsyFSjdQnZNt9wRC1llmglLaEYvx4is/WlbClzEm2v+NS7FZMV0g
KHRa3JNhn1imgg1gsnj6q7uXDghGvRz8A+Cnr5jzf1jWIKZ5NOLp+R+Xms/PLjaxaU52KZ9FauAr
ppPEQp101fkk1hYM3xD7d0MzL3f//sP852CLNIni0+nCBp4ECpQbV8+j3RmRaZo1LaXYDNfMS7/Y
9/2+sad+zs6e4UHzH+HM5zvUzSr3Z8evnmuTyHR3nbIwTdNir6xRBKbq8u3fb+0P1RFHg8ejeehl
kElbJ0ucaMZSWWVJ1Z6m6qaFfwtwQGVRbwA/zjQ3/kF8abrp2H9BYjSzjUXj/4s90ekkwgkU8hNy
U8ujHEab+PNNmyNceEqGvNYcp9hAA/HStIf4SgpwrZrrkHrKTwzw1xSkeprzFxP3b6OKCglPgJMw
A5j+//Fb+mXfAqw2AdsCclab9P6RQfxOSHy9xUCVHxoUdHtS+eov3vPvt8y2AoQaHV6OMhROP1+z
Wis/Z8thPCf9Wp+1GLqhl2oSmFdV9zfkkEMx6Ed56bZdv/HW/t9z+3CK4Z7ZpvHgufpREPf5+oqc
GcwVpvFsxd0QLbY1g2i2v9rw/6N7/3UDxXECZSY9RAYz7orTL0fRj2DBlPYzRe9eD5IqYyOELdk/
J0qoHI/MEkE+BqrER6vHWAiWJYFeo1EJqYlaLYarVHjO0+ALwBG17LCISXOpDWxcE5zPTintDtaL
dz7W5ng5VXG8GXDe9ICYsf3WNKePFq74w12K+jWGi33ZOL3MI53RZoZ9u+RpBB8JdP8IrQQ+9IRD
KDGn9UkYioxz1K347ec2XV9NMEFIlEtjPUag5vK7F3dYRmLDL/cAw7yDvky9ttOdCYJQxd4nCbTe
J0VRi2udADt8Zy0SLRz/m8FKyXnOkkkFCFOb67qWhhV0VaVdidHm18/5bJ4ltiVf5yKzAL8xcENZ
kfOI0U+2BOR4xvSzx/i3I5YKimI8S7F8NTUc55rPLw/rFNOsgciXpdY9+SznBFt3O8/W89rF8QJH
CqJ7QRyVw55Xdw5s+tCL6qrObuKeJOQDdl3sva1gPx0OXUra8pIY2a0phPvQGJS7AzW71t2iyIPQ
eSbjWVX64osPC1X36c+2cPNQY7Utjs20tU4WWHANuioa7MYmXnZs1mM+PXVV0fmBW3h5lFdUonAe
H7EShtlCsh9jXbtP17x+tvK5pG04AfqLHDeJrV05NP3FkPTDS5nm4ps/Crsj08WAz6GbYwez3O/m
80HMwxpWtZa5u4kkUoJDYi9/xYXvrMHYYo4JqsbzX6ZBGS9OiY056ACdxMEauyQbz6UCLK6pCb89
HCEoeLVR4Y/z4T/Z23VdSfTTy755BaYkuqiohbx31DQvO2Tnlr5RfuwsISnwds6giwv/G3C0aqG6
5sE9i9Oh/AbSbSZ2q1P1Nafb5DJHeD8Gel+vT348L+eGl0myOZo+uRyJuMgCfxHYZbSuWG/dbCxE
lBSN2I/KqecNAJz8MtHGmaRt367IaPSAukR6MfqPTj3Cqhj6sthkw+K9lEm9XkqcoMYWSpkgTJd2
xnPVWdr1bA/LE6VgsA6TZjPjFcvkvlvFiBeQCTi+rQrpASmGYuWfD2Wd/Kx7+FhkCK5wl8CfcJwp
UgVcxuzywLGG7s6uZeOHWt+R3oXj3H4t1NrGPHwSUzcYeoGMt1mW3wOCr7VLrZt9N1pHFddnCFvi
cttXffJexlKJh0Ug5I5STU/aKG9Jtb4s2xXEwIru5Xlu6ma58u1C5LfAAeL8J0mUNum8RTsqTMo6
Qah3phaXHiiJPKnz/bhO85QGmFic8lKlGhoUtLDC2bs05UUIA73+nmOD7IOmEIUV5Umh9WgUqP8E
tSzHHfIIMCecvGIQUIvTvLvOMPzwppU/0e2UKCRIWv09aVr91mmKztyuRM1eSCFSDUt0bnAIo119
xrFZLwi2GAHuy2VigyFbw8+vlni2ygAIia529VC0cMLGfNwrsyeHVRVdM21i4aUy1EaxFOfS08p3
CjrOxWLlNlkhsUEYGeI555J6Zfdqmb3VhrRenHOgdjm+yznmEDQ3oF7gMQE2QwuUzTCVNID9BNbO
+qFZJpP+MSX69UBntNLORitfxIZSmHHh9nNqRVK00HKtEa3tARRVS5zWJKpDNcimuJgcsm2vO2W6
OC0oGh30sa/P8ApXbRbmgsh1Yq3dKy/2SKJsTCWA5Btm0gV6I91L7tBct2KpmKjiyWmvIJSKj3Fo
0L8vmTDBY80yBnRR5vGlsmC/nM21niR7JNv+Xk/ZHIWM9rIPtYF4sogE1dHYzkQEVVdW4xDF0+tx
T+wd2ZV+SKcXrENeE1JzaNN0NPdIAEG/xYRD0LNXfDy4KXoYFzU/PKi9uXl1QWagAzXorm4NXvGj
j4l7CL2knMDsGVlyN2mDbOF9C/2J1n1sb3QxF8umSOP4MEBzcQM4PuXrpLdYIYw0XbVILh3zlSqM
amP4/I4IiHp2bmf8PuhyepEFqdumr2af2ebueEZvUcc3zm1SwI87g0Zan9OwAdSAdAxTFkQUDqCi
FODYSwtmPjOkUX53Y+oaQQ8f7H5lff1ox6IbAs7TCUJ3QEQ+vLgl+xn3HkQ5PNuENJGmPGc7b9ST
H/PaId0wJq93mJgGsnXNuKTGUpWDdTlq0EKDrlszK2opBzVHDltqU/QwHW3rjAt9xgHobBaAGOPY
EIM+SygGGOs9QiofxX/cDg9kVjQfXl+ZP5nEAYWRrm39KPKlfWnagX2ZI7KcJ2u6ab1busZ95uWu
TdgMLhkpQ50W96LJdBmxsYBELg2SGQDXHFXWKXfJ/n3Q9Y2ZdbBnrSwl/YgED5f0bXctCbKzMf4T
DquoY+uALcI1L2ttM+CnXAJ39EtAtJI2frQSLbGrE05jYdtp8XejdvqKBpXIv2O4t78vztDWFIL6
zNgMgKKeKG0mXmTMfnGtZsmTsP1Wv+hMMVxAyjO+5VXlAG/I+CuQLuOF51RDEuq1yF6YMyxJkixk
h8A0KdPs3Hi1roRUMCfiZQGxxR6SCtbgNTAkuVXyUzNYTlSP4trdOwu9n8iKtZzVztRSAcPMGbxA
jZm1LcqG83lVM78GSyO1Y/if/0DfXRKrxA+x2Xrl7n4wU5t1odGNjzTvnTLstCIDpT8PEqpDXp5b
Q7mO0KlqAm3zuVZkbWfl/ETUXarYQddtvq2rpQBsWkD9AikyQlSrisy8ZVMHxq3xneTRWRahDqVS
Y0XaSpsYwdL5pRU0oCLk0QXfcApTCV9WX61w4DQzHX+2lZBkf4k12QNk03b5ksHQhA+wnJmTJDQH
wCOmZUOWw4NtJcPPBl7Mja/0tN2TxWwlxKW7xr1Vec0dGrTmppIpqmbGL3vBkgP3toqNWiPzVxTX
ZAa8Oq05VLR6JJOpmsWYo7HKJt52Pnv6ZtZ9Aees1v35QLl/BaAB3ficPYlGjTKbsjfwiKRCWdSm
k108GlUOSLKxzO9M3FYOM201YH/Qq+HYOZjVjUtjwITvsKzWrl8KukqqHBXzhZOZ71UxlMZ1mZjx
ZTZoiu4L8/cY9Bj4vjOhs8DMfW4BcRwK/W7xpJ8hFM3t79Q8NPc887yq2OmQYsqAZm7sfauYa1UI
DEYtT4od/xiYM+yS3UjYurWlYt6PNLVovO5mom7ILl7gmihYocOOrQZfUw1DZiFYc9XinxZlvvVQ
pHpTv1SaA/dQW9uVwFIvcZ47T+RL4MxremdaLQEzQvV2uR85+/2gvQ3hecZOIM4cuK4Paem7lDR9
1w+0dJmcyPLm+qef6SVgOSBximAyw8CuVHv8RcoRKKQpl8vbWV9SdVXGXWN/8P5G7amIkYrBNM00
7axlnkk2g98Z5UXKrAEle4D1JdtOyb2wcyIUzXJOk61qisF5aADlXkCLd+4z3RrNLQoL/QMGx9JF
jkwGMj4Zin0kFWaubT+aYxHNZW01dOrGdsUOaI7nftl3YhMrcHU5SFQCEzjpjJFGMSqLMEwOpLCP
tUU9zRft06QjAEZXqk3zpaGXq3uzWFMx7+rV6EjBzDyVhB5fsBbRE5xzZi5jGUNzKNT7mC+uCFHp
1T+lHovmsMiODcSajdp1ounDhXL9FG6hJeWrOTgLK8bSFsXWWsoiuQCCkl3mFXXjSI85yMFLAIK1
dScq2GE8kjW/pWys3SCNVmzUPbd/mIZUtQdOMRCUuG351jSae8VWQoitgFOwBH03uCqcKj0zQpvZ
6Ma2YX/uIAhO7qZPBscMlqLr3zkoa/cAk4Zn5mlRb2sNC4tvKZmg4nKMQ6ELawmncjJ/iPiYZAYH
E45ux61d5JxVmTaWtCBla+rcPuDf2N/OWt5y5JCtaHbwhborp2u1eTvrHNgiUxpEuM9xocXnTaGT
x4kSxg0JyikHYAerYWz0nFyiUuJ5CLTWMV7mtGUNn1y4UGE8tfom6QW+gRow+tZKVs0KhnHKqid2
YPnGm/s6xLgH6rmxscwAqYK1FvpJy8pmLAsrb96tSdhPEvp+ahR9lLSy7tCk+GYbTgDtOFU4RVIE
6SLXDComFe4dlkLV7bTe0HZuCWLpoqmZeYqs07WLYtWNG+mPrR1aXZLLYDz2kjnsaMKJyn7Mf862
Nj9q+lJUkHRn1NJ11/tdVPckmMPDExSr7elomDVovFyMDv8QEJ3iwZ5rLfVa9Ib14Xurf7fYSs8P
pXDgEoo0zznMyfhRa8f1WubCAiw7aPbzBA/UgrArvHrLnDsjf82lPlw1XWx3V0Yzr6923JLT2S0K
wjoBzHCxwRRzHGfV+VBm50ybafEbLRzkEaZoeIv1raxmQuo6hqnaqH5ZAMzby0ouIwRm/8IDbLZG
09gqFSml5FU5YkgGCKBY/XSEXnOYVXmd7R23Sh8FG/YXN07WIYSwqmHnhyfGp28K2rG5IdN3mMTS
vB/IdBI4u3pF+A7Dex/79I92VELnjxbEHtvTarZfgND5TVQD+7ajhmRL4PNHtFlOILoR3xN0zgJb
N7QBmbpIluDZcuDkZrPuuSbIM+W4YmQVjZ5ifvPhvoNNy4lO2IxitK45L7oL52NKEyw+lnsPDsDD
PWIYCVQniqNDSIsX4lKNswVQsYjzK2CsriBhHsZoEMMF1c86XR7jB82Jersp0vF7po64TMuRLs7v
uJBbM6e7f+x+0c/CcYnTLbEzkkEtQEV7oU+VuTEUTXHM4hJeJiDD7KZviLTFpGDrD/Oc0aViVRyf
51QtV3Tq1XWWyyU+WEAaCHR3G3EFAyZZQsuspye8VhNtrXmuL7VikVDvUL8jAZpN83VKsz4+89cV
jevi9s6+lW77vsZgbTcGRlkRjKuVyshXsr6HetmdpyZ1qaB2gLMFZVt238Akj3iQh2Ghkil8jShL
O+/ta8gnLphVVUuO4ig39pMxs/2lb26dY/UDQRubBByEslsAaFojATTLqlvPc+e6+DEKnfUTHlhq
hUbKKTJwZ7tXwehMwxNx2UAZateVHCVTspNmCCrxuWFalD1GtlUaQYZOf38M6Pi+wsUnn7hR6aav
CXOI7Nx1r+PUcq7yrFnfZC8GK+Tf1X6kxP69qZbNc+DzvH5CkOxBD2eu8YxxtzC4ZDqT3F2X5iNV
vORbMYHa4nCeGVMwsf3vIf75zQ3e+wT/XC2YXBr0/y5TDyD1zaBZs3ZPJ3mxoEkD/6SeMcbMIw2r
MpuCvrpwEJBDjySIod+ZTjc8dnOeffy9LP5b6euklXfSPikcsFnxoGimQXdzXRp4D2BuSC2inblR
sfVFAfy06v+5i0bV6nM1FsCqphUxXTRnNqKyJDhR+xBuAYgx/aJZ8/cbo0P9+UpKUOwwpql6m8V0
TVmbK5mh401stwFsDVvDv//7kzxtd53e2kkRsalgwPcE2bw1BS1wnmaV3fz9CqetrtMrnJTS7apJ
BOjT6o1aT3C0sYlXNX9xjd9qisfxgBgHpSy6FcSBJ48ta2waT3r1Vh36nRW5O3H498I2/rN/+8sl
Th7UvPb24M1G9YaMfNPJt1T/Sp92YiP4/RInTwonoQ7piLvgRMbUXxlBH5QPbdRt1jP/NrlZw3T3
93dz2ub45938clPH0fFLa8XGNNuD+6/eUm/cWdmuHSmE7ay62pUJyY0/MG598Sn9cbz9csWTZo7R
LX3nFlzRwUkUd9uk/6oJ+ceP9ZcrHP//X+6JeiaLFOW0N01oW0tYBwcqNKGoRf+F/OS33tzp0zup
ZMeYfzN3XKo3zBQHBKHh4nYss2U0dpcAvENN77d59d7pXyKd/jhNINCCPXMUENsn453i8drQoKze
3G/oOM7kQ3ZWE/AQFDvrG6WCIsovweB/Wy5Idd3+N4bML5c++Q5oFCxOZnjV2+Q/j/N3DiaJ6iLP
fNOSK1GmO8v8+fcL/nH++OWCJ18FuubKXDq3epN8cf7wgLc/hBr9xbj888v85TInn8JKg9GVAMaY
QvTt3c0NGO4I6NAXl/nj8P/lKifDH4tGao4Ucd6kS5gE26ws++L9fDU0Toa/sVgCBT2Pq4GfO2wo
WehHTEU4E6z1lb3qj9PuL3dz8gEIqyBhSedatRe6W/un+xN8svzikem/XcU7GpnoO6OBJGfMOXkz
7VonlrHO+pvhzOoGzRfQ2gnGPOGHa7SkR2ltOySXNMhMEpeqMmSzWLzkJAVE42whWc97OQfSd6yo
q8UU6sjjEIY23hc/1DiOxE8NOR8clG0du+S0bHFTf555TGNstKJv4xcEo3TiOe+QRuiSc5WGVFqz
LBpa0/uQx3Ns0Iw55AssCESmTGbv3uqzbwK0tdfq3F/i9aXAGECvX5lqCNjvDM0ZygOXpBbPp6I7
ipT65bEtHkzG6mEBNiEExwYut79/fX9elI5qhyNs7OjQ+HxThALHrTwu316+h+5u14Hz3D8l3/1b
SpaHtL4imOarlfC3N36yvTM+X1Pmcsh0k12Q9HL2zj/X+HrhwTX0fpOvItO+FGadzC/I0GEmSTZ3
8jm7ys6KW+/g3CDdcznqX5CBlkDQfpdfrB1/nNR+0aKdjOlYn3ob2QL7vOXb6v9omhDk2d/f3B/X
9l8ucTIal7rPJb1NVlqEdYHQbwXjUAw3RTc9WdSwq5EQ9Nd/rvlvRV3+lzmWJI690nYDtJsO/3Hd
vFffhu79fbh8bv5/SLw8ci3+68TLm2ciuYbn6lPc5fFP/k/cpWv/C2fV0RbwD2KBSez/pl062r/g
+xhQSOH5+XzvvMb/TLs0nX8hCcSKRY+cvzhOJ309Dun/+h+G+S9ESOT4IB+2UIpAGvyP//kp0K0/
+edf4x5Bvxw/4v83cwlmmSNiE/bD5w8toVJD+kjtbIxaefFF0pNpSbc4Nzg1D8e8nayTzl2W0McN
dae2a1oC5lw3O2OikLUCOV/dAqR6ly86/xuBNkFu6ekhG93lY8kIPOGQ7hRRkvjjgcwnY9mmtiiG
qCGBhXCzfCXlhNqydytsJapQijE7Ircb+cA2DgicrzIqcfmKnBCtaBW/2BMxIFFWFOo7KUxAT2g3
uewkPVpLhKVN451aptX9MAoZp1tZ5kV3VtVSXS9a7VhXOZlVzgVF2TW5QH86eOeFqNLkJvbXrnpw
gd+q80UxNctA6Wic1sDruoawP8kR8AJro6wIxNA5CWzjfFxxBA61rpGcUsbDvtZUke1q5STtDwIB
F3+3LF6JMLbv4uT7ZHjtjaxT5V+vRONAgGcDl51Bsci1qyqnHRb6R2zRhahTqW7soxQddIVWtDQV
a72maheUDo8jxJBvThfEjMzZT0V6X3NIFuJi0CprTpfdCtNUFK6NlcZUoNN+q29paCTNpfR1gpAD
Y1STftuNWtUfpGYlXiDn2usf8q5cSIs2x9wcIpt2e7+xENXYP6lfK8otXU4G1xL1IMgAQoNh7vHF
uqMsSMBo2lj/cMeya+9NiLoDHHRbVYQWuMI/75Tw5fXorRMvwJs4SQdjRvijHRYII+ie6qNLvZkK
RpqlGNHQfV4nlMUItLBatdI+kINeDxcoSh3voTA6t0a0Cpcw3YND8Xd+YmXJ1ktXLNiQpqV/l4y2
rq4HKZv8kiLelIdKqqp/82sVd+NmaGlo/DS7tj+3jN7DcCh7pBo0c8Q8fatigvfQISSlfl/G8LCj
pqZJ1/WNBiKDfSJvHXGLHcwV8eM0LxT7kCmVw1XrGu1VMmWs6VUi/afYQn57hsa0o4PTx0m3ckMi
J28sbq2ac708PpxmV/MU9MgkzIqidWFnP7S1rqme+DQ6ZNHRGXDQ62gbGpvWjU5Qy2HwJkrAlayP
HclFju6WhigneN8iUiPw2lKbNmRHxmwupnLogvLIp5ZZpQi4odyGLFt0Xlj0Wrfz4pooT1whTz14
9mBourUOq3SADWvFihgc8ATNrmuU+ag6Z7HpEjdNsZkT2gxRPOQJwmVsJW8ZMODHysmdb27n1/WO
BvWRpexaSY3XuCF2Z6KaTXXS9u/NBVRl5TuKhkji2OkVdH/aAdRN2X2nbf/Utnpylo1p+kwZjV9V
FCD3Q/zFyjwQ/JjVd43IyiJM9VHSxiolHWpUAn532y5ecYsYJUFvqmL9hvq9l0Z9joWArF4vf45j
WR9qf21u40bE+n6xRTzRK+jvyr519osLajyaTRc3hoBE16CL0Rc6SYYiPFrz1vG9SyoTdUpaUPa3
qqHNzxM5Ygeox3hUhyonHLOLRVnt8U5W/UavzaVH0dMeKk917/qa8HRkkuMhBMXKPNOah6LWh4cK
emq/KdxjoE0+KfdWVvQ0ws5aTG3rURgnrktX/ovMASXvirlOPxZNr/OHztfkWeG0dELKIXZuM4U6
9coemW0oUSbGuclug3Tzolhe5kVe4ZnWKWR1Kr/0nGmaz5sJxm+oM6OghAM6TwpLL9J3TAH+lSuK
q7qda/lttCf9Gu0Oip0e7zWl5356aCnmP3WDJc5MU2pGeOwhT5G7JLjKqix2va1LMX1LMRI3hJWp
0C7yc2iidEmNbCBtoEWe3Gx6ocEcdnq9dEM+7cS9cGtNJ9BNUXl5Ici9LBCwCftiELTMv8XVWBXB
4iXV8N6v3TDufaLCvENsK/cZWXldbR12IlNgpf3g3UJqSvzD3A/6jwTddRJZ2sLf1Jh0rPC4PEMW
6VIBnJGvYQoNJVkMyUoz2QXq1L5tzPNd5Mb0CQJS5XSO+hzAm2iwY+Lj+8I1VdDCmaCm79WFuuNA
Y9QsW2V8CdJRq8N5yDpkjQN5D5GED7ZcNxY/JzoqC/UHQ6Mtt2XIEZyhJMkI55lcEa8Jp3WmC+kz
IN69tDG6iLggj3DeximINLDInohsPSevligwdYGaTdR7VBQqIWEyPbYCy8xS2yLXzleH+w5EzmoT
EfDhICEjzT0pd7mdim2nAeAfuqJ6GISPTiNNm2486BMdvKP0JDW3zZhRLic9kjOASNv0muyoUTv0
DXiLR4uqMrPwqB6BeS7MKzC0W047GTIAm76stkHY5rU7BM5LhO6rqVDuS7KWyG2w1m3W1AMaHgPb
y+0SZ921nBaCrMSwZPO5QwWE6L6sLQ663RfNvm6aZIJjRIrLfd4m4+3cp7W/1fSyK8MUpmR/llKc
HY6iS+Q8SJR8EEMztEHCakZpn5HjYyNpm5t+vCQQKZ5Cp0/AkTZtKpwtWIkVnwGGFmNE/kmO4kHX
KkJlAHIeEy05iRZbsO0DAqQpHcdwgJ2S7Ou1EA2yV1IyzwaXtS8gNGsaPxYD8WxgMRKWzVT2vLA+
JnIvoiVkaAjRWKcIWZq17oeXxqKPWt2Lx6hOHKwzTTvTAShq5A1ruuIT86Q97U0bYZ0Ctyy28JK1
7Cj+aoFeuq1/5QmmHFJHWch3Zd3by73fdaVNPKWhNFw5wyJv2nQyHxtkDDkcHVGzGuLibkNPhzC1
SS2jRlzeG7O7M8Xs6luTUE39MBtJCQzdQ/10l3QtOxbp26sbsPQke1npwuAJoKq5whgbyygFJ+WT
mufrP0YXiZMelJlTVHsxanB8q4w9UujbaHyvSjcmX4/NNQ27ae6L68kY3CZILaQKgbMi5NzbflqU
523q6feNY06wern5Hc4z7zqfF22IcqfJ+rtV79Qdv1t7Mb14kdxzVWUHDe8ImzikjtPrOi2escHg
pytSUAa1RLmb9e4DIYZOt3d4+4UbdqBNkpcRyuiwXbMGWmMyV/697dXwN0k0YTCL1OqzcBFkH22T
ikwuCn7DuJwLVY9w9pMKOB05mo0KmQu1i4wYxYmdFgHW57Rp5x8miRqYsJrRQfPUDPO0yd1mfvZp
EALdSmBxVft+KlOY3iUBaJu+KwjW47dO/mZCppFuONmNUHrMVpTXqUHr/xsC6aU6Xxc0GgFdqkIe
5hl5edS5ZU+Ey6yvHtMPKv9w1Z3W2mfKwJzRTUbanx87X8NeXx3iH5E4TckD79y0zwHHyO6dDJDJ
2FGWWdvnwnBKPzQdPZlvFkSN+q05iTHdjEMee1GVa3J7NJY+1gY93JQQgj4ysJSSMqhJiHkSf6sd
lVYbr5Ff1YCHm55ObeSRaiQOfhq37i2bHhxxmkdD8bsn16a5LCjts7pP1Xyh9SQZbDX+zVdVvLKZ
kTI1y++5YcsRphAYNnjGtlU/TgYJr9f6PChvv+ASvp+o2DSMsxI599TZ2b4bjsxjtnB6gaAt96vN
PPq42IYWz947eJNuRDirr2rjWssoLkD4xsOZ1dCkD1fahsdE2KZegza3fWx0rtWW7hmjHimNodlC
XGdaDB0Bswgy8jwWfEG87Dx1yk3l8562JlIkxeKTEKWkO8OIcDa1unsUU84REYq6rn5qyOxVr37N
pPA6HCHmb/7EyO0/gA4jPtrQGSw7jkPUzYg+L1lHQGDWs7npCdLk52e+AiXas/SUM4HpiB7ILSNw
cMieLek4j/Pc9d5mFk2iodYjTclBRmSqZMvWoUcdZgr+O97EeBnVfA4xoq2XG33635yd13LcyLZt
vwgR8Oa1qlCGZNFKNP2CkIX3Hl9/BnTu3U3lJgpx+NIdoZCQlW7lMnPN2UjBuHU6Le6KHbYgyNjU
Fn7UbYSDDlIlqvGUGyCPFW1tteTA6syrtNPCeKwBLWbAenyz9JG4Cgfq0B2B3XMXO74EB1WnIw4K
5AVpO1JNQCoLZWN3yai/KmqkWbsIuL6EmEUS+ned0mv+L8xsme16h7O0D9rSsk+20RVaBpZuqJw3
J6jU+rENiEYfs9wqkm1tmJmPR+u34S5NNIwfumKh5xqo3iIQC7emNp3ZVjO8RrvSeVIzM4wOSqd1
5Z1U0xy067Aw0VWel/3TBCdMg1psG+gPBSpjFNqJS+VfLQBPxSWMN9Jj2ccwK1a4d91TPdYyz9eU
psnVWINoOAS1or3k1aT+VpsKmHWf+8M3WbKUJ7v1SUSFUlFXm8Bv0QVK8lZHCKfvw18IH3o1ymZq
mna4izmCYgDGB7A6fSJTtyai2XR+Xdym+CRHLmH7GtCzaW+0rrWPMzLgN4BTQiNTTiykJ+t8qF2k
S63k3LArRbQBLA0eAY2nNE+Ay/UaO9FOxn1ke0W1AXg2bGS2d9fXDVgy1SjVe9Np1AxE8SzOgxIj
jRV+khnVpoNmXKUxFVTKNkIiCpRUKbe+6xS8+j8Gxc9aF0xTrW+zKlAc7lbCDSuKqgMcKtGGDYIj
Me5UB+zkvVGMdg6SVYuy7URAluzCqamDa/CoSMZOShJoG60ystANiXUQ8oAs9Yy0pj+DULLevql1
fENyYrlGc24N+PfFSGr7pzZIcvNG1aYe7gJL6ow9ILm23qi54TGFITPuEuSteyCQnW4/8InSuOls
yQYOlCoKIqeGlKGkB8Y3io+y2cOZX7Z2bmrbIgX3AMrG4OWhxe8pViwyAJXB8d4mg5nbJ96bJjjR
vaWdckCi5iFtY80hd2B6YLqlsgrP/YiZc8nfIXqom4UMntbL+2DTpvhl15WSTcluVPBSt4QT9iP6
So61kZ3eRgXZrsNXE4fsRMtMhei4mqLwBxGDgVFygi+lX5ovcQuf7VYBwgl/ZjM92VaW8SMhy9rZ
1agjnRxozr3ZeeE/ltwCd5X6ODsxyHivjZrkYljjh9iPGqKAZoAPoPXs+mD4QyOfUOBIA5c0tUK3
a2ygaRp1tlHvgesTuw9znyrvXJuVm97DZF6hzYnmr99JVg5XcYGbo9Zarv+GbsEPnlK9DjR3AokB
SL4hH78NYWWKb2OnSW5qVMTdqKWJe4seskW1tgI586gnpdzThaFidT1erazdBSG8tbuK9glAJxBx
IZNMv1MFMT0ZC9rwg5TcL5H4xgiRInDyW9Wwxq+9GrfwANryeN34eVb9qAdAEPRGNY1/BagzHShQ
weYMJ2cEUul+oBqQbJ24BKCqW7Tb3GvlGJwBedgygpmFdZrsQfJONS41VDvQR4dfU3/q23vPDnUV
H1XpBlBPvv9AuhABRofOs1uj7rQx2CRePp4HlEFPWtmX1xCg6u0WAEGZbA2Ph7RxnDK+z3Td/q6k
SRLuYtoGCFWN0HmCviS+8sGwIM/adhVeJoj/ZyIghL0lpGJpRKfrprmWKguVImBl44uc9/3Jk6pJ
2yQO6KGiy9PfCYwScIlVnoK18MZkSq/TbkqG666yIa5vJwXq4TEe6AA3skRSQZ2xZwdYQLpZ5DMz
Qu8JKpLCvpYgkLtKAJxAN6HHg3RFNwWdZYQhza/MLsFsGyRIrQ3yBWN5gFIQbS97gNwNP867C+kJ
u0G07aFtAwdtsaG3gdy2GPNaCwv1JkFl81dSm9YDbDTO22iHcnyVBUriHSslkY0DidOxPUxaBPa9
KfvwETCu9qA3YEM3lWeNbzJImFc167OrGAyuK2fdfgyI643sR69xJTY6+K9XmawaMpMa3lrjaVjO
XL71Pce808i1dvD4hiPBAO7TMwCu4VTydj7YY1NLp9QcSMclptc/0ME+XXU1SDDUqZ3kyi8OP4qp
3zQjYoGDDnDdOjSOGyZbc846onHnowLnB6+KzeEKaXVvtgMN1Yc8D6N4W9HSXICRi9mKCIjw7QiT
5a3pT+M36jvK19Tw6rsRVRPl6GTKsyOPm7GvfqMd/AWBbBD9VePPNE9TXJBeMoJrGBuDExsjbYra
NLnxSZ8S3NVVDxqItqOvQDCHboeA59zCJSUUIud8zm9t6nI08GKNfCcswM4jjNTKXei09p0ENBdg
Zjn6tMxwbLmn9Zg8RHI/dHvibT3+w0BWbDpEdN80mc5ZXm5NIxOcSg+KIzUnyGga4HJen/3QAYn9
QraPjiSa74ySJyG1f2dZlv/UjS7in5plF6NV0zTeJsxIA5P1CtQn1ScZ6hZO376VagZBep9pKhm0
ivblXe5YUbVRfcMbcA7H4aYFzAbSm1wwnFeOBnaUfhf/bmjr/h/SUUW2p1XF/sXFUo+mOd2Ct0lv
YYyPz9pUdfHGBAx9Bzu8T9NRaX2PU8szV1ru/i4E/ZvcFyp3vUIzE0SqNFalkNZhjRBu3BRWv6nH
17Hcj9WrlYXbd1WP+/8tGbyvJfxdff53LKHYhBqfrJBXg9FHnapDMoXeNpMnNl6ZHgi+trFqkYyv
nJWpzZ/9qG4hlM8SbFEbKxAIWVl8U5Sa68k3VFsfLk9GqH3+OxuhJBjSTICMLp8PanpKu3bY4cDd
QeRyoqFA202ev0uV3th5qY3sp9Vet6H3HJrGj7G5vfwTliYoVEADq5GlvJ4K17PqEiFKG/qQyNdd
rfXXCrx/QxL+naSAIaktcLVxgSR8qs/eXOLFbhLK8DE0Ta5t+7yy90qvq/vOKzXQzb6zMXL/Zxuw
AAFtZPQNadUhVgvt/yYK+O8Ponr2HrjjjU6Y1So61+RbfqeN+UQsShbJyb+GgX41tyxtnXFlixfW
15zvzDuQ0DiNCC3GjGVxOAeegViGoiYqV7ArC3U1c74m7z4/db0SDmVduDC5QykjHwLgF6r1WICv
vHxABNzKf1ZLZIdEBbamx60q3K4geVOVh362hngEPVxC7Qhpi5ZvUV3eEs6sAB0ErrF/xxQtStNZ
sa/hC3X1lZxDj1Qmx4IGINV/lurfEFLv5ZQdC1GLT9aO6XznPrjqonQb7TdEih2kpZaCVgVI9tqW
yBWevQFsOoi1bI/ixiY2noviIAff02blhCxtoWBilFks2ImrwS3jZtaZHYGch/2csImmR7qUVu/h
fLw/mqBgbMxqlFTuIQMF0tWgxDsmoqfn0ckepbrbOADkCjpLqcldPjlLExNMSzcpoaZ0tAlnXPYp
CPaNap76gWcBPu3LQyy8PKZgWhI91oit28HN5ewoh8imO+aOncKwuBnIHa/+naUr9IwCTOjfQymY
DT82Cngo0sE1JeWKQeYxB69zrbB6RpJvS5MflOV7M4ru+Z9c3XFWSDTNv0fy8uvJqVaux8KsDcGm
0GlpIYbJDwlzi9xqf6ZGt2MwNf+HoDwpcpq7Vt6/paEE+6Jng9nAZDy4qu3Ty29vM/V7RzaRTg/X
wwZMIIzIX17eTWXhxIgCkrPsktyq8YA60IsjS6fCNGcLMEodFRhalUqYA6KzU/8upmHuDtwNweRK
47cweKP74PKPWHAwRBgSOSOU6EpOLXl2NyQpmhmvUpoefPXJNH8Qc7qXxxEkDf9znES2kUipOi+o
MmxcimGj9T4mDjJog98Eef+jV06OlrwhRc/488m2yCq2XB7dr65ypzigYrCFoIUUeoCyfH6d0w03
L1LZG7ct1S4pMK5s2AkYZ9vkPyXaAuAYWkEXLRlokek18YyprPySH48vjerig0HzdmiEN5oy3TbU
ck0uA6cQ9qfdfBFX1mzBlTAEE+YjWp7Yswmrpu6rZU7upHE87OGU646rKt5eGZ+tvtj5rGLTwJeR
vdAoR3rnwG+xxmg3J2EjKNK6oTxUSkS3drPR839k2drV1tvlX7l4jAXD57SQIAU2GsbzMcYANN53
qz5kIwEWJ3k+s1yZfNK2DZmzcXwe0FjjObH6q9VTLHCR/Xu6BMsYqCXdcDJXaarhKwABQ2K/zm+h
6Zzni30KIK6cI5hJ3ltStnKoF4cVbCTMCEFFNn9wpZQKqBzTtWrtCqxUbt9jERsOJkuBqGPtUbiL
+58rSz5P64O3TRdMYhQbWSlpzUD7a/hQpy8oPFLKp2/SfNKqc0C/KxwYGxK4OxvqhpVBF0yFSGpT
oXRI0yamQrKkfRnd6jAphlxiMCpvtTIeK/MbjgOyA9uIrBbpzcxl5kVr3dApeGXA9kUndL5dfw4X
rocuoKwsualImfIwNIHsuH7fkqaTVvssls71H3DXO2czkauwzKb/9wD62vec/hezsm7H6MzRapFK
1fpz3x/MZq/FCgRRN3av3PIwjVV/vLzmCy+EqMJlwvfoJbI3uIH6C0nFB3NKj54Xumaw4lEs+Osi
LSccTUEJ9mlwHVJ/29Jyfud5ceQoXf79SxHffzGfdih00puIBcv2lvy7oyEVhBBvuNXqO65lD9zH
hCCDxesdHjl55WYunVXBJgXxmBlD648EYU63Lc3xS+P53+xA/lqM/h56g2+0hJUrb+jSLgnGhw62
dqTQMbpUzcHh2bfTTAnQaPYdid6VMZbOumBpIurWqV0bGLjc+Cqb0eOqG7Lg84iSQWORZ1ZjEwik
mnZTxPqeFbpKm+hm9l/HttubfvyEsV45EQtuuTbv2LtbVUP/NSYjw+lWfluNoFVoPcivopmAqLrj
SBhT++3TkxNMRCObKZSAGMo5yunwJyLF3ns4Vl78+39jm9WzvnDkRB0YNVITcBhMrC+qHUVgV9XC
O2yDP0R7O6l+4hdfXsL5t39g/EXWXj+BbjvLmFNpRt9nyz+boeo19vXrTlk5bgt2QZThqmsF6XmT
MXp5PPpZ6sJxuSUJuxJ9LpxmTXBsAsrQVTRMgyun+VuuevdEmJcXZ+mHq38fr06uUQQZR0KkcPwB
6exbnlivVlf/vPz5hasusoFDIgMsQNUGFyjoT7Rnbx27PFHepkoBaPXyGEtTEK46SeRxsEITmykN
LQUpmp/qtHxohtPl7y9ceFF8WomzMc+tHucBng487n4srv3pQc3LQzn7iOHDql+2sFyi9AXgmkjR
I8x/FJtXio715Q2dZP8r2eJP+uainGvsDbbUOsXomrq8nYOKgbBAs6Fo42rUeGDAW7cYlKo4rJqV
JcdPJNkvNS3W7YaakeVVx9nKE6jhds+rWb0aRunO0bE8PhvjLSbt8r4tnAuxDYZszaxCBa1RW1m/
o6GBV3BIpz0O5uXvL9gVdb6s7yxzp4xFY/ByuuS3H2VP/lI54bZwxiugTidJefrcKMLVT0GmU7To
IWcicC8L8HZgXW/nd0Yvp6OTx7vPjSMYgio3yjHu29FVzREUYqBctUH+jyo3ByjJHj69aMLbn8L/
MjkR06mU9LbN29uq9Pa2nt7Bcnbu+k9ujWASKP7kYPm60YXWDe8s3jt5e0yr/KWQ6md/rTNw4baK
mhWeXXi1R97MNU1I8v5E0r22bQMALlHUraRwF55JRXj/I7/yTKNgkNCHODyAylxV54iV19gGrK2k
a4JDC8f5T17r3XH2pbjTJYUDEMTdPlP6c243LW31Or7oEABziO8vn7SlGc3L+W6gIDdqC+Ta6GZW
B1Nmah9hIdwXMaVSaL13atO5pjKuZKiW9mg2Du8GQx4xBIuCY+uM8Z0z1tTQh/JY2eV3oJPu5Qkt
vM5/OrvejTHojgW8iqgDpQcq4XEJmSe29PLHF6zYn0jh3cf1PqklyHZ4+oOi3HhT9hVAIfiMlfVZ
yt//sdjvvt8nJhV+J8BKJk/t+GqTegjnCBww1m4yONaD8rUsPncv/+SL3g2G8AlY6pzdGCgIslL1
P0TJDg0IlI91NYiJ+xVtZWYLz/afCb8bq24AGVNzxjw3e/SC9zbEEExtxiqVOqiEpt6ueukLR1qe
f8O7sZpY6weNl9Wt2mEvF8XOaurbPxlm24CYedquWral/RKZn/NRsprCcQg/4JEkS6P4z/Qpbik8
Eg6M2UMVw864lu1cWEN5thXv5mXW8H06JfMi6MBsqnl3NABecvpYyWlOqJvO594fWbAKPrhEq5hy
zE/RfzF8+5glpC71GOGvLq6ht3NWEzPzk/ZBQCALNkHV+0zWCk6GlmoUTgml5EPZmZwHfS6xAhFD
zTkZAFlNzaPqWc5b59N4VvSK96gEMP9cvtlLiyv4D21eQfY4RvhEFI5S07qv4U6KQFy1irUL8uFL
Xb3QdHt5sAUbJQtuRIsd94sEBwxt019OaFTbZALkdPnjC0ZWnhf6/TExPIj1pXJ0fbXIICOVt7an
PrWwf/WavnKdl66Y4DhIakRhQWYMkNsuLC+u3PTfR0gGJCJhk+w3CmmfPIqC9wCsVPJgYR7deUOo
IKYJAEP8u0TiGVwrf/15wP/7FKLr/feiWTQsKnqQ8bBHwT/wC7/C+Ao8La6hBNJ3Uh9d9V0N+6Ll
zkFAasBprvXfaby4mZ0yxQmfMrLa/P3ryc+Olzfy41OCevXfv8k3244/JDaAtffO524nWfl6+dMf
uxdIp//9aT01+qKZz4iR67R2OnvPrN12SKNNBxfWnCu8PM7H76UtqmsgJOaZQcY4feLBE2fSiTel
j58M9JF+/Hsaw2gbigVZCPVD5Yfd2TcQXV/rnfnt8q//2CbYNNT+dZPAyHd2YuHtTcCf911YtEdN
r7FRAKTPQZaD6NPmnoW8gwoqQdPm8rBLmyNYB8DFTRfEM6RPb2DfDbIzvtlVnaKPopE62WhK8Dl/
xhZJ/CFeSVB/JQCwqF/1arsLK+NLham/PJOPzYQtMvAMEsT4o8n2OxLodYdbJFv5G/ytW1PJr1pU
O9Li9LmhBDOBiqniVIYMhC56nJ3/fEoAcx8o3F1RWJ6qtcLy/L0PDIWoZgo4MpsKc8LyRYn2PUQS
JquU44yrj71zAwohGaQUSKhpbgYolNzLs1u4R7ZgCgBHl5CgqRA95OEZKcIjlAx3Y75y4D5+MWxb
sAb0o4TwYfN1JVNfIQV9qoPuixeqh9WLumDKbMGfiHSEElFHG90ipAEmNyJsd74Sky19WzACllzD
OqrzbRgGHud0iZQ7K2ZyadnnId89pT1EkCPEcYThsC2XyH2iNgPD9MoPX1p24Z57jRrL08Syy0FC
d1x7k87YC3qpVtMVSyMIroAFe2kHax4GzGt2VNr0zHyy9ZNUJCsnZ8EBtm3BERgnBK6ciTY2erDO
Y/KM21ulL/yXML/MVJfRViP8hUK2bQt3fAyrIpR1ppNqxRdHC3Z9M53Qlb6OZP8419slGcY7s+u3
SUc35qRYL5ev38I6WoJ3YJo8/BCc8s7QmOhk0b6A8TIvtV0SrJivpRGECy5VOcpAoUEsBgh+mJGz
ZQqRJrhb6LkvT2Lhnoi0DkMAXKOsNEIwbWhoAjF/rxd4Fgy9KCdkxWgSF1E5wbtsw1fjqOYu9qT4
AUGE5qYtym9yYUw7zwMnfnkySwMKl76uwO1XEwNqNCfbRCNoqaMuMM6U0VBFKIfVGG9pJMEGTMCR
PUvzmRr010ezT6BdDpDq8jLD3sEQE12roVq5kkHh/vLcls6CYBcgvgUnEkcTvmgxILY2Dqe2NcK9
MinK0adZxr08zoJ1swTrAHk3oRz0vJy5YN9Z+oHGxqOMaMnlzy+4MZZgGvJEtnu6niY3qrQHf6hv
5Ca+rnACNiBFXV2P/28scv8fPmFbglmIeogEO4MdMuzymi6gF6WwD5+ag4gItSPNjJqSa+mBQZ+D
3simNhrW1yYPPnSanxtFuPzkq6QysGx8F4ChthkdZNSxhuhMD9Y6YGvhVInQ0KDQEDSk7ZWuawfJ
jPC7VEm3gW8cSnlNPnhpiPnP3z2XTYsIiD+Gk1um8bPsUIglF2I6klvWtDNeXqulMYSLzz5QiVGY
RhQ2LVDsIN7oQxvRhj8FJxs+8s8NI9z6ssgHpwqYSq8PxW3XhyqqidKJQI9+7jXhz4ULaAoX3Uw6
xMU7LvokNRD8yuNZsqVmN6nBSnlpwXaZwg2P5Wo0Y5oI2YBoA3X20TCfZ8BXRPUiS7L9aipx6WkW
wZ0aDY9j1GOP0wjKiOFWp4pEMSmj/b2mFZjSUpmS8bOr7borvrR8wr3PPURx7BHqnfnrf8pXZOIB
lU3Jr4hmuAyYZ+a/zYkxCiYKeUA0WlyCgcsnZGFtRWBnIit6psKS4lIlj7K3qRkggIH9wuuOefQa
0z5yeZwFM2oIxsHnAYpjuVDdmBRjN/pUCOWHMSAb0L616lpYM5+ID8IaEc0ZBo4eq0aluqm1L9Ah
sCz5ahgkKCTuIlghzLnKZQz7ODS25fTbWMu7qAvhlIjg1BElsXnJVSgJPWgUdNfTZBrk9zzfRXGC
asaFE+oWnJKcPAOu1HOol0m/j3UC811wVgquvwEHkLeeZl2wMCLW01KrtrQbKi1BEGmuLDc0hAfx
YZR861pP22aNZHLBHxNhmcCe9ThyUgPsVdaitepJG6QQzJWXa+l4Cral6xBV8RPfoDmK5lOzmUxY
hkqXrnfUvrr4MfLwLVpl9QDNr/pHB0gwNYEWSJEyhgZvWLyrCGR0/WUo90kQ7+rxnGdvofR18B7b
tRTq0i4J3gWCEs7UywFiOb15NRjVoa6GcyGTgYyklZu3NIRgXyZagHG2IsONtIbuAktrbmj57U9+
6FfXA+H+5Qu+YMZEOCSMYYNXebnh+jPJb1Le8L6dDOfn5a8vRWgi8BH+kyyZ1NpwSzU5NLp0GgAk
65kMB0p8tCf1G42MLhzfJ1rZfl0ecw6LPjgLIrQxTiSCmflkewraGg2B4LBVYM9q8nMLG3+WnDRJ
XtmkBTADond/Ox21H5idPaA9A6EB2cvyaFRnPzQODNbltzVDRvY+HvaTBCXomt0SeCL/43OK2Ma8
n6o6LRhVARQId8+XzntQ9WkXDfvKeGXsARrXvrmN6ue5wc42YVlcS/AvLa/gmzgOmjesseGmRX3d
R+amoGG76Q9p1r92U3OwtTTctjDBXN7NhWsgoiBhqzPtgHDRNaojvffP8LxvEeK7CUvrkyOItqOH
rMhDpM+t5PJ6oPksGeJvthOSy9tdnsOCNRQFU7WCFu0uR1qrm8YIiSdw1LJ0rU70y07pVRWgWd16
D5fHWrrPgtkYtdTpIP3T3QzOS1gqukMqd29lu3LgF54NEfEoZc1UgrHSXZqXv/aG/jNEtXBlmZaM
hYhvnPoeXqr57dN8CIic723+GKc3ff+UqPFuJDop2t41sxXLt3CytNnleRcvKNEUxOaUmXQEqTb+
r38eEv+l0Go4Aj63GSKu0TSTFkvNEIqUPquO/jWJq/1qHW9pAvMReDcBRLRLfRpS04VGAGp2dEK3
VQmAXlH7f3rIrFa2fOFEiXhGraslei6ZhFc0yda3EMCW7HEblan7qSMrIhrhkAlhKYLx0zYHOMic
61ArIW2aVnyRpWUS7rfiQeyoSrbhqsk07uSRArJv0Rs4M5Zt1D7RVs7TUhQiAhx1Q+3kImIgE+EK
o3P28zEO+p9WwYjIAA0A6iIkkuGU2VVriMQF2yKq8qI91EaDb+DHSc0e+r2rYUr2MtCdmg7SHPE1
3KDL27R0PUXwowpFWwWaqnP95DcNC6btffELfdPzBvUQQwHWgxxup0IednnAhY0TEZBjUGQwuaUd
Havfi9J8sOB/k8unPlu5nX/s7weeggh/RDg4VEpkaF1oQI8jUX0jQa9wA+el64SIw5GesHNpS01n
IkfloRS5URDmI4gj5pvTl3NH1ZBnjxVahr7Vnoz0bPrViX6iMFC+OvzbMs5meFZnZm8OsP3CqN0M
fUnjWe+adO47MULpH5l+P1AVNl+MkunaiVrXClYmuRTjiHBLTbYDsymAxBrIMiHB0iaQGCFs5VzJ
ul4/zZJNZ2saoLtVxi0CfP1ZgVHnBda1/rps/bqE1w4yhX03aHp7GLqsOPdqX9/BdUB4XTWyd6Ld
I3gYe9rDVwLCpZ0XwgfHQo13CsgNln627Tt7lxgdErov0Wo6eiGuVQWjIKF4ZXoDyXxEBp91mBNi
Q3nsZ2aAvoOPpH+6fISXhlH+NtFeZUg5Pde6q0NPRmerd5/Fyf0YZMg0dVeppGprl3P+4kdnWXj3
oYY1m9Tk3Z+NTxO0Z+gUnPqQDPvINo94oGXUbawQ4Z3P9b/YIuRxiidgOdTy3UmubkASfwvM8XqS
9ZX61MLSiWDH0S8MO7NjrGlqOhut9G+NDJRyiipXJk2vTr9iZRaet//COlr60FmwGJIwmn7UXXay
IzhrkuKTn5+P+LtHWocreWyqjEjYoBm2Cafz2FPFWbveS6sk+AClrqGEZ0+GKxvxfaAOX/Jhekr6
uocXE5qWVRd2aZUErz8iRFQgXGKc1j9ZjXW2UWqLCnVllRaCChHZaEFWXYU100gQOAVmY0EcZlox
mJNnIzlMTuDS53L5Si7NRLj5eehNVtQyEyfo7ruW2o1p3thDsnIRlz4v3PhAgj96AgzuOvLvWcH3
MHb63ldG2/3czxfuedMaCDiiZO/C7HjjTZLre+Htqjex8OtF8CL0qWrcd/x6eyz0ByCsyV4dw/EK
Kuni9fIEFvrabBG1aBbtOOpab4Bl+ifo90ogw4qtbyCVklATv6pyDxsmbfFb0uyNJMvnjpiIX7RC
SA1huiSfkt1N8bdWCY6zSUzl5xbF8ySxUP9bGWrBJxPxi42fgFfUGaq+SuQdmFMvMu5V1B/z9FGt
0pWXfcnfFLGL0EnDcTkftVFv9sYgJy4IlENdVu7M9drZ3W1QQNhrjy/hmPxand3CGRF7KfKmqQdF
mSu5lvaSB7/kqroxijXY2aKXKVgaepGLspEpetl5h8Tb1DiHPNV+p9An7srYzH92gdqe4spurlEO
pmU6XSMnWpiYLIzs9bUdJBZXqxpA+Uly8qU0gxNSpCtezfydD55oEXdpKzDxDTFZGwjjzunofOlX
syQLDbe2CLtUKH+HTVJxFjz9W67Jw9ZCRh2+wId0iG8mzziNmvqq5pXyJzKRke4G0XWAbR0aDzzf
OKtuIBJcueNLF0AwgrCu1bEWEzLWWvS91KFgG7wRWtJ0plCjQl9ZX1d7Bxd8RVEIT6kta9A9osfA
gRcx8J1fSaO9FdNXhLvXHvGPx7BEfCZkryOYKtVwLct7ayd1ZyF5WoTa8+o7/vGKWSLasitVuHkL
wjg1Uc8d4XxpKlsF1zQ5mL6EcvDusvX9+KG1ROilHw9J2+XMJJ6k68DX37zW2ALgxkHURw8gHsTQ
a2Zw4SpbIv7SmPzYNz0L3wc7pCkQkdEoLXtQPcTQFyImXR/MDCLetQE/doYsEZDJGsqd7jMeXCvP
cjGch0DbTmqCtG+969fwaovTEuwEuknIt9XE+d6Mf4d1M8+ao8wViyPbbcPsFgT0ttWiPVLr1cq+
LRh7yxFCIikkZajBGeeOcXHq/XZXIUqx7x1H2aHeGm0mC/FoK3yMZQX+ddO51hOSAZcPzdK6Ci5T
DAsqOK6IBI2h3MWZc8SFOvTAlT3otlZ372Pzi/TM356yjTr0MOqJ6U6wVxeJepDH8jopLffyJJZu
mOA4kSNr0GUoTNenh2AzhV+dXs62cqg+ZV3zjLLSOLMYXh5rYcFEmGYYmp2shdgkuQUEr9r57R8v
kADASCNo2NeysQu3WQRmYpEGeJ2prvT5Y0TWwB6RUIA8JKsT9FTzjd9Ex2lV6e/j98sSgZqG3ci9
M79fCn1bu7TTznDAfSH9k6Khmd+D4mz3YSx/ra32pZP9aCPNem9y8z03UviJ02F7eXWXLqCI5xwk
xUIXhLugS895ekeMq+TeKWhehulNk56NLPu+2s6zNOn5tL6L32RgEkhg87BaupkfVa0O9xWMMJdn
srR/giXpcmuQ1GJ+tcPmRkmUN0ORfw1+cIAFd/yhFGW8M3s1OAZ68PPyiAsFKwrpf89HqjLVCiUe
Ggm4GjC2rac9hKm8y+Q50qJM2kCeRtgVy4fJW+nXWJimiGOq8qRrhtw0XC0MUJXW+gPoxefRRNUs
i062lb5lmXql29OalujSpgnGsh/tKKqj3nRbS/HdmQK4SdS1/v7F4yeYw55UC23K0x9DdfJ9fbqp
nfBnkttf5D4qt5Ku3IHbRdgv+t2gRbji7i+YRxHrGsgG5Fotc1KCf5RRV8lkB9sxl4qVW7Xg44jw
VrnX7BzabtNNW4TuVX3bV9EZZSj3swZexLGmfhYqVhOarmZIdx2Z0LChJSOKUbO7fLgXzK41m/53
dzUf1Eatp4AlmgKU5+Mvah1AyGcfaCc8JGsF0IWFEpGslJLL3Mt4p9RJp0u1lCA/9k9lq1oIeq88
IAs3RkS0QhPcOsQjptvbt+H0raFuXcKSOiCDJFna7LCNaA9dXrWFh9ESLFxdyjluesuqUfvEBszm
1LrtVN+dzcMqzF9ZOMCWYOwGXbLIE/N8tF690wkaW92H6T3IlU3WJ+ERqSUP5ZIkP9hqfLQkFIjK
2HrswxFQUDYmOwsZjq2VrtE4LhgJSzQSAxobDiTotGzThaSjsEIhZQ03tXRIBBthSGOa0nyEK+pr
FIIGtX0opgzXV5fCfd519srmLU1CcJqCHLGEQKd4XRSBtTW0Or0HK+6tvE8LWyZyhhbw5dLZguGO
K+OK2/pFHeJTCifF5ZO3cF9FUKjXdnpPHobafoAoTjtam6h8QQ0gIVJECGaNl3Rhjcx5j96ZhSJX
hsBHu8VVotHYe/AC37Vxbny/PImFnTaF6+ONA0SqLZOIc++Hbk13QxhcSZzsVYOzAPewRLXZAtWY
PPTxv0G67zrL+j5kGcJwun+UB5xyiRK2YfxwajSFAvRASP40uXzDIqKzcLo8ywUj8V9g0ShOSS8w
y3JWYWj95lDV/jlK2heAvNUm9dRhO0TKSsCxtKbC7VHREZmmgh1rfTRCrThDlQ/2eD9NcjcfkQu5
PKml4y1cnrLQSxY2NmEfSHeFUu4C2I0aeU2Ue8GIm4KrlfSh1GsJt8cwEn0TB/lhDPpdXJTISnBU
lI7WAfoGilEpVi7UwoREVGgkJeQDM8Aypi59iZrqIQmRvzSKPFp5lxaukggHtYbC8nVtvrFwhG1n
DRa4fae3y9uxsOvGbCbe3dM49a2xMvi41iGLqUSJf1XXGQrzdT7tLAPVsMvjLE1iHv/dOKi49Oja
c50023jrsulQZPWnOLItEb2pJ5MXZ4hpuOg/InGkKt+A699rzuPlX760QvOM3v/yAQkecyB7Y1jI
fnUq+K8cNJt0/CSwEY3rv0dIBhRvPBSR3KprzopU0NEUhD9sz/zVOvnKKV2ahXC7AwnBhD/hQOuk
8N1aj2EsIT2ln1cDjqUR/oezL1uSG8eW/JW2emdfkABJ8NrtfmAwloyI3LRkSnqhpaQsEtxXcPn6
cWp6ZlJQIjgWVmVWlRsRxHJwFj/uysHmEHiFFBvBvdWHd8jwG0jUoJ4wIuK4vBC6LaQc7TqikCfM
KBYCPWCeiEffZOXfl5+tuRVVROZo1ZEDqTdUDxiSY1bqdkenmZ9kBNkut36OYluunGZdMKiiM+M6
tagxY544cbcoGMPvg/cHIZNg8dFa6441t4u/GcEuWvZ1c6fiMwmr0qIHJ9rWaKf0CC1FvoME7Bp1
jS5RpiIyTYiaS+Fi+iYJkcRs35NkA1KWh9p8RZITJXFkngFd8Burv3LBFmv85lTGoBMFmTRmEYmr
G6tmX5rEewyhkFqacr3sormBVbrJaQzr0Go9tgUcHDHtDAoTBwRz/UwOwgW3cjnzOzZmaz2/uuEU
Q1CJPoqgSMK2UUqp6xfMan9UnolaVtGkxwqSUbc0FtWWdp255jRrri+mGIbRaCDwAu3OrRymjzGk
hyAlCojW2sbTBe4qDrOJTBDPm0ClZ9arWTobXk+7xZs158SH9tymNLrj5MzwZlYgYbpJVMwEsZg0
SoYXglbZOfbCczeYmziLHjone3bgv7lrQGvN1Km4TMrCIpLwHLecQ+oHwpILB79cnzuNRVWhmabJ
ADIbsB0aRuGg93ZgAIA7oCHVACnZij+msXwqIhO9VbFsGpttSWlmmzyOc0AN6Hx03bndE0g4f6jo
kK6YIU0d2lXBmRDVk5CUwpR12ciCPheL5IpA70fb+mFlfY1k8qkHCUwXQQ3QcW+tNv3ZzBDoA3vd
4bKp182qYjmMESir1MMLD0P11GcSOqzVRx52H0dXrqSNdHOquAzYE8RxXcqgHuN8t6HBuaTdIAP4
AA/ouMqLqHsRxVpIM2NIF2EUsEd4ADv2AQTw8sD2kufVMEhz51LFOmSc9jQqGSYrcj8gQbJrRbMG
DtDNkuIw9FIiD9GiASjuSbwlyBXSmm+cIrV80vKbCjiFyyvu4U74swYMu/z7XdHIqM9N4B8ACKu7
TzF3s7usNqCY0cTVFiRAKPURZh3LgXqPCdRaVzaa7lZUsZutZ4DimRGGXNW+gZCSYZsB/jcvnqAE
7ueyhu4tgSYnGNqvNbcqftOQqdlBKpFBGpRu6gRopPJuBJ6jx3/Qfkvjxjdrhj6FFXdGs0FUOGdn
iSayJow3O4APpQh/2rFbiUh1z142/ps7vojs3Abvhg1xqym7KS30OKAu0K4sj2ZX/AGpKBPo11pw
ibq8+ekYwz2rXfQSgckIWmZbtGkeodz3Gln2w+VdqDmuKl2ll4Qst5Y4whjpsY/oc5QC80ohQAfJ
RPlyeRDNlWQpNmFgMS9Fh0FiDrLzjkKC0T21a10+uqcr1qAuwXs2FcDYhACwbvMCDYNxVmzNzFu5
uzUmwVJMgs2MqgYJP9zwcfbBUXIH57j06iMQyKsmTbcOijWwzIi3jGEMQ463Iqs/JH393Hvtt868
Dr0PoeDfN24Crc9qdIC28mpr51LIDLd1V0Mgg1+FanFVnCZjoZFHEgPgzmz8srZuEu61K0das8oq
ODNzK1T0QxyMECRH3uQdnaq+Iab39fIW1cz/LzTNm1M9Z+1MOoLHO5DXnBfRYCC4mwQ9u6toAd0b
LN9/M0QCM98NJYboy/K2M4t71IuebHkdRYCr8k0iQctKu8ExAILxQwSSmGAC7wkUGJ9NEh+KNF5J
bGhOgwrQJJxC/BWJ8i34EgPZ1gFujjIzHoE8XLXfOv/8V5j6Zq5iT8rR6eFFRDbZLBJniEAXAYjp
S59BbfWDE0HyuA4ur712NOWAz7aHQi7FdQGV0v00dEfaxi/L7M0Gq4GczV4RaZXw9pJDK1bb53Rb
TjnyjPdp0Qm4fE5aN49JSrNPEPCrhT8YpeEnXcZWbLzmxlKhnCSOG8op3CXRJZNfQfx2omV+naeu
YjjtLLRI0wNtLrtUEsg0ob89s+LczwuA3euRdjtOm/r75aXSXI8qdLPkExjj+gYrZaBrAWnBFNqi
XQKavJR+nzz74AgLR3bNj9Ds9T/gm1Cc7kBEz7a2FbONQWj+dzqRORDRXAVj5RSV73VxvL38cu+P
5qhYkRFy34VhJksYAh5Uk6bNwZwWya3JAeMaoff2IK8j1nRVxGjcN2jmj1rsCSbuwefXAyWSbnsE
ijKjkT8XZKXir/M3VSwlBHQbKEZgL5Stt/fm+JbyHNLoqI34OR93Rt6IY96O8kCrDHs/t0vk+ocV
4gldaKciLfO2lXmNTAwwpM2Gg/8F/G8wJEvZFF0RsQl54udFk852kqCFEO7q1tFYexWG6RIvr+cy
Q/dlkdw5Y5r06LmYmrPhjN7na/aLSxSzVcs26sImRR4IIDA2jh/cEaogJNsnTp0gJQ/i8csDaSyV
CqxM6zFtPI6BirwNPMJAaNd/HssSHteaoN37B9tRcZUGGfIqzWO27fsejMypuWlDYLIXY4XVOyQG
+Z6ls7kHgqRYM/uLg/hnBOaoSMtyyr1WcINuS2BOBrA5QEPlRbrFBionn92hCZqi3+Oy3jlA1/sS
MPFV8OX7M+qo4MsuD2VSS0hm5m1+FiV7gYjeKQ7jh7lYC/R0Qyzff3OFlm3e13PdYdFSaMtNT70j
gxgsqcP0dHlXaMyVirGkfZMxDwLN27EdIJ+b1x+Xa9MxIB0WEbnBtr88jm5rLNfamxeB22dAkhhb
w07IfR0awZh7Wwai0A3n0Q1C6N0MqOXNarT6/nXpqPhKUEWNoQdp5G09NTeyQrk7NFeiu/eNgqPS
XFJBotQQeLSLPvw24rOPpghouK5henVrrlgEIvPehodCt04iwQ9E+x8ghgGuq/si7JVgSDeE4rVY
VWcNUYQh3CVjaibBFNOjm1atj1ji8oJrFuAPLKNjeBmfMITpJdBENPKXbp7WMssaZ89RsYs9IEeN
NPD0sTQOWQMdvWLGGjhONW7g0t7VEYPolwHqWajGHSAbvFaP4O+bGxWrKBFsVfGEMx96LYoC3Q10
Q52AuEh+MMf8PFbyxgRmd2WdNKeGL1vwzakpwSRM8gZ1KfR6vpAEW42NU7qd4h9uglFL61tdZJ4/
FtS96pZwuHJO0zQH7D5DAOK69kfD3YXwxMAhv8+beeX4aNdOSSSYcT3ysEAIhSs8b+kBqE+wXPBK
+mUUbsIxCgo2HlaLrLoVWy6ON3NoFO1QpyGCcgoUGa2maZMB150nSTAM2auou2sRcY6K6TMcUqTQ
bweXRlp/gK47sJDu4crsAgQxf38RL0J1TwyAeoJHZrO8TFKAIjPPn1cxXRqzoCL6UofIOVlKlRx6
dobZfuqJe6QJLQDhWTELutVXQX0Fk1ljNhhjKH9C2wcaz+SwMM536Q4bAQU+ln7NryxBITP++5zJ
2iQeGRuE64571xn844QQcPVlNFvrD1hfw+YUcRGIQNzQR8r8BiHTHR/EmXdsl4Xs42pzrm4kxRA4
RokStQtD0FjhPpp+dTgGXgfGAza4Z+hnf0vs6fWy5dYYHRXYlyUh/F6KFRrtQ2G0vqzuM8ZQNP7C
InIKu1f35vJAuu2mGAJnJKMcXPCDzEDSA1Lse413n/byZvUq1Xg3KillbcfYvTnqAE7zA8yEOzSr
MG9RV0f1zvh4+S007oDKTDlFTu2N3EWtgQ0xIjxxEjxF12t15fOVY08A08q9DMd+ah1kg0I0O9Q8
YKmzBhvQ3NQqnBs5+5inqYlcuJNFfms6P1fjJ03cCLGc388fNmiXmj2SMl04PWbSvgFEvgMmKzxx
N74lZf+3U2YIkzFrUTR9ze1wrcdLg091/kAjVrxAKQbZJ3AcnOWQHy2S73IEc77hyefZ4tu4iI9z
3n0ndvbMRh4A6XOaUGq1PXsPl2JNaUOzQVS8Yln2qef0SBFVHTmltfWCJsiFaGHFomr2uApYjKLW
c+ZkhmctKNmCv8r+btt99NUDW/nJWwg0Z8C+P13e7Bo7pEIXi7y2aVig7pShtnQuqib8ZDdymNFw
2xqZ72WWe85cZv6NvApdq+bpJlCxE+bAR89eKrsm6pzLBJoR6BfXGsg1VkiltfQiryBdjfObdNMG
VxCvktsi/cE4Cy7Pme58Kf58RgvHsAcOMxfKbjOGwK9kpN5cfrjGWKugxAZM2TIWsHDgpSCf8gat
OdvE483gD2M/iW09jLbhF83clpswdBmQEdRor9sNKtMPMpLSGhhSCmbRB6QJNzaocCi19laYniE/
GBj9WmJcs0pqtTgSlahlgrTaDF2+JSZyLLFt8vYmjY0fl6dSN4SyTq4Jx6SkyxAzEaD16rkPAPki
GAOy0b6ovl41jArqJAIcGxD+hjmwnOdRdsiEl/kjbXtAJLLk+fIgGqOgAjvbtIpTYiBMSY3xCRBD
8L/0QVvxey7kwqZ+eRQN4Myxl+Hf+NakRT/VJBHVIyR6lZZ9EAV0JRqnC3qrglJv9PeMzuSG25D9
rJ+aXu6vDWFVrk+H5F45tlgtx0aq05zlx7FKu6CrAS71psfLL6jZEir+0+ricsI/C9Ob2fkk5TcD
1qqx+aGZvlweQmNRVeLOygFrZxHWuN4hCe7JXRRPPlqCIAm6RQnft1O6ck9orKgKBZ3KkBjGmKBy
iKg1bGnqQ73zYXU9dO+hhFntYlZElNnbQvIDdNDv4GtZbbJ1qua4EIsQ66pCiGMrx7QZI6NgNfp1
AIiyjk4fko3J8mnFnupWXPG2Zgc0OHmMVs8x5NvIGX9kfRRQMFWtZqY0I6h4UPhXiRAtUOqjFZ/d
zus3y74qyvSQFPFagkRz/lUkKImnuXBTNByRrGa3kL1K9okbgdqpL2ZAYESyLaYhXpkzXUynomAy
AtIGKy0WL4/6qTsFY/iI8npCUZCg5m1ao5U1/pBZxooJ1Vx6KuQ0zbPIzC0gy5lT/BQk/B7yIvTN
cdyPkwfCZEDxYwosI0BL1x0eFYVaSdMYwKIPJP7CyhebT5HISz+c5pUSh25TLIf2jSHN6yFNowF9
P3kCrcSsG5D658lj5Ilim3XV7rKt0ZgAFXM6F2NSZR16AuHqWDtuswd37rgvRtGs4Gp0NwKjv79I
kWH5I5Og081wn2goHrsKRFxpfp+M0zdZ1Fs6FA+dJCm6swCzzlvbAz/jWiux7gUVI2RaLTKDo4kO
EKtrfCLkXWNVD9VaElu3SorpqUfo/tU1ejbJFL5kTtxujUkewhId06HB/75ukRQL5FVGnjZAJ22H
RZybdPYB/Cn3wOauLJFmjlRo6ViaU5YSD1j3uO6/mxlNUPAtO+iPdFU2fbz8Ehr7o+JLbehB206I
Zv/eTvatGyKuLI2T7biLyhVivGtTVirGdPbajrhh5m5plVuf0PZY3gy8nO9s0Y2Q9UPe7zoLoMJL
SVuOYcbxRuD9s01kewzvLNqkKX1uDuaVDrViBhzP5iB/aPl2BAtAsRXc5J9JWqI7RHYCXOEo3ZEa
VIXZVG3GPufNSnVGa8GX2OWN/UH7c9dWtgAYs3bvhtLpfTqb1K/m4X65neqxfW4y8RFWatysugya
wEgFMeYga23qPl/KuqmxT5CVFWHfrtg63cMXP+XNG4lWZHYy4uGxUXyzc/OxidZ0e3WPVrxeEFAL
gX4U4Fqi8Hs15F/Nhq/VMzVulErv2BduFtIYz+aF2MzoD3Y4Ojf4vBG8CrzwadUN0ZgBFaNI2ZRG
VouByj73SWXGdybyIxWd6xU7ozGWKigR9KLU4ODy2crR3Mx1cghFCm1w97jaVa3btSokcZoSkg4x
Uh8Va/0p+woQExLIUfWdxD9tmBoob/pX71blbulYW7olkrrbbKaDz4ECMKe1xgLdjlIulnImJCcJ
4PhG136CMut96RpixXDpdpRyn9SSibKFptl2HIm1cSuIP/S2Xfp1NQeTKV6sAjqsWXZz2fBrVl3F
J3Z9nXglVC63Of/odOEZUUBZN59Xkeka10+FJ/bjTELhAIhiLp2QuXcE+NqHrzk4kV/bLtiwzPUN
prnFVLgiVG76IYcK5Fai7N45eeBMyWaB10yltySRL0+ZbpRlKt9YKt6VdWUgC7sleZbfJo0ofbuX
sLNpzNBHJzvwZE/FSvSkOzO/0qVvRuuh/JdTG4h11BUTwJ+KepPK+cviL/e8+hLNAtpEBdnYqbkz
rWwt16/Z4SqwcYLalDHUSAQnrvEdsjtdYEYZO1yeQd2mU5xOk5ZTHLoLt2jd5N2W0D55dCnElUBo
1GytFlmd3eWRdNtPMQK0q2MvW+g/iYsWYPFKUzsQFQsWS226tp+51h0agraXR9O9l2IW+oX4aY5j
cBxy3LtFYX4dauMGig5ikw9s5e7X2IdfG+XNhgCGy5XMRVOT6YR+voRquHna1vTj9gmO1X7qVgbS
3DgqglE6cx26HO1a3BS7oUi+eVw+GCgwXZ4szQ5TMYwyGkN3BrAfnqD3JGt69hJ3rZigOaIqYrFB
x7VjL/QPzRC9RrS966M62QmTHszEOHI+rHmZmhVXsYp8MgEiD0FiAaK4pqAC0u1NUIL/Zr9KmKqh
H0Aj4+/2ZhZdlwjJ0E2bNzw/9BEZXNREYoNBDrnNHgoSAttXeo5jbHgs3M8GugtkYNrMhtpLnsZ9
0AOBvvx9llu7oQqtNVo03Rou33+zF6lHJtobKD06S+HRHhzq92sdBjrLp6II7YEQtHVW2H/AotkR
hGzcIYKQJfMLOzn25W2IciooWdaL3bpto1gL2/Yc0GEgt5cNfVn5EQ3t8NgQ5Ht9WhWecwpZklaH
3DEBevh1Cv7rx/jf0Wv58L+Rb+2//wdf/yirqYH6Q6d8+e9PZY5//2f5m//7O7//xb/3r+XdS/7a
qr/029/guf8ZN3jpXn77Ygtwczc99q/N9OEVKeru1/PxCZff/P/94T9efz3l01S9/uuvH2VfQDXs
w2skyuKv//zo5ue//rIWaOR/vX3+f364vMC//nqIRSaqShSv7R9/9frSdv/6y7ScfzqEAdpouowT
thQ6h9dfPzGdf3oWatogaODMdpetUZRNFy+j/tOjjmNzbnuWjd/56x9t2S8/Yf90TId43gK6ZpZJ
gUH6Px/ut+X5f8v1j6LPH0pRdO2//nrX+gL+qxzGoTNCCL/k8xlNHTdsGH9YWc42uKHBdGgOW3vK
+C6cyfc3U/Of0d+O9u6GxGjK+eJDEkUi9KZzb3U/GS2+jmL8wkjxyXDsl8TsV7JZ75sYjKNcyGQS
cRSa9XhGg98EScjQMx/Hxo3usiTpHp2BTI9lmPBTWTAXSlxFDedNxvFtPyQ52lHLgnwYrbnN/czO
szUc+Lv3Dz6Uchqjgk4DWgync8GbF4/bVuD0+XzEdbFWjHvXemME5b4uG2BEweAjz6YRHkDwdG6Q
hUXD6fS1puUa8aFuEMWfD60pHQjPOXpp+UZWZWDmB4dw9BxtL28SzQBqWM7ypHWFXcszaBbSnxaz
xkNjJcbGmXn+2EmDbC6P876UAYUqy+/W3o1w/7iQcD57lVt/ZiVAum4Zlpto4mKL/k25qxjrNnVD
zAOat8iLk8X9DofULgJBjP5sgKrhuQ47bm3QspR8GEZvSWY1lrif7JBaIE1m6TGuZf14+SO/f4fg
Iy8H680FVbKc5jTu5BlCqvELADhWYFcR+dQvZTCfG00nIKnn5F8mq4J2bZMlsV+Imq4RtmjnbFm0
Nx8gNBuQ/xqlPGdpBehs/FDT9gfEHg9dPvhVViM8sR8G9sytag+2QH/MeCASb2vL/mawoaZoQg24
ZY9zlG+NItkLd2VqNKdLzSdUMnZrY8TMyOmBRDvCb5Nqf3nWdRtSsVoM/UkTdXCsYs42iXufg3Vw
bvtNW12lZoxlVeyVReIBHOUYgTVPrLqlwwp+U/fJFZMTN1Fj1FDzOUfVU+XlfivEJgnvvGbNGCxT
8Af6HR9csThz3yYpWo/luc5PtOkAvO9WTqfuyYqZMbnjlRZq7mdQNhFMuFwLdzUbRc0QOCAGM/kQ
8xPaMZMt69PbNgfXbo2o4/J20Q2gmJXcsySo1B1xZmMDeRYJbi2WO82WddNKEK25RtW8gJ2JtqqB
xzv1hEA9KUegKbyfpVEcZzu6aZ1prdtTs3/UhkZSclLIJuQnEXn7jkDDxuq3XRpvLPfr5cnSLPMf
6YAyF8RNLH6q+v6QjcW+LvMVZ0P36OX7b0wVqRmkre2On/Ko73dJSl5pYzn+dZ9bObFG6UWkq/Dw
kFiwYjGypNlEvl1+uG4HKcc2q02Rx5XrnkzbPE9d+sFpkodwqj9c93jl0MohQzJEhO4pEu6HVkw7
yuxH4vLddY9XTq4ERSHEV23nVA7TITHDkzTGDIRGbXD5+Zp1VeN4iwzpaFSRAzmhfmOmn5t6jU1B
4wyrIXxCaqhNoSpwigsHtNdN+MTZ8BWs43dtbH2cWlCVxLy57hCrMb0B7pgCsat9mowUhDgQhxJR
9aOrsw9JUeVBK+eV9dBYCzWmb2fp1TTFQGWZn2oCSpIeAMsoDG+aOss2ZgXq9MsrozEXamTfgiM3
6weMlEQmsngSw4QcOpJlVx474a4Jeek2gHKwTVGkqLFhmI5Znm95o+VzOq9Yb93DlYPteaSLG1Bm
nfLaYEdSes1mIu1VStyUqA19zZC2ohbLR+cvRfbC+tuo+iqnFWOqm3/lYGclGJ3AOQO7UT4W4Fvj
w26ASFzfjsHlBdYYJrWHz/PoYBUTLEdRsvgQyvI1TYweExQ5K0m6d1/B8tQWvgIiakMeedis1lSg
lAKnBWFT6YNUluzBWHXNKmMY5Y4m3kAlGwf31Dk1KKEiUIWW9csVk4RnKz56JmsIIVS1e5Ih54cI
otomdb39WLGVY/buKmCAZe7eXGxWPsdN2ULAmRgpEmV5GNQGqGuyNl8pnb17BjDAMvCbAeLKM2b0
TjknYvUg2CYsSB1gyy9Pj+7hy/ffPNy1QJtqlaFzMq3c8IemEj6PkmscXnxy5fTKhFamMyCz1bQD
9NGMr2WNNLzbmJUvwSt6+Q1082/9/gYTRS8EK11Mj6Cfh976KqP6xTKL7MrnK8d4KhMIMnjcOYHF
PYyaIGGokPZr/U+6E6Zcz2FRiDJnjnNqxU0pHsEncZ8zNzCMeHfV9Kgd6EUXzmWMIPSUd+JHQRvv
S55GzcdMVmvE3JoFUHv7kpRzznosAItbZFBpEQalHK0gbsZyxUBoZumPBr9mAuW7wEvI8MVujV1j
5b5Ios0cJtvL06Q5B2onXzNW0cScqjrbed890YjTveekayTF73c+WEgn/b5JIxDpGUCKZOcZ9aBN
Ync5JCdlln3jjhHekW50n2XmFMXWmDMZ+YQbOaRe3VZ+glB8d3P5HX8FsH/Eh/gUymFvQ8LNsGjL
szEAi5lFQ/Pd7Eh/Q8Mor9E2n1CB2i8RAgrrhudXLIPP4OW0pfvMsNgekNrpFDNXPIJ60wbKf3ZP
3ErqOJjFFD4AeO4cAfyefAae0UDE4QgSKMixnitZr17a77qFeAnFqBSeHNG5zpszHRtIXk6zG6GB
opo5eA6KGBbSnQbL9kVWoVlRtDRfSzz8Cujemz7F0qT5GHm1XWRn6coAYKIvY+0cSxkePe7dSi8K
0jg5GvS2w8dqSvd2bEe/jVPfMJ19L6wHZ5aOz+14rZavO3iKZUIiR3AggbJzJE157Fht35iJbdwl
XluvHIv3yRYw24p9os6UktSosrNpV7y98+JBzn6aZTncjMYBB000JQFDdiJGOVySvRQGKEMyG6m4
FgR4tyKvprNpke7n5T38fiMPknvKHs7dBApHRjGdbN/e4TIPxPbDA/e5396EPkbeJys25/20NUZS
NtrUp2GWCoyUo5XlS/Y1Pc5hwB/cbfuD/r3IPUYb9EpH31deTLOvbWV3mQ3OURlhOH7r3kd3Y5DU
gUQq05f+j+RuCqxdtHHHDd3Gh3ElstUYPRU8naAmKmVZTqdoZB9RA/s0dezTyutoNqetbBxTlOlo
wT091VtEzJt8226gw7oB68mGbswtCcDdsbJJNbeDiqF2qhzlmyGfTskw3HeV+8BEmvoOryCjSNaK
vpr3UTHUHgK3fvZSLE9NHhICciRhH20m1/ruNC+hdtvGYVrLrqzSc8UMy0fEGwfUDnN/Dq0M9FL9
Wj7/F3bsHSumttzmXWVISr3ijHxk+g3GvjgS0mZHMIsDmTVbcx+gQNP4LbrMDxPsyQ7ZjyhAmN+c
SznlT6Fdj8dimqq/ZTqCqBZNcsDusjA1uU9yKR+YycFwFqG6j74+Z3joRpOcMqs0vxRJZ276JJr7
Tex103VRigoAb42Gycbh4ylBk1lVfoMWFHROQN0crZFa6xZ/WbQ3XnLLYPUmEE+fuuYmm1o/BxmS
YX28fFRQcPwzawud+GXQNw8f0BCGHnsxnXoIln7t0gpK0bRJ6X2EYOMMcwd539C0bwCgn6Gv45kr
FkfzUmo39CgcWsAVT8+Zd2+m6TmGypNbr8CYdNtZmbGeoxtIsDw9D0VGfFFN5SEC3UxQ4J48NcZU
XUNQZ3mqvklkcm/ukzI9y6Zjm9LNtoBpraUV3y/w4OnKZdP1sceHuSjPlVcewmTY0BhJ6vlvu078
ht57HDlfx4+Np8s7QTdpyo3Tt2VSQzCpPDsdBV692TDol6Ud8ruP1w2g3DFeDx2R2akwQHKMybkT
59jK/GKVj1B3Z6rtz8Ugxg6c0cW5svj8fZ5A/92gRha0MSkOZRWbN01SFc8QiJ3OVSLgQ3JZHMvY
aj47ETUBOpfJoQBua+WG082oegsxsNUWNivOScMP2TTcVyX5kY72uRfZWgj9q7zyjkVVW6Z5VaO1
vG/K87AZg2xX75Og2LGtuzODcsMDSCn4w43cy31zW+yN4D/gjt+wHW/L978aat4bV0mboPoXohwL
d74Lpq29+w7mq329ibbl5lX6z+fzHd28fP44+OC89Rvf8j/+/NmvOEca26G2Uzd12VGvTMpzPQDR
P0rmV+PwaFpyd3mjajwTtUs6HKsQMqdoKo5APvdiCbPYdWXPVozGuzlYy1ObpJMa1Blgp0rPEblN
o0829AEhiJzOP+DPX/78mn2ndkZnDSUmyIDTc28MxaawjRG9G2DCIvSRQzjSvzyKbhUUezF6kGs0
gcE6DzLfSgH/0EPYyq8z4Wor9GhM4EuEC3y2ZhHkxk9ZRD4XRlCtaQ7qJkmJX0gbWQQa87h5RuAi
XBEUNApK995YU9TQ7SLl9NuofxZc9MXZE/SxLcob27WCy1OvebTatzuAzhJWC2WVAf2tZ8MG0Z4R
GisOjWZd/+jXRSiXmI5IziSuXmfZPndRfhNayZogu+75Sk60AYsELUiWnMfIvB2F9ZqE5hE4qdfL
c/ML//COYVK7cd3JLaLIg0PeBXOQbrOd2GJ/3rR38j4L5sOPzCc7Mw+6l8avNt1rse/9foMet222
Wetv1a3P8upvnCqzjTIjHxF+MECMBLH3BWlW0ijvzp7J1VQR7RgokDjIT8wxnb8NdROXfuyBxcEb
pfHl8hS+a6EwhvLxJ1I7BefUOmaJ5X6eGihPpcLNj6YVxZsQ0KJ9GMXZh8uD6V5omcM3cxW76DGp
XTKfRvqaVnDN0XssUUK9/PR3TzleRTFSDVA9LUkKenRmmvux07J9JnjtR2T6MvQxuXIYxbVpKeQH
a9mbR2egN17Wn5hNSj/p023VRGuSrO/uKryLYrGEZ7ECesDeMe5G1NDEg5fLa24MPFqxVW6Z9KGY
jBmJ4OJjZEwHzxyO9lx9imNAhy4vhWah1RjTBrOOG8EBO3XQEZ7amW7CIf5uhfTpuucrDknMsiaJ
Msc7Fn3ZHXIxTmcXxCuBUfTDw+UhNCugBi1A/hixE5rkmER2upmK4UfN+DVm10Ro+vs5kKGLMIt7
aCP32mzbOSL7DClT4g+kXCsz61ZAOdd1lGVRD24OiDNAwBkdyZDfsdNd2E3myhprLIcasgyhYaRe
TsjRo9HXUBqxH4fdzyLOt0U5P4uRXeMBYrKUY93imLUoJ7Sn2mMPzdiAW49WR/QTr9XV3s+ZYwTl
RJM0LS0X7FZHJ5VBMu6ddIT5AAp98raF4/jNnG2aUB7nIbu1iFipWb0f82FY5Yyj51/YE7STjliU
+5oOoPEbhXGsOpp/jiiaijqDeK9uOg7PrWMea2KuZRx1e1sxAQ1UswVY3epTa/RB7H4dx7WDr3my
GqFYRhaHhmT1qaegxxAi+cTHtSaFd/OWAIIph57YI7PAENecmrk5j1OyHdKTU/XHlmTojP5Iy8+X
T75mY6shx2SnRlTbwjpGbS52SY/SSC5mpJmav6skR9VsDXOgubDU2GMuw3lsHREe4fBu0vwZOHe/
8pJN3V+VS8SUKVaAce71U292pzlFZ9dUiOwGQI06gC5iuxLiaAyNGoDgwUZD59A5JkbS3Zm5mfgp
BNiDohI/Lq+HbgTFAMTRBOyE1bMjhx65QMWBRPbGLNYwAbrHK6efxjBbwGJXpyqpNg7kbCrp+g3o
Aa/79Mopdx3Xy8fMRr2K95AKBAPBGE1PNCnXcIe6Y6Ec5ho0WGwQqQ0Pzn2swuLGdI1xMyz8/TEQ
FAUT59EiK6ut2bJqNJK1KS/cYiSnaWhZQKwQ+APrf3F2HU2S8krwFxEBEkZcgTY0Pd6suRBr3uI9
CKFf/7L3NJ+2aSIm9rRzEC1TpapSZWYn/ZoPOzxl7m+v2YoXUdMSqVmkqpjdRIlbvEFe6Vy4yUau
ubLblpKRtFrDYtbTJrLTPvMbU0RErxEtFtZWlWbtxyuXe5U0mtlCzhINXlNoQaV8iI2NdVn78Ze/
f4ifY5l2g7nAb/eD5blaYEGj1ZS/by/6ittT37vAjdE3eqt3UcyNKajLGODM4pkWtPEajhfOglUb
ec3aCikGDarSJsNFrkdJWYVmzPcQJ3y5PYm1FVKMmRegQO2LQY90vGhRB6Ezqqb64fbgayukmHIz
NAl4Rho9mpsMz83fGe8OKXthwACP/ZZo7dpHFHN2nJaQebToCYLMj1PW3s9DUXroepiCFhddUhr6
RgC3Ysvqa1Y/l8yQZRef8Di3m0nT+JXFdF+CG8oz862nv7WvKLf2JDu9NyQMzrx0hbrebDF/shIP
TLi729uy9oXLSn6wChNZZG2RiZ40izv3iQZYoDWw+JCilePgLmn+OU+ukvFMbj0NzOrd0+gyUDt0
b42m3TmZseFaV6xCfZ2BqnnfApPVRWmjg7se7QXWRrqxNvLl7x8WqO6pY7ej1kdU0DpKTG6gcyzZ
JPFYG14xZ40PPReQD4iaFqQ3lpPtTVYyP+WVCMuuGpAYJEv3WFDQP016GfvMStx9NlaQSR/rAd3l
dFgOebulB752HhQfUIFZnjLQJkRVsSQAw0ysv5tZNZ6MbKJRRfIttqu1Dyn+oDBSkqG4gEpAoleB
sVj8V+MY4w7Je3pn52a94XdWbnhTcQlGU8nKwuNQVFE9qMAIl4vaJ1PhOVrk1uV9gxzltimtbKVK
0mNKw3V5XunRNH/XCnKcy/JzRqoy87gjmoBwGBA46How94PnOhPAHS9ZtgS3f/uK61cpeRACldTU
0w6nvMh7r9fxKAupUXpkcSI2XMDKTqg96KyGPKbJkypqrd8DGv+QZHtd0nkjjfeFfgbj4MZkrrfD
GGDy/6/NmjmFOvC0jFEdy+ygJRkIRmax/I9l4IfLWhpxUJ3i9b5tnyg108fYZvxQESaO4EnNj4Uk
08ZPWTsTl9P/wXvIycjmtIz7qHVy0DDHgA9sCY2vLKeKQjWInLVJXEIO3fqaCPINxN8CvJTd1ylj
AZ3QD1MtW2Iya+fjMr8P84DMsg0+g5KeCnOBYkfd+NoY3yVa+3T7/K1NRnGDIh1obGeVcRrnBGhA
yC6C9WT8NVjpeCg5e6yXQ5G93v7WiudRMaUmAQcl8BzkhGZO26xAYPTbyYXX9bZ/+wNri6W4tmzK
CrDrobjTFs6Ty/v3lM9oL5+sT46vuDSGMrbDpmY5OU0NxoEKt8W7Nn8K62UwFUpqCGtAy32cRW5L
Qs0AEmuGAqLnJuWnng3xBcU8syTOwZjSy5PN5D3Q9OhP+1QLKoZWwpluNKbJKphxqgorKqCOwtMW
0qFfY7qRAq0cHpXrCTqKKDNa4xAJsz82cWGjEb4Pkzn9NlX9FlhjJYxVcZmpSxK9SeQQxQ7e3o0v
hgYZYQ3AkPSnZJ/CT2KpFJO2CllVZYdTmuf6+0KmF6TuGzHT1V4ZDK1Ys0PROIscWj+xtv2SNdqz
qaMRFXfKPazAT1sjQhsInpdkudVefp3DEJ9U4pa4XCZXpwk5aUsXAm19irPE06YusM2XTCv9ptAf
lpLsdTABiSQLZPL7trFfluufVzR8WDH2udI6xGUUyziSRzkuzzSmwe2hr3cCY2zF0OMEnMBMul1k
xm12YISPpwZNSPlu7ER1LvGqj86zys1bzxxY2fvgBexfDCGX0AByn3uObFwkJqZh7KllysRfWGPW
Xie6XzP62Cqkpam1eLll9I9V10JHZi54kh/aSaIHcCyXDW6BFYeowkezcbaMsXb0k9HUzyIG3nop
8ZhY5p/q/kffmuJRat1yazHj+tCbGu1fsuq/WGxpzik69B9vb8aK4av4UWKnWjVATPiUYm1A4kfm
zhfAZG/xVP5djCsHScWNcgFvAnSNOM1NGwdam9F9lrPxEdX77NjXRhPodTy9l5rmAEpdtLnf6m6/
t6D2cgRFsBtMzlI9G71pBLo+5jtOS4mE0Z2RE+X10W4t4+vnluKyzR+CATThgsa3EEPEM/ceR+oZ
eh1RAmVQSZr97U+sWNXfzqUPnwDri6hsOzdOMhmOteWkPppHt+7PtcEV98Q01OAYoEWnziF3qGnd
azQ7fu53K24Igrh1RQa8D1ap6L4Tbrf3jtPZy0aKsXYIFWeTZ3jVKBZRRWUSn4qyOVDDiOxZHKX7
KbFymJLic4gAmwc4WecokXeVs6ekOkD0nTSuZ6bzxjRW/IEK4xykIQs8cY6RSMx+F8fm8Ej0nOwq
bm016q7s8T8ATrProE6UjhEh8XQcKuAdQUngbhTh1iagWABNdchbaTa0GsZDA9JCOiU7mn2qbQvp
y2VOHw4/RJRTCThwEXG2JKVXLPEQZFNB7jNetRstdyshhkqshMZVs7SGeURc6hR7DYzp7xY12snr
mJvv4qKEHErnTLzdiFmvf89R+wuaNikbvajGqBmnVzCufW9AmuwX0v0eG8OjnfBftw3werud4TDF
AuVIaLrYGjnVM3tuS7vzchAo+5DAmD3bikUwDTHYwfPuPkHly7Md61AYywEXFDicJysgmtAP4MKR
e9ygg5/1zr7ViTf1A6hV0UjuV6Se9mVfaEcXz8M+lxcNSEvvoFtPUFVG27U/FDn9onWNvrMmd+vJ
+OqJRgOycioWCK0OuUB3M7aleck1dGROOhQCbq/b2uiKTywWSWsyOSLSEPALABdbufVEfNVY8MOV
HRGMdeiRt0W0mE8gZYPKzmmMN/ztVYeIsRWHOBQWANPEEBGDtyp+F/Te7L9tckdfPbQYXfGFEi0F
IKIp3Si1fi+09fo596oYSUU1Aij5fnvlVz6ilo0SPvLUdRcRSV7uKqJ5jJ0tt9ovZu+J9H+3P7Ky
TmoFqRxq6K9kwEU4k+G57q9iGs/E/JU5+sYs1j5wmd0Hn8UH3VpyifNjoPFQSKvyu3Y490X7W9fZ
1mvdyklS+ZyXGS84oKsRUdz+qvl0dlMRXETIbq/R2uiXv3+YwswT2ySjJaISVq6VEO0EmGeTb/9i
SP+Ed+AkU8yXp7xukxZPZuYh/uNyb75r7oaA79w/wytItV6ajVj7ehyJD6mWPOUpa7FOURqOxJt3
8uzsbb8O6kB4xsG5ix+sU/Wb7bt9fag2PrriPdSSSkfwroamdUyu5OV+sM3C12vr7fa+XC/nYUaK
kZepXV10UeD5ek/uaZDv7VAPQdpy7r0lKn3m3/7Q2iwUc6/S+HJL4ABkBgla86uL8vrtka9ncgS8
df89W3xpKBPDLKLBpfl9MbTuo1EDmICMLQ7lZNmFLzJa7FPCzbuys8uAidgIjXTRX1rdmg6sH91z
wbvs6Lqd+cUt2jms9Lg+Nzkv/Go2Bt+AIOh9m89ZAPSqi26IzBm3Eqy/pYcrx1et2YB3LqmlxNpY
Xh2yJ/E1fqru7RM7oKvS7/wULB8Pzj33pK8Hxbdx8Oy9dhpeW3+zqe+y29d+geJhpJ6SEcBOERXe
GMA4fc37WoaV13gPr7vnMPN+lvv6QXiH87cfS2D4OBy69+PxAme79PbnaLDP9lrAdluNQCv+Qi0F
2dU0MxTjRaSb+5QTCMG8GWQrRF6DK6g1oKqYNDbYmK52HHYi0DzrCJY1T/P/N3oOPMe4YwALFAF6
CGAA+kbl5u/FeW2VFTel19OiaSZsbfblftoBFnu2LkaHf8tu8Wd/wb88HIPGcz3HG3ZWAN55bMLg
gWAfMM/Gb4/jafrlfof69q/Y9VBgsPx0F28Y6XU2NZiS4t9SM+kFufQe9DgFxjmJICruO36/m7Em
2Tk5tDt0nXkjvpkEAALdtuC1zVaCmFFonZOJCdsBy2qgZQbYHLRjbw++4njUGhKfTLbEF+OazD24
0kr+8/a4ayhCtYCUxwhJZYGB+a/k3cGOXQ4SDab77Bgfvnde5iU7ALL9KRB/6OmyU6f5nHvt3bAR
n/31D1fOk1r6Yb1TFzHDL7Dw7fhAdsUxBcw02Y3H+ByfHb8L+p17p+8BKNrlOy2Id2xHw3E/+dWX
LUv9e1Nc+xXsv+53drrawfWOU/207OZD+4C2sbMMDHiREqcHedzOeiYhCdtj7f1o/dpPT+Nd89Ce
hgdyrH3rcettau0mUOtIXcdFPmhYEKcLBBxY8owkO7gAgsZjeyxgVt+171AwA7e/v3huMETaa3fc
+vzfG/naSlzitw9BTs9rZA/15UQEpv918mYvC/CofEh/54/JEen3ck8j3IBv8Z49DGf+w9xXAYTY
oxS7Y+z4jnhasLUva0A0lclM5LJkWXqJVTJPexhf29qTX+xH5y1BgHQeHkAc+9PYKOCthRFqTUlz
pRsPYLCJ5IPzUj+C0vwOiKLdsrdO5Ixd3mpNvVr9Jngk/e8S4wafS9DQ4rCd2nP92N3Ph+bgPGNB
X5yDBDAcpXAPxA4HK1wOtw19xYH8rYp/2FU3Z9yde+zqnBp+0zMfRO0b/nbF8f3t+/0w9CK7BrJ0
WLV2cr1xOLAl9YFH3QqM1oZXYi7d6Wvdvlyi/b5uPIxNnqywOyb31ZFG3VsXkF+ltTcfhr27G38W
dyB+xlVe36X/o99ur93fJ4IrJqG+S9s1ksjhcuXx/eLXYRuyQ3KcDmVQnICIORT+EMyBwOGfQgYn
1R7mjah57fir79S6dCVpXYLAtvS0r+3jfFe8kXB5KELnVHwrT9kL34on1k6/WnObYh5bfUNFZB+y
I3/V7/IXGzE0+8qOzUPdeennjqJaeGMEKCgaY06JtQR5TgM6bLWM/C2FX9upyyH6cBbnJdcWlmLs
9Cz29sH6WhzpMTmxcxbq+y5Ex6BfPLjB7XOxcjLVKtzQTzUovrFgbvzgsG+aHsbdl9tDr05EcRGC
DaxNhUTo+FQ9A7cX/ym/mW/kWwd9Ms/M0PPjZdArGT0t3ILxrU1HCWAA/mRUq/DJrpf+kkWxWwVW
tfEquuJ/LqzfHzcG9GnzrJmoYWh26eX1QW4SQK+NrPiHwQDaOklR4OkHKK2kPytAem5vwuXu//cw
MZU1rRPznFyQuRGH3tRU400q/aXnb634ZdZY+37LyK9fB0ylTVuGJW1Tol8iavOEvmKgjvNAe26j
ftecqzA/ok3+zgk7xD3x7vbUri8aU9nUpIgxtQ4ebZCvRf0G3pmNy+B6lYepLGpGKgeNJtgNFHe8
WOd+Ys4+BAQDsTQbN8LfN7tr+6IYuW4n2mhfHEgfyK/Zj+SenLJjvTci7d7ZaXdNmDymz/19fYo3
cp6ViglzL8v4wa2gB39mTg9Lj7/3meeiPfXV+lI9NW/xN9R2kT7uuv0CLF9Ezsmv6UjD27u0Ep0z
lXjNMUHDYSeYaeFVnhU/iP0YzLs+pMElQC58MBEG6X37pwirsP0BvNYzAR/LJXLYctbXnQJAU/+d
eYVugtpusJ/DOH/t2X5OrbsBuhG3J/i3tnVtKxW3QNNEOkWLCXa7bmd5OlL24TDfDUgX++D7a4rQ
u9xbP5tDcQcl72hA1o403ev/V+7yCCKKCDndx/JuC226NlvFlzDOZS+NCcViIjKPWDT3GFRz0Pew
UUFcsTuVxU3OOQXnInxs72QeF+e0+N/tlVzJGkDV9t+NKhvLrp0cRxQM2jvtAUSrUbsXobvPH8TR
DlqkUMZpwemo75Zj9WAfe7iU299eWTWV1W0YRhCKzdhEMRre0P7ILOJ17saKrQ2upCPFKBe7n+Gp
UH3dJRfidXnUIFNy+6evBFj/AHSzmSR5I/Hb6YP1tX813/W78qWP4v34nv123pfUMzaiyBUvr5K2
JaZ006LAlxw3C3RR+GPaem38hc1PNPvjgLJNGnzrtr0c2Ct2pT6mORWJZ6LjNHwl/nfDy4PX73eF
hwT/7md22v9svH3mPacBKkWlJ3z3YKPYq3t/UhTEcu9P9P5U+u+3V3jtxCsOhM+iaPmEy63U6R/L
hlSobWwMvVIB+xfGq1klCOswdrNr/tDSF42Hnp7lrX1xnt3v9f0QdvscFFXWkzjxneXbUf6pGPYf
lO+is7TuOmym1TZg25y8ZpYbPnHtslHRvXEMVSJDwuXGb4uv76a77JQ/xGEMYQTUKflOO+hnEtRI
DksQhjzf3qYVM1PZpOrCkbleIz6b9TvTfK3SH9DcvT30CtUbU7G+LajktHLBYvG99sDPVpQ9VW/s
LE7dI/bnlD04QbfxrZXTpkJ/2yTpHMvE2k1i8hu2eKPzeHsWznWLci4L9yEEqNxZF/RivjJ/a0C6
bKRWgK6lnQUVR2FuRJzXm9QIU1G/Zd7yHj0ncKUP9GE5taHrgSsK9Tf9AW0Qv25PZcUTqZBfUg2a
6QrstW7EZz7ekw6lN9314jE9NyY43RYLoO9qY+HWtkRxAAOuBrvK8TWrfW3pj45ujLs2CyV0qLi+
QFfrkiHlo28t9zkkaZbZCqrhpUwH3+bgMiMbx2p1Xy5+9sPu0xmvlzwWCAxK4mV12DedD6oCCMai
wp2hKmo0HjHfnNQ+d93jVGyBclfMUgX8zgAl27yEh5ti9KDf5817wjb6Oy4X6JUrQsX71kwzwJSF
fekn+dbGZTA7zmmZq6dBKze2aGXr/4H60qVsRTM6oZtzGYykHp4tg24drJUcmakA30KWcSW1ygkN
SkdAnswpPXBrotCbMWw0Jo/63inr8iCasn1cNHM6oA9g8PPBZUfh/K8j8ejTGjqNHrAlgu04Y8XG
BbziLVRkcB9PbtO3phM22uzl3TdX8sCVT67bejTbEhJcOxyXZf9wKO0iBl6iclnY85k+pJLYDzS3
0R6QN1u+e+0TShnCdlkxjpPhhqBH7X/MUJg7VGaWPFCqmxtX6donFP9g2HJoWgjahCUqol4sk7tG
738nckut5e81c+2gK44iZug14AZxQkqSKQJ4yPVKOeaBtJvFM+aM/c4MyDUwU7CDO+XxK2nG+QhM
AT3SpOkyr+jbBRXFfLBCAmrk3WDGw4PUqOGPmpniv0ax10HGuE8WA7XAtB3eK6I3r0ba1C9E2Clu
7rw8ZlK6T4QUMhhMp92VNtrCSQLNzGzo5d4Z3NHP8jrbgVZReyXSyc+gmEIviZhA0+WRIhMhpy6g
8lJ2eGHSk9MgWh0YBWaHVVboX4y+Eb9tUjQ/naIitj/pKcRFCFhlw85shovEJH0X00hfq2Xud5Vu
We1+tEGvMiSgp/FLgI53fT2D2qzrs9AhgODgzWnW90UP6UVPzwuCiIONHPp6k3E31JWFVuHRaQ/S
rPCEl4CgpU47N2iEC0UiA8TC58VpxifNXcYHWc2obQu9/3r7Gls5OCrAsnTLvLbSnoWJbodlD5I2
Lu46uoUGXjFhlSi0lBdV+IK5oSuoZJ7oZ3nHC4gJ4rW9AHEFuoGCZq7T8PZsVnyl2rnSLtlQFWMH
RJLFL/TzPPdB8rFRwFhZKhUJVM2lYwPE2UWW9qpV98byWtobnm5laFu5Gaspjm00zMXhoBH0x0nz
PKYO9cSQfG6bVUz8oC9tJojlhELLKr9sLkCckiR+39VbnEMrc1AB8c6YOJksEy2kVe4L2MycnXPj
U42NhKmYeMhfAshIGxZO+fSKY2P4WmwfXep8X1qGfkC7ef3UEbKUVLlmFqQGC9cN7bp8bNFvUJZi
4yZfi+Gty9J9uGu4ZtWmAehnWNOhCo2Ocr8cx3T05mbEdRDb2qFwnIBRQA/rKvb6umyOKMQnFPTi
CMuhVDNDS20ZxuzStDpuoHpXghgVVV83hPJBaA6mbByW8mDavceZBabNjbe6FbNUyaOHEXxObum4
YTG2j42u+UazbASVa0MrFx93iJUNhmBhbNntQSQtAcVPaW+MvrYyyq1HnNnSE8jOhyiPcz+HFJo3
MzTl6MND0uH1+HNHTrH+IinrGD3+TlgM9nPClqPezFsPUiszUOmAxyZBr4nWxCHuHXZn6wZ7t1jH
73vS6s+O1LcyuxXrV4HntBkzdEAwJ2xttPQasUfEdBTj58JsFXc+DlTjlVNpYYeb118qu3vlNqUh
oWP+jevaVkVibRaXU/bBQPWYSNCIYrWMxfhSW+w1K7KTk/E/tzd6bTOUQJDGssqY1FmoCzSEiLM0
koB1p0JsXCNr4yvG0BdmnqNxNg5dE1qRs1Wafp/Ed13R38uq3fjI2hopNuGYcdqgcTsOm8UOm9IA
vQcDO0kPeezPrZJiDnkRy4JYcPVF8ZIn3K+N01ChY8HacMMrMYnaCdzqs1G4Pfpne3NhPggy8NZQ
D3fjKNJTTGF5JQC+n5rKP/3AYFHL5kEYwGK/i6wFTgivHl3l5fNGrWNlM1RAeSOlWRIBiIcRs11T
IyonY/pQCP7l9gTWKuJqP21mu/OYdLURdU2uHTkxm/eycavjyJl7dKhTvBS9Ue5tpi1/FrPqHoix
QH7AkRmqO/MI0DdO/JObtvbgN3HNznSuJygP8gH8Een82NjuMvmJewkYdMDv3T2H2G44trO1xffF
rufoaqeuZuTuKFm7REWcW/5UDQGEZo49bblnVN0TNJy+zsmmLsbFDK4kSmqPrq6B7QBIGyPizeRA
jCKuX5H/FXMwme0YsJRDonCZwDsfxLmGLrEynwWw+c7kzzPd8mN/q1DXfoVipGPZJyYzawlo67xA
eMO0O8hCxMioAzPOEFosjBY/3QbESN7c6c13a174ESI1gzd0LT2QPkGSUqIgoDeG6UlR96+1I7ln
U63wi3Fi97Owsx8DhM6/l8ZYPlyAjT+4hDz6nKTxQ9wt4kU4pr6zrZb2fjcYDUEWRhHsyK6PrEXU
j2imARtHA3ydl0MP+ADxNANivfXyztkoH3V3KALbaoadrjd8CFw20aAHZdFTPvduQNqWHBI9Mb8s
aNj1HL0WR+BHrANKc92xF5BJL52ZBPpoVUHd0fFtARR38qx8Wc4u5M5OEL2W+1nT0ZCW1MUBRJSd
T8ylBjCgNJ+Quow7cCzS1B8qEPABMWClxJ+FnjVB1QyoXzoFH06S1wD/9W3VeHZNLMOrBe83qowr
4c1f+M2HC2kqsoFnnI+RDbhp0LnECiB3xT7nPdR26QRv5nHWcLDVVckv6BacctutvQLH4HP+T21n
djlhbYLUO+qMbz08q1HdNfGPpN7CvKy4chWHToU5gArI7qK6RBKA5qy9jUza1zMHhEH0G5igX2/7
wZV9UJuQB5mYA8TAWegWeFJI9e9TE2+42LU5XFz7hy2uLDqm9dgYUZ2gqjGWTZBUbZiZ/GEZkcRO
br7/3ByU4CZraMm1S1kcLBZvOagIq7QLbg+9cg39vT0+zEHM9YzeOFR24VZQEzJKI6x1iMqVvbX1
6LsS26hNXAIMeFbpTkZUWtUT6WfNyyb9nXftk+awH7ensdK9ZdpKgDY3+pzObWKBWyYvDllfa9JD
1aX6skwzOPqXoXqVdZUFyQjqb+pA3GvR4B4EJ9q+bcvUn9upeL/9Y1Y6sE0ViVbh9WWa2xZla43x
R4iNZMdUS2jsA06eHHLXTd8gxMoBhQc9dr+Hxx+toJxGAmIZiMAGJHPKfVKyXPfTfEzoTiaUh1re
Jr9Hd1ik1wIf+s1FKW/0bK3O+o347bqtmGrIgEa7icZcmJFVT/d1ZUck36L2u37OTPUqj113sGxj
BtF4vYBYJvMFhK7qLTWYlR+ucrxzzhpr7lMeQVrQ9XIJsvopTTaS7JVHctNWruQsG0dOU05B+NFc
WHikN6YS/K3ljyIu2rCZhp9yKF/rqcj3c9zvBlsepwai7UJCRdlwu5fb5+q6vzHVWlMHvumlnlKw
TLXNLysbo9GpAoL3Jb9rup8dMDKfcv6mWnNyqd0bQw8uVA2N6V5VZ5FTp6/aQlDvNMen27NZ2TO1
6kQc2ugpACtRTCoQTsVo2sjLjaxzbezLCn7waonIkZrTwojGihYoK1zEe8Bz97kffvFzHwYnJONj
TDo9ihnf93ZUdMXh9sgrG6xWmbIyM4uSjTRaLDk+gRBQPGll14UaJQif2orft3Zhb3ipFYs0FY/J
knkG+V9lRmMxQSjP9hZ+L+aNmVx/nTRVSGvD9QE8j6kZgYDWmybUKwqvLkwEsonX9ouXtK2n1+7G
jqxNRTFQRHVuCqM3I7h5T5/pUZsNcMxvmN31+8tUQa5lnrSOq5WXhUKzA2uPS0xBmVh79bSleL+y
8WpiO9Zcm3MtplHfUp9N49Gd2EnD25mjNZ4xbYFN1j5zybM+nFxRcKe3q6GLBB5q2gVYJVqH0xTR
BQoG7cZVvLJcamJbO/HEZi21AP03d6mTeKKb9pasIGmlbey38bfH+N8syVRzNWK6huNouO7bXFa+
kDV7QqmyOhagbon9ElX5xyJ3RumZk978qFtmvCRuYt/l+oD941bjCyKJP0JaOvbcTnPxhIMCrQ90
fHU0RwNlMDqRMhBCL4/GMrsnN03nM9NIujOryjlCY3s6t07tBHgKGY5ZIVnhZVbOXg09g/4lUkgv
h1bpLs7HrwhNyN08TjyQi+kc6kyiI83s+13txiABR8NlOKWj/VS6HZBaeDZ7aEB0cj+CS/88k27B
XhlL6dmgLjnmGpSnQHRiHqDYYSYoSLgymERLARuXy6tox+TgEJt61JrnsAdTdhiPtel6KY8vwEqX
+TZ1XX+SGZG+qVPzVzyjY6RHbe7OlmJ5r6nxZI7ZzxjJyzwQdtBFOQQU8gOPhT0EaTLtEyi9B5xn
2WnR8yywnA427bLYDamwgOlAV9kQTDHyVzFJCg76bvBNh8aBFG3+vLBMnnTYKgSGKFgA/FR3xp+p
1hiAZdTstSJuLIOKJ8ZR70p7hy0lJpaddUGXOnnAR1P3TLeoHsdE2GKnDQ0Hzq8v0KN82xGvOBQV
UFs0xsj1nE0I4KzlSLgWR5aI+71NrPxT1x9VaRgMo1o6wFPdUwY9rqKZY8+oNw1k7fcrhThtyGsz
b50GUhjc8FEHGnzLzCBdWDufe9aBJvp/fQnltZXJNm6i3iwOlugnf9S1Hxr2yks1fk5nlEg+tRlq
Kto6rEuyjEIKY+pEmGpL+oT0l+56g8kvtz+x4rPUbNSF7u/sgngj6oi2BDSzq4MrsuGbROcOSPmd
YsM3XhcDIKaajY58Gsp2AMGi7dD2nJddf0CjRPobLN6NCQLvClXGoZnmnVOjjtHoevEnH8z8C7ht
HbK7PdmV4EgFzuZ17VrJYLcRhHNzv+mWfYVb2r89+NpKXj764YqBDrC7FJnRok+sf8zH6vcwIdAn
Jg0ckW512V8/3lTVL6nRg+HQ1GYnwX5zontj9c6rz73pmGpGbC+ysTVJW1h8dprs/Mg2MbJri0P+
uzi1EM4wyLKN6ml6svNYeDafF6+ru6hcDO2TW6BEQ46gdjYtZhuJtvbzYvhKhmbfOPE9baz97V2+
vgGmCpvNZmM0qJW1kU2mn7ZRZl7ca/pdDe61jSf7v6Z35YZXcbE9QSnOrSSJUF/uwShSjOl7KQxQ
ohqp04agwawfYyqLnQBy68j72Tni88lLgocAP21oew8WNPvgFq58scjS+5bbGw/JQFCN5BM7mK2R
vLJ4MTuPDpp+osNseJpc6jAZGUh82dKCrhAl8tnXwNe3lTyshGB/m7k+2IejJ4Ze2Q7KjuQ3Z7bH
wSSTZZCW1H4Mm+KoK+dMRY0S3L8JmPbAqWmB50zUInlIXSMH04iw/hi1tcXytOJJVFY5IViPbZmG
yMr529LxJ1AgbL3fXtKQa/t/WcAPC1VPLtcqHRSPuFLuDVTaQCstSXqfEgIxmLyQy7HXCwqegyob
v4ylMX1vEUKfS4C4DjmpjXM7/J+zK1uSU1eCX0SExCbxCnTPwmwez4w9fiHsYxskNgFi/fqbfZ7m
6gxNRP+AhISqVKrKyhy6V8cGbGnWeXXfwqwPvPHLBOzaLYkAnuyuFUc/aAGyxZ/e2uZH5DzpP+2g
dULKtbtKZd0GofAhxErmWoc9FGWv+9Faj7z0+ZVo5uXabSHq4Lq5euIkl2+k1DaYjVxxTHPNQTuW
qUNd+OMbRDHQmQOJOAiUUy9mXT5dz0tR37i6RVtjNq9QFm1dwCpLAJ5HG2c+FY6KZmvi2TVH+eHg
sQ5J+qYflhIwK1s9VCV3oUzWVIO8Cfy8/p1zFEyArG+CkAryRgHZ3bmEPy/FQEni/39Hp+qFDRXy
193iJHnfhIUfu90U0yy4Um0W9vUOEOhz1+KY8G8t5jl1C8VuV712t65Iacz9YY0bbu9p42xNYTyD
7GU9ZWcmCC1D81zd1Ou9IDsl1i2LMK4/Daq2bk1bkMNlIJ3k3kBfR7AO7oQpn/8E12yc9pcJJEsF
I0nXFtDIIF/sorwti+l5YuJKl/zvQpad37DlQoyrqq1amWv4WwQJ0K/o8xuwgocl/1bmey3ZWzMY
11SXrxzKmMxNrGl4IPNY4RofD9nkNSEIavd4Tz//167J1kfHqoRYmD0mOgUWcHgvxCHLs8tuWrMx
mjQqYEj5p7dr96JcgBKhSlQv91bw9/w1u3GazMy5tiwbCDtoAuStBMnAuEYU8MrD+cH/zeZ94mHN
hufZaaRddeKUpV6lBKJynqDUnqHXkwkW256bPc2TFlGtiuBuyps1HFSTq0gKxzsoaDwdy7SFfkf6
5oWpixhvCIXNa0A1IQcG4t8ganMoQKmlhRK0BxqDg12j897jqbgtx8472BZTX/JRTveuB5XzOT0A
Yz4+QFjGO6rGRx1aVtCOypxljH061F/pSXNULC0Q78sk0tegGdk7Gi7pk0274a6YSnR8gaju2yzT
7E5ajTuFjSz+dujAiG3e9OE8D72AQ+7be9Sp5yqC514RfFkzkF0A/kO5VxUHv1jsKy259QgVJUV2
NnwDRe+and+lLuy8tn3rFnmBY6WKuNHVAWp5EBK8Ipb3ytJvli/u3OEF4nkHvBB2fPdGzEFOtvHh
KkWszDLRdOntRNq/bG1jOSjQ/tbP0oWwJKt21rdh0GY/+AJSP3+2YWrpXBy60okLCq4F/xUk3PH5
I7s1wylW+LCQvl6JXE6aIi4ZwpWvIeE/+0BEOdtx31s7ZXg9K6N4aHbEuuUpCSlyb6D3vhb8ltYv
lpgv9BqG43MtaLBNDVbRBl8npBDTfDnMwZ3WZGeCLbdh3NVD7lVekC1IvvJmOazae0rzYI9789Mt
orZ5B62i9Evl4DVe9G7k93U4UhYWFagvyBAhIrhkDZjG+BNQk1dBBQ15JF27d4tVR4/sgSY/3R4M
bex/OpRFbbX1kCwdAsc+PUq6x8p7sqj/uFQMbez8Uluomwb5gALaqg4WWMqvfIdCR6lB1XkHkrkx
h3npjL5PWGqRCqxawJwjc8nr7imr6GUbb945ymZLLpxUJ/3iXK2BHQ/+8HrefDc23rxw8iZtg6DK
poR3J5ZzPdavPGj3+KE/dQ7UNr2r8loU//piSrwui9ymOQzBEgqgRsR4mYCJbTrS3nHRM1DlFUKW
+sA0suZjAfTTZbtz2rUPzi1D/nWw8qJKNNQGA9AcNRdlNLAzzv+PPIgq0G0uBkCKhj9p7aKm57B8
3oOKbB1Iw1SXidG+J1wnjte095ARKV7SvkiTEcWqndfg1hSGyfaDZqMzBBoKIdk3gmTvBFMLB11c
xB2LLTIMN/DSQi40LZNp0XcALLzwZvx9yX+FxM3/7z4qARAzZfmUTL4bouAWdXve5nN7oiZxRpGB
dE22GDmrQDqVzWHjX+RjkFv8/28GAotp3usxKVDHEUuTkC54ZQAinN+Sz38nNVkyRAcAxlQSnBit
rhuSvpa2HedLoXdM6fM7iganeT+YEnXr3m9GiUgEgvKl/6cAY/HagBtQSADL2p1ZtlZhGKzfdB3a
SqYhscbhAa1Q17px3osuu+jMU5P8gpCqspfWHRNJATMU9nWhoWcyXji6YbSDgOh3Xir4BNWMcUk7
lDQLemehHrZzkWxtj2GzgP2dhHXXLKG1+JlLP4Fy0K9FNV/Pn6HP3T0NDIvt9JIy3WABfSoera5E
14pv3Tsuv2VSv5yfY8PATLqKrEgrIIqVTnLnzrXqKzSzHc+PvHFCTboKMdBe2DZGnmn/VUuQM/Hx
uc/WqxSX+VjPeyKwJyfz34AEMsD/bwnMcVU6WXRMRtv5my8CMPxOh7YjHrueXU0a6Ow+QN9hx/Pi
sv9u6srPyuudIJ01+NDQsDQJzJdqMGNMebd3Vf6bi/9sWYaBF9bkF9MK1WaXTc0XufbjbabxVowD
3aXPjuhxOQxfAPfEI4szdPaHyjpFSa32ipDg1U6jFGVa9Fv6HjmUq50h1G8H4aPprKwfF69rf2WE
DGDydFYUsrim8lCxvOsiXnkX+m+zgbcJhpUQvHiTwJ5eaBU8lkv2fP58bRif2YALJeOAt3wak9yy
n9yU37SafUmzPZbETxNRlPqG60NzJqTFV9JA3lS/5U6QtGn6UHUMTKeeha5iV/62x13tmo3FmNQh
/eIH/oIcakIdwCp5Q1+b1AXofF4P53dry86NAGkldLGDDhMI9wurbyv5fn7crQ83nKznQHG7ar0x
We07IX8P8q5ffp8fesP9mSUwCkFHXuuuS5i0G4WiYWGpsCcWWlJd6tX3aaX32gO3dsfwtJlDHG9h
ywgFE45+14fV2mOQ2xjZzPXykXpZSzGyqn943T/O3tW5Ne7p2H64//3WysmkcPrBHnjIR3HvjP5O
XWpj300yDyuA8gPwC2NSrnMepkHx1tXqyhM5+phbfZkLNWk8ciiNqhHdNLcdWSK8Mh+DLDva2UW9
tpSaXB60niqFLnaJiHQQ12gzaO7aYd1LEHyOfsXwp7/yYfeFE9T+2A0w12pg11a+5mEFDY+o6wpE
GkvVh2JNByu0uJUfu7mg8WCPaG31CxZOui7CoVmn98mbZNxyKoAZA/w5tEDPAtHSlMTu4DSPgVtW
O6HQ1mkxrD8XqnWDtRsT0jfNmywCiY4iudemvXVgDB9Q56IrWpHp26D0VJShF/TGmlYd5ww0hl6h
+h0ftjWPEW7RRYqqy3GZTAuwdi4r73MRvC2FcmILohgXzmL6gracS8SkY4LMrWZ/KqSDRXtjuzvv
jo1f8R++j9oadGvh6PTqj5C/Akg0nneXWwMbHgF1gSmA4uWYcC9BEBCtzl4NYMPHmyQf84ovXtUK
h8CrV0lAMy/97Fmm3ttlX26czhVA9n+fS4lLHumYoVFl78279eXGyczBVi9b8NolOIMtXkYgXwi7
6iLUDkIE4zwi7JsHhXZYtDvzQwc6OYfYMdJKl+2KcQ45hTqSRfDtkNwMJ+t+Hvd0kTbs6D/Y54Za
1rJOTWJlPCTWEq1Texjk81zt3acb+24Cn9EwghC5h4CUD8WcMb+jClq7y07IsXHQzW77ForBaad7
ODMKiuzlkehv53d848Vidtd3ztIqv8RLorXG2z5vItpBMQoEH2UerwB9nZ9l6/NPe/bh7gg6pB4c
H4kHJtnXXvaR3VVfzg/9Occ5pd5pzg9jc0dPSi4ANaYqlW7YTpScaE3deO56P14GtPSOtWbx5NfI
FfAahDkECK64yFoJqRNFr4Os6ROou62xNQbpQZ3aN61OnRiX1i4ceN9F1QIVU8Fr/uB5S1OEbWPT
cBSqOqZlzuEp6fTApAqubKcVB1ZlblxWASIJQX+dX+fWATZMg8jeWXMf15nnsSqq8/yoNX/xUHmK
HDzvL/tRJvsIa9wWWvHAxTbpV28Q2M1sZ+R/KwmfPO5M5hFWOGAid8bgdurC/HcBRrssKv707wKM
Dg/Fu9NEaRWKnd3aOHBmlz0y6Q0atzBZhybAin5N151S0sZvMNvqJUBX/dCUOG3yFrXPsENXbGpB
cnjeYw/deNubrfUcbb1ysJ0yYX32ux/JXTpkz4VlgzmlJ4csK276FnSwZbpjQFtbZdhPV07u2AjY
pru8uy0UNPdc7oZDNDsRmsXphsmDz1JcBQcgdsZQOf18UykQkF5kFGY/QjuVXevmvEiqcr0dvWpN
dDv3fz1eDvfI6Kv4/DRbW2RceumYr4T7EKvXFXBXY3Aj3f75/NAb58lk4qgD7Tlc9jrxeO2EZdB/
7VX/oldIDszq5vwcG5/v2f/vIbuSA5XNU2CuPPnk9elPy96j5Py3h+UTq/aMrVl6XKuj347JzIMl
AmjYPSxdaUUem0Y3zF2/BHBYgvwAyMLhoNeGHRcBec/Qh+rnAXK5+ZXs++HVd/v6jklBw2pFZ3ST
C3LoQI76pXK89pV46LPNQAxwxK60x2FZoPTtDApN8HZ2FIHoXrNy6G8dgPYB9+u4zKN8pvVfd6jt
r2hvHo82oQySH6hlP9bp0hzGYbYPAS6PCFrbsV19I8xKq6ux9FlcrQ15GAfa3Sgy5Ee3doovtM/I
3yrL9Lep0OOjjTGuerUq9IPa/BpxCxoOpOM95n2L8kW+ervYwo2sjNmootBpJm0g1xPh+foKWDP9
Orf5ErsuXqY0BZ1VN2kfXFpBD52280dm41ianSuDlfl2GuCpDYKoIrTRDFv03R14CX9mw3jZsTS5
GMZ+BAFXg5BsofKXoPk/aIfcu202whqzWwW38+I3ai0TdL1DUcVqXuq1SPKavUyDvnf68cIL0yS4
InkAqr5+AYp9zuIJOaGGk8tiPpPeSqvcYoMA8KKc2ljTd5L+Ov9zN24Ysx/UrkHrukJXO6n8hf8p
nV4cR+GVybiW7EkNjog6uVih5H4eD9CWPp6fduM+MHtFR1fYflHiSWUp+4A2kWPG7DCb+p0juxVg
mM1D4+IvvoAEMKqJY5NFarDGQ1/5/H52A3mt07qJFaHimPGhflidlD3WPk2vSltUX8BVnz0UjZe+
nl/r582llJpwc1l2ASs9hnq7M7SHsaLFfU0rFaENdbpeatePLXjjgxrAmadKpzxMwqLX3gTskkOH
7kfWAMBTTWnxfP6DNpyIWf8vO01X9AXqpCuGPnQ1shS+b187BUHIn/dFNPD229j0v89PB05KXC6f
XAxmr03VggSwcE/VadXlCZrgvLuVO0MZ8rZdvxM0Et60gK98I2oUr7PN/J+8ZGg/cpbVovGEXoCo
WasCD8zSYRCZ1Soh6dBC269KH4egIDEhDjuWU9n+tHM23kNZgh3E6nrQOyVu/pjSSR4tO6h+6VE7
MoLjEneFB/RPplf5KPVi3bltTo8Qlp6fyNCwp6UO2K950cNVM1cLtO6pxWNPN8s7oLfdk1bCO/Rt
M72lvhCvOZvEbzpX+X3djTzK+pZciWXNwBdHSwnKCrV+dVUN3NnQqldfo06c4VT84Y2NLsO8o8Uz
yhxzNEGdArKj2ZLQkjmPehVOCPZukDP4VD54Q+ZH+ZC1VawGpNLqGo3wyD6LaGjUQzv685uowdIx
EZ+9j26Nuofb6GOjfSse9OhfjSdWAdZS/X0Vngf2NE4jryVetIysuZUEXbp4BeqoF+AioWhYCC1n
XO+nnFl/WOrZV7nvQ5e78fXdRLw0rCbsfVW33nWecxJVpGJXls6sX6T38ijwvCy2pQshjCXL7Tc+
9NZxqqR6ZQoE6otH8ijzAfzBwbevM0KzSBfeEEEdKn8dQH568KdqeUJG0AU2iNZPhQNSNhmM0Hxu
nCbuJpIeOihKhn3pDHnoWKkXlcu4JrUT/O3UOF2ladHGvq+6u7oJpis2MvcLoCnldyjWZr/LCgwr
lZyIxK4W9o7z2Qix/nUDHx6hk+M4XasCpOlyIu5sr3XuIVD+z3lj2nCcJjaLoivD7gY8/QK7ecSr
NghVLY5OfRmalsJb/X+AyMjUt2M1oxuyfizLx7z5w5fL3ksmKovUPpjIlloncm1iL2DAuTfhzOt4
cn6e352trTcexu3iu55P4NnWZQAySMjgBhbl7fjNjb3/DyxL4GwpRF/J4JGYu16YoTmTzhdJstv8
X22mD+dGNyhXQj0W+QbO2W8Jwqjnsmz3+Ho/3RqMbgTnqrJ8CIjqOak88t3BhULxaj2/65/uC4Y2
dr0Bz7IDknCaLChwOqN4ytjy5I97pZ6N4c02oSoAvVy9oA6mejRyFD9c0BQF+dP5b/80uLXRL/T/
x12DhrTo6s5J0vpB9u+gCQkJ+0eKHXPdGt4ozoMXbwWkFU865morXJbuqqYWesJaXD2oyl9y7LGI
0+wfTg6EkydclaBfmVLcgiU/CnePW3hrAaef8mFoxy/Qq7ziUKZOa8eaj/ahDdB+5QUFvy7dTh3P
/4dPg3Qs4XRsP8zTOakIpjWgSdPkV1mBOGlyFQIEIJTitVCws3aPz3VrSUa6vbNpQfE2BVmNUzl/
inwCW7ICH3IwlOTKHdHWfH5JGxZnetKmDlyAsjX45Vx976fqeuX22/mht0zCMObGabnVMVicdIbm
uqCrd6NAYHgfpFMQnZ9ia5dMo+6KNKPrgjPFydFyEZZk8/xP38sXuwXT5vlJNrbI9Khzn+NsVQF4
NrqFPHglca+zll+UqrG5CUYNIMc9DhIoYNX66W3vFv1BONke+Gnr208b9+HETkg1c3cCtULgBbet
690N+V7RfMMYTBBqU7YS7zwQsc02mPhYd53VLCoG+zi5kKGlOwWWjT9sgvnRuRvwsSu7hFP5h5SW
uLGa+cucBg6waBf2qfP/IFMLkdasBk/L1IojzfwTmnydY0+6e7Linz5n8JuNiAVvAlB/p5yioiiA
cHtqU1QsnBupoKSkWDTV1k7pcmvDDKtD56NY69IhwDR+R+YXVOkPq/fuZXu9llsLMUwuB7AcZJ0e
gRSCDTEsabWI2vEQzPjd2HGICgfjFPH1MsFyZqJWpbaa0p+CLmmovHOpH7I6+3Lerj/3T8yErQ5g
2lha8AUmeoZi6vDgznlczju5kK3BjTvVq6ee1g6cXzbdWa6IA1KFjLU7fm9rdMOsaz7Njqg9mqxs
Bdyz+AoCZjSj8svUnpgJXB2XpYKjsGniajsC+vOrLvKrAYID53f+c6/ETB23JnfkQpoBxFFp+z54
9vPYQOvw/NifuyVmwlWzWq++04HOSXERquAdpGbXLP9a90tktXtR8Nb+G9bsu35eTahZJ4vFXtBW
S0Oq5FeNg3rRncMCw4o9tydD0fZLIobq0QmqK6W8n+c3aGvzDQOuJAjDqqwDvSjoCuZU3tl5ufN2
2hjaxKmiKcqxOg/XcSmtkIAGzO/04fxXf+7WmAlUVWOeKqQtdSJEgwb5SczOjbuW03ULdZMDd4tg
58LZ+LUmUpUzuw8kjidyjfWJva3XoaSgsVEjITs/d2sKw3p9b535OqZtUkCpXYAXxYt61sTnN2qj
u4/x06wfrnzQ+LZydsC3W4ELJbPqmPflFGbe8C2dnetFun8dS0VMjweq118MbtXTe3DPzclPJ+PD
5L0led9zC7ePGvKoTiGMErYpgXNi0IIP5eKSuLXxxwIiKc6HHwTxDH7XY9rU4xPaH/q389uwdRSN
+Dmds0BINFYlaaPD2nHvQPS/A73bGtow/tFBjYUjQAdszRkhPaQIkK3CvnB0w/KbugGT7KA0IMXf
vfHNXv6c35CtQ2eYvXIX0OcrjOszdccpuZ6lSvDdh/PDfx4WMBNCmRWu36cLwr7F/24vJGzBp1tn
8kjsNqYBsrX91fmJNtZhKqQp6U+qameSLDZ/GirHDZHclaEzN2LnBtlwNSa0khZ2UOZOhQqn8nlk
dUSBGXOQsVdOqMz0XXaZpzHRlZyOeeZPkBqR3Pkx22VInOotL3fO0dYqTvv3wRKhlYrLdcAd26cu
iVIvtb42SG09KibkVUCzi3BnNjNRluCx8IKghaE5cu1AgSMGK15VI2+9tSA7kdrGnW4qpRGfQHpy
xdktKZKxvLzVw6vTgye6/acJLnuIMWaYNVt1f9IM0og0lyWUBMSmOthjEN9agWHV4Ahzy27oHWAW
ip9EyVs/sG/sYj5mGerLkO64zDgMIx/JWrh5GtgJVIX/+mvThU0GHoB62aPf+LxmhSLHqUT34VhV
pTfPIBl1klG2wx/Xrbs4qIvikKaoTLWt099UrcviILPSlxSKkyBqL8lPaH2xN1wNVRIEgXM8v9gN
P2wqp/mF2wgXPge0x92rhgZJuLI9DZcNL2OiKYO881NvBNUqcCwe+PS697WB1rffNdeXffzJbD/s
Y+A3KGNmEz5+BWopX8dvC9F/z4+9cdjMpguvYGXlEAUOYvtdKf8AOuLYITeVt96W1dv5ObY2yLjo
vdEndVWNNuCJzwXjkS2rcHB2Nue0Cf8pxeGQGZc3aaHuAsogHGOfP7KqeM7q4KcfkJfVlzt7tPX9
hrUDbcUJqqdO0qTQZXHtSjxC6L0L03xad7zW1ioMm8991ngVkv1JClfVoXtnUWOk1RyJPcnyrUUY
5g6+xnxwU+omrmppjD4u+34o0+zggSTgskvKhKHm2eL1GeQIkjZLYeRZyCYW+Xvw2Y0FmBDUwOEu
L0VVJbkibdKUcgWRJCruL17jFxfBumxmQlFFC7b1POBuYtcPc/9C9LsfXMTvy0ww6trN0EVGNTph
XlFHC+XWrT00exREG3b8HxpeT4DACWidBI78TmTjn4b0b1rm31Xv/W7oXtfRxjk18aguZDo76uBB
CMDptYvYMywHDzoNgxNlrVsczzuMrVkMm+aFxQSam5Yka+RXECM/L+D5dXr9ZSnlzlndmsKwaQTi
o9f7FWJQ/UwQg6r5kfhvYvxzfgVbv8OwZ+5CYE02LZBFbtMdFlYBbUx6eG/tVO8gTKHfAJ2Qr+cn
27IMw7QFG3xKHBhF76Ozf1GVuu7n9KWtyn6nILZxfZrI2Yw4hchdpL/KCZXxmUH/St+c//hP8To2
M5Gz9eTJLiucNaFQ/wytE4Qhbe37uq7vkOX+4WEbQyDZJKDK9Z5M1cbfMQG09apJ6o/QK8FS8i8c
zaRXHXRz8puBM/2jTmVlxWCrr/+eX+LGe8eE1XpgGLS1u6zglxzFT89WwTGTFTlSQDDSyEfyLFol
uoSidO7BMn9+0o1DYSJtbWe0KD+RSOXuIQVOo6xuvGHPQLcGN250a111YZ0INzyAHCCkPU+hlecv
Si87memtCQwPYPU8EEE3prfD2N/PhPxqeXkcLGuPYmvrQBvmT12aMekw67YHI1mTAUQiMzpcXbb1
hvEzVHd7bElwS62fs35Yu7e+33FbW/timLqDxvEOeBDr1q0eJoAN/EWAQWEnCNkY3MRFQuAGPK5y
SW+X4KlZVJT3z32312K9seMmIHKwixw5JGEBlKO+VpUPxDdf2c5ht//FFHwSBpqYSDz16xRFE3kK
8McaOJ6x+euDROS58DNSRCtQs2XIwG59DXUmB/Ai+c0Z5fpPj1A9otrxILXaT3E6+PqmQ4Bxm8nG
O0jwSICtqbJRrl2lnTCbrn2EHlYep701pRGY2tZoBe8PCWU+9A8gKi9iFLfsn6frJUq1nBKQP/XR
UgzDo2utIGVWNWjGoLcR/Bhq1aowcIHqmC3LqqKRp/UYzmLweASJ3e9tMHtdWDM9v/Q9g3xr0Vc9
oPK6F/Ec5NYf3yq8Pm6h9fjYpRZwBI3tgSws8F39YlMfUKyRF94/UkqQQw08999WydZo6us58mbC
Erz32m9uZg0/JukzCXKY2geZ8Bh6XZPfsBS4bSCc7dtRDx3kd8GXNOl+eCGq+1u6WXOf5/BbnOb5
8qUUBSRKCNgjf+WQCQtLSVrw41Uupir4dO3wWX/xRdYd7VTVz2DahihFpX/1/tzHvjdBdhJ0KbcF
FBZO5JzkCQSSbczRFfMPQDDeVQ2v8CB83zvaglqHDGJwce4V9o2G2FWknFlFAIy1EVtsdlxBfPO4
ZO74l1goSNyXHTxrPRaQ4apqrz1WKVGhO9bDDyuw62+d5UwHSV1UMAZnjhrXL+KZ5FU8TwLs9mkr
7u3FziEqBsI5a6766VCkuStuuBpG9zpXuaoiC1xcXYwuiuIHKZbxuQEA5n1yBZkPbu9BHoXaVlBF
Q52Wd3iLrjfrSPw2Xmjjf2tFsPYh8215vY4gii59GAfnoJCOGq/wytDNKI9nt5m+11OBvEnmseYA
nMpYRmXv0Cu/58698CV/RuMaoyAxL/sQdPDOdTcGVRdWo19CgRVcxwryx2i8Jl7ZrDfOOJXugVEv
T9rWm49MyqhHKHmtRdeHK9wAnglkfC1BLzzFLLfrY+k16ZdgWMBbN3hDjki/AwrEL7sDtHfrY1o0
40nmizck6pROb3lR+n+R67feA8gNv4HcDoaT142jD73TqRsndZ2rBvjvp7FpZBvyqm7u5dpSdgD9
wvqd9zUJ2dpNICq13CKmnXC7aOq6Wh8ax10PerK8I94cEyBAnnVT96R8AwCfv/IxmEObju5Rpz6o
Ldtm+ZI1Vn/dKV8iA4DeyoGx+lApIt6qBuVJDtW47ylgfddDXYN6VVYvSF7Qm0UFfQ9uTHf80WYz
PocEdbwocLrjb5NbAtLtJ8HpWl6BmMbzd9zalkM2rlkfrIUzXEGbBEAr4F+ciCECEmUAEl50U5mo
ZZ+7SviQikkyxt4zPkqoKy7oxm/3qjz/wo4+88vGRWu7IPWFUDW/XR8JWqOeprflJzCK7T1wsV+s
H/Z3/n160V/0ffrgPp9f1EZob4Jz89Zv3FxwMOC1UHBAieHEWV2slgw7n7dQu16z+PxMn/8f38xn
oke6Xzy06CaNoHOcMqB6Krv8XVt7ifiNQNUE4KfOUshgsq1bBV4w7WuIFvpxlj+rAVQSaj1esgxm
YvFLUiitpwmQee3nx7FO+xc5jzMNS2tPWe7TnaLUVJaTa+kWMCREoxBsJwItpEjOFi/nv//T0AIA
TyPPGAw5Lwvv1EPSI7lfPxR7OmyfniQMfAroPyTeHHCxAF/clEmdQ34+7HSWPfVdSv42K82/iEyU
OxHj1gpO///DRGLMNfQaUUZAfahosrjKnR0XsjXyaWkfRl5q0c+AiOuEk+sa8UEBmuXzu/7p2cTm
nH71h5HzTizuFKBZMCuABCc3lvqajSgeFhKUqHutLhvnxj4t68MkSB1KiFiA5QQHFHRhZVicCOzo
XnX105cZ1mB4J+0hC9wQB2RJA7RM7XsqXyzpgi8HVJ3oLj/dRpdtlvEkmKjjZhVBwWDQPF7TmxY9
tOMgonVBodN9Oj/J1mqMx4FWmZ1y2+oTwjOKTsRFXKPJLDgSa2xu29LR36C9yaMqD/LDRTOaSFY5
jqgcgcs8gSrDHbQtXtBfc5d5BOogGah0fJrdVv5etXrjKJvI1sZdxkAJ+BALQfNk+2Hh7pRCNo4y
NcyvyUEQnlqnKl5Nhnt0oXeI3Bsg8xHaRGNOiiOAcdZOHnDjL5nY1pXYYhwYSnnMT7NoTfEu6SDI
fcvZVEYUcVQYgAH/O53rvcO34cZMav2CWRW4hwDzJvlUP9igM3nKVL/C02d2CGLi4rLTYMITrbZr
mQXFDHC4xm0IQZB1PawH8Vi0OxNsnACTLpO23aTGPsNFpSBVSdsQ+gDnD/LGCTABikvtV1M34mzx
qbqRmXcjRHst7BYNnIpCwicddibacGgmRjFzubTsFC0DLiuOnkbQuIK2+ur8KrYas0xsYkdAga4b
b0BNL5ujwKXztQNGm7uCLepGrhY4rTV+d8FBvogHqP/UAg19hFRbGUMydzo0UMJ9hcid3Ll9PteO
odSEMjJA/Wo3DXrozkFtqUjFFfRwDmWG/weNjHdltS9WVR0p94DygG7BBIGDnbm3dtpwuUgdLK44
leYnxBrEeVLzK9/Ltm8dRMPTOnk+W2WDk943v7j46YidQvzn30xMBCOY0yfpOinUzewg9pvXkrCI
4rV0/nh8/tXEBDH2qFe1SHoNydjJA7Hm647Z8fmh//Ve/4nzKTHZN20fcqUI8wfUH7w5sq3Si9Dg
1SRO26IBwRvVcRXgbAkae/mJ3KGLy8F268MwZvJm+R9n17EcN4xtv4hVYAKBLVMnRUuyZG9YjowA
CQYA5Ne/o3kbT4/bXaWNS+UFmwG4uOGEAHZSICrymPBhydpZeLvaKeX3f9/b38MfOcfHuYHvyHJ9
ZxiJIYYTwT7s2sTt9gFxr/SwL73Ys+UwQZsV4x0Hm7o7wl+CXuuZ/b2r5ZJzkFwwry4HrBVpQzJl
wwHDzZN+dlOZdjkS9ZimJu8P/Dg9BzfshCI8uQZwuKBWSM4xdMIbu8JaqNdWN/49280HyNvn5hZs
Eueuvh1OUy4O5YO5QcMt806wss/4c3+lyfn/mftfVtM5sK5ldOsqXXUndGaJn9iijhsVLi82QpsW
HFJkGrBSkg8erLumWE8csohwcZO3q57cL07poH9GtbfcMS2DG0k4CPcOEkmZbFCc8iF3FLR32vHE
0XQD/KsohempUQGDnXYBi0cNR/lkIrDDsGLzH20noAIG1f3UIfDei0INrYqiJwiugXsg6JvcQ85W
f4a3gvebu0V5O9BZvfFNgRbG5jCnkJRMowAMMYic6zunL7u8KTWkdKAKhCljqZMl9GsIbUzy1L0r
XNrQdrmA+Q1Yn6bfF2SxLz1ABodm1EEGpKf+ES4eg9AIwFS3zTrQPBrb9XbohQeI41j+GPsaDWIN
BBTsK0Hrj1s1yLvB7ecn4TcOidvQd74VoF3ceEq7QP2JMl1nBoR+tC3VT3QaYMDnK+fF78vlrqVN
FDsmLJNlKL6HInJf/Qp9UUxMt4eodVm2SdA6Nx9atdbVjUyLDm6NheOK4xy8k176YQa8eSuGzKWd
s2NET59g/gFNmjaY7wU15rUMN1ntVvjWviHJK+KCeFjTDgSmR1W1aYRBZmz1in6dHIu8h7LHHQs6
eoq6doMmgsMPnS39RHOJUnxaKpKh7wpPAlHXEKXroncreuov6So9QWHqCWmzeI6UznRT+HBK9N2n
YfDdLvaGisNeSb2WBuEDcQlS16dQNexYbsYx+b8j06W4cVacVQTmiDCG4kfbvFj0z5qqvJIpXTpI
3v//j7rJw/kfhY7iR7oNaOrA1L5vIzj+0v3H7vz9if64/jST2sp32Ya1NvK2E+Fbi570lWnjf/Lu
v2z/c1w2jHCn1ZtRVhTUD9LeKcpvWz0DU6BUeyyEABSqkA1m6KZKeyKjHDX5mpTdtia9CJwHwBXR
h5U4iMhkIU4OeMi9LcV65eEvHShnVaNatOoB/AUf1jMFctFmJxvGwCWbVVoVzZVPeGFxnGvSBk4J
37URMzbG0bqs7wrx8u9vd2FtnIN+w9L2bDS9f4RBC427rf0+1Vjy9RRdOQ4vpKHkXPy0B9+gMNPo
HwMuuxPz+21PUc+kmwNOtQR/CQSNKhWunPcybFJmaB0TV9zP3WJ3/uqLnVN+LA0kzP/vlQq8XFe4
a4+zeTvU8nMHSk1Jr9SNFxYCO1sIAkngOlaigWsdgPfDiTN7MJ27KxZ2ZRGE7ynEX7bCuWYqVDLs
uw0Ksljsr2ez1vXNUAj3MBSDs4cTAUAwxRwFP/g8bS84PQQKR7dBj76DlfdaRvhnnB57NIFSxMg6
FWvIc9G3at+BK51Mgan3vOj1rg5VfywGpeKgKnvUJWzbr9O25IBxeo+KrCZG6r7k8L8h6aLH8pWH
znqEiaratbqTt4zDq7WDi+u+HjApiVgjs8GvnGwIHZP2G+NQBdfs3UXMvYN+gptxXXQJtfhLO423
RwNsfKzEoLNtskHCV34Nifj3kpuco2dHhozSWZBG6bSVWTek0S2q7lmmVwudC5v1XJ4U7nuqLx20
2Wp3umstPQ7TNZ/lv7fQXXLeZVbQRwhhK9icRk/rOTYLtHIPNS3lEytlPcbRNAQS4NDAfRM+P86j
GuNtrl/hsLb3naj8XpPWRZbkTNuxDtmYu2sd7ToXts0um685KvwVx+GSc+SU2TwDj1vwav1xHdKh
m0RWWyhKjV4Q7FvrQQyj53xHourFm7sPIbyRIJ9l3g3cRmfbdxzHcvENsO7nQJOXlYdXSodLn/Ws
s9yNw9DPFm27unyM2GvRPP87BF+67vtC/eP47GCqpKumbU7Qm89FuWZheY27fiEmnSPSo3X1XGER
MOC5Eg+LSYjqM9LoHVXX+DUXDpBziHUlJjovDuYFcr3TAYRbZz+VC8k/9m7OgirvkWy18r1Vui5x
4+9n9fPfF770Zs4aAmtRiSgi2KPuvBz9IfwxL0vGvDJFpLlCavp7G4lEZ8txURUUREucBPUUc3nr
DG1CBJT+bTKKa/DwC49xjqou6lZx0/n1CeS1J+A/fg2BPbTFcuc3H8zuztHSg7G0MpMPseXOXzPI
GvlZUOvwypl26QHOuq3W5SDjjlIdax6UmZhmN+HMBC89i8LPW+SqK2nkhWV6LlXfOJPlK8R5T4HY
MvhRdl6fefWVVXrpId5/9I8dTE0g4fWNFBUaZfAtZ+YZeu+vbc1TD/YI8b9X7KUneA8ff/yIhiC6
hTTNfPLGfJYspkOZFPwK2udCDDoHTvesmRtoDINYGc0FjNhHKK/M4hos+9Ktn+1iT7GtGhioHpxu
6bTuzBamS3Alwbz08s92sufQzYWzOsZlax5t+bimpspEc+XTXnoxZ5sYcaIsUX7j01KRoixN1DU9
tQsv5RwgXSJfnKt3vZWpeSXVr4JO8XzNHOVC6DmHR6/L5NnNQimGLmRBrufW2QLdr6NFFxQWE329
L41e038vzL9+AC86H+eOTkfUtBXsaJg+Oqx5rhr7dYU1aVP1wUcWvxedT3XnwfUr1/cYzOYPTf8m
u1/oX1/phP71Q+DaZ+cvWUsGjqEbnLTeDh6tMkuLfGTOx17PuTW7VUpWEdUrPLfK7wMBpHWYiY9W
SfM26atV1nsF8z+lAR7i/eP8ER18HzVxGA1ASbtgnBW2z6N+fHH7/tVfJESm7T1tzLPvY2LqkNBA
XKt6aDDpj+vyGofor4sOt/D+fv+4BV7ZSfljgBpv9Opd5bRYeV0k7+dwcNKKR+7OndmH9NDxY+/7
9Y8fg8OnWkcJzGbjMH27hUDevT/c87+X9PtV/vY2z+pEAStiOJz7QAS5X/T0JNWvj133LBAuWymc
ae4KNMGod6coKWGcWF/rIF1ayGeREIrOjXLWcUGTAAVgXADwi76XU9xugVifPvYEZ/HQocIvWFBa
pHtjf5j1oHfORsefH7r6+QjZKcZeeS5WMV0wDuMQrzxoW84fvPrZRp+dFa0+6cF9U4NdXAt9B2Gc
Kv33rV94+edjYwYr2ZrxCAK9lkFQXBb0sJXEpBsL1yut8Es/cbbHu9oUpnHg1uthiMVhccvqNS2H
KxnShe17PhgOA0Ux8KbtyW4eB3IGyEdRVVG8DfJ7CePyxL9K07r0IO/b7o/Na9rV52tlcUKw3cYp
ItKWCX5NbfXS1c82r+0Cv3NF157AWk7MuhtgDSajYf/v73zhtDvXPSItWwmGWcvJNl8Z2WAW/H3x
VLJ8KBPzonMZuW2w0KUeuTnB4ExBR452L3Dfg/Ttx27/bP9C/jAK1h6w7kbJpJknDALuPYuU79om
u/D2z0WPlFdzSoalOArTfPEkP0Rj9Iwu0q9/3//7EvlLZD5X9xzwbsoJJjZHfzTlzaIIaDqKf2Ti
6kXnmAXw57k3EhqcpCLHiDrf6i44SjFdaz1dWDvnkAX4u/XtZgHYr/krJq84LA9tdRp0ufv3y7mw
hc+BC7QCcrMtMawYuq6PjW3uXDeIOXx5PWj1O73z/O/fufQRzvbvIi0oWZEPHOdKRVL0ofdIZq++
ssMuraCz/aswoNXy3ZYQKUTaaZ02wy8q3v5965c+wdkJDMpE60XNFJyAc4jJ/NPCqFRWby2EOv79
A++Hyd8W6NkhPJchbbiD2AbYeJ1AZ5Z/krTWiZZAFQGTXs4P4AVMc4pCtL/ym5e+x9mm1n0UDK0C
QUaF644HwwMZPqSZ70FV479D9cI8KDVCoQEaYHRLJnRP33uO+b/f1d/vm55jEPqqbeahQFbvtOx2
XYY3b6munGaXLv2+Rf44YtRSyWBTTnvqFfduRqfmyVj2xZXWzt+XKNzb/vvq3WAM0aXBABC4egAa
kllWsdHXCEl/38f0XEUJ+HLVztXMjt7Q/xjoLytu0UqGhbyAbEj0oXYpPu3ZLnYoUPotIIho27s4
hpsnOZjdpj5kNIbLn23jxluIJfx9IzhPXlmnkAaOOUjM2lz5xH/fytA9+O+PUIpQulD3LY71+B2j
eJYPgXNqjHM3CWDN/r1CL33os91cqnKqYOTFjgRGrGYj+4m8DkYkH7v62b4FlcJiOO/g6qETB2PG
AHqi12ZdF3bAOVxEuBN4DhqbC+xoFa/d9F37869/3/hf+/sePQeEFEAQdtJodkR3BMA7ThOmQP8F
Ev2gfczwo+Km8KWIpfoYB5Ceg0AMuBgkAnzsZMslZSvy9yn0U8A+rkzv/j5mxiOdbenIDO3WLNqe
mt7ZduPGUN0A9/cimw0i3TN0wx0up3yekHaE4Ha8oNyFRBGvBHTVXZ6OoYGaV7BO7r7xO5MtnTcm
aFoU15KHS9/zfYn+EdE8Zp3CRSF8grvPz4gS0cZF47Kf//6iFxb6+ZS2UzC8LvqeHyvDEtd+rfWb
s105cy9d+ywS1LaAHTiJLETPXC+2kn+nQ3Tq8Q4/du9ngaDTfu0PE9KRCMph8/q5HZ7b+Qr39EIo
Ph+5am1F26/IN71tiUF0zu0CrUcWT+uQqWvMjkuf9iwOQB/INHVZIKnly0tLyIn07ZUgeeH+z+WV
/HYeRQlbgKMzOa+ar789T0QkXkd3uXGXAvDPylzDmVwIyP+jsLRod+jMEJzKpnrwZrkfS3pyInHf
RPpKxLz0E2fHuos4YMuG4GRcii2e6qqAkwwsQ12IHBT1NXfYC9/jfEQMYl5YmREPAuPYvLNi527X
TsVLlz7bxaO7RZCIsuw4LgON7bjVmXSn7x/aCOezOA782AQVTZzoGoOsOjpGgn6y2zXVkEsv/2yf
OVCXHV0K6nqxdg9O5STFiPJI9Xfk2i9cWq1nx21PPH+UPnQAC1afmmLx08YE6QYZ11j4ckitDoIr
K8ll/9Hk+d9UnZ4P6OSmQx++NhDUr0YP06AifIbBGDmYQg07r+/G35MuxzfsHwj2w1doJ/y6AiWR
wphHgo75Kt0wzDpQV2XMyOh8tbKtd9za6pOaGv+zBvMM2iFm3teYIzxMlJU3tBBLEsGo6DT6srxV
QUAPPrR2UwzEN5CVwhU4xrHe4XiV8H3QbhNT3pdwOVhFxgDT+KVaLjLgmcGXbcc+xYBx+bKA5rYm
2qlRsoqlffaohnqdRnl2WhtaxKH1l4fCqeofktTRnL+z4tIqGA0AAlWQR8Krfxse9p/V7Pi5BJDg
laMh84CJoj1O8Js8tH61PTpuBAXmGb7FB6Nrp47rviQH0hXmvoXq/Um1U/GTO1OZ87Yq02Guqjcw
7KbvoxORm5oyXSdDa5o2h4aRBkvT7U62o35KBg6NJIfYx047xevWW/e7g1ofvNq5/hSBSzfETVkJ
2F7C7CpW9YKMpuaQ2xpI64O8TMGsdqbhbrCVyFCeeluMHbwuRzz4ViTh5pI+bdp6yqBcYWJYpDin
IVzJE8ywwe2hrAhvIgwfjzri4BVFIdgrQd/4WTT0cKWYajXmdc2iHDuskznAoNFjH3irn1WRD+xI
4IGO7BaTxxJQbds4bDf9Qkm/PRmooacYqrlYDqXKx0AsOVwrZT70W3N0VK8PfVhjNFPXOjOelFkg
+jld7TymrPJAgdYYC3nDpo5E9uPBY4uXCTuHj9BrnN9QoC0z3oLw9msEm4QNbOQ98hEaz70/yRgL
lsNHfLKfuB9EWDee8ypxnu2kZV4O0UqZlkoGu9VWYeIIzWIYe9ifIavGGwFC+meqWXdLRqFSHCPq
3s7R+gaIkEzA9plj1/g6h3/2N6opRp8ctfttryTLNAsh6Tsr8StC3/JBMYuRX9EuNyN+Lg8s/E+A
1pXwtipQFvSBvofaxpJ7LdT41KT7J5dCDjgq1SriAN3923Lq2Wtp3T4Px7Z+ANxqvO8xP4NKpV8k
srUKhipOl0D2mWez786fA732ObBnKpOEdVm51HjpZNFZVOEqpghMUuJL3G7Ed28oGA/5EnCGT7fS
PKhol/lEjhBZDos7hfkTLL4AjBuBc91z0Q5fg3FicdAN8qauZYDNOImbcAzY42aK+tYdCgtAVRW9
ESATE+I65NF4YoRZIgFQdtAUSOKh8/a0j9w9sViZrau3O6HRkLAlrb5vIH3veBcUO4d5czb6wfzZ
9dcvkKf1D+G4ubtpnaDGOK9B7JHN3gJPB2q474J2DaJot48KG7yxedmynoyNG7/P2eEIY4O7AQl0
0qxw9Y35GtKUtO1vQj1x6qaR//R4Q+OyLLsk4JB/zkXN9eeumj8XG5Rxo6DMw3Bu93CHhC29Bgr4
c1Oa8ufWln1Sy86ux47S6bgsoZMEjttDCbHdnhiEaYaEc1PAJMXvHrygGT61S/vToZ7OSRX1n1S/
AB68RT6Mxyipk04vkE+tuj5Tgvt3UdiBeu4rwK3dsfzi468jMo4I0a7RUbxKSKuTzXXiDhr+adn3
X4xonQOQ29vnHsbiz2Wv+ySyXfUFhHwNJHk5V9+49bZgPzW6vSs9cM/lWsK0dxi7/gluXd0BaAQ4
tbmmew4M2rCZoSGclGxoTh5dp2/+YucuqaE2fUcX8B+xyfivcKycGOBPNwNxHM9LICk/AamaGN2G
iY0cmteLdPemNn7qU+IBFjmiBd6IwonruSG5hbUtbGGKqNzVohvGeJrbaEy6qKqTIJiqXVfQ5r6I
BFTUpxEv0i3czBvoAC0D1z2upa2T2fgKy5dX92UQsqdtAynTLGJ9cVXPdgTaITeMWZsGTEao++d1
FzKYIyfcKXRcwyvrdWsqklIo/e+2aQtiM8HicF57+bLpgcXAjfop8JReQhF0APbm4Ytf+uqTAMIy
qxWZv5fSQWvBtB0AF2P1OEuo3Yxev+zGwcFJCrPBJR03M8ehuzjZuz3gGzV+9eAOc7ArTWfSKQp0
0jpOm5RkEbcY1s65qcbqZhVa/1RDL+8YAn9e96z72m0lFLWWJmgSzF78WydwnYNu/H6PZYEVwkJx
EKXX5QYqL5lQhCbhaEDv7BC3FT7TnIRGsNz1GXnphTAQgh5Y+Li0lK2w5hmcnxP6GrcKJur3oVHv
QgvBdlcbUX7uPI+91aRrQM8e2tuKGrpjM/NTYwt1XFxcwGxKIH6Py0Ojx+lYuTVknwHRr58jx4c+
Ay2CRzFOMO2ZvO5pJeUGLye9EDBlVFW8SmbdY48eNZQf2nbnC9G8doZ2CMwhxEdWOj10S0QTDo8e
6HYuOgbuYthNqh5eJBQ9c86G9nOwNj8mCS5tqqNovQl6fCuA3vUzkgls+cKt68PqG3MIIEUBk1l3
annilgukSEKE1u2Tj0rrC7GSjlnX1XBs8oZPWzTcdTWPJba47hAWWx9siTUo2CEsKt+9D4UsVObp
0eYNL+VnHpHx6AkHW2uUYu9HBXCK0Vj3EEq1gDPeTpCIGZMFBk06nxAe90TBnSPhI07fbZE9vBZb
Ip6IcN20tQG0SprOfepbL4il9VEaCPQjfAUqiJZh52TOWtDHrXdBAgBMMC1dY34TNg0ZVKCtul9h
zxdLQzfYUxcYUod8/Mm2UG1xKVr7xWWuhb6OW/kBTraGk3RE/vOmnHl4cXkIspJqPTg9LRr+Tlgt
IrZwFWwSdw3KLxT+XIk/uL9VR7anVUsOGANQwUs8tsT3EmNCqHtEYziAf9mz3Ck6C5Oy0Nz6gbPs
EAqh5dEzfdC9QxNozARDDMPXeUncwSm/hA5vT9ILSCaIMhoSUlEfw5SSO8Cr+AiJaxQdqihadpBf
2O416/lLEEGnGq1qqEh2QAVCF5f8hF5HCw8XBXKGVhDZ0GDPZO1E291ma6ISVhdblQ41yoBYB5DB
ievRsQ9hWevcKhgtQNwTIyVWyaylW5uvbd0fF0FbSJ/4ZXtPWdWfauAUAMsE3TCGaKJz5ztlbzGD
ahDu/dnxXkQvot8LDOO+Eb7g+I22YDrWG/LlRmCm7RLV7fUMqtowg/JjQZPdwblreR41HR9FgwOk
s62feirYolgoCvfdjlcbi2dFtmcjQapJoRXSdXEHmU56FCUksRT228ukRJOWY+N5GWwzxT2jpACU
kQoPSpIBRSiinfGzYhPOqyc3kIFl3fu/ywhyZb4d1R1QHZil1XTLTNQtUOpxG5Eo2rEKKjOq+B2o
dUqGsQi/LrMI4s5ak8kg8p9As7F37Vx4VVyuWwA5l3Iofk6w6Qz3kOQEniPwDDePQMDMMoEq95w7
VO2bQQWnzYMhJzg+9bRjRdmeHCqpBY66JeDYcQ7pF8+zD5PQcBU1qGYpG7fUTAukh7het6Qxm6sS
6QskM9bW8oksJcBCalP3mzXREs8bZF5iAVzhoxHzlsO+HS0tGBw376m9gz9HKNk52zRiD5A2cyeY
SDf9iBx/VGiUdMZ6iXjnaow4Y0XSqgURrrazpLAILPpPXUGg0TTCay3vkacdZEBQYdZteSgjVUC2
fUGRo2fQ5H3X0THvHJJZ1xOHyTY2U6GUt3C6qY94vW5iZ+7msMcdAIGBpdxo+2K3TFTFk1sDHR8F
RIGa7rYJ2GxiX/ER7mXISL8a2uvxwFZnzB1R94+KcS+byoXeNCHOC2Ae4NQGSfcH6Y8LjcdhCSHP
0Jh7RhaQVO3UrPta1UDZOgTiSg6tYOW6AVQduU6ZKRy7L4B70dvAHzrQpPpe7RrehrlfLwZnO1KQ
WAKpkYxe2OwKWZFj0OluZwI+fiKl03/dkGTv+63sT5rqDv4Zc9ulXVN0IbTRW1DL2n6rknAg5gsA
4tGbGqA9BemovoGPl6kkhO9R2fW+S0687KIfrZHtBMnMdkqqDho1yO2qG1aPZeaIxbzDk9yBJ/U2
4z/aqXwhdBM3myPKX1A9InndFmrXbcLdBbbz0jZagjTc8JHQ+qxAuYHvYGYgH5vXngNRH9rXu2By
wxu+ig77pvOgXbyUKDw791iSUNUJNOr6F9gzqu8WqgtfBKvDb7h/2yQdGzz4DUC4y4G1PWSAPPE6
tiXRcGslXq56taQekXwfQPfjjQ5ucABfbHseiU35tr1zFcZpXiKUda4tDlMl5KfeR56UTqKpJbpI
RHOwVIshrWiz5qryN0hXATSHm+ph5oYST8em4oPY1zgJ7iWb2CMZFT8BjmEYbDbL/maMzJTNaxGZ
BNIgI8avTlN/6buFtTule1QxtRlQdfljWg1qzOraD2MCiSZU8FwnPKoJEtdFfO7qSX1jAhlp5q1t
GN1Dd0SMT6DE0upLhUlWlTUommuAidX2GVAB7yR6MCaijauYj4jzcixDhJLAonPyRHtWZHbxwmwI
xFCnPZfuoQDuEGbkeAktrKfM8B3TAhl7cpnfwqgJUohKBQdkYtOQ+Eaq50Y3cxmD4qHCOMLM5WVT
EIlKS/AU0Q/puXuEYhdUlKpto/tJC0SEEuVoPvPihwftxAfkKmMM4zTqpdYpoQSr6s4GaVnsF9QH
8gEiaWZItoBFoPiBJmxADq7hOFQMbZ046Gr9KsxgcrP0HIntKuSOQ0YmhkuRiJk/Ty9RIUD/4h4/
+M5mvpeM6R1k/NtE4yV+8vhKnlUHd8d5DnwEIerLk0T7J14EtFFjOChNBz3P8m4FtTEbW9nmAGo5
b6BW2iNHjnbsgES/gYZt0MWS9CQ3hjXpImbIajBH7CIVtre9dtFsQSt9g85VEOwCH4p8K9+OG7Lt
GD0gDArLfrvrUBulvkECGHfQTNwHziqwGlEXtQBsSXEruKAZhWrGznGMjquZ1jmcOO2tXVazxwIG
E3zTfcaLUNwOnSxRCkR8NwWjBgPENV/gbd8gl1vb3BPu8FCYaMb33RqRIWY/9SVKJY+35ilq1wE1
yxLsg2JZk6KdWS5Fz+5HXniHxSuKCmJ3AcxKm9lmg4jmI8MWnpEtz/zbGmKbxmpY2M3gFHwvx2W5
3RhAUGrW9TNYgds3pI/dW+NonQiJIzxd4OSG/ER39s7tHLkhA0cbo14ovRft0tw4C+yXAfu3OKHR
P8o3FKaPi5yWX9xAxDIGaj/6AR9QZ4k1KuvU6TmZE4huIyorlEhTxNwMgRj6Yt1t4Wo0v2RjU6cT
6HMp5UGfrhZZQTroW1EgGTDbaYOTscRPIY+i8xBmwOgz+vWLktGCeV9jUKjYvnwjTNSP2E1lDO+f
+iZqgxJMpjBArrkuGZgtUxUDX9bZGMCFIkWx6R0neAdWmIuNEBDxW6/8ghyKZIDNRcdpterIG9vf
jo60eyXH4Q4aXOYxcrxyp0LPO41RNdy0fiu+Q0eP58tK2M71aSBi09hih1ZidLBWerFPOvPFXf11
Bx2RdxtrqDbcLXwjYFm50ydaTeFL1bZu2pXCr5KlJcERiSA5DI7G/UdawTwVndbRWekNWuvekXZr
COkbU+PAJ8u+UJGxcdNUUSJLTPdwUsC/TgwO/cltg5OzkAIHm9ePHhjMymV7Iwq2F4NlGcydNM+K
eYBu2ViyBj2QqIX0DKq6GVRnKXlWLdbevLtu7Fhn1luupg4Gqmb7PY1BtdsqkMRYCfO6OPJg6D7C
gemThJXGCcrbGL638NwF880x9tShRpLJBIHQr+j8Bb9cCdQtmmmDxvAGnuXwgwfawEwRyNdhBFCA
Rj/jq9/p+kkP7hw+tMOgvTR0y5EmAzXL74h1zTP6YtGtLUGQS5lXy/t2jmxedzDXlVvlQglvCB+0
60U4MNvhd7nw9hMD/SOFTiKmoC4gGRnTbMzaoFMZMaZNVsLJje8NbG97T+U9zFrzoe5RCrkWPGTK
FRhGUz1CvLfpHwoE0owBMLJfpgHOrk0QHftJs7sNvPwdiLHq4Esln71FMeQTmLm8eRV6pgJ1ewZ9
RxBnaDvuYEBMbhZGLNSaK7rGFce0meE4/u0EXgHH3HWkQwoIt/dQWCb2ZKmRsa2gcrcxjIYhgSfe
PWXLxnGPkMlBVwL06F2Al3prAR1Z4kpW4NL1AyvvRodXUEGrpxwZofdFyaHQaTlxHzWcAs6gGbZP
my86EJJDH+NceCx5O580dbGjo25/MORQR9aJKIDOGUxaYRtMq2QylOYmBG62ARn/W2/HFj5oMx13
Wofe58LYIdsWbzGwEJ5A+8eu/6QtBIO1keQbkTCTf7+dxNkQagoFyT5ee94eoojtbWGoTh234T/b
2flNyKhzSHGtL8McdrnDocAp9ep9GVUIgudg16+L36Azy/iUTboaXnokGZkUZZuSqk9xiKXQo+dm
z1bj7CxUK4O9Nr33mSoKsUtZLgMECFuCfuxsxRS71KIpH2Ii8AJHuSkuoXB1RJLA/o+zK1uOU9ei
X0QVAonhFXrudntMnPhF5STHTBKzQPD1d3WeHG7TVPnpVLlyaNCwtbX3GtZFL8SqN3y1aZkyQuLg
ajeACQrlNOGNLypu/SAzmPnL7EZ/b41EPOaqrk8oXcDEZ+i8Da5i/k5x5GdlgoJ6hnNsW0gQUwm0
+A8xbnl9CPwN3bJYFttuJL9Gl7tPhSE8nH74mixCtU43MvvDuiI+wc3VOGYILS9mnRihisAdrhrQ
jgoNX4cGjcDAH1tkAkW56h1cg8bc68LYQcmVpG75Ey3b9M6wEa5tDW0auxrcowV7pnXVZsl7Lghq
C+hp3JWZRJzPAKnCDCbFAIGDOGlC1Itz6IolSFR8YT8hMPDNCLFo5K42uKcDZ8h6kQc+W0YEkBoS
p22R5eNewNY5xFUMNw+dNkixUQe3Bw6BEdWy5wgAgBWyDhyrakjWMTc0BAEM1w/RAKlgTx3LtzGD
qpwFodFw8IUMLToiIYr6bG1r+DFZ5aV8X+lXn7iAXvtmhicP8lUXcXM/yJK8wMvytasNsNfrKHrt
W+tDmwZMQ6pOshU0I2HnnFG2QhP+wx7y/k9rRSjI6R4yjMKHGkqfxcOauog8AQruvhmM1ESl13eb
jSd878dYyPGlHGIZhaliGS5yduoHqePrdWyDWA1VeHcNQTlchVyUoaEgOu67zNCnCJDHJxqBrQni
avaUdXEFZVbT2ytkKWscY/md2Xr8Pqnr4id0T0fYmNr5toZNT0hVIlZdiZOw6soxkMhKckimKbZx
ietsYtCiH5FwZmeNNBBSNm4E0CB3jTWtbX9TZpYVdoX2d3al4LdNGm/tOgpADEk9GUCN6wdLeugE
jYV/yugo187I1WPd1zm8RAqotwxGtCur1j8DFdGsFQyqVxlsPVZIV9WWtxUO8C5y24Bzb/yOnJCd
nTQjH0pnPqqtjg7ARxogNx75eWiaFcQDWP8rjnB/C4pWsG8kNp+p9kSzrvNMffgGdFgtc6g2kFYt
z62Fin3qpOUrHWL3AKdaMDgrT66cprksL9xOdFJGq0RmXlibJtzODZxRNE+SN+Hg3w2WoJssNiH5
0det2vsDhwU4R/PJQD3pZ5JQcxcZcbdBVxoXpagu4xPvGXYh6qBB7IGt4nrtT8QgFAp44a+kLNsX
kfls06FYsYuowx7B0LHxIRffeYh1E6hvDqiQbjW6AJewXWoNNIlp/QYgj/wwGk7uIZJKtoVhkYCr
zj3E0OoAZt61jxYEFWBsbcHAxYJBiB7Q6Uzj/odwynGFTAdP7YpskxvQQm2yvtxbluuGErXtLexc
+pXfJW2ojUKuuPTULiZY9TpHiSAYkIc/eSBKbk0V86Puix7KxmN+KDJcJVna+3tOR2TSbZq9wEDo
F1ow+bqH7vLab2mEMjwqpkafmFs9dphWnWZ1QJFZnbFCySpFIrIfRJmB6eMMB65iDQHqYoTQCe6n
kqcKq5h2D3WUd1vkF56LvU0h+BVxka6QWcE4qKzjHa+T9tBRNFzz+xzocjeIKg/SxSj9h1Xew1de
sdw9EM9utjrqEoa2ZcMeACROYug1FwwYzb75U6LQf89saLg8xyiwRkHiWZCmGDpsTDMuyw3NSP5O
6ECPXtaSe0u0yaFxAV0Ke5WhU5WkrQvNF88QeIMWBzaKwJVILoor6J2VCtXMOMplyCSRdlAgP1ln
JSM/PB+u974cKVQscRhtcvC1V67oUTCMERE7ziEgY+RlA3FWA8IzIktXie7EqkR6+No3IwPQqfLT
98TOi25tmKW013Brb3+D0FKMaxGb0FdKreTg2I7zVrZZfojcXP9u0eJqApDVnTu3jsiDHyOpRKWS
3FlNQbGe4zTARf8uSdzozu+K6q5r8H8HHhpnbJUjRtYremHUQtE12uYtEXJtR3mzs5sG2Q56VOm+
NqA5mTRZvNdlOb418aB0KPIalssF6d874favOnb0uYfs4sYQjrVFZ8oJKCnTu0p09VnavTw6iUWf
iaCGCTZzr9auxCUC273dVnnjn0Qqh0c9tj7I2sOwJUXsgC1RSRQsmziD4HSL+zmiE0q0pYX8X0Ch
3Qcv0RUDxX3WtKMwVm33rgwIcKNEl5kojGnsC5/m/I02pb2GPUC0de002aSO1z5Kwrp1gXpJ6Koh
OqCAnj+aGgJICg4JmwjyYc8uqIovLuw9tybx0rvyt0cM9QIMvnaCuLFqsBRKuyzOqtEKbGosvxBK
hjgre9Qif7ABwkpaudnJtTIXrzvwDVQyh1OWZri9mapmZ9Ppyl9oe0PQ27It5ycSnZYGkFO3u1Vr
uW0cplGGUkdj1OKEkjhLT2YbF8AbjQoNZNp3j3FVoWbgMNtZ9xnJxDrhndo5rQ0zRlv1w86jOvrB
K2ZseMkyb9P10jhp66JfRHKSv8EhQX3kwkyg/pMz/oq7T7YCKojsmVvFoPTUcj0AFoD70EgHNJ1p
q8PS8y6deQhUM4oLEdJQfc99vH1Ao6QK2JCOd17Dxj9JbBhhkXXGuiMg7oW5mer7bLDGJ2Lq+M3z
8nE7eqO2AtprEQ6QFMoQJRJ1rkDAOw52/NMb82yrfSb+U6rJDigxqW8QEmdha8PsI2wL95vdsv5H
meRYH0PRfPTYd99K9PjtbWVm7Q5i7hxC1pl770Nx/E7SGtAXuIx9mNrMQHYT5cZI8H6AomQGFK9Q
20SdRjDIHFW9a+OePgiCW6oczzUc6RB0cAquVAK8zlYYdgxRp8xFUsZN01wzJqEgbtuyfPEV0ulA
QdjeXCd+lbM1i812EzdooPij265b3PoOagABLMhSw//jxo58hkRVnwZt01ZPI8wYG1zBh9ILc6qM
4KIFv2uh1RAWpRYPMmO4CEuUAH67KivJoR2UCRxd1awH3CDQ6DU6Ow8gqc8VClguxG4AcZSrMpVo
eAGh44eoZEWPI8XNN+ns4dSiFfEz8zz24lZU3CFpap+EO4hdNWRy1eZoU3jN6KK4U1vb1sN9usf8
POQ5kWuc6yL0mB09VgPvH9y+v3PK4r+4ycm5Yqxa1VmHTrgg2bbGTSUwByrXusAqDdImy1YQ6SIf
PZr8e+he1fcjDsYVg2DdFuXgAhocvQ9FpBGXbM9hawPGFYFjswZ1Haf4wG5LH4j0+03FWf9g9WOy
R0nHfbDQ/AhrBUmcqipQO7DqFjVypfkaHaNhNyRgKvS4lH6nniPuGfR2znBEISe0eWL4K9XoaCkM
W9WN/aoeAINo7Lw51Y1FH207oh+4Wxe7UtZtA1RKD0t4BReJwLa49dgTK91cetAdcB0ZOLAW7iDo
iLqo23I0aIhOBKQCsTbTFhUoOC2Vd6RAOVzFqOmswAvkO6zp9Fg4dbSpbAaZdZEJHGe9qpHS527N
rXUUB80ZVY+4zqEurnAvPrho6KG/hFO3q1Azp7Gtz2h/qKCP2vSniey1Dzsm5K8cNiyD4OUWDjTO
uoAc5wJMcgbaNtVRyNysEq53cQCSgM7I3GQbgAxOqaE9XB3514CqUykFKrktYyA3jg7KhhIEJtwR
ULQX2cuX8H9/gW6fIMJ1Q3Df9CuY/8KDAuJ80iuAoLK8jzgb/PXt35gBME6FFIYR6K+ig5VMl+E2
9IiIe/u5MwaBcG74F9+MKwV04zSMsKBaeoAOLa6h6UWr0woTiPSkSQVhNBsFoG5rAyxGYmdfA1Nn
lAvYybnvuvz909j5EfS1SlhSHmL5rXafS4C5b3/Y5f2voAyn0goy8nBrAz8HepDomEAK1/jjAOd/
++Fz63YCyUSNLGsRSEEoHsBYI3VosAz79rl3F/DPc28/QWSWBg6GPkogNTlkuFLukq5E+dL74utP
gM+KoLndonl8HNHpo1CsXuFWumEOeuOmmS+Zbs8M0lRpYfDJWJpRHB2BdUSuczbtcsebizvjuBA+
ZhbPVG8h8muqMKn9MbPKMKJ/4Duzuj3Bc0+eAJ5Rd42hrNf6BzOV28LO1qauv91+9HWmmjP1oCus
FjCoiF1uQ9UZ6MP/moiyoNYSV2Gr9sPB616NMVraB3OzMNnfpGzQx+Nje3TITxY9WASuNulTURsL
gN65kbr8/dMGbnEr8Q2npkd0ONq7qCr8I6m85NftwZp7+oTDoKCRByBgBTZNlx4y5d0LFLS+9ujJ
HtaAoiXoZvkwvvV4kJZrI3eXRGNnti+bbN8BV1w92sDLFx5AJsTud7DCUWszkw+3X37uByY7WLQd
inroiR9VXp5hFdSFIIb+l5j05+3nzzCNpmZztQ/hRt5At5EPQ7zqeWHfR+YlpXA8Ym9dUapHhT7C
YzGW3t1Y9Hn7tdA0taJzItJ0owNSiTcoMEUt49wj8Qiz/nIPpjVZmHxyGagrx8PUfq6JkIlRH3xp
AFy3McAolqjuAahDTql/aVkeCWXPvFC7ikCx7/ag/mVkXPvRyx79tFcim+SWYYv86LvaPhvEF/cD
cH3jCqV/lGW8qFzHQL5shKEYHBb8ZMUsN940bcqhyk0NuAJpuktrWL0JxtNNVybqHmBGtkWnm3a4
f2tACmJUkALDtcsPFO/TgKWiTndx2+gYAKJhvLPaEsZbomh3pU/qczJ6+o5AtuahSbi9pS1pTo3X
6uekSXCrqFtBUTjJ1bpNsIjXeF35kigFd3iUSz1UDsociUGBxvTJdNPhkdbCD5mvow3XjrP1uQdL
K7TngD3y6iT5zu3qG+DXxlZmxP4tUV3bod8ptmVdq72i7gVp7FlHApLGseNQLqrsfoB3V2qdB1+J
dWo09lZGkb3ORpoCHjSive4bDF3VvtV3AwfeOm4uWaQQzgNUhrtNUTFclbQHmdnAG7Jim0HEeOOy
wT4BcGouHRozm3Lq4dKhVmehFeMdAMy/lAcJV/tF69WZSGhP4qy0O0AEQDA+uEjSweeM4iUa88xe
nxoQsYEZY5pSePWU9UPJG7WC+fjL2EVNaCKTrdpi3dJ0TwDmvr0P5j5lEnlZliZmYyM1g6zlsNES
nHMwPqyFpGBmFqami15sp2gJGZAORoMa9mVrhz0hCi/Ep5l3p5Np6Myo86p+RHxCsXnvS0C3qo4u
ib7NvfvkuKvVILya4UzyOhUMaPUWKIv7qDPeHvi5x08G3jDK0jWh33wE7vdhHDXgzGYbDNbXzAsd
Ojn2OhLZaPrj9cmQhznnK1Gck9Rdfe3tJ2ee2aAun0L4+sDRCCe7JnHRnBoWhob8Xe5XgvPUeZFn
o5lCno4fxrJiIUq36h5iXRsf/fyjm8sO/oXUAebHsFetT38nspS/eol/b8DDeVP3g/2N1rG90vGl
tueDZ7kG3i/a5AkscxpggL4JhbataYj6hCYaUJ9QxHcefRug2spJ3Ht0A5stjVto15K2hAN4POwj
MwY8Ma0ToNBwBr6YEfc2uIjpx9ps32MiEwX4Utc/CBgzb7xCiZ++k/QH1IY5qu8FfdY+4lvhwcUd
jS3c5wGzv3cRqKKwabU4Ui/xAJ6Dx0HWqzzI7C4OOM3GLaRa1ZGPcIkXBsQx25QYB6cDMAFlUx/l
YE3fUcLr3pkU+SG39MXqsS0AhGidH3FCnG+N0fb32mzHM4Tdx0sDgGWol4tx41tEfCN12Z77ASZ4
kARXIAkR/aqEa//ofFKcjQHWIivgZdPT4CfsoJKGohyTkHeei+anR+kIcfPaJCEdrXwLCS725KLl
eQCMuH6yxo7eydEBGn+AGc9O9ZBec5pOf68cwzuZPiPolGWAlVqQsQe20U1QwqNAiZcsXWfpIEBv
gdNbUpo6SIDPegG9zTm2qiKAr6MZGGhDsyBOLFAvHI0Si+L5H1AFjGc7JRDmtxL6ZrC2+kVirjeQ
bOpOCc+Abwad+kTTBiAh0J72oKygzEcAYYIe77eEGwyoBY/GJ+EqBN+4qAJbVdmLUcKqE4Kt9pLn
0tyt357sVLCtZE0aguSXaXaMBtV+A0ItfhmhYAVsWp3TnYk29n0y4upM86pdgXaEUhwoJncZpzBT
jJLxS/pKyO3+zYo4JGshzdb7h8Y4dYM6m75xKki3EDVm7j9TU9Kug9i8Bxn9g6PeQUkI4UcZCOcs
+8XIcYme1wLHJKsTDvDqKPR4B93rg4N7RSAlGlm1/QGaUheMlm4CQNJgi9a0z6blv2r4SYSJ+zXh
FvvvHH/KKtGBojlwwMXRAaxWVNlvZXo7BIql/OD6qWGTyamRgYVLuSyqI/TsT3nTAKmW5oGbmx+3
4/r1IxXGEf/Of+YU3GaIMcfIow8xo6/wpP1SGQUo238fXZAacF7mwboArVfXFmhpwbrMefjSi081
l7qOdgWV1gAO5ACov7313WihLHd91eKm+O+LS4YmvFFji0XqW+t8NPkIvOdPtOcXjruZMf8/ySXS
VG6FZPsQu1ZzVzhE7XOl4+3tgbnOJ7angkvQfh4dlKrl0SpTuMJK+6iYf+7T4q4BsymqSnPhGjez
NKfKSy2gEdI3ML8kKUOYIQCZEwcKbrG3v2NuFi6j92lnachS5UKIEZjzeGU08Z4rElZNGShbLPzE
3BdMMr6K+qB6KN0dWWL2+wFNxkcxKvjJ+m71fvsrrhec7Kn/EyyZCWMsHgBhB4E6KVPYMjjvMNWF
i/IonuC8voEAx4JEz9zCmmxmwLDMHBe7/GhkORAMe9NZ+Iq5uZhs5aHgTMBMCxdzaf2ONVgFLRnR
EaqsU9bo8kv7wprqLjU81xBY8enBBPOw9gagUYeFaGFfPyesqezSqAp0n8BuOzY+sZ9lQf2dI/0Y
XBHfKM9jTEHI66MKfXOni+FL6PdO+wT182gLOq4JUoLpkrXRmUayVX7f/WkyTcaw9kUigl5aZggq
UbJRzCEnq4ARCGD7/WPVmuQ76YwCBLDa/4h5BLyoayUwnZMVAHqQ8ISQQAtfWLNh+lfSAG2R+MmS
ouf15W1NLakylsCDWGQDnB/KgxUB9+vV/BlEyG+31/bc8y+r5dMO9Vur03WaFEi5yrDp2bs5oEtV
Nk+3H3990VlTRSjAEK24rC19pFzsoeS7i8piE5vNphyThQ1zfXdaUzkoL4qsVnFdHh1oM+7oaD/b
lr0FixWNpNZ7Bit4h7x6yctz7oMm4SY2lV9Anqs4ovEWDkDxx+K/yvleqIVFPjcfl7X/aT7A7obb
KW+tow3IyarybPEa2YIdOsBMFwbs+uFiTa3EBNBPUSk1zpRyBJ43DWX3mutvsdNBJ20hJZ0bpkmw
yTsxwlk2J0fteOf8MvxmyXZjXZ2iqFYLof+vaO7/J45ArP47WFE2ZKBBgkucixC45rN1oGETipVp
BKBwA4IXNivjrlubGx4cnqMVP8tXZ73089cjtTUVk6LxoC0hcuuou0p+L/rY3ihIQ3zJ8BIk3EkH
xfWhrmGqrDpmxZ8SEInRvtdcrGj2eHtrzr3+ZOcTAsXl1tLoO1QetOvdE1guu689+rK4Py9inVip
Dcfso0nqZ8bNR0e6C5nRzMKa6j2lVULEKPBoy1F7SVBEZR7QBhJGZgEHYnJhac3skanhTlkNjJSe
Ho4w6owCrwWXNpE0etUpuNelBZYfqN9ZufBrcx812fSZxQFgkZ19dKDI4lb3TfVme12AAt/t+Zh7
/iSnoFGagzsa1VCm3IwjzsvsB9y0QqtdCFp/5cyvbcTJdi+tmuTcsOkRyKzQ+97fsTaQ39rgYTyA
PBDWO+tnC3jVs7mRK2Nv/FSvxav8ZT5pMCNW7h7Z2sJIzoTPqWyUBwDnGIEaC7MBHxQ/+JL6Tf7M
GYhrt4dyZtdMtaLGRgmmcSM+AiI/noHeS0PPJEtKyXNPn+x5gOz8QqkI40jsfVeJ98Jtv7bdp9pQ
Hm9KkkegDMF+NoWETZc/K+GDxnB7XOYGfrLlsYQ9FF5AzIbAycUVD20TDYAab52FNTw3NJe/f4op
yB1so3cxs46O9nWtTxn3F2LK3Lvb/z5awmPO60YwY4EG2rY5mGA8JObS5p578cnmNmHk2Pvcto/g
VP6BSu9eG3zztUGf7Gv0dRjrrALwPbBERfMqvQH8xS8ZdwDrPNnUiYQTEoWkAzCl5V3ruGt4MgCJ
mzTjwrjPjMwUvOTUMQqACZDZ2gYUrSovyB9/adhnIvgUs5Q2MHs3TeIeNdpUK6HjY1Hws5VBhilC
vIKeirvQL5n7jMmm7QFz7TteM1grApyYtH2zigRdSNZm1uYUtgQEWUMA+O+A0HhhAwgB0Juohq/d
z60pdqnwQNmjJlXQcu5/QxX8hxPTHyn3z5yIfCEyzBw+zmTjRr5boyDdY3fZ3vjouGUMZhdQiMQZ
nbDO6JKv9vV7AJm6l6WcFIiaPTnGVvXbpbmEyvOQR4Bj1vkKRCnzm9mihA31h4H/ub3/rn8aPHj/
DRxo1mQOyVKI4qF3nKfKX3lA5K4cPz6BC74koDlTa4b53L8/I2pp8jh23CM8mJD0UJFtGgiBrJsq
djeaXnyIZVV2B9AFyw0TVb8B/LrZGSV4oAAUWz+9BPfc2588t9gn0QwCDaPM0Qw5NlDjApyNwGmC
px3q/7efP7feJyGtqGMIrlyOKVfrO9t+pynbt+NS2X4uKExC2giEbe27ML3MWbb1h++xE62R/m5S
78NNf9/+guuLwpqitjpu5A4otUhBKpA1yz2ozjuLoCfgLd1BZ+ZgitoS4H6iFBGzY5JHPrTAOBjB
cMW9/fpk7umTcKbjyoVYEWKCCRFOoPTd+Clu8/qh7jrj3IIo2gQy7sfT6Jtw8LPzemOiTL8dO6N8
6S1gaoI2yvjFyLRawNLMvdFlpD8d/W4Gf3cEEOhzduKu640nbxy/+OhJ2jJQhrp8VltHUYG6kVdd
jAJfvOQBO/fil79/enGDp2UKBzI8Pe6GnUqYs1G8YAsZ3cxWYZOwkFDhUlViMfft+2jcwxg50MmP
26tg7tmTbW5B+JEKlnRHwPY2+QAyPffXefR6++lzW2SyyUWeoy4ksEXqFhx185T2cotFFBjC+FoY
+etE+mnkNbqoUguDHkXq7XtJwRBJ6U9SkKU65/XTxpriu2RcpAz8VaSjXtUFpmx+GlSsWJziKDXg
TmHHDD+ZrG8P2Mx0TEFduE9bVs7xaynELgOw19Z17MaQLYwW+jwzMzJFc7nEKcBvxXiB4w3KWA+T
OUgTB0ToR19n/ddmhU42Mhq4adFG8Kmgl2SvSL1HGNCd7OFrYtvWFLlSWl0Dxz98BXKBIBFt4KQA
WQ3dwuvPbOcpdEVXFwkQ2UKBo8lfm6F9yVt7qZ/0txl45Qo9zSVaiMYpBi7qEcoA66FCf91N+Xcn
NuLA8yiIpgnEa0CIKrzqvR/SM7yr36Cj88Vkn042PBHIw5mHFVajqPLD7OLsYFB6IVrTpT7v3Bqb
7HrmwoZd17itaN95dsFOCUhT7hLWQac0H7/f3ilzczQ54XMloNo14mz04AlcQ9hQseTh9qNn3n+K
byEg98nxwoLI0QHP+7P2XMD8Pzg4i7d/YCamTPv4uTuwNO8jBnGs9jkHJbSynW2n5D2QK48d5SdV
Rgu36ZmAMm3qm2NuDRwAfJDhEb5QjEd7Dl3FjZ0t2TLNTIQ92etaeWAJpZ0D2fcokO43e8khY24a
Lp/0KbTXcE3vC5aZ8PUErgtA2/wlAu0qHL063XiZrHa3Z2NuiCaHN3Fb2wcyyDkKCGna2V2E/4z2
QpY1N9WTs3tomGlDMsQ5AoEZON2JQ713GCFVyGFLUDyblVzd/ooZnK71t5n2abjitBE8idBKVjp1
txwiiAduZ8ULnEDMnS1iFq9NyWUaDC5TYQIFE2B3sgoql196ATKNLI5Dk8yDtNchvkgLhOawhWQh
NCAGGUIW0DbAc1v4qetLjkzRc6BBOknqVP0xhepZFw0QRXEX9sv1R1tTuA8o8Si1+F17BCHtXWvx
Xhf+/vYAza3nScSStGfSJFgKhZluh/psRk9u9URTvhBVZl79b8320wIwoFjU8R7Pd6FEJnNQ7IyF
5Hlmh0wNKJUFudEEPLkjyZOLVIYQGw1PpbBoZbm5PTgz+2RqQomqstLRwOFd7V00lx+4VbyY5KEG
gtmoIVb1xcxkakMJZVmSd67HjrnXh4JEQd79cRcNBv6OyJXDfWoxqSuQSGOKUwmoxGeIFIXyAOmv
X/6x3Ddr9jCEdJ2txXPyCIXSZ/+OHNQp3YlH8Za/OdbaWIgFcyvh8vdPK0FCukUmkOs8MjN/gSTW
nRqsL209y5rEM8iScbeuIQhsWs2jXanvXrXENPg719cGb5KaKKnMvK08cmxo2oUsc0tA9KP2uQPO
MHSoqVnopoD55hAFuYf2FWieTW//iC2nvh8cJONJwSBjMZb0YBQCZczEk28QfrSOfiYSqHhSDgwv
mNzvcdv1mwZaF/dSRm3YtZXYGlXkgksaeSuSCPWlCxChkz1Pcr+0zKoZQNuEjrTajL5YNcYvDU2L
2/vmelAh01xF1ASaEZ03HEFYbVN/XTO9F8OdMn585fmWNcnlIDsG6V3OyXGsV5YBkRdItKc/Y/01
bpFlTQaobHU7OpCZOZKY3pPc2ZBOPt9+9ZldMPXqhJwBpOETgrbtaLtrOP14W2vMx4WAdX3gQQb7
d4+1seqhWunUxzYzv9fc3cVDnARtqh9Lyd5uf8H1uwJxplGRe1JwVLebg1X3G4NAObHxdozn+07S
UDX5C4Q7V8BFh/ZY7VAUXHVWsnBaXa2g4acv3/0phhTQgFBWXbcHbTwmVn8uY3lXXRBRtnMe234h
Us39yiTH66oIEgRoWB4SQ4FDKxt4T8TWoeL5W3YROlRKf/GXJjGRlVYMSkLdHQpZv0Eg4sVORbxt
Iw0QajN80E7HCyvj6mmJkZuESLd0x0o3ZgU9WShTQwWahBACAAS/WwJ2zP3CJFBCYziRkMGtDziJ
+/vGzfuHyIH2P/x084V2xNXNg4+Y7HsIaMDfbfAhAOjWv5g0Nq7CBfX2sr66dfDsyZ6HEozRpQZe
f4Dkm2+8WKO5NqqP1JRfm4G/Fc9Pa7ftK9vtoUZz6KGynoEBFmXrgqQsGCD/txAYZ1buFEtMTAOc
HCuSsBEV2Y+k5CQsG5rtLV8A5nrRmnKV6BZC2cyET4HFXQmaSDeakFtreL9KoGMcQCfU2VeZ/BIR
kzj/hy2Ou6gcSebufXJijbN2rR3vmi9OyGTGCwGpMbTsqwO1SrmVaWzvbQoJRVW2+ePtRXU1gSTO
FGLc+2k1Sug2HiqSjgMcKkj1nmae+wRfywJKkATGAbpxGWDmEA5e+NGZXWJOdkndWzzyKy5gk0Lv
htJ4jvArt79n7tGTIfMTp2ihwi8PLBfevTLZhwIMamHxXn84m4I3c2OMOcwMugNJG+hqNfwNyovR
wptf3xnQ3P/35IBnPFBMKXQSkDyIdxENCWg7Pc3uCCQHT91YUCc0Gv9LyHVM/OTnqHAy7iK+7uu+
/yUG78VxhreyWgK4zWy9Kf677xLLh2CvPGgGc0sFydi96dYE0pRISr821Zc4+SlcGaxxFXzD2D43
SbuOuNNvUd5MF7rWM9F2ivzWUJ+OlZ0CfJND80bc+9Czh9Jb4IxPt19/7gcui+zT64vUcXUt7fJA
Y79/U00C3Kwafb0B9jCGGCGssra3f+n6soWtwL+/NFBFOrsj2G4ZabdN4/snKDmL1deePjlV+1xT
C72Q4lCrRq1tKNiF3KqLhWm4Hp/YFN9bjTn1lELzFqIGYPmaBt2mEJGHBQY8d3zcE0KUZX+3dv79
K18DG+5/x6qWPI8s16oO4wg18SR7gTbmQm4wt8EvW+XThJNBVgbsEquDM1SQ9OEoNUC+/45CsF7l
CQ0hpb1genl9abEp5FdqGvWVV9aHzCi+px1EtRO6HjJjV3TN6+1xur6/2dQFFtfYFmigrj6kg/HM
h+ab5w5vDdh2C5t77vmTVQXd1cSEKCpqGEgJ6iSHiY4XZPW4u/3617cEm2J8jQE94trH68MS5VyU
Bfx3PQiN33743PBPziBoSMnU9ev60ILvHrgwKwIOwDl1sJEwqLcwxzNfMMX2KslVCl5bfdCxq0+t
Efdb0civpcpsit3N666AMxCtDjCTg5J9H/+GdZsbDuJreRObonednmcE5jj1oa9JF9Z19tt3ZbLS
zdL4zCygqe/rMNToFaQcC7R/rZzXdrgXSy7Rfy+r/1dxIQDQ/ruTMwOldQOKZwe4tTZ0RVLtrCpM
NqK2aeifru3Ub8WlylPCamPNPZUeU2jW7dye6A1JoSxQRXDUaVtQb2lk8BcqzF/KQd0X3kj2w+1V
eB2oQJg72UIAvoxxkxR8LzNhw7BDtc1j7afQC4kq4ILtMo13GYd4ZTB0PgMkdczXNZR7gLI1Vyrz
/Ne076PvsK0x17dfaSaYT8HJPB/ziKAqckgLqIBW6lTF3gM4dE8A+IZtxR6N0RyD2781E22nCOXU
68qssF3r0Dsrw/Jh/1EFVmmuzfKH438Ju4WFMBliGEGiq0IHvsc8/4GKxhCM43jOwdX12dI8zi3k
SbKsiU7lWA7eHiw0p4QZgGWEMUwkbw/T3NMnsQqeWqYJOrrxP87OZElOHIqiX6QIhJAQW8g5XYOr
ynbZG8IjICYxD1/fN72qloskIjftjrQDgaSn8b57jsnkDrsMBvMP9qzjb+Fc3pRWj37o/T9aKpj8
F3QU5MjRt5sKuHkqYIRvNd5KUy+Mt6bmmEHYFs2uHR5rWlbwOc7vhgID75hlh8Fz1jrUwoDrXjra
m+nbA5dojHURHkPvi9v9seuVFc5CC5jCY1IoqiRT5Aizv1GUYMk9A02+Mo3Spbq5lPrmrUXBiTUB
lXm0wro6EyDEPujYhfdvHUcYbmIkwTM707BG78VWRiOYYFMK3FBVzfsBwCiMT470yxCZYVMcedsJ
KsiVO6OlD79U9JtXQza6Qq4uPrwEWWiAgXEzP/Ii397UsU1mbgscRJlcnt6U94CW+oU62tbP68/+
u7t/ZwJwjZismoSFdtfh1XsFYnky9wHscHyFgT4HtC4eROM3EnvbEcCtYQLa0J3TlavRhYHNlB07
pMcquaEhvAS6hxCuiyOHlXqS7yZ1avTahc9CKab2uNGplThVFZ/ymkF3ZHmPdmy7u4g7D3PYA+05
WSuntQvd4B8hsudZqgAKF96ATgIgRV7t4DP6WzFbr3SFhcg17RNFHPN6kmN8crwvelBny81WlpFL
736JujdduKaRB1d+CTxSaX+HSWe2i7DCBnRm7cp2qYDL728KuGCGSDla4XEY4EsNNC9/0LTunuBn
FN9YO0YYujjsn2EmAoRAfehoFFjF2tX2Ur0b+85uqFrguIDqzGD9sam9MdloePGsvPdl+ngnBoUx
94YwOx+6Ae89WVPo6zZ8tRj/3g0grJb2YzRJ6k+E+wBu7K9H/cJQKoygHzsHeEJC5NFVI6hClL4K
lT03Xg3QZKyfrhey1ODGfDwXvOWRy8JjDEimUzylThuUsFW5/vSFBZipvVVJwnmhnfDY1uo+ZvXP
NGsfZN+8dBYsixP2ORO3nc5wU4QrCAil2YQPsZm4A8hyA0L2ysSx0K+4MRNPkDEwbTeY00oQMWAq
kkY3OUcha90IaCQmN3kJ4NuJxVifMwjL5s5rV2p/ocdyI5gJsrDLmNbJyQbq+xmHxooHOLBE5kip
nensYQ8HqeQ41K/j7HrHxiumG9dg3AhycBZGm9RTfLLBluAiuXeG8zQ5L9e71UJkmErbLJ9cIDPx
Ye3cBqCAc/gvuyIPCoCrr5ewEBbcCPYkbHrY9CDn3EnhG58DqzSBRQa29o3PN2JbaZCIIyshxzoB
Ex2XtmPkffSSmzQs6FZGVGOEBUHpEtXahWs8MvJr65vMPpL2tgYw1bau5VFsNRHXaQpFZx1bF7/J
+gDC3ksSg5t1vREW4s5U2cJkyJkGhvGcDuRgKb4DWebz9Ucv9CBTXxslbgWn3iI6UV1tQJiRTX2P
jaFfg8h2WwmXkt/MpMJrZJUAhXtK8z88fSCUPxI4WHG6st1eWDCZ2lpWUuLMFMsyDvtFZBL+DoHX
9q2qO9Ci+lK2bE1KsjCGmyrbDM5FnKUhBtYu9zOsL2Fm4wGNMmWI7OGpUMnKcLUQc6biNpocOrmj
lEcHnvoZsKhNe2EC3hZxpuyNR9ITSC/AbEr7z8pFFjGwAS+8WWvvpc5qRPTglqA5T3V4LFJ2kKm9
KUnzfL0rLVWMEc1Vz3uKVKrwSJXj9xe2nzchLXlto7nweFObEmdI1rYrSY4Td77zDkcjFRhsMIzD
yHf9AxaizRTSdjMTgliYQDElg83sR97nC+18Vu5KAQuVb8pncYrgwIgCO3Kpq5e8xSFl764MQkvv
bsRxSvMY0yJWxFNfg1744qVOMKbwvsqerlfOUvVffn8zUDggLSCLPouwBACbp8agdHSG2t3qgYQr
24alb7hU25siepqCYHPZ8kj5TDtM/GJfiGcW3riKMQ03QTidk9Rxkdlhtx88awyscFg5rVgY5ky5
7OjqUkxABR9FLpxXHpMGrIz4j4465sP5sXnOQddYqaalXmSEsIJlHwwSe9whAhi0zUmebp2R85U+
utQIRhSPSpSZ03bZqbCiIoN3Wm7tLA17Jz2W6i5rvXylyhYKMgWmifBgtQVp+smTd7T9KJPHJvzO
rdfr3fXvHP/OPshUmc6qBoZC1tHp9fXhSLYPd8kTCKX78+ADHu9PgRVAceqfw+AX90sfWrSg2eP6
KWAbLKB8aI43zQac19P8uTy6++rDVPra18Ez2XR+5/9aect3N2uWua52K0Cpanduz0UK61qn/NDQ
YqV63+8llrmqHl1wcCzkGp0rTxyShu9ES1eyfpYeffn9TZzGZaI8YlWwNrdfQLROvZ/Xa+P9IcYy
18sOLJKGpMpbcIYngJ6Y5zNQk0S8ctH4/grBMhfLNi9LHARV5al04vipzYmLtb7bb0BikIEdMgGE
UVmeBJvLlTOp9wW81DL9yGNcOtdRXUSAxTe4vM71NL9koGvuZhy8bGYHUEK/L2h1po3DcAUSxveY
gDiUf03SbWMnS85uHDp7VjmAzc/NMHwlNIlsTK+zAxbjNCcBL6OE+q3UIgIbe7COWY01uy8a1dxx
5nWY4UsSZMztPxHPsconMcZraTMLLWYufT0Fg2oOU8+TG4ERXdU23UqABHcWl+VKZ3vfreeygPh/
b7NgxFmXyOU8l1M/6wD8nt4XIfkylGVaHkXEAe524oycBxKDidYBZCOzejiBJQggVUytNsLfUwDq
SOx9phVY9NLT3WuECgLTzG2qHx7MvuYgtdPssWwp+comENi3SOIY7mUyjivd+/0BzzJ3O4Coiqam
QDZb8wwQDSDhLy4ycZVfWUjShh3zjQsZy9z3KCuivIGP+bGURfirx50cFmO91MT3ugpsSRDJ6EpQ
LYwF5g6lJ30JD0ypTl7cRhognR5bXVfLrzcNCWbqX9urOu7zJjpZjfPDlTCUuOTmZwrmudcLWHp/
Y1kTucBeFfDiPbohvQev54G3+uX6oxfa29yRhENPx76TgDFRAuyze+7UfK8gYPKHgn6/XsbS65vB
IVOEuE1cvH77XFdyg5SKlZZden37/3EHGavQSsa4YIvmk5U825XasgqcDCgfr7/8+wc/lpl4A+p6
mLv54B6RDX8HJ3IgD9lJ6cdEZKBsQ5lY2L/KRGyvl7b0PcbCBjxAry6I5R5TPj7ZVH+ZnGKfOcBQ
ZgBI3VSGuUdxCHi2RLrOUVXhfBBw+a+mFhIWl82buGlWWmZh1DX3KX1lQUxd4Yi3F+mzbMUHTscn
LHdW+u3S441zRFrjvUNoiI5SJN4r7t6apyoL4dpQWsnw63pFLZVxaaQ3S4hRMNJBHiCPES2GU+1N
qvObBgQ1W9kYpm4r5FL4m0Ig2IdpQ5PJI63IA2hjX2JSHpNqWIm9pW+4xOSbx8MinI4zpCzHfOQf
m8T6BHoNcIn99ra3N0I7rdt65CD3HSNp+WMOykSI/5Wb255uRHcv+qYdWsmOtdxb2KNHcL0T/bjy
7u9vhywz762qx55qDE1HBazhAPpm+BWQo/0IeLItd9e/YCGemRHPkJkCu4jIOoZZ+EsXBJR4l1Jf
uJkKeNGvLOEujfnvNgIu0f9vZCmjItaxw468GT5RDrMEIoen61+wUEvmFqWZyxge6zY7UlBsgf78
5rRzFhQKmV0Czqo6qZ5vK8iI6DapQWeAZdKxrm39OmdTewx12W0yr45+ljPUj3mZqZVriKWvMkKb
TO2QDDqXx5aA9akOwvE+pPUhn+ddwj5d/6CFm2bLzIxTiZgghKPiaI9uavtqHMTPuRTIyGpBmt6K
lIWBpQe6q+eu3bCOjs8QEkGJlLjEWUvsX5i/6GVgeDsANPYIlUsbn7XuDqD17qZcbAYany0x71Xu
YXY5h0yv9MSl0ozhBvn9YeHxKT7bszhaRPp0Dn1Hlh8QtndW2OwaAPaUbF6uV/FCcX+X428+zpZN
2Vfg2hxHLuSBDA7GNmD2jpHjtT5DdMMm9WKQkXFbHNtEdyur5Pczj6llJrxULVGyIoQdYVNAfE6n
ejgD5woOEe2K6MHLgTJz01AqX1vhtIG1DP8MVOaaQGJBH2bZxsiYMNkoLlPnOOlxfrFjyGjOYTcx
B0fJIMWenDwdDnDuZxDfaq8PfVmlyJWyKmr7VCkQXp2pQ9KpmF6npljjEF761HvjkHHoA19h0WQ0
5kfmTR/DsZyDVsGVnKjx8Xp7Lw10xnA6AEQqI0Wc4yCLOgcIvnN2Nlzi1tzs/+b6vPMFZgJdweEO
A7ibe5R/NS3JVsfDk4bGZcSVFcPWLZcSOrHyotcE+QrQJEq2rIBNzScFx1nLeuHj7Dv8QeECJGf5
QVrhynS1MJWY2XeVBbJuFUH0nyLhriZJUIlDkU0PhfxyU+VSYwCeAP/sp4G72PpFn0rsZZErvNJu
f/fB79WrMd6KzrISu47kEYkqBdaajpsEZIQF+DA0CWjrbg5Iu+PBR33k29yFylKTnO+TAereYq7b
Dciq7Nf173y3IuE4ZnSiXGpZS+16SNb4REXulxggPP3UtX+uP//dIxxbmLOxECpOw64AVMK1wfD2
OrbNKgVre0fZPviq2Q9Ss/o42zBmvGURiSIvr/JmHMwUUHg4S5SnSN47NmTpTQBoY3D9exbqy8zI
LKcGctQRSFhq1V9krY9RjPG9Up+Q3r8yHb87cOD9je7BYdcrhwzgpDTsg8GBFxDXn5s8vhEcZ87E
k51zm8zCPXlN6roYk8X0hccwMo9pMllB65TqxsoyJsA+wXALeK88EaYgvQP+3a197hTwHVqZ895d
uqCu2P/bWpFYIy8HVhej0/g8H/zc6gPZvOqG+PjLlR61VIoxwXCejWleUHmyafkD+KC7xoO4y7OG
1y7tgIBn3e5671pqemPOAGFGd1AnsrMEOtivSb6teJUHkli37IBQX0a4O1OKdSVJ5/OEG/U024cV
uNR8Zb2zEBvmfIE7dZg+WmhuBoxp1tv+IL9H/ENPopV2WKgec9TvqNeOKmvAY4740YomZPMjIzlM
wpVBf+kDjEF/JnGqHYLqn3OksXhVX93xi5QFrnTNPsc94y2zly3+alzfjFBYCyE5HUPeSbLXgaig
KTFNNsmekd839SNznTtUzQDFvJrPQww8mpD1Ty/ir0rddHeJDzACO6y6qocdv3fCf/wyjgPS/8nr
eFvOKx/wd374Z45ECUZgg9vOZwuZUmcB7ODTLOzqEQTYAufCNjvUVOuTGObRnx0RAexdIZEKWPJk
m3Qs3NjFTPY1kXxfVxnfx24qPmQhjiIJbZJAMiQwwV7Vyf1ZRaDTQ8p/CG0IfspqTrZzTZoNFKPj
/TRO3SHvIu8LZii7D9omZis5Lwsd2czJm9TUgDE2J2fMjrDml/XXNGH1lk3kth5mGQ2kWZnbtdXP
5y7OvoT9iJyRdDu3UeKTYtWvdGFYNNPxCInSdI6LGUCGe2UPh9Sd/NS6p93DlKzZwF9e+J1+YCJZ
kCzliaYT9lmn2FtAmJohtdf+fD1M3l/h2sLM3y0rDpQmL0FAFG51qFmTblKnk6XftHw65FPaP4VT
Un/KmhF4NbCG/Lmp9CM4q/r3VOloByw01sKdk0yBohyEtIFq129IrD5YtIsOQ0RdvascXf6MWzcb
VybWhf5j5oM7UQoZTjjAj5Z5f0q3jzfMLbej4MfrFbP0fGMeYk0JPXAfjufIYdU+dye2tXqmDoyR
8Max3JiJBNInRo5MlFMvyS5u68IHxPuVJLj+uv4NS73zsk1+M8imUzKkBS6UT1J53WHiRXgf1c6n
PsPBZRVhcCjK3L1tWjVzkIteZX00Y2LCyVns/Cjjwp9gc3nbhxizEisinbRhC8PJWg6+DY9OD/5I
o3fOwm9xtCalWQq0y5z4prp61BT0s5i80eQyCGV6bhVf4/ku9CfLaOzQGpDGlDfA1ALNS/vfY974
Inu5Xj/vbzH+SWafkUVAh7pQ51a2zjdIaftvMHcin1hf82rH8hAO1wW0az8tNoEseL3Q95cKXBoR
kg81BgEHi2jcTwfZzKINhpE9GLn3SZo8XS/j/Sbh0qi1mdsYsK1kOtc2El2U7ksco9Q3DSH/JDNh
WKqbEEbhJ6vr7SCWetsPYbJVNHRWquj9RudmNhMVHWW61uLUev2mm/RRpNMmAb7zeu0sPd4IC3i+
S1I0TnGOWuZPRQpbvWLLu9uebpoYZBrGtTa2xifc2PtD/CujnT/Uzze9upkLnjKsY/sW0HPmjqco
dF+zFPyv+Ka0XdzEGaFssXLM3Yy7J9t97oovUdZs+yQO8rldGVoXOqYJewJbO0+LHjAMNnSWr4Xl
sx5WmbdVzqXQNwPRIL3Y5QW277GIcZQJyIhrJQjgbEVmsxC5ZsJ3r8N5zgrUDlGQtcYf4SPmp/xP
Vq5E7dLz7f+/vwCCpYI8dwZp70MoxoBlz7N4KMhaouP789o/Gd9JI/ICt5bYBBV95Iej+4E0Mg5q
K7vvtfMMbtqKjmMhwDxj+IHIHpBfUspTrnLrYse2Z3QoAj43K0PQQjcyM7+BPKgUq8l07nI4h6aP
AH3e1ofMrG/bBsi9YdjmRjZsChtvPoKJkgJQe5PpiP1P1rcdR4mqIvCbYwwUL/lI40BrMR3GrF1z
RFyofjPvm6u2Rx7upfp5cy/t9rtW2Xf4fe2uh9lCNzJTv4shnoHlQOUDDekd5oGVm45kth/HzXjS
dpfuLV7/uF7WQkiY6dJZ4uUsauP57BUPFEonu/ggAbqCa++N7c3+H3Nt2jS5B+z7yXZKmNaXQYuT
6RzGw9fff6kp7P8/PoyLSig64vyndYMGsPGWW4Gc146XFh5vJs6Gbd+7yAsB2x1ncz4IlAV2GIMb
xO5g7a9/wUKomcyMpOq8aHYAm6yx482cnQKZ+bYnG8P1BPLnnHpSw7O/ws1Ky1Qwk7Wxeum1jXbN
QNGGKtIqzq0Dvkf1iazdWS2sGU1LgTRBCjclCdYmVvvsptP96PWPbgxqSJRNGxbmdkDj4nC9ipba
11grhm4eJTrNqnOUjDAOKr0kSJucbKCQWjl5+3ve+e82mZu5tBTnPJRD0HwexlbtQGGL/QReYX4B
8PZz7bX8QCahYGgt2cdojNmpHESNtJeo20QC2dBtWPS7QVqi9Xmk5VHgQHiDi0L4OoBIomEnGxev
GBnsLW70ckgC6mjT9Jn3cr2GFtrZhN90IeSpzOmrsyqJvas0i7eZk6+lqy09/dIub1YUJBMJ+iWv
zrLvAgj5v+HS7PX6iy80rcm8GTzZx5Zi/MTzeOfY7a6ah1+O1JvbHm/0fzpN2nFgWnZiZQ/QGlz6
YabPNnOzNgUvjMxmdjTP6glmfLAPjfsvtRh9LNP9vm19p4tXJvmlGrpE4JvKh4SybBsbWoXJYj+J
puGpsTnZ1JCsb69X0vv3zzY306IjmK4RrpB42OLcM1CF6ncc9zS7Cgy3oKk8yMNhdLL1hjw5RXQC
GjZP1phQSxVoTg0tKfpq7IBtHbdZGAeN86UpdTCFX69/3NLzjbGj1hR+Ubqtzv2Ig05a1+WG1xcA
iAbNxtXp7rZijLWegMtrHbeEn9Jpy93MD9NoY6UfklKvTEAL3cBM2G3nPumgQ8BeFiSDurjHilsl
a9P/QoCbKbrcI22TpWkIF1EVTGMTAJewEoELE4WZoisHPpZlCwysM9rCd6MxCToKmaVPiJgPE3za
As8Lx6e+TecVseDS11y6wpuIqUhoJbL2vJOibvhoiTDe0nTwVj5oYd1nZhkwpGERu1HhyRtrX9ts
E/LnCwdPS+2Pq/ylpW+4/P7mG8K4qqyZcec0V/B+J7BVhrzdXtmbLz3cGBVZ3eSqhYEDRpKPDvF+
z0T+uh4GS5VjRLNHVaczJJKdc87IPc4oD9jXWgGzpOtjifYxF2uGC0vfYMS1l+QJ5uv5AjPu7xTD
3T9Zk9ktPdqI5cwamOMpXZ5ZIiVIv3boN266uV5DC3FsCtW7qiIxEqPcU2o78AZxoW+6E2XRTH5O
sj/Xy1gY88wchQZWnlEiEc4U2yqWVptmgknlMPpR+nJbCZf2f9M9RVoUZasJEHKCIFuQBW1inyCq
AIrlx/US3hVj2dyUwcc4bJn5CPRgXPdjEDVOjkFpsIJiUm3AM7qveuunN7c/wrZe+aiFdjcTdyHj
Ez0SUvIzmcPYC8akbna1PeTjLU1PXVP8Xcq+j5BiVp+6EjckUHP6boNBo+zXDODfbXcUYHTcKWub
uuXwahuKeesg86OGsXX0MHufr7fJu32XuqbWO57LbmQFq0998iG3sFFUPx33Jl4eHm6sc/IReQnd
UNQnmuTFfUtIvVM4nV+p+3enITzd6LC8lnOaDUN/GsMUNs+vCRIUIhiDtO7OCXfY2q1sJN7tQyjn
0jRvAsODRWWTQ7p8Kr3u4rnfN2eFNfnuegMsPf3SMG+eHou6Zp2CqXSX981DF+XOSfXJ2mJ5ofuw
S6lvnm71OovscVYnaZE9hUkE7OGqO1zqVkEZAZh6/RuWOpEx+TTT1MfZPOkT3O8OJYf8d3bDzKf1
WtLRuyMHmsCYg4TrCMGwizuVdqS3U1LBTrVgbrYtGpb8UDoWgaz0jxqM3B3Tcb/mTLHUxYwZiRUC
vj95VJwgdpC+yrqfXqvdoILmGUYbOJz2qgLDGZE3bcvwoUa4DwAJ541q+dGzaOhHpWyRmmyvZaEt
9DVTeObk0ZxlPaykeob0My+uyqPWsTxc7wVLTzeive8tjzRTmp9KN4m2FaHVA9xL13xh3t/RUNdU
mTmy7d2oh2cvq8dfdHZGXxb8MWP5E02AcRpUdQzb4a6fvV/Yy95mleWawjOcCGQE3kbFKeTnLBoD
0aS7msFGbzwwKFSu19xC/PyjPhNxm2ctVyfRsfgB5LwR95kJKe9j2SQrrbNUhjESRLqigyXG5hwn
n8ZwV7Ul3JPyGz/AGADKXsspZESfRzua99pW7SZKnOKuFpC1X6+jpd5lDAFpUXY9Ekn0mVbyronE
0XPZyubC/uvx/c9REfqWGee1k89pm3unAuIHAv+8nD2wsE5nv8+z7tEtozrQCsje2RblPnKygeE4
oK2DKY0gPRVZPPh1XkMQlbQgzloV6+4m+Dpqv7PqujrYlsifBixnrWCyVf4rbmhZ+6Isq3tmQ4lT
IusWG8y8rs8U4p7L5Us7BJaUybnhsRvMlRdj/2xFwRh63rMo2nH0q9h2HppcTDvg0ppHC56x5z63
krsMLOYTo6mG/oLts6rmH/M0TIK8s8cvzOKQ+A8M83HC6Au8ojrfmidrFzpcy8ABweNFxYlz1yAt
4B7XoWTDaC6ehxRqbeoV370kCn/wpoQ1nkUr32KWtZ8Fob8cMCe/jL1m34XmapeQ1AGggxMwtgAd
eaJ2zct7sGfHOEj02AFQpem9RcpyV3TeSOGYSrA2TxMFME8byuwDjyxXBlHJu24LZYf4lESEBqGL
5GF/9iL7rsKUsMHI3OzTEcpDPxVZykCpCvXlTINty7os74GlrJ9gueScuK7rh3Cy+7uQ9fk2nGJo
SfXE7/pReh9jEJKPjYsBq02Zugu7iL8gRw0Wryk8E6PRYfvJ4/Rb79E8xw0WXFd1inM/xavsmGRl
swtVWPzM+8Hadt6UHUBUSo4Uarx9D2LM3p3t+IAcDu+HdEgFd0YebTMKjPl2nBy9JT2Uxown8Rce
tuUrdlVQQVl1743+yDrvjEQnDnpV6xa+jRtA/FPQFeScPEoB+ZdPZsYC8L+yBNjdQiT7Vk7eoSgL
dL5x7nZO1pC9xdhwYGg7H0km4d5uZqwpeZ8daRvSbVoN04faqwDEFlF83xeeOsCX3oP+WTsbq0QS
uI+NzvAZ0vro6AGH8TGqZ7kbQiFKf7SZu4PBUiWQuFzYG5aV8TnNnTQoeyhqk6gYto6wxLbHznGH
48EocHk1YJHQz9tB8sHeTrqDkxjHBEu6lD4APhRtS1JHd54Vj1+bIkkCFcX1h9Gj0BiwkB5VUg51
UCPf2o/he9L72F20O4Fckh3HCfbXJs/Dja5Yc9aNWx+rsPR+e2mq73FmNMQ4sm2h0I9KYMYBSYfp
dTDqUku/KNOi2VRzlGmfj062sycJUEYk5i8zs+1tWFrOc99Ezr3SNN12YsrPKbY3w8mDpoZgksjb
LVC6Fvwp7TzQHXTdutHR3tZx+SymLNnneWEFWFSmuwHgj2dKZbb3QqSMZnH0FCEIfT5LdyPSFJgh
HA76Yxj9EbATw8a7Jy5gqznA7rKb7mEi4577dKaBC9ddP29VsRkvvsttPoyPjZhkdKSsk78T5kQW
snyQsBj0hWT72LJa3/OmaDPOLdzQutCmYeDOo+UrtM1PCpkXcHiK+J0Lk+4kbfkZuqpudwktD8bO
cCY6CqYdDap8+WNSkOWO/ZgcK+bU28gSFc7lyvh36LbDV2V580s8q/KQO3r4PYrGuhMys3/kDemO
pVUWgcgccYi7fH7IoBsKJlbpTZ1Q7y5RsdpHnmx2czhX2JHGnFVBDB7LHbSc1B94AzIHCJ7ZQ5qF
7o5W2oLpx8iRFuuUuvphyyIRR4I/cqTNj7icj1SvmJ8MdnrXelNTbsAzgGrNBfnQOTMXl0O3zbuW
sXvou4mCG9RVZxCdBt8q4JgAw83cd3Kgdq5PjQtTu6mcrGvXUXFbVue0jHZQaZy1O517zW/boZi6
SZdFLhKEcJvVdjDe7Qu+d3rkMV1/94UNiqmXhNkVxyAe6rO0XhL0qynkmxZekilZs3FeWDiYakk2
ZU3tZlF1dkn5rfW8O4/fZkPumsrxyMstS6kpPPFG8C0yIFpoPQWaoWi2N1WPKR/HiX3YjkUR4shk
3DtV+KOvWB8UafcTpl3dynXEQg2ZEnJReUwlYdec7UE/SgdEjGlcOZZ89/CQInr+v/90aI5lrJNX
57oPprvaDhK1wdLZXUsvXnp1I7raXBEya+6dRp3/tO0/Tiqer9f8QlCZcnGntwqr6Z3qXMDIpOxU
EFuFT8naRm+h35tq8cjKbYmZBb0yYx/TZj5wmPyGzfSd6WhlWbtUN8aivI4H0sE2EMbQ7Su/uHT8
uF4zS881VuLlhORF6cTVWVfzx9EbP9M2err+6KVaMdbh/YBzVGAv63PNxNaWH7I4P3rZvR6mlXha
alVjf92WqbDnFHWCZbKS4EDuR/54/d0XqsWELdWdjuFggEd79p+ieoY/2vXnLtSJqaMtMUc1EVH1
eXCfcSCwsyjWvG2455AHXy9h6c2NIMUET0g6wL+nw6bd7yGT9zu1BkYRf6WZ72yuTKFr3VVD1FXw
0W/Dnuxs+CN9HrNSHjo2qN1AwSFrtD1uOY9LGsxcxR9V2ec+BJ5pFPDQjodd5RXjWVZh+0iQ67IT
TkkfehG5X620zr4zkTd3KTK1XmBun/txhINlDXbdXY6j3vtk7Moth2fRHkSK+dTbNbtL3GaOfAZ9
mO3PRQEe+9T19PdUEr3tFPmTJ8P0A9nfetOmsIvbWKMcys1gOU6MRTayky0BkKavkIl0WWfJzsV+
NyuOc1IMx7aC6XoAcNh4H8e2ksHo1RrNJix4drFx3hazC8bbyOKdBIbjqbfbCuL6FhfxShTQ5Tqs
Jz6BMndDRlyhRkjkaDKLbEiJHWYnyHgv1Oz+mFk2fpjCUe1cAQIo7S+O7jQaobslIlbbVAzpHS49
5q81rGwC3Pdr4es+zw8xUPHdHleb7FvW0Tn1ce4/7rKkwhbES5Tlhzpr7t0wCu/jKfH2aqLqaUa2
8IZKWD77MKSI7xrEauQ3VS7uXNyZfxtqWQayzdyDgiX3JuIV/THLuP/J7ZnuKHzpcW42Zi8TVpwb
OkfeBnld7IRtNftJGVFnzxvYJ6gDy01VRyLdYiHr7LK4yrCPbYdo2lJ3TnYjCaMgc/UUxFP5O8Ee
+Ps09Ni5e5bzlAtLH3jsOYFF7OSrEpCV2DVxP8dAwTw7Y5O0mwxftOF5gnW120OAi1/9okjHs8o7
vk/dyH3mYXlxtEr0AViAqEACA5HeJq+c+DvyVL3L/CtfK7uJpR9rkWQ+6WHV4IQKViyph7vcepA+
SXJ9HwLRAePt0j3qKcSeYgw5DkazsGZnvKaiZzg/Yb/YpyQvA126Q7F1gTSztrVMizMmzvokOB8/
jmPUbYGim3epqqvKh/atbv3Sc5qvNnWi/zi7kiY5dWb7i4gQQgjYUmMXPU8eNoTtvmaQQMwIfv07
dd+mP92miKht2wGFpExJmWdAwaBrzs4FDphZFMH7HuiSP8CnBtut7cqf+UyCvx2J8z8TKpYPKANC
2h5WSNUbr0v9ahekcjYkiGe5dx2fP4yw0MGFp28qWPbF7T2qI+2pd88rYHbLiFZO8NgrTrY+yPWb
Ia/yvRSwEXCbrGlCr3GmkKrR2rflVB3JENfbkuXy5BQMkEPFtYX7qyNOjQ9oC4Nq8r5sGuApcUvb
4ijiojZRN0fP67rbAXG947aucaty9cGN53xXBHW2Jw0/XzJEsyunDhdy0dPbkla4RHtkPDS6kcem
FuC7u00XhER036lkKfQwVWlvh0nVaUhaPTxBpS3fZJCvezpfKx6RqWZ0/O0Jpi+5Awymnius3ECA
cii78nEScf7MvRGmeRiA6eDbGeS108Svb2RPx72O5/autFt5gxuh/5ri7r8vELMfCUPKwU0GEjEj
t/BcqHKe9TKqt9T33J+yHNh2UPlwV0BIawfCM9CAVpcAvaHrGFNeaKd+KvwJpgDCcdo2pFBlPlo2
n7bAWlg7dLom0I1g6FAzVpxELecN0AXWU9370tvgIu0foN41/6JkhHdGgZGPHcm+N8VY/E7AztlJ
JLyDCMj8ItI4fiezl0P1KW3CMg3cCsUGJm8zm3pPdAym+4zNxSNU9IatIBDn04PQp5hgeuucJw8F
SYcjYC72rqATBIUBWds5OuG/fUt34TzM3S8p0jmMM4ck4VzXfJPEXXb0VJXvppaoN3Tsxm3TO00O
c2M/gVcBkfuKOeRO0BKrnIy4vTJrKnaVLuN9njvpWzHFM/hHrgb3RztwlSf1iKMhr0IpfFwtUbGt
SepuBlklR1ahgFd0watv9yB5W8k5oZPsSBjEU5XHgkdf8bENQbRr3LD0Zb1vXMCCbAa5ggbUnxCX
6+k+gNneXQ4hzmLLtMf2I3MaVFp4Cu4UwbSMCbslapSvcUzkay+BpbNJ6W55QLM3Rjp5cHkiIg/I
fShIkuSpGLNsX5RN0MIORhXfrNbuYP2M4DuBqIa6BJPNIUYP84/Fsx51O9ZuHKjWHQH5ifezQgjQ
ohQbSM1CAKAFaA3a18MBs1uHMBkAMN126EYOOMvKDF66oeOP803fQogm9IoaINex6FHpHD3YiyGf
ZPm5nF8y6ODmzK5vwYMavo0V1zhBxf6uVkAzTJonGwUC7beKkXFn922+8RNIn468Tb4X8SRuba+H
t2yshucqK5xtAgfi46h5tyVVh/u412WbpKTtiaDkHlkMqiShB23AHWeC7eMigLSdSLz8XFG193XR
wKI6G+VpTLWzqScvPowBBeFBIbdYwfzbbnnyE0wtvVPUcnf4xzjMfCBIAH5qsK7gfOV6PURdcJZ6
IBrdK9QzreYjleV4hPuu+479h0YwcnPm0B6QRfbocLzalq5hR0gqui01BFvAPknlo+hGvVdg2N+i
yg4qdzxQiH9ZdfcL8cG+tz7qs/Nowy6aDdVzPbb0Js6KGXRpChSi3UzbIHamZ7RPjmmZygNOSwNW
Ts1uEbvssZgC/qdDnW+rcOHceUJVRxQch4dAOvUxj2NnU0LT/qCn1r8ZOjrtm8K17tPKoptYdNY9
Dqb2cWBk3vJWtw+wj4sfszy3XmpB67cus+Vbr7sSrJTqMYV/bihU222xNWQHwsr2vK3DlH3K573G
kjyylhFUheNha8M7ZtOwrL2V8GL40eTYALY81cWthM/3XTfwHhenvN/ryeo+hhZlNOzt2aOwqfsw
W/DUoKidv9dKFb8Ein5hFaCgNtV2sC9S4TxxyOM8eblQj3yk+T+T36m950s/6lr+7AqIuVUJyw7K
b9RtMlH7xbEr6yOGu+nLoKEPQcTo6H2DTHMfZMp76KStw4DZ/a9+8ulfr/fpCR+sd6SJq5s0j9kz
igXBIZin6Y214MxyTdnH4JbTD2DOIQzZNfEeragybO2K3sVzx/+UcSfu3KGc3xIUYxM01srhJR+S
7Fc1lN1fbPN1HgJrLH/lWVs9DRkHdQmzS5+5IECljsUwOGErEpQOg1kLgmxVSWfHMoi0hAkUc1A4
UlV6xIbdou5ls/I+xV39vmtEcF8WVn87CUZ3oG5ab7W2rYcRgJc6nAF5RSlw5MW2cLz+pGa/3zIi
Uw/AI+6P215b+g0UTIW1rqobURctBN7c4RFNizQsKxzBDplFUPSU9N0mBSoPmsuD7yj/EKSq2ExQ
c3kqBy3vSljIH1roc8IKXTm3YFzU2xpaLPcZndAhAY7h4HW++yhoLN4SLRngerwZdgkb3V3QWMMW
m7Pza2COhx3EC/xQo1B8bLQKHseOOFtBIXm0GbWadhi/4CNOc+8FdWt9bsd0Oxd2zbc5jM3SEPoa
4PgOAfnuZx0YSnK0gUej9MZvuX0zyC6lmLxp2tEySR5ERoomlI2v0VuJ7W2V6XILAXn27I7QONhR
lNMfst7j90FDCMT9xnGXdTDDVDFLHlTqZvcWt7L9nPfeh5U5CjrtVPMQyYE9kMbaMgsu1ABX5o8e
Dpz3A67l/7RkkgFQxBUNmU66GwgiEeCLa/AY46rRdwmOek9SA7FX1pZ4aq2Asm2KUxVyfFftnGE6
OAAqHGhc+geHTfUTyhXsleYNNFKFO+9yVvWHqUFTSdcFBVvftXBst9Pqn77S7DGTKdnUfc+fJyeT
cjMlTuZumQrWDFa/vmdz00yXlg0K/DGtIgieb9rpO3qD8IG/qt7JTR6aM9qkTYkDnFgMQQh1KpuP
YU336+vbNjdpaC1KWJOl8ewO6xCpf+N4oZ9s+27NG/HryzY3iWhKUdKxIaijybVOfpo+eHqN3bv0
6PNkfAJ71E1FWNxYqAMH99j2cQNZqYUtPfj8908PnueWBdoC+IwT69TP7ltVZCvFpK8LhNxknmV1
jdaCZhB2sdhJd/ybiOUtegUSJlTOax3nK5+wtCCNopXP8gHcrbSJUKTZAkmwcfh9rvaXCyhLi8Yo
W6E+G+BuCMGgDCfNkQLlZP1Qyt/MJNldfsPSzzfqVpMaoLKTnsUlStwfHXABOtE8jGRYY4f9S5P/
b5WGm8Sz3uLCagb0Kbo4LHa4QIlNui3e+A9vA6U0HFenlbLkwmCZPLQY1oCebss6ki1cwapQ4IIE
H7tNLa/ietrctB/NLDn6vpc0ke8iTcPBCZeW0KZzKNbgpAur1j9/26eA6Fp/LP0aFbPYG/uNcpJT
mTXHXJF+S0ZPh16GYs5VM29y0opCOF41AveQD0A+DQ+yVBtR/Lzu4UZgF31H8omgPF/HLyVDl9ht
oaF5Fb4d82AUoEnrW5Nt8XMJvdta2TfOIE5jrUmxLSQl34holTa5Bb8UHOj9fmfhkN4Co395WBY8
YP+/lPlpfksS44yOeuNN3rQooaDYDeVbLYYxTGHQ8tNvJH+fg3isNlI2xf3clRlujHK6aRyHZ7sY
kuihpLTFmXa0PnSBJn4K/BrEf4C2SNtxTTBiIZZM901q50QL2TvwZoLEiNhkSA4T8BWcXtW95CZf
vaa0QqPft08x1J5uE2HDP8Bi+medWXplsJe+wag+FwmFFmGv4FGgCNzQbkrPx1Q6uIJcQ262+X+o
hNDQbyvt0JNnJ6EvPmQAA7k6lNbKGC0sRJNHKHPPT/pMs1PjoZSRO/II+f/fl1fiQt73jAD1MjDj
5qmnpzx9blW/GYMHyDGupJalH27E59C2jmeNfEbyGp5AoH5iqHRd/t1LjzaCsyjmxE56VNKS0f8G
avlJimJ73aONzdbpHW/UVUdPuDfvestDUa1ZEyJfGm5jm21r6H14ENM8pf0YQvkDas5YNVdJv9nc
JJYNTpfglo+Fggp+IL1thVJFNrzAUXhl1Bd+vum2mbIha3Vv0xNKBWHBscbtHy3/dXncF/Y8k1Hm
BAkQNXHPTjjW52hSQDBqLobXgLOTcsu/jbCucxcEqOV/d9cE1YmJ+fZ8CuJfwHhs4mLt8L2Qa/h5
4D7l9dnLUC8MXHoCurbbo2VUHANcjx7sAbfQAvKr+UpSW5oJI27neRKBBaHQE/X9YAMu1rBx7PS7
ZwX7y7Ox9AIjdrMRZroVrekJ/dKN9l/5fK/V2v63NExG9PZJ5fUVbygsZzcNBzat/J7XPKwVvy4l
m26bYCd6Pkp2E6DCZbBtZ7ErY3ePs+1bgx7IlXNgBLMqC/i3n4M58YtNF8yQ+foI5ngl1hbCwSTv
oZY757XErkLK96lGQetY5nsX1uvoIK18wMI0mBS+Tloa6rABPRWDgx5pslVNum/6P7igXvkRxt7L
UK6o/QA8n7jD+Sl5DfLkIZV/c/Bxao+t7Y8La9X0B2qdsh8aUHZvKkvgbMwG5xQEWX1KHa9+E2VB
n9Ii1344eSLbAws07qw8Rb8NlhYp/nsAaJgQXv8452S8BQHGvoH4LAMW0W83zbmVFSIYGKBvg5yB
DfNqlCW7ekuAXNr0VV/dSkghyLAfq/YWmiPqPodJ18ZXrvuMMjbfeeMwbSTt0ncccHrUM8EwHsNa
pB3c8YTYUgqyeGiPtD8BIztghFR56r3U749oP6Ie2xfs6Kq0e+c0jleuSUvry0hVdurTGm1XikYO
nLG42PdlBzLi+F0BlNgMzTXCqjY3vUNtB/pQzmRXUdMca1RnczAbACNdWcELxwDTCwm1PjpMNRh9
boUf7ZR7rfh1xwDTB8mZtfZRwgY9Pnn24Rs2r8kgLK1W43zRZZmIOSgFUSp+Qhliy9Ap7di3q9K2
6Z5TF2Oa9HCAiWIGyY8M8tHeK3fXNDQXfrpJRBzmGZZAk5xP3RBZGmLJ/XsK+cbLP31BUpybFETI
M05Z5s/+TeaIUm5ykJf3nBRox3oQoXRFV0VBEaBwLHycbDY+POl3hT1AGaFtu3s47Qb7Kp3AXHSh
TX35Ny19sJG/ageY+zofyWlO5p8SuteQMScHCz3ilQW89IJzav50YKBAeDuKIQVblO/a7AXMn23V
/nP51y9Eh0lOtF0SJ+p8XCu88lg7zi+3rf5e92jj/AEdj8ajWUtPEGzdxOmj3a+NyNKPNg4ecJLo
4FKPEYmJnkLoLD7YpQ5W5nNhx2P0f4e7H/x2ELDQhUqXegfY/81p2SH3IUqVg1R+eWiWptSI774h
vGSAA516ysI2vwMLItRijQq3kLZNvmYsOdC4ipHTVP+WM9tV9E/cqHDCNmNlK5O7MEomZzMHMjz1
gSQ6+d5L4/8UbQCF1mbjZv0K5GzhI0zeZuwUDhgxFMoHtah/uYSzY1YSEm/zvEKtJRe9jV6Pp39f
NSMmkbObq9bvupycHMYjItydUPrIxY/LT19YsCZ907aA2PcLiUsRLDNK96fNVh68sJCc898/5QYG
MDl0olr7NGnX26PjErmtfkwba02gaOkFZhBbFNIKhSKnzB+Oc9bDTTDxHzLb3l8emaVpNkLZzWcF
M9cZcnuDuhtwmgpr23lRLS5zTv7b4/S6o4xjRHXZcRGkKWKigw7FLq3knZd7h3lqnDANrBNfNW1Z
GjAjtKc+H0rhWvNp7qZkVxA33gdW4O1cWbDD5TFbeoVxqUhzRcUcd0mk5HiyPPZNDvHPjF/HBPyP
NUARjHbhpsl4EkN1QuFtC+bZG4DIK7nv3yH/ospv+gCgi6zI2dXr1MP2FhR8a9hnwCvu8q4Dw2ME
OFCFs9T5L6/VdoRbcfV2tmmFjEuTHMC/y4oQFaN+W0Hfqtqkg0KdAeD6o1ZlEEAnGBJwmwzstjur
SCbgL60U3YrC6h6Ew8i30qfp+zy78z9J1qu90w/jE5jD9OTawCnBMws2lrAlKIEPmsaPyxO2sMhN
BH0zSuBKY6c++c0kw7To7kTuP7pBt8/H4a/npCvv8RH1X4ysCaLvqOOlAJnUJ62sH3EBaM/Q3KRa
PhZFsOGV/g7vmZVZXMhoJqgeYEgAb6q4AcmNbkGISkJbromMLz37vOd8Smr2qGskBbc5BTPcgHqY
dnX2zK87TZmY+qlgBdQYIDYAet/OidufWo57kkGf7vJcfxmcEJg4f9SnH5+ChE6B3ywjAVRYWZ+8
Ptml3uPlh385Mni4kS0te8iSlssmGqi4zWm+A1vqz3WPNhJkH0A9B4L0cJ9wUqAy36dyRa5y6Tcb
CTGDBm+R19CDRTUy9PV9nbxd/sVfHkEwGEYa1ONABLQX+YkO/L1oEhm6sL3rSwDzyNisyZ4u/Hzz
oANKhJcpcNwiK5YbnoGwNZ7hIZc/Yenh50D+tFjQ0S49q0NHuE3iJEwt+2+fl7vLzw6+SgbUNU80
Chha2VvQO4UI12YW7j0T1gGMv9uyd+4hwbXtabuvEn7NpoTXGUE7VILlVg3US1Xd+bEdJs5fAaTr
5W9ZCCrzmBPEQCYSG0pi9VSiaeJtPGBcrJGsPH5pGs5//zQNVuU2I1F+EbkOhqQELAZkpDVvs4Vl
anqlM5DSJ0hEuCcbCMYCOBf7r9uCr7K2QJeebwRuTkhJC9IoWIfcK6+GwWEk/GfSX5dyTAPCaWKg
GchWRSA4ZCGZvA8X7K/L07r0040ILlzXmQnLoYiUV+hauUA0AVOWhz6IDfsMxhCXX/O1xx2UZc8h
8ml+iyzTeUnQv0bLH4ptBfZ80C6z5MAyvzyMXQmN/mAaI0tRCmKHLR5cu8hRx7NIvr38GxaWmHno
6XulnA4heeqs4jk/oyNV93rdo8+njk9fJ1PQSQSHDr1NNEwVs3FjAV++EhpfHikwdEZYs37QQTYC
VjJlsC21wKRm82Omf/Dpxc2gtAq/jpU3LcS4KUAhs053rs+gHsYajVo5uMmkBhm5gij3yisW1pvp
xCdnYBLJRNkpcCE6TIpQA3HH21enfL48FUvfYOzPgN6kbamwJYFFjIvStxlIVHtcy4JLc0H/d6J5
SWa7Zh1U0HKq9slkt/sUneqjlKyGlmJvOVuAkLMbiXvxx3UfZGzeY58SWXb4oIrtRlA8ZoCLpB5X
gmLpg4z4dxsRTzpG886S5d1EWCTAy5q0ACY53w0wIQ/7trdXXrYwN+YhPKsTS8YEwvpM6gDhn9zn
XnZr58lVhUAKU5H/nR4oXfYy8PA1cSwPOKXdkraBRMCVGcQ8cetutHVFAYBzFNnJwN8Dan68apZN
3yO030cbZoWA4HTQFPGmTT+9BO5VPTCMy3lCPuUnHwhuHOJnRN0sdxRmCXk5bGexooy1ENMmidXr
5q4qJEQH6+Ig6XMf/IMWSZuv/filxxsRPfmwInYD/Hia36CV98QhFzFxaAUUK9l7aVkaQa3truEM
eK2oIf0Bfej3CbVkGES3N5fnlmGU/3MnxOgbEazSCUqJitjY3CA8MHoQSvDTtTPm0o83Ahhsgzie
SOVFXiofitmJw3r0N8WZH375139d8KeuyWidLL9tA5mWEdfQv/HgLXWPdtG8UTM2iZY5Qdj6PIig
zqUhlkGTtyJt/Acpe33reUXxwLs23zU2jByu2kOY6bEw4RajARhnkZqUG3In/aMr8pgP3j0RqI5d
/uyvVx0LzpP5KWSaQqLxaLduVBdxCCaTnp6zwoc++/fLz1+YN5PPm/AU0tfYACNinUvzH6Notx4c
+i4//etf7xLjQOKdy4+40DDoavMQXqQbHwAKQL5Di64Z3i+salPRwkdlmCdJwKLOnTeZvR2rtW1i
6ccb2cqdeSqaGj+e823BftQCim6/1VrHfunpxsRCs3YoBGRsopL/Zs2boqB21c/CXcE0LA2Lka3K
FmyHOo55BCksdIuLoQqBglrZJZZ+u5Gp3BIttJSeR2Yswj6+taB43fu/andYSVVLq9JIVQhmcFCc
HMcAXmwEcza2uk+KtSXzZREOmcTMVbT1A6eeaGQrsI9Y9RtyZ2AdB6D5EA51/LjvVrak84b/35TL
TOIBAdvFasDXiwIQfaCeAZL3qwte2AAdHpb9aslaH+zrAWMmCaFuspqMSEiRCyp7PULTCHZUW9bP
axbOX68nZjIRfCFzXaf4ElKmMHl7SbOVBPT1ZDCTgVBNMklR3OfR4KftTaBq0IOmYtrNsgbqHuqN
IGW6Ync5Hy3NhxEVoo1RLXcVsNhoTu9jLqAEVAL/OlVoTEovp1k4JL44pnMaPF5+5cL3MSMFEtsb
7UkWdtTKI8y2DyVLjlXzuyj6F1GtxOPC5JhStok7Z3ZXAQDedBkBSSe+a+ZyrQu6tLSMYO9pzwnu
k15UWV3YKn6MIdfO3LWz8tdKipQFRqz7wmnEiN5F5CEwOqnChhwqoJbGBMKd1AoT9hDkDQjca2jQ
hZMEM21zcoezmMHsL6IZmHDe72z+XcELVdd3JH932j/Efyyzb6R+0Dh/te5zh8vu5cXw7zn6i4Rg
8hpkqUE5K+HpUtFukzbFO7ftUIDAAqfl5IhOZ8it7kY36QEAm3+0P4/bdOCvJE1uMtvd902zs2vv
KqFEykzyA+t6C7yx2o7iDKbSEyufRKZuPGCSLn/uwro0qQ8D0ZC7EKUbpTb83jsHFu/123WPPm9N
n85FRUA6N409dGirZpPrPPSqNfLJ17sbMzkOIzTJ0rro7EjC0iT34fzd3LqDCKHvu3Ko+7cU+tUy
OA/Yp1/fgXJcuUh1Uc4cfZc2rThAjBpqmF0McQCQ+jdT1VjHBv0DFdaNrY4WbFQfoCTHjvbI9TZp
oHkFlmWTbmQOni7AvD4gwtP4N5jhCTh7QQZ/jpS8lL5N3mc0mn5z24Kqwqi65HtTB3NEdZb+cGC/
9JSBca7DrqbjLeTb+B4oaes+sT0LAgpxdlcVPH+Ncw6Jb136UPy7bgaNuA+KbFawWe0iK6ghxZZF
QcL+ufzor+lDWNjGDt8xD+WCvqgiqerhIy6ZtU8gfnHUxGv/gNnv3utJuuVmylT6CL09PYSoN8WP
ALePh7HtQVe7/EsWkqdJOrEH1uZAj2D1twpwIEe8Fx1/8W1nrWC99AIjO0vS+6xsfDcC/WSTVHpT
lvOms54v//yFzctkdHRuGwB4O0HmtLScu1ZUDGI8kFx6VIM7vEnWSPS1e0iCXve687b9KSysYpK5
DXhjFMuu36M+etOWECvUXD8CfHnPxnrldPx1R4R5xqYMX+pgDKDzE4negc5eAlWge1cKum3KqoWi
fesCsMlA6vfUAEUR4g7p2hawkF1MVFzc5FzNbkwiBi+jTVPRI1Vwz7Mn9Ue3azjKpZcYAylzVVuj
aOxIxN96oFxz+cTQS2/pn8sTtbDqTBLLLDyob0DYJMK+/Z5ZdML+FcykgiSZ610XOiaRBcIcpWxz
UUVTOr1nCZTV5yHNN06a2CtvWNieTDoL8HpOLTSjkeW499KtPuD5uKbVvTADnnHSjN2gJiIrxqhu
1Z8CupOhgh8jRCno95FUT5enYekDjOAXaYNem5cOEPlKHrJJ7WdQSS8/eilCjOxs97M1xg7squAm
te8z8O+5d5tOetNnqKKM2Qad89Dha8O1tKCMhD2rIVapk0Mut1S3Tjk9diX7ncRy7aSzMB0m2QUo
H1J2SeVEcTIFwJQQ0NN0oYKdf95n5dywbnt54BauGCaMspRlCuHkmUdlAXPygcZ3HeRrg2DYZW4C
xSud/uRj9fvyyxY+y2y1ej7LKGngvubxG6d9hZTvjsD/WeqrBDEpM9uto24rANNx068AmaZtcSiH
t2C4Kbx65aa/8AUmSajgXLZuAeXBeb4v1R2b1HPa86MdOyvzsRAjJlGIQIML8qsAUPP4G/ce1bhW
D16YaJMXNBEFiTGmaDSpcS8n6zdEDaAgNPq3HQQxnbn6yS2xMs9LH3EOm08bI9pVrOV9yqI+m+8Y
3F1CW7fHy2vo38bjF4dR0yENOiqQSIfGdpTMtH6pqfYfHUf4j3nn6zeYULrboJ+bv0lVuduMB2XY
nZV9OyGtDM0TDskQYjF763Veshvhsr1XTlHtqaABfAwL1Py8vjxaowM+asX8J+qO0wmSVeNWd7V/
gLQvhLmStr8rlAdJsoGvabQvHF5MMkEJpD8R0h0jP0M5GOEn6kf4+vY/fF6O97qK0V3qyuJweRgX
MphJLrAt1hQ2BKmjKkiOcuy2FOgZXNuue7qR6acCcixOBgUgayye3Bo+WklwJ4rmx3WPN7J9JWpf
crtD2wcFvaoqtsnwvejWDCiXhsZI7vD9LEZ4GE5RUrcihJzdg6PZH7g1FSub1ZdJBGfn898/hYfl
xcLjo+Wcsvo370VYeh7kTOQ2oWtA6i8/AW8wAnAeBnQosUvAaXcGRYxVDfzRMrIvpbdWK/9yueIV
59j/9BFDSwYC+KZzKjsRZd69z28oINuw8wibeCXWl95hnkoSjvVDXOcE3WwFAo8Q49YrpXieOBT/
1ADa0jBYa0jbpUEzFm03N8rtfFtFTaVOfd/vgoHfWeNa4lqadWPRSgr5H0GgQuE3tN7EMkhuZzju
7DBX02FSSq5E9tJ7jOUrOPBwcDCnp75G0RD2bK+Tbz22qZXdEqAGLkfg1zPz/14Qn2afFyiBQvTd
OY2JO0GePb2BbcgH6bxDP9bfvLzZX37P13NCzUIxl/009DM4b0nV/0MJ3RQi/zUO7a/rHn/+vE+f
MVkVAxUN990KYud+OqGyepfZH5cf/uUuiHugEeZlWgvwJXQZET2chEqPVhJvLz96aViM+K7HQCiX
YPhJ2v2wEjJtPDH/iNtxrZm09AIjumFCWsetaEnkDKjwVM9d24W5t1JnW3q4EdbQsVE8dx0d2ck9
hcwq5PH2crVoubQ0jTCGL0WaT7NSEeRs+yOqAeQZKpTq1hYt2zpZIPe+ytgaEPLraKNmOTgHzkRo
+Hmf5mD8aCm9pbnIgAhzfnjxXIWXp3vpJUZIO7TP2trTDQqf5b6aSBCmXEZwt/jjoix8+R0Lq9Us
9YJEUnftALgcRBPubTG8lpm9omO+MN9m3Vb6resqyAWespSH0GcNRUHC2X25/MO/rsjb1CzbQrgO
tyV7IJEFd56aU3FirD8kPvmArO2mkfbJm/tdHEy/J7mGH1iYEVPDJshEnsA6YI5y9/dI6RYqpGGT
yyN131a+6hwM/znm4qvOg/kpNVH0+CSbkMatGQr2gTUkR7jI1K8QnO/vQepqXsrZsk+QnnUOdcDJ
qy5nCho7Je/EKuVjr8kaEPrLqwN+ipEMoFfatDOKD1GX6o0Ld4qMj+HYjCHEie/s+J8+WElrS6Nq
JAZPZjkt1WifnGEuwSHmO+50b/E0fou9as3bdeklRn4AXtlNNQPzqOuzycVlgAcP+di4B7A2im2H
hka98jlL697Y8SG+TP0MIIvIjukIKsCwnZzkB3W7a07ZmBcjLbSt19Ka2PYJvBTofaJ1/lGWkBJN
yqb4c3kZLmSF/1RU4aYz9X3pnBpVfzRwVKpI8Hz50cHXC9xUx7EasNLTqoB9c6VlyMZz+4xs0IF5
8Lr4yVY+fFmGf5xBPF5+38K+YBZReeFMqo2n+exM7XEoAPd64/sPrVNBG/vbde84r7lPQeuW0gIH
XgSn0Zu2ce/CQyoLKf+bjUEI3cz95bcsrCuz1Dh6riIlnN9POZtvrKSUIU5336A/7W8uv4CeY+GL
5GOWGjW8zXUxujDU0prY27RCBS1vafmWxukMM+rSYmHn9H21LVGTxOW6TB/61HYeNUwTReipBjqk
bu2eFHTjoiAu3ZeAc7cBB1+UPz2vFw9JEMt8wydI/ZZo/0QwCgcR4vLvX1i1ZvlspKVVuENHYHic
38m02zqiWYnppUefc+SnGQZ9y3Y5GcANnnj/kAk737dpnq0AvpeebpxH/byzRxjmwQoOMuw3Xe+N
91AyiFciYCHzmUVeVlRV0xLdRQoSs/5UjJCKSu6S1H51YPqzsnYWPsEz0ms8BMXYdiDpg8TR3U8p
4wAq52s7xNLSN1KqmLTd+hoKkz0NbhI/fkXD5ZTM/dvlhfMvJvWrhW+k1Ab2gRaF6jiw3Ioca1mk
2wy6JHu79P7aTZLtLVHZe9H0cAHLpXOTlhU7Mh1bsCSoPwTL4m0SiBzCOEPz5AaV86qgRrySMRf2
YbMXQ4QSoOM1+qSqAcDBJIMWfv1aaPYE3so2h7j9thxx+rw8FgtDbRYMg7PxUutNKlKtc9vl/GMs
qqPyqpVLwMJi5OfXfgqkesoG0FcoOeFSfJtABiZ4BzwLZn9r7ZKl339eoJ9eYCeqhlTw7Jx8SJv8
gpp6eWqhkXlyxnOj/PIYLX2EcWCBBb0EJWNso8K65bl6IvYtFFUOEABaiaaFTYsb0ZS0mcyo5GAZ
T9Ox5y+e720y4qOtVGy9YThc9xlGVPXtXArwpekp+z/Ormw5Tl2LfhFVCJCAV+jJjWMndmwneaEy
nDCJUQghvv6uPk8+uqap6reUU4Va09bW1hrA4sJ1j5zRK0gx8+nsD3rjbFybD2Nr0QKUGZXCQ3MR
02fhiqMdNoemrjYOxZW4Y0oKOYFUKJxKfZ4mijS8SkQ77K8Pz8okmFJCTbDkeUgEnBtgvywq+psJ
+FVDdvmfWjMeSy94ud7Q2rlLL7/g3ZrVEEOuwZRsE+fH+G0+sPNhvpNHAF6QPv5iX71n9ph9tu/T
xDk980/5y5aQ7Mrc/J/I0CKtSTdo16q/9mEfVwG867bMU9dm5tLou04Vjj9Xfitkksnye6Xod2Jt
abatfdrY4zL0syZzUWIZIKWxsOIpYDeqkIEY+N+fDWiRXZIcYAJRynqfE/KXLx300325saxWgocp
wlMOdh6UVq3OFDyVhzJ1lye7qvSu0Yv7lmmmN2LIWjvG7p4m7bdWMfQwf62SkEPpG2bT0Ao/NLm1
UTxYWz/G3rZrt3ZsXWIeBhF7df06uN3XsoRGyPWNsXYum/I54RzC6ks2yCq86VvqlVAP+EvhgFSk
y0MPQ3rLgZ0sk2cFY52Ygb45BzT2rSka7Q6cSxjMFlUMTavbgo2JksyAQJ9h3tUlWaXOA3OP6TJv
rIqVoTTBkYSL0W1DZDiwaHpsaP3Zzqy9U7g/r4/k2ucvf3+3GTMvw9ucXGTSjE0Z+8R90fXSgtq/
tRRWgqVJI6+aEO4TaY3drgEAu0dR9RS6KSyMcviNZLvbemHsTcDJYHHbAjClG/kHBMmkd5dHPfIt
6utKXDGldCaY0RLHs5CHl/3B5UNEy9sApPiKsR1bVM2XfhlkAmjNb8TFpA6tl8x1h3iU1b4f9Rc3
G78ODTm09aZL2dq0GxsUcvKT19XgTQRLu4eU670W9Yl5W8ncyniZXPOyzOAViwtd0sHgcgx9GVuh
vE3E2TEFdabZdRelR5no8q0BdIf5v51pYyOvFCFMrnlWVbAjYDj4qk7hBU7zrviFo96OWbiQ38Ib
80dbMfXi9hMUwWCautHux5A/4phQiIlAQCZfhi7pKwEDhcdifICpBKrH0KOwycH1loei4+cWRYOx
fSTpjbU8EyGhLTLCo6WDr+EsyihPo66PFz7tYRgSdQucXdVGcWolDrjG0Vz4gcvzpWkTMfv2SwYX
8N1ELfd3UwuoFZeZFZOm35JmWVneJlV9SVEHc6XfJYtKvKaIWTZGgVg2Jmvt60YS3juoqunL18f5
rfTaOEO1LdxM8Rki7wdXTpOnLvF+DS8NHG04nulPCxK6FztL9hcOR+XOWep8Y0LWemGEAA4bdWeu
EXeUE0IxtIHoRAFxn3TjPrcSAkyqejF18ELpiyZZLHFnj/Ohcp2N94O1Txs1FzeDjGrL3ToJUWaa
mvb75Be3ICuJ4xgJd1WQmeUccVECGnJQS7CzHRbhqkLuswXuX5NvHeclpPvAD24iv6DNy0J4dwTT
FI/zCiIBCeGWC/t4+VcUJRQ2J3cLSrKypExGelrrsXGAeknaEfiIvj1w/9M4B+eUuRsJ2cpiMgnp
bpkzN9BEgRjw1IdZlIYnRrd0nFbqHI5xutMFihaVK+rEan7MAqKnVMaeZ8Xl8OI79Bg4GztibV0Z
+1pyKOYNPEQ7lMR64HcBczcKef8u+w92tWOc8vCyme0R/n1J6MlxJ4ldxmHuuvBpJGCHt9AKi9JS
zJ/83ndPEFRKDzPPvDfYa43Q7FMsgvc5LMNEVkcNqZ2/vEwFRFjBYleFp5/TInO/hw5xv+iGj/ew
9ZLQm6ubPZSU4AZRVPBugJfaQU1zefHf4y8oworP17OvtfkxIoloqV+iGCWTtOIaoKH80FMRp576
7gtQuioCx/r5NlVxx2S/T4tb1LNeoA0CitCQQml6PNVlu7velZVTyqS+Bz3ieZ3mMrEvsolDAlJB
BEOVXcY/da2zcQFbWWcmAV7DHkRaDRoZxfcxP3TFFsxn7dcbkcQfB1lCZUzCpDh27X9oKAHF4JGD
Ot3Wybr22y8B4F2wAlMV6saqUEkZwgukD+zXUSz72wb/0ua7bxdLTbqZaGTCEpaXai7LiMBAChaP
yxTBme9T1RRfrzf1YTcc12Q2OjLo7LqCcVAt7v2GRnnvbUzuh5sBXzYOJwZBTyihL8GZN5bEHVS5
d9yhCcnDk7XoLHKq/KVZ5qfr/fgwsqM147wChHOGEx5bEtjHtQME4EAXr+cymWvx5XoLH64ptGCs
Kd0Rd7KtGSZgBN5ioo1cf4Rn6xLDAOjYIjBdb2ZtQox1RTmVucZNKIGw3N6nsOHcwh6uffny93er
qpph1FUTl4DnPscwQS0iOAB+v+1XGycTUS6QsyF8fgLEatiSveEW/ef6pz88UTHuxmHExaQDqMMS
xE8PlBgHIrFgRtI9U8NG2F5rwTiSnC5vaGj52ANlXibLGFaf8hnyhdaMiun1TqyNvXEy0MByRZsq
QJ6GEqGOP0CPdnfTp018SlvOM1Pat85gosV5/7dJt/CeKz/ahKdAjS70bLcJzxaegsH+E/Dmu/6b
V0bcRKaMVM7DIvAcjKc3uVuYO9QRdZvqT9bV+caQr7Vh7Fcb7nqUOAwezrKPqF3t5hnOnVv0gJV4
Y6JQyhLsgMrJ03PgJfWAu/fyrYWbYb0Fxlj79Zc5ebdZcfV2KYW98tnRn2TGYlL9xUPNxvCvTayx
WwGZUtM4OADp5FN/GFNi7fKwY7fUPJFWGaF4yUfoczfQnskrXUasEF+CsH4IgttIX65JWsqbGrKh
NrA/Y9G6kQWfKdjN7qBhlMyj/WequwGgCfgAeFtiOh8XWdGjyyS9mwzCcLS0gTsl0ze5xMP38I2O
aDhi9zieUSl4AMjox3P3JYDn8PP1HfLvpef/8mS0aSwAJXrYfeCGl8wtvOXSrAu8uIOkzy9HLek/
tKX1gbJcfoPfKlD68zDSZ11VFVBwqdpPHe+zqBcawFALbnh/+7nRj7iHFv/w1mWRJGSWcQWo0rHq
aV5G0Bsb3tyiDJwDDxzAh7M6UEO0aF78sTJSN7vr3VrZNubbKZy1sDIysOj7rlGfWqj4A4fm8F3Y
grpVWfCyvq0dY8aKGdLPqQBxbhxhuVP8sgawIsKdFhtrfGUHmVyLkZShqjJ8PwzSiCCqyIZubM6V
nc+MzalBhm4YSl0JPHunQ8kmSMSXaX8MvXmruLeSypiPp4zzBoZBEjSUnhVHItO9A7W8WOTyU0+K
oxqKjdrHWl+Mk7WrJ2ta8gC3YUvwVysInHgaFziX2qCibOhAr0yFCd4gClBiB5WDZBqL86S8e9K4
b9dX0dqnjdQDT798gMUj8H0Fv0cS8hUm73+uf3plI/jGyLQ5H72mcUji23/D8FdW/S4kidzqxs8b
+UYAmi1xJPhefsYfnV59nhvrj91Aa9PuthQ/VrpggonSQAWuZSOf7BApAoL7uLfg0vsFluM37mLj
CiEW4GOLZfYSeHnu+2KJJ/UjyGrEuK1E5F/Jsg/CrEkry8dsokMG1QpiSe+ODH1xyIMh+zEQEv6h
fZY/dp7n3etBjfFcDcGe2z0MIWzPKxIlaoZlATl10MVy72Cred4ok6ysPGbMH+sHr6nhZ59Y5N6F
WiIEBDbGdGVLmnCADrBLih87JT1LPApDGquK3HGjILmyJExAgC7twS1gg5Dw4KdkWRODKIZ6jgq+
uUt100MgVKON/ILQycZDMILKUKA+L6fRjysy8QgG4RuH78ro/9+rP2tRO6C+SoTlkAjyC1FTAN13
feevTcDl7++SiYG3wwSjQ+vcZFpGbTtymEv3rHyqcqm3aL9rPbj8/V0jQRgMNmdemRSi2FGhP0+j
fLr++9eyIfP9v+DNxPK0KHGXaZeTm18oRxPe0CLkLOQIm1R750GN48viM2Yd+8Bafth4hkyjkKH6
AmJtdgrDrP1ZDl34BTSK8snz8LcxZM636z9xbRkauwd2xbk1Xq7qKsTqDurRg9qKsu6gAtafPAl/
5+vtfIywx1J0/jvMivZKZdPlWjdnyw50BDhLdeKsdQoNeOsb0KefU+SnPp2f50BuPvpfDokPghY1
Dg9Iatl2yFRwzke2Twvo+IgpizLKylgtfbaD5hI9ofJZxvVCcwiui+CijbBx4IYft26i7Qrw9kKw
5zRsauXbFHZ/Co/5UPyxHhag7cKOi8iahwePbZp5rmwZE+TQVKljldIOzsWEe+LMIuJ9G6BIfdss
mqAFzCDGMac+7nJZzHMaZ5bYD7YTOemrq/u9aPXzXI6RU29cTVfWpwllQG2kGHC988+e0+8JXJ1t
Dw5l97LaOD3Wvm+EGHi2dmlpqwWiOg+wybzrIGO45FAuq/SX62O2NiNGfCGEt9xxgWsJu0+V5jsy
/Qwh73b942s/38iAm5JUfh7WwZlAqiZc+kjTcOd4v9rlpvqw45owhhLOEE1QVk0i8A6UD4+OV9y5
1XM7LTtV3ThExiaFSGfp5RO2id88MsgBpd6fIN3SrFzJ4E2l/GBooNzl+zrJVRaHoMnK+UF6VQys
VFzJ1+vzsNKICV4QuSvsDkzMxLPcUz1wMAEH1kL/EWZcFgTdPNJvhJSVGTeRDDQP7Vkpq0EF7i0o
86gI810HfRDhbCHfVxasiWdAWbWBxAbtk5aovx44Y/FSqpOirt5dH6y1Bi5de3fi9nrOlN9rCEVX
zQwPk7k9IUjnn11w1jeaIM7lAPsg8JsghWaxGbQGc/9c6xyAXcBxdk4/2juZ6nGE7iSBjpTF0hZq
kaF7VFU3HdI2a8qdnzYZCFNeCCJni0fbJYMCiz01p672F6CMF+hTyYDmD71vd4mb+909aeUUKaqH
8wTCdLT4c3pfF4iQg5DeiwKS6ZEGYXsEsWH8KqWfPmk4Iu+qXgRPbtax0zDzYNdXThc1wnN2RLTL
brCKX2wapp1gAaROxr6HTjtRcIpRxaMzagEyc2vrRwhUzXE4wySPB0NxKOZJv2pfqJ0XDuUdn4rl
BFQIAN/Uqs4s9as7351+U6jXHqCHVZyR/2QPGoYdb1Bwzn6NS1BCIbrPgr9FWukjK8f22C92f9+m
C4/7XPbHhliQjOxS8SDS1tsXWsnDPLl9rLpweavCpT2UrjXsGSzlPwUjr/ZsdCzIGla9/UBYa6Hg
0gVOlDnOAOGAoXmTLPzL2nqKu9JiMWJMmCxkVMcJulGxnoYLkScUcQC44y+mWHto7LZ+850lexvd
LAd3LhvjUNsXa0gelX3j7pdFiTspyn/6ICMnngMYTnsws70pexUic154ptRBQex+p/HKEruF/3Oq
7fxrvTD/U+Bxft/7onkqfAmpWyUvmtNlB4DLltPLyjYwpaHxvu4LCAJgcQpxbAm/CH4PX+RcbeAS
1iKFcfAABLJU4yWqei4wOm0xIRaN5Y8Z6la7Ypi37oUr3TBxM9OIms40lUNi9daXvEo/Z9PwykFi
uC1YGHkjI5lb296oE0pLcE0+NyKLJvA/r3/9MhYfRQnj5AHArBxU3rHzUEIohVRfESh+3fZpI7Nm
EPcs8MpNoc3tRtR6cOzbPmyiZGjX56q0wi7JZ/rKCv0gibeBZliZS9OooahlO2mtNG5zBOp4EHIn
O5ZuXDXWPm5cRuFE5XWeP2nwwZs4aCrcp92oC7cMAtY+b5wq4wLr2KVd2mTxGrHLcwotbgd5deqX
1sZaXNlRJiam1tC7abqGnacU0tSc5W+eNe5IPrc7ZvUbGe/KkjRhMT1Li5kyt0l4991pX+T4dtN6
NBExXR8UfV0jAE5uLh5tgOlBKwQ0bGNVrmRA/yqPvjvUS4BVLOphdhXsgAWfYzI+8eK5HVjkOhs1
0pU2/qU8vGsjYxB091FwSGZ2cUrxAl7uGirGw3jJSkFe1Q8E4phbCN61FWUEBzCgU9/TUNdvHEz5
wA4kG6J+URu5+1pvjABBIISXDoXl4WpaDGcuaX8ApKePcTntYrfi4d4pRfl8ffZX+mJCYOzG9kBi
dHUyh5/6qow6+0sIrOb1j3+MRHVcEwJT5J0c0wVfhxk0zAig6H9npY5/nvDCEqelB2SSvnBfrOIF
6FR51KKq46md3bs5T9v99V+xctk2ITIjhYdezeEnlYq0fIZlBN2nrUoPLQ2jsGX+3TCH8uA2U3lq
u45s5OMr29W0j7BtS03uDIssyQKcr48CDn239Mcx+6O5BiQK6iUJCSg20RxOj2FWLvsFL827ovOO
GPVhD8pVuBuH+fV6ox93xzG707sQP1ABrDQhKv9D1NkfUngb0fPjJeiY+Q4+29beYjuJI9tfNqw1
sQLb+jOTuj3e9uMvnXoXH/wUAFte5E6Sh42KpOU/anf5ev3bH+9WoOL+++2GLGSwNW54Cq4BKBfi
9otMBHVsvlNseMT/fL7e0NowOf9tKCM9POPQWDITUuwYCyucNLWKSYYrw/UmLuPx/1mPY9pijP7S
BwS6SDAQKF58nR6GdL5xmIygFupiTClZZkCo/yxzH1Xz98BqYyk+ZcBcXP/5KyNk2mJ0YwOF5RDP
fr5Lxx0jnYgnUfd3YwH99OtNfHzSO6ZHhG8BIBl2l5dFi/mnoJuAFnRT3p5I2+hz2ApUoq+3tNaZ
y3p7t2aF3be2FdSARsyp/6rgmHhMPZGep4Zmb9ebWKm9AqT93zaoU3cj1y1JCmVndzYpx7jGu8Zb
leGC14ddGNu4FdxVg5fdzVVex8Bf1xtwp7WRvPT7Xf8gQVxIhmsh1HrDvxWdQN2kPOIkfypaclNe
4Jg6YhBIcLQzFHhi9ik7Dm2q92IY892kNLSxYMnxRgIr/2djNC8b8YPdYxuRILNRkQfBEfYbgaLP
lI3deSE6ewpIIc6gZOgXoOu+63CAvjNuKvDskz5K/rwK/S88B6LsxpVz+X3vRjbgVWaVS9An1Jp2
dmjtaN7E5W3ZCSjT//16hbN06MkESXD3rwVU4rRUkTP2kWQ/3bTcXx/Lj49sx7Sl4OUI3xg3hYpT
U34O+8q6gyBj7ACgTR1vjzoaTOqm73OdNht34o93GzExnCUTukd5nyQBotK+bABJmNK+jspWyhub
CP47cLWqgzqkeI8M9KlsvkyQ2M42kriPzyBiIjeXBi9tS2fNySTZ3q8UsCxi54ztT8GaPaxItoCV
H+9ZYuI3CZ1R/pCFDcvAc9HWkRbz0dbNbtA3XQWJ6SPEbEdj7WY21ICsZzvNd7XFvwvONg6Ifw/l
/9+ixLQQyiogauF3AYmHqaA7SDdBLr72WTyMqY5qm3exndUVLqKOew+JAvDUOaPlA4XwnYigko2K
V5l7Ny4II14orbwlZ6RK/GocIsH6vQsTaxTvupvOXGLCPqV2amYxu0pKPsXODNi+Jw7CYa+ybh6U
JcRGwPk4bSCmTtnoNjxraIqAMzUJjFT5biznLWzm2pozEgc1yTagVnqxUM1i0ViR14kTirUgMdzE
MHSICf8Mqyz0SWsv8CWpYN6D86HcSklWdqaJ/+xB9PSDorITBc1HWqJ4Mr3g1N3PeE6EI/f1aLkS
vEwoqNdbrGldqA8NGqVW94CHq8jdWqUrdzhiypEVEOERXg89drJkw1kGbZgDIztYWcwmlGMtqYtD
6I7+3iooPzaLB5HcAIqaavStWC70tmsC7jb/jZ+u7Gk2NbmdtN1r6PJ4wEM523rAXBvCy9J+d2ba
ngXccotsRFROVAJdRbyvdAvSsbYIjI0+V3zJxqDBL1fVsqcda+NZwrmMN3SIJejn55zNW+qKK/vF
fAdSemrBxs11EvgeB56gcKPmIikz5iCelkAvXV9zK3vefAwKi6Lq2zFl0Cac7CiVXh7J0NvI29Zm
w8hghrLkY6EojkpSIU/7PjIKHuttmTUJjAxGBFYPcAWSi1I6e4g4H6V07up5C9bsXyLTB4eMKZ02
ZlWn6chUkvvU+kcNEh7Z3oBcNM5cZKC9p/QPOncdP4iFXLBSdeDhbTbLE4GCAaBEckDJgI45PSiS
ynM3shJP3G7hxn4KOq9X4xF3Lq1GxoHqvB0w9jKLYRQsPvW45e6AjW/vHJ/Jky4qdqh9j9znvdQ/
pbOk3yDkuTz7TWdFeHmyk4kjy8ksFZ7yMggiEjjzbvQFaHfEa/Vb03Av0hiw09JbYbzUXV/EFZ4+
vk5L2INAIJ1fLd6Bn0XXdWdttd2THOFE2M9Lfue6coYVizsNdxmn/n5qluDT5JfLDphy6wRXFTgk
sJqHEB3y/VjahYKPNZcHNdNS7GleucemsJqjaHMElCHNu3NXze7PpZJ+tuNcVfJYwh9to2SzsnVM
QbpgbrKu1eOSLBJ8pMq3WVxU7sXtpizjqd9iwaxsHVOcbtBkILSjcyJYkcf9BGlYXk8/ru/LtT5c
YtC7QFbjGa4tR3y8mhCW6x86/+Nn4ymk9v56A2u//tLwuwZwQYOjBoToEjk7L0E2d5+73J83Nv7a
xy9/f/fxHEg1opacJmM1wc+1d7q4s6pyI+Fa+7oRh8uWCPBfZuQp6UCjxba/5fO88ULyb7n8g11v
apMxGw+2XEAJJS18lGaKQS6fCchbr+SCpYpot1hx09fBFw5w/J7ZYj7ZQdmcBi9cChgb+TTqpxHp
X1HCXsaZ3ajFA+jjaEF5byI8OE20dT4FE0j0nR86uyKknogKOGhtjP3KKWXCaTU4tmzgTCZcZH00
tewtI+M9CrdT5PvdWcCbbmMJrYT3fwPnu1n2KaX2DKRXYofocBmOD1UY6Bg1s931NbrSgAmrzWWo
rH7WwFBmgKNUxFXxMKTse0lGHO03tWGKLARW52S44qfnBdwYNb5yOzyGvd5Yqis9MFEKbRcU5Yzo
eR5wsBYkP/U2FL3ZjeNjXEWtkAplKZilWN1XzxW7Yf7JZbAxMCsRyIQDZ63TAp6p0nMOX7eZXkB1
DxPK084mpnllcEwGRAjbOHcJIA0vvSkqxnGn0idlbyHL1r5++fv71QklMT5pIAM9nIx0uLf4g61+
37RoTM5Dq1xStwGqoBSwEn5BzjCvHYFr8DceCdcG3whxFcEDoZUBUG4rN/KX6pzxNLbr8kTV8bYu
GLlZVg+pWAqN+K9+kO4bnqmwCzaWztrQG5kZGQv4X17g8NxvT13Vqsjn4x4enls31bXhMS6To+5z
HXACTL8fyGMxwiwed+PmMGQdsLXSLzZA3CsdMRHiSs8lMh5Fkqn57tu/qX3Wy1b6uhKnTYB4j6wK
1UxkKXWR/6C+k7Sec9f3qCGiMJO3Wy6na10wEgmGK3FfANSSEAcK/H1IsjcJWs2xrptxS63iEm8+
ODNNkPiiSMs6gYsRzpbTDOEoFLGcaJGKwBVZnILe+mHJeWNOVqrdhBobWzikLFhAevg7E/+HxjEc
wmJSlvmehKJ/zKdaxgQ41jjDC6HHw2oPjuXW6bqy8kzJGseGakGFFPtse3b6BOTWcu79FOKXordP
Qam2YDErOY6JEpi43/W2vrAeUAaOepf8qrS/keOsLAkTKYAFzQoIyy2J15IjALjwycyrS76zhcpe
GSTTpqbXTZ25Fm5m7fKpGv9Yk4AD5EOVbgnsrn3fiI4uXn1TWCmDOjdNP9hU1w9dzWHtOM/B76IL
t07AlXEyIe0gnvWqmFEP4wMgbiCKifPU9RQYUGerQL7WhBEpW9FLpWE1lLTtH1AOd72TRXlR7K/H
+LVxMsJkU4xNBhwdso++OKeT/9aq7HBx3dlD/WULYrXSBRMDj7tb03hD4J8HP40UeZRiilp/Kz1b
2Qcm3n3hNGe4f4fncpgOxMu/hLr5dX10Pn6cICbWHX4JXg4F6+Dc5l4fAy/qnNoaAiKZH37JlPB/
8Dyv70hddgeI6m+5g60N12Wu3qUlljWTsVVjeOaqfHDK/hvkCR9t0b9c79TKlJtebTITWYNTHdIM
bBfw/AsYsd9VWcKj6Lac09TuawbBm5YRJ0FFHYoMYxYenWEcYjout8GwiIk4bCARFfKsD6D6Pt0x
q/0r+yDWfni0G7V1+q5Mg2ukP45t2fPi+fCqryk51ink3AqY1eyyOtva2ytTYYp2hf68lPaFF99C
/jzVdTQRqKmhcjjqLUzcSg7hGhu87TsN2SAdnBvi7a3F3tnsPl2e+dTiUfLr9RW1MlImHFFz0RXS
QRvhMu7rxr5rMv65UcHGcb7SBROSGGRV2rZBrxO7hAuLzSGxBWX44knU8DMMvaU/WbVfvV3vy0qi
8n9SXnYwDX2jwnPelU9O4MYFcyFM1S3f2CTDuJT079iOX643ttYzY6cvc8mtObSgbV80aeIH/RIJ
aem9nc8w/84mx3rhFdjnt23M/wMvjiWvgPpGPtm4dVwQGH1Mzovnuk/Xu/Nx3kWoOXgdhDsAcE+L
c5dDrqJAhR3i4nPm7/MOD+NWgX85Zc2KXQkdqj+M+kgs/KVkG1nLh9sJzRvDCace2ln5kJ1xAoco
iXsdsAwkkpTH1zv44UJHA5e/v4vMATh7SoYsO7O5BfFblLuu8F88PW29fHy4INDA5Yx71wBo8mCZ
gr51xtMuPfQzla+wyC7uYMXbiajUbpvMHi+3UHuXz/5fVo7mjCwpVVaRBv0EssM8PVIHr9VBdkuN
CZ82omfKyETLEgp73CvUY1bLKE19+3BB7exd0BXKpXUOt82KkSFB8cx1JmgTn8ccRUTx3eH0btnU
dfn4VQw9MSKohGuyky9Y1EsQ7MdleRkbCzpNPvvU2eVfG+8WRYnQXeXqhyjFgDcYBAyobny73rt/
F9cHk2TiNtM8T70cwEWYCchd1z27qK4MnoQ5+h8L3lAVaSKv/RnAsxInLEj9dnPkuFYtDXmwa4AD
XPezpBPu1voeisMH128/gUz6kC/1M4FXa7h88wtng0u3sqBMFCivrAbK5qSAHP/wNy9CqMz3G7nY
yuY2sZAk98ouIBxZakDOpAjva1vs4Cv+1ndsf32oV3afiXwM2tLvSY+Z9i1+qKrXLpB3F25o+tn2
b9xyJgRSWLydstErzmSB/rpSd0W3JTD/MeaBUBOA3U2AVhLY65zTwYnh97kD3vKoamfXke+pW/2o
x6+ONUbN3MWjlnvLkwnjN1l8o3EjlmibB8Goy+pc5TiRh2aBwB6sGA5dNrdnOI71G5O0tsSMwNLr
1A6YI7JzK9XnNpTnKW/m6PoC+Di+eya6JrTy0RtCt4LVVy7gjgbx9BINgnQybtHS1powziiYgQ4Q
0Cr5WdTgerXu/Atkmd9uII7Xu0Ccf1+XPgoYRjz0Ib9TCQrLikaT/GBLATGbIOtOULgWC3RuSglJ
EVrVv7tA9MMJcX+6k+livzrhMA0wCXN7MJQhIP5Kfas54ZHZenGdIX/mo+VHsxM4j9QiBQTRy/QV
bDhQmOFiTe/BqKruhoalsM+281dKOR5CJLSA7iHyCf7RQFT1Nuf94sZggvjHAdVLDkmPptt7YZeL
mFaODxEE2cFstCnCNk5zeDnxCt5BTcWAt4T2LP/SdL449IPjxqNF8apCUx4BppadUhsv7aDBDQeA
jIs2Snmu+4hrmh2mxh1PDbPsOzgr8RMOR2+X0UZECorWCKd6cONWaH6GEQt9duYOL5GWFodGp8FZ
K9f7Db6Bn3S1tN4cbVfDcSRj93vUnnXSYDL+DvEuvss64FDhsSf2GWAGczxS3HcdrwyaaKKVtUPx
KYUIM/NV3DetP8S8LPI/jXJAeGV0hjBWXdjec9tbPXSHZ7DBsnHY6QxyxKEHN3Lh0DSGS10HEXov
kH+UV5CfMpNjHVO8On+1eN9B61f/o5YhxBw7gj5JJRSgkF3nRR1z84N/sTKvOKhmNISXnRgKFNY7
xdKd09nj73TOprewnPUPMEvJc1OT6smjbXNISeZ/m5Uc+c63y2rX6iU4dorPv8E/ctqINCNkYVut
+sew73UVZ9xWe7sa5x20GSvIMUoVPi5VH8YcL72xLZ0WtNLZth7GFFjreMKisSLJmb/jbWb/LTLO
XiiE4HaDq/kd2M3qJyddcB9yR78SfGlPdDj9YxV5uG8Zm3YekIQ7WNM6L246+E7sUhXAETdUr6Mf
sgTz4j1B/j/sohQCPl4kBrrEELBufGBhS/dMhiq7w9jTI2mc8KkXM/s745FYRSBOXACCrPm9zC5c
UEPb+gU39fCzFY41utpb2Q/Pc+qjSD0posCqCYE9oYCTjlTFTxib4hXyIkr1ixN7VHBgFuSTxiN5
FdW8DP2dnYLDGWdB6dJjQeFnb1Uu9C4Gp5juFG2C/3F2JcuR4lr0i4gQQkiwBXL2bFfZVRuiRgYx
CJCE4Ovfca+689nOCK86wt1NMkhXdzjDg87nEP8zGE2m0xjlCE+hczrmSidtwdSOsQXu9K0wSSnk
kBQEPjIpbGjHOhmaHBfNRb7BsLi6ki0dH9s4EleFbMa7msd8wqbj0t/EqHibxE7e9NxKbf6GIwb1
iTMKlNilja7Q1Qo31B+aJunIum7Lmi1HIbDrqmK2gDr63+qpwyTTthbmKd38UtBiAiaNmbt6joet
rFV7NzGcSqTDIeF86G7BFyXfDnHojlIF/JraODiKgflpaAO+dWYyN4r07qDgFJuoV7HjQ6Otv/Fp
o372yLiShvb2wYoOLVavbRNf1vYadxp9Q9LWb6uFTTdlAfPutYv6lJkyi7XNogCRzrD+6PcaBg/M
xHonVSV3DI5kOi0nB6n2wM7xtRqbPMMth8+W+I/Dq79Yk9dy28RBvPXGoc1MsNbXsSwh4TLNgbkZ
tYIlfT2bjQU9FxvRwcvYB80QRhIVBDA2XQ2NfjJU/BBJSfdGlf1f0rbseSrUuo/6sIGplnV0AyND
/Wp8JcakrFX4ZYIzyZ47LwgTUeVmR+WwHsxi2isaW/pqK15vkK8OWdiI8oBiaM54qNmza2b0r+YS
tj9lDtc1AU2KbC6aaDtorztGYjZXAVvI0xLWHhwiCf/WqLkbYAfIuwShV+7ACe52DCBGsVWwdE04
iapkVhB2U6Ny28B49OvqKXFn45L9YKNo662/cInGRmynb672+X0X+vWdN0zdzkU2f9aqXJ5zDzou
4wzFiJxPCJ8Baa7WOZ5PljVyH5ml2OqCqE3ug/qpRF9uGVmqF459f211LkCOBv96jTuCCRh88jrO
6G0p2ganBzzb6ADJeN1ycjUOnrihyi6QXY+lf68Jg46K0NFNVAmXVMs6HrwOtI51Fi96sPwH0N0T
BNHGCKAkXwX6sbXFDNozc2PGrdfxDI/GMjnN/aG2bLlfe8HwNQOzHQUzG93lVeZFof1aWNY+DEVb
3XuTi3drDCfsVPk+SZyW+B627ejNMFX5g4K/+a+2FYNNBlZN+0Ysw89uKL1rO4/FgbYomXkwz0Do
0w7UaXSoOKR6SXGqmOhvRN+H3xmtw5OP1/ezLWR19OyMlQRyHgJV6B8iF7YbUpB2y5sxxvoXoLNr
WFWkEpD5FEuo3yIJzn+71Y5sj+zK3E95FF/lyLR/YOjb7htpKIr4qfL/0HFsn2wTFjecYbQCUG/w
Hf4H5tkDGPIJ5PAQEEizcJb6ML3bhLrri0T3AfkqKjEkHJJH6eCt8XMDQfM1q0g5z1k1iBowhCDe
qUbK6zwsAXSGR/QBUBe6IZ4XHowXlICID/q7azwGEnfnNpQiRwiLpkzrvmvTYRjhLEjQrcPZPfw0
OCOzSS8QiEI655IRWKOdoxLEqnzIrwcGAxOv9offUbx6W+2Cagd1U5dogf1kh778JnxSZpOR4kvZ
zXXmbK6ydSHVzYJOTub1jMBcYn4uuDM/dTCQ1IrG/vbtOuhtOYXyLgeR+WUeh+maGcQhn9jVS5pX
ZQJo41Z1keZgsnzvaRfsXUlb4JF6f71yS1EkS9x2aTt6/ZVeaXwLiDnBRhiHPlmGjqa5iX1UnmjF
Ja1ZyT2LeJWiy6M3spT134Cb8AQDM3szimq4gfxskK7a9/PEI+ASH6SSocxiF0XLTVtN664NK/bD
c3y8i8JAbknFwg16uOJQLKx5YsBn7iXLl24vWOfu0cgJtrSchg3yLInUCY2eqqhpRnznQY65YDEY
oci84mQKBN5aGIzrkeSx2fVVXt9XfJUks/DC69N5EOAnAvz1OHPw2oLAl6kYtbdHqYIqTK5tm00M
wKq0ANBuzXQ4qxfLZAdD4En0CAB2iG87TREEw3Ewaajgu5XIviLfTRubL7nv/NTGY3+LNhvrMzWF
UCOIq1KqDRzw2l2tpxYCD21NUMfT1bRbIyQ/hFHr7RWDZoSpUhyqNFv9ABpCHtFpr+ZhR/BATWqB
N+8y3TU9nLdgDQs1RTd879eK3SslIpkssLqPkqmm/V0VYZBjCQ/vi4HHP9wQN39cXnYZhKX9MoU0
/rpdkf68mCleikTpSj3HgjDEXDn6JjESlkmJZia87SIKm+IQwLqXrp6jR0MIO0Z+GDwU00SDrOAT
3ViI92TYbfy2gRPB9bgUc5ct9WRvcWL5SKNmQW4YsL56Mw+1xesY4y1IGfYugmvVH2ZIh0aHr/w/
2lh+A0/CPkwbtCyvAsrZ63cJZA2o4lx8hTMU2anVV8dg1fI5JmV3AkSnzmQZAXfYyvIYDQqCMjGw
R69JMsYFyJ/D/cRm1yYiR6DI+sL3byEGXHRwkcPQrveiIt4wDyUtZRhWp12Jfg0Ok8Db9WNNtvOs
ISorMXfYVGPEvmgsk6EzR2AB4MOovfgl0lgeOJEl25q6Nd+bgbuU+CLYjbbpUkeH8VdRQjF1oyNZ
Zkbla5pDhvFntU4KkvtmhrpEo7z4KbZSLAmTc/cNAmU8T5bF0utRhs21Dpf6SwO7j00JVd2HtQia
o8RYBOq9teVpYwIfqLS6dH+Apa9vAhv1GzW6fRCWuzgMZ9AQ1uYWpxTs7bx+qdMl5hKyH4BC9vBe
uW+ocbsGiPMoMYvnNpgvmyO1YjrFi9Abg8biTqzIP6ohJoDvTXnG3AJumTXLXRNJclcxZg9NPBfZ
aMCP6Noxun2NoddmmdBj9FSVOVhDXvWQggF9yS/ak68lPlcnAr5bkEFJbDcjToTZHvhNYD5X5szf
CjYkp6Xt2p0o1PJrREp9FFgPe2Dm6LZq4g4EKDXvwThpIGQfxVsx1aAseP6S1evKf1QFEfcT6rw2
IdKzVzB4VWkfFGbjIFhbJN7UDxTg1VCbtF4IJN4DCZ6GK/r+TkCF/8/YW5QXnSwWUDMh2NtwEKrB
sl6KDOr50082Fwr6LPCizVgTdFlcFNOXroahmaciAu41dAtlworVfWUwtdrKtop/dSZ6rRiZkg91
SLqbEHL/w1W12mhP41XdO4B79qPWGjopDMlRE7l22OUzaQDP8Sqk6mAXbdQwrXtGbLFkkECDHjqM
TlAVBzgtZKR3EfAXXwtvhEXFIss/8LVcUm6IvO78Cnm8yeG0tnEhWf70qmD3rO1gEjkv0MdASwfJ
RTrIsb3Kl+JVWbdq2ys8pB+lIQ+xNWEoKbD1tT6N1iuTqCvHg8b2T31Gpr2tmzClRoNSD/L+clwQ
DQ9BCBXPBFTB4qbK6Zi1+PR9wm09IBuqB5nVcTM8kZpANA9GnA9S+OKHWGSXckiuJRVu+IGHFf09
xuHyoBtS7HsTlCc7lmLrIurfxOP0evp6egsdoMpkE63QFFH489e1J0iRRWPuoHPrfZsCVvwuer9+
Ep5nc+AUGaSE43626bisSAoQnIMgm0TVD1kVtODPAzns/dSUQI5HLF2u0cXpyKaf4goLNoY3S+oF
bb8CzO7W7xLweZrYWlUbn4cw2KgDiCR2mgQ4UCrNdWIHrrc+VeaAviZJVOUjMQGpfOP8vD1YVFwV
nDWKhSZkREq2zoSDHdEW1wM8534GLoAopZpbqDYtAZBOFUr5AiCxDG1x/xRgq29LMS0vU8/YrpvF
7BJuSnHSJlozyEo1AZocQQtTxXqabtUyT3f41/Iu6MWkNs1aS2i7MK5+VGvAUt5wbJWRtceQygLa
OxPq/9A19tQssACFs3e/KakJf6FREMD4ewoa6PWMYzYCj3XVUp1vIPUjstyhT5O3MUffwXG7RaoC
69AZfmR/fHBA0sbSbhu4pbvrhKHbdW7lSzvDGAxqpxjG8qL5yjsU/8qY4me/SL3RFvwRO8/LUaHY
dAkLWZVNke+9rDPE5HL0h6DfDPsGU7FmSAbC5j+MemrLwsiGiRf3z/OykqMFP9fBOr4uToOx7YaN
CwDorVieIziao4ADd/5b3Y/6Jc+lEwkqnPBacd1lJCAdTnR0bmIcX0cC7OWVNzcc3SWWp22HHrmJ
4/5n13pzjxZN69ZEUF1/5YFeNnRuoZhdcp0CT+8y1NV9BsgHkspimjFU5YVndivgRDedk4jqBRIv
N68d3mLfH40v+keoX8lvBmyFPrGrKRC9MZYdX3FeKlDhqROSpjV19TfihNu6fhqf2Rotp8Jhdosa
X91xXOa7V8z+8xoKvocGP73yvRI9H7DXgjjxZngUTkVUbUDZAGh1JaK+e210nDw4aWMlMYlERVhV
pa4ZQ4gxLOVjCJjrI4sIyYp5XA/dsLT7AlXgbtBtm2KnyCxwtLrNZ5Wns+XuFixsnDhqJtsxHpob
8HaiNXE87vfzWk/fg2Vubl+TvMznedAnKwjbv6dQRdfTtJIkXBjKRmBx4DbjVFZqJFoQv6hQ1TUU
Lw5Hvz/V486re5JB2sV7USBFbCFdFcqkG0gPP8O+fBQljhilMPrheMIU5UwHm6Xah6RTF69p1+Xh
aY1zu7U855sIJ9B2nI2PNBnELD2q+TqA00a5kbwlX3LNkXG5YgQHoVbxzho/2Cy54wdvxVcRxngP
BPlOn02zLm+wNHr45Ki2ewSXEWIA8Rx6D9TN020soREtamq+mEp6Oyl1dzWS1mwVrdSuHVBvQdeZ
hbDkNQVJelm67x3S4JSPtqsxTUIqvNoculw451/8ybe/exfFj51rVdbi06ZuNN2h5Nj5SZ3nuGPJ
prrNSpylMGHzmL6H+eh4gx28nkQ8TFufV8M1cFzBgcli3nY2zPdTDaXP19rwBkRptIjsq+OlrCGD
Bikqb50AV1/6lHK+7pgqiw2ZJg89tSa+08EIJb2wGuZMc5/9YhweE1hpPH6aq5pvAAFBnjfp7i6E
7fN1Q7wYhtajKLZ00h7a0siYsPVGOIfnfZOR0B+h4VWrg22C/D60soKGA97NNogUniqiHdlDpQva
aHOLiGds2F3z2oqNsnO5U32tMPMI7ZJJ8poxREp9D+Im2DAWT1COxfz0iufWPyxDM2xq5G4vNffU
9TD7qAbyIH8Ym6l68mdjrpWgZG9XW+L1huuK2mtCqziHS+8OGhzRgYeFOsRqIVsQjMKkRRC8mmI9
wzRBjj/RutZpNIkyUY70x8UZvqau7Xr0TCDNrJIGNb3awSJl/BKMaoDTIa2PJud2SNFf6b+9SsDc
Qs+YHchkzQnTUjj5Vg27IcPa3qJhlD9LotU1hwJnVsBYIfOhYJnFMP3F0afDuzJCYSXzLnzmc4nC
vPNrAwtTtu4iFnh/6SLIZvZgDrhrhZV/cKhVALaTpsH8dxohgzq4ex02+iudId3PZiz3pZn760UW
xa5Cm2474D/OcgVrqIWhbR2G4IXk8fgjRjHwWIlJZIhTIonrvNpGUeFdR9AeuApALMoGVlTPXsnV
E7o67EqNLEyxrVoGUwLYc2zhXF9mQsouyELE9GtWQ9Ryz8lKdug/NNGGOI/+ApzMIErGit2GFlj/
OwAzYBVJAGp4GKIgf8qHwt66wY1PuW2b4tBAm5RvAxBmXmqNYzsNIKqOanPOh19G6umuCsKRpHCX
xn5yaJ8/kWKmTwZ9apLEY14fKUpbbxupMvgax5V1KK/J13yFyKpUMHtzkMTkJG8nmCehM8dWj6NZ
W/nTznM03yiCNCdr2ThDWZAOJchhjqQlyIFzQnwzpW4ADiua7fTomsappB1k96N2BZyYsLWC+4jL
ea8Lkd/Mo+eOOYLhH1f28nvYKIc0uZu+uG6dxAYB2XyrMC7dx3VhAbLl66Xh1XsD0rNRuFbU2jHs
AE9Y1GPrC4pxi/yGeQxJYGGPjD30L0y930Te+eG5wIeBeaaGCrt3aMt4uoaiQon03DV3sVeZB5rP
zX3vye7Q8kVe8bCN9x9Pz8Q7T3iu+rFA3xyjs6I91tByyMwqgzQIpMtW5XgmC9NsR9c3YpM7O0L7
hfbVdoQmWOI7SnemG8wWCP9mB+dwdUCvEWYRC3REdgVKwyfT+cPN4nfTt54DDueq0dvRSf41cOlB
clYGVz2PxGno9EEP65SnOHLQW+hkE8Adr0ZvDtbXze9GaDQjZJW7ZKirFYti6t0mL0r04WUwoEGJ
xM+/Rv8KFNAK1XWFFkfl/fVkW/yVyHnuinqKtt6Qj+wo6mJGw8bCWoKPaCHZmZQb3mKi1E8o7JCk
RFe2Cth1Y+gf2gf2IbRzhH3W5PdWTTIZR9p/BXiUbuIy5y+09tsvfe8wbWIobrzYtrvAoG1hG7Xe
EB+IXzp5867sRxAGoShQpAzUxtRBnSpl0n5D/ZcnQ0TDJFpofgG3895Xff37v2A1pixCRJ0S4z3W
ewcoSpZZ1eOsdITYDY07P8PgpbsAR/lHQ+eN+eu51sriTbmPI7A5BsFEWYrqYfo9uomlOi+hgzkP
v2eNXm+y0pCd8nhAMmLRhHk0goyPH6/j95BY5HX8/K8nrleZI1bS5mgkPjXja0L68dDLcY9RF4o6
AWa1mTdNLXfBxJ8+/tV3RvPnIixT1LRFHrr6COz1+ExWjGpkH7AL7/UdAMi56ApkOjERYaQ8NvEA
4ymrw21E4vmWYYKMAVqdX4JM/oP3+P8PyM61KVbOilyhCXTUHc4hiIG/AhriiPIMqhj2oZdYPx5O
gxTGtCSbQxdeyzL8hU85kmQt/GjfzyR/rmVt7srSQh4VFeEn3/EZ/KGcwAYGbqs/0il/QQe6fQYF
YP7kxc+QAxBGCZew4qhT1rLAvGjgD4S25gIk7L3lcXZ6AN4IWyDdF8caQrCURulQFBc2+Luf7PUc
+dd6H30BirPV/THyNH+JnI0eCDbBz8DYGTbuHv8aBG5AIlv5+9n0dSIs5kwxisSsqumCZLjRdz3U
6Xbc1dFBeKW6YH7zduxh585+BrkkLYXpjwqDgLQcq+dKQ143lPlj6BhJCyin7j6z/9i55omG5EwB
4ilecJxDvxcpPP318ZXfQ60E/3291oIcOsK27jhFEmIwfjf/WCO/e4Je+iVGyNurg8VnCzvCCGzh
zvIDTqC7DmSzQq4XAMTvXfpsWdO6iTn0r/qj0yFAlGAQPn/8Wt77tmcr2qD2LIsGEjnTaudflJcM
9KyG3dfrq7dZGUBRSAKP8u3jX3vnI5yLl0CTR+S0AvJpRdHh2RuGf6zxBUb8OzBHdq5fonGEI2ce
1XHuYANBTUxPsyxttF06wneYvVTBAa2+YkkpMvp6j/QiP8F8s6WHAJMhk9RBPV/AYb0JwvYxAvzv
csMcoJ06APyPBJ39VKBBrR14t63ZWcEPfVRu4QZ+Sd/inY8Yvf79X6FDcJhOwwyiOxZk2BvPf8gj
Bf2FZv0dRkDGYj5+IUi9fYBhAvffH5oWRf22VMVxyZcj6Ysdqbuk9X/S8sI6f+8Hzg59Dy5hphnz
4ti2NYAQnXb5s6Iu2lUr5FtgJlbOm88txded9q93tvalGDD2L460uyvGK2qntGkv2bH8g4X8v/OX
wtv67OpimUfdTe4EMXb/2HduvBlWu/yMaDGmtlx/A4AFHY0CIIGA8WIDT2L00vga5CmVBjBXk8N7
t0aRxQvFLpQGbwYR3NRZEGk7DlsW1OInWDltAroeAe/5zNvEpc/CCKbPaBQA0XUM12de2OOsX+aO
XdjYb0YNCD2enYyGC1yeqvq0dChJDApywKS/5JwG24/XwpurDj/wuon/tRZUEUxMet5yWkYkSO4P
X6dsFr+GzxJxzpG/ofFMD4BhcPIov4PB9om/EsypJy+8/jejDR7gfF+C7ThCN385varw3vc0KFZI
otAu8YMi2KigaR8bzMJ+VM0cXCIOvhl08JuvX+tfL20pRMH8yVYnUqgvUCOS2YjoNk36RfRFDoSH
unByv/dDZzu1AYEzrhyYnF587WZMqosy8XKI+K08QT2SfbwG3nuFZwEbCMjXEy+uTwWIRejOxog8
UJYByhCIBP8KAXa+ykkQfAOXkd1//JvvLeyzKFEIQuoxz5dTG9TwkXCAWDwWbnr63NXPtnu9ApYB
v4H1xF28t04fgtxk1A8uhOr3bv5sy3u1VKGdQIkEVSqTahfXUBFXDx/f+zuh6rx5YiEcDcN2Dr5l
bO476W74UB0+vvTbxS31zxskvQOk0NIKY6zA3RayvAEf6yaovJ2/wClDx48aPWfPH8okHzy2G80l
aa13wgw5O6a7qhjpJOQKaa0+uPFsrw8rpjjZWAUUbeylri4kH29nQnjEs3jAjFj9egGdzbdtsMuh
hHrAzBS99qb9mkvZwvJCzcm8LHQfeW0HEHcEEGsIiNMi4S186TZeV9obp+B5CU8j3Xf9iLmPI8tV
D6OquFPYXzkm0iR/6Rl+r8PNHSF7X21zWucH4DsvGba/s6HPS/lFjq8O3gjqygZp7b4GJMZ0dD7a
6aepb+HweOEp39kH50V94fUawN8GlLRp7pK6hqDU6DAaGar2c2GC0P9G2qAbLFsn6Ksw990SoK1R
+3nLhZTuvds/ixKQ76oB7lXRUdovgscp9TEOyJv9x5vtvX18FiSg0iunpjARzAaWu0DHhxBCYB9f
+u3vS85VUDVUYTCxhWkfeoyiSrQul6M0yk9jCfZ0NObkO+08e+R0HT7nI0XOK2HWxhhgFDQ6rgHQ
YOR7vXyNp7/e+EtUfz5+qrc/BznnbwD63XFSWHE0ha1uOm9Ma0/IlDUYh378C29/EvjG/Xc1RSHQ
5jyGVga8GzEQjlK9XNLz+od19/8bnpy3ncAx8mk7YKUStLozaxzw8cEwQjPG/pEC8AGvAgc5cmQA
1B2zKNiC+/eQdluP4eDZazcOz05zd5iG0Ptm4pxAtXWGbC9ZzaZVzD6PcxVvtJFkP8MUJolbYHQ+
tY8xuPzve6GA4gMNg6Xahuuj5/ITxjb70i/CT17/LMGAr3Wh1Qyxi9EA2FOV04aQeAsWS3VhQ/yj
RPLW2z+LE5MyQgjZLqd+UR6oUuXvBW62D17giwRaz+ZvvyztjsvomrIItHaMcK8cyJOgXpD4WzdE
HtqBgqQTlCDuAJel3/PGWeAdc3sNesX4A819doD6lQeVJ1tCpioIEto1v1je1xs0UppUS1gi+svi
f6UGvCyhl+UvtJExy4tiex+OpdqA5rEeOCbgIIfOIMvEetx3dIGnos9/FoMvd2GX9/s8rgFicovV
J0weyhEYbVyaYtC+JpDsvANc6QhixH049+SuBYImWYKm/tFbtcgEYDl1DcUiP1VoA3yKW0XJuXQs
WBtzH/GhP83kmyNg5fZTNri/n9uWZ5HSymXIW68fT4EyA6wtgGw8BmYdnz51+fPOyxyDjQToNz+C
LnTNnfsVe97n7vy87QJA6ChtWdCTFwElnK+cZnysLund/kMcfmNVnzc3OGhdPiERLF/iNhMAiJSD
n2n1KOE7OokoqefhMLP1GPsIF7IBicM8TMsCXew1hbbXbsGQu1LRvgyHzRKzm8KTO7nOtw4H3eCA
ti4/0xyG2v5ZYK1C5UccVKqj14XANPP14A3Np1IAcq4nO3RL4TwLb5IZY3wNdIQ2X8LBXYocb+Zp
JDoLfTpndQ2IsTgiVaquDQN0IgfqCiTMFiDJjxfgOwfbeUOszAG37UBqOkoJbM194x/b4OfHl367
QCTRWdyrYgOe9uulh8mk+fyTWChgAkYe+t+7ePzk/Z/lScBeaUsBXzr6dXcjdPN1tP5uBrbs42d4
51Q+12EVVITzwDqUgn2fLgqT2XDVz5+69rlUqIV5ZI88bzn5AFKV5IdqLqz4d178uThoA3Wo0Yc6
B1S9SNZU7d4AXUli4IvqDAYgF8YP76ycfwbd/2o0CAexrblDlQzhRfiOP9v673hJ3dH/J4y8EV7E
2a5F0F1CPxotfH3MkirCx/3s+bMPNIP/akdQWx1nTKzOphASpVlQNXrfWKm+Q7ejPAXVYXUr3Q1Q
Yz2MuqZ3cUihAW+C13YS1wFsknPvlf1QgP20rQIFnB1vJqmSuGOVQ/iKAYGlKvqWk/FlLmX3t5rd
Av5lP27JKFdAML15i+MzuuV8AN+Bs1KjszM26iUO8zYVjDZTtoBp6q7gCwT+PlRfAC8CxepRFoxn
QN64ZDGYFk1hXZ2aSqD3HXZiM0De968sRP3DQgUI3Kux3lgOsLbQku6kG92j8L1wToM8r5/ioTDV
/eKDEZeIvq2AOw0BqrYemAU9KcNdUOTF4zwt06GGFvCx4VZsvbx0WS7b7tCYptuqKqzgVEz9FD7e
BoyySCdBJceNBPoJ5o9sMjvdGrYDpU10SdABM4JyhMb6FecyXem+jat0DnuW9YHXn6CbMD0tsMlI
jbbRDEJGzfdeuIhnLwYsL5/18gCmz7KJOxvdiI7rx74r2y0rRLQZAssAg0XzBexWp9hdrX3+JMc6
vAaDQKQE972XkQ2+5HTFhF8sEwiint+4nw1wcxOYHL3eQLDwGiKecjPCH/4WHhDdVnehuDUhtN9b
mwNHgOgEusREu1O+jm6Dr+1dORbRYANSX30j4Gd5DRfL/o9ppr7a9yM8DxO/7OBFLATv940T8ZG6
ht4N0QBd9gbq/iD8lVOx8cUSFFC6akf4SuZT6qGcfx6Ar8F9MmJgxQmTSXAJ44Bvmr6F1ypkBS38
SmsP1GCv3A4dGJkoAVTmzOwA1Vrmna8G+woiVo9NR8NfIXBimybP5yq1POqBpESq/GUsF8yrB8Bk
71UMqnGKDoNnkgaWlY9wi542c78AS9qOmcEqzZR49BjO2iD22C87mOGh0RCUJg0U0oGxepI5QCYU
qmrhgZe2O2JE4tJiXXU6Fe20h77i80r5CsEnPPZt7hHwx0ADAbpkGPMgvCpIxQGYDl5B8UC5fM4Y
koizswX4ertAASI61gH8Q3owhpuAfglJeGlQ9F50OztXJraavJi0f6LAqRqH0qAYx00Oie0LB9dr
IHsrwJ0llgALUsMqLzyqYuoTOOaMx6prMEUUYt5HeZlf6Ku9c4Kd69i2buEDeN71yTVASktKwasc
SpCYP3WI8dc2wL9OgYr40eAqOP8B+UthIlt3B2k0zT6++jsv6VwH1gthu7da+Fy2/o73VVogBQK6
31ly4fbf+cznMrDlEnRhKGHDJ7s7ikbfEF/Xl8ru9679+vd/vZpVDc1MI5kfAyLM3QIz8D/Oy8FG
i8vw78fv551mizj7CficuVrVIywHFh9QIxe9gEqEmAaxX8Cab8e52DV8+mRacZaOxrA0YJpZ2L+H
L7yA4ckCm0QYUNhhSkQ3bT5+pHfWqwj++9Za6HeX6zK8SknFK6Q4crnRvdM/Pr76Oy/sXDw36Ao0
n0COPNFwnU/GB3+vLm2TdX48bxg2Bzx49QIWczteEK55bwmfPQ9EcYQI4aFy1IO56nwHK3V/+jVH
0wGeNBfe2Xu/cRYNQSLUOVy1MGdqZvU1pPMCLX3g0UJRh5ugLL0LKd/b4C94fZ1HReg8NO0UVqdQ
RPnuf5ydyY6kOreFnwjJ2HSeQhB99n1N0KkOMBhsenj6u6JGefmTQMrJkU6WBIGbbXt7r28xlD6E
qNVmAfyxUrRk3qcvXLj8VEYFSoDLKA67quofr/fdwshwZhGzMPsh6r02OlJU2ageLRlx3Dddf/jl
0vKLcDyn7dI4tyScsrGeRx4AH9UEIjSpfhMeBZ2HV2K3KXp6I9Loz/UXXqboVy+cBc4yKdpoYMw7
MtdTe9Pp9wYEYz5JzDWezdIbLseDT/GHNj0nPcT1x55aGxA4QW3BjXYkVq5/FwbdHLzrVnrkvUKL
DaR+bwxn66bFua3jJ+at2V0tdcrlyz59gSPsMvaAOjl2zYAKDZbtNE0PjpIw8bGKjWm4FVARA9TP
a9nrpTabxbikUrlgPYuOsUtvTDFA/JmEoiIrIXRhCNuzYIAcR5o6Fe7jK4gp68n4QGnsx/fG0ywG
WFk1dXVr8qPnvY0Vim69LlT5yjF4qVlm8x4sFQ3EHkESNs23EAZ+MB1vvS5tV2bf14ApSuzZ3PZo
bdpgT3tHFBdToDRccVcrbW2syOzCFjqduwiawRAZzRbUAQX8SS0NbAkIyk65PW0mZyCbbzXknClb
AvHsQj8A5qRONkWhwFdJxttCyvGbL5jNfFlf8vGKwcFWYwVV7RgFli2fa7KWm1uYNnO4bA8QD8zo
UsBlrSTzW+ARgqant2UJv1qLPoylK4OxGJ+Kgv++3mZLC4N1CRKfZmpLbW0C6X7pPzPapk0dqpJt
E+38Ergj83Ev89pGzalM0+ehhFbj+mutr2PoHDgbmUSk0kyQ/GlzA1Stfjh0aZWH15++kEaZ02YT
eN54OOOUpwb3bsJIXsH/eDcF2UHrD0AJcuAro38hklqzqFAzs2R5lyPM2dHfiEQ/+CjvYCx0AvVy
7Rpl6WNm4SFretcrCxi7MycrAwzx8Rf1TJzVrNH8AQeQ7iYrZfV2veXMf4YfX6xu1ixgCE1cU0K0
ekrApfvp9nGV7hXEJnbQ42q/PQiAboLeYso49p1lvTBH1m+GAn4DdjDp2U5N+QiMkxB+3PT5k8Vl
zdDkXbqHkLb/iUsI8QZFn6egQ4CXqdfVxdlMpAUJv6nppoG4+aHwOA7eOaU31oXe6bfQivah27lZ
7g/Za5r/sml5rskE7HJmTu+QOqFfbbf64WmkKVk6qF/mBO81H3mGCOmbUVSvcZnxvSC2HULZ2J1b
XdclViNS/0pHKK07KAKCyiHm1tUElQoDgAwOgyiCjLH5Rq0alAQOSLVD0+RSBWnuBmPoB+yltfFm
92m/pS28sFwXdSGJYT9GEmke3D/ke0iyiv5gJ0Zh+kR2DfAN+e8C1SR+HxvGTQoeQDDFngwKSJ03
BW/aUAzDR91HDDCD3tkYHaT0OCLQLXK+6nmSjuxCJBjYI5p0+oOKOOuDJW710I/7zqshTwZ7Bbgt
plzrd1WKP4lDcfyaoGHb2EpCWjg5NpL10ImlAhJX+7Xo6nJrF1N1tMai3wLygtsYAovUFwL7J+VT
aaDXvQjFT35ZA6MaZZ3rp1YzBHlvtyA25LYV2uCv3AFghV1YRmr3XKmug4yhQXYrueAwKwgDkQQa
6nSrvL6g+P54AKVycqptmnnRHlUM8uiQju6tPiICwSeC2x8X8sWapPtmt53e69yJcNqjsXcAB9fa
s9FD6gBZPhkD7opGMFjHYQ811eOveMiLo/J4ssttsFpwuw2YRDKO2BrSPh5gvxQZvW+3tgEhfgax
cGkSCZBWooiP6rXypnIzAWKmF4dZluYBqfNu03Bt/8S9hwgHD/QKH1gf7yCgD0JKxUvyoOzT6d7j
ctxVJa1vLeTW7koq6COKYY191UBxGSYAfFhAiMVJt5F52ZigO8R5EwhG6NP1mbwUYWfrMpdMjbhe
r0/IZ51G/Qhy7Uqd0kLQY5fF69OKoYGnmJKkak6cGm9EyT8Ul5heMu2lNIPrP/5foeAXUWjuYxfB
kG0soZo6xQKNpuHj/LMoOwvV6zQ50rYt7nORlJu+MpsocOGnwrdQKPc/qV2OKGarOCBlzND0b2LF
8TNMPoTyW1HTEjA4KKV9T5bx2gFkoaXnZngTr0baF16NGsRuDMqs7FAxsVbys3DsnRsNJV7PMWuG
+gTZF4XEOTr1qbxLpvY5twGNiro+6ODhc73Zl3p2tmsv+rEFtXuqTxOMe0Cl8j29T5PbJl4zxFzY
jc59MIhkJUZ41R490u11FEN1W9WhiKEy+94XzBZkYBVTZ4SSCoWnrneES7fSgL0IB5U4RfkXwTn7
3r56ToIfDDc23BSKkIECqwBk1X+RK25LvubksdQVs2W4NKET51I3uKStt8OUB6Pzu4prxIyVD1ga
tbP40FAHzKCuBNiFZrYfTc07KFYrB8yFbp7D391qcouktfQpGZsnK4qOPLYC0nUP3+rkOfy9Gjk3
RlQTHOtsbIMMi1JgjwW2Guqmg3jye0NpDi5PvVrmBIWFsCNxDi6hD3Ea38uu/pPRcSWSLvTBHE4O
NsHIHEvBAcftq/PoxendNMR6ZTYvHCbmZPIhcWSiobAC0HcHjYTfue8tz0OrtfyyALcjT7Yx+W5r
XT7x06KQTQaqCWBudconuNCad8j8eqoLinwlgfU18hr6qNnMlhMoTgNwpCdrF+3S/fBUHpu7/sbc
g7IWuEEXTAHdjmdnm++ro74jezh77p1wLVG31FWzXThDHQ+PJgzpzk59KGct/i3LRjLXEHTYojQQ
h8OXKG2fwURPN+YQPWoYIDouX1tFln79bLLDjrMtap2D+wShAuyuH7S1Zgu0sEDNtQRDm4JT4Vkc
1QckiIA5Q3LMT8DSa6yPASZEWfXNgoG5qIC04PkoD1nsifNjyzyQTYr6OZri/74VVuaaAt0bKus9
kDHKJFCjg5udu7FWftV98+prLirIWK2IdG24ZJdxwCNcLupOv5RutJKwXujluYDAQKlXn0gGtIdq
b2ichQyb8Otts3AINWfT2xKyiVnaF6cBhWj6rFLnFBEd8Ol5stcw1f+G/Bebvn8ppk8xZARNCDrs
zDtGIEFAYR5h8CT2DTDX0R+TF8kzbBzzBzOKeDC28J9thUHCWuDefRROdqctUQHrovW5LFAUCcW5
N/osKeLd1AKk4fdGBtGYUbzBkWKtBnGh9p3MS4khp55EFMNKNy/MAnzatMP2E3cV3K+MPoWtHAO5
17bRGRXxxicrYShPVG1KB79WSbWyX/6ye8BJu/z9U8tdknxOUUzg5co3qc8SvB/PvFfTcTCSlVd8
uSHBKy5///QKy3DSdmxsdXL1e4OzGUnrsGNHoIe214fYwqbhX+n9pxcYACeUBkBRR9NCmmAaQuOi
wSXfTHr/68BPjx8FSyNNsKEqpxjVks5fGLlseB2/UEOvBJClL5hF2UxYDgFLbDrpy82+o/JDMbFQ
xpXcXG+ihVg7F3EgJ5GOZACvbarpk6HbZgN/2Hf0vr3pjPhxzKdNAsbjypxfetvl759azLNzy4w0
JCOlsP+r4/44EX5yewW4D5PI2UR/lUlWOn8hdM2VHKhNxdG8rJtTnhevjtfc6KH7fb3RFnplLt3I
TDDPo1S0p6ICbkcPxW8Krq0awPC//oIvJx8lc1EGqv+Q6HIresyiNy3vE8c8gI8J5mi2BS9t5SVL
DXT5+6fOAOW9alIrUyedprfmRI+j0CsNtPT7ZzurC4BbM4WbVXGxsTEszvdQokZvSESX22FwW5QC
keTX9cZaCvJkdrBpXDtK7Lamx6GTD40k/TmhGTAnKKwOgeSFyRXzqNhXzJiOYHR021RXf6ze0qFn
EWPTxhUsl2gr2r0qCAUtuIVvUdZ0bC9sVLzbSNL94DWtbqC7+GbFB5lN7A4mI6hfwLzTqOppIojo
PQuquVc6PF5vlS/HqMnn0gtDjAo5SwdbjwFe6zEF1qz5CQj7mibly6mM58+msj1EueHqmhxTXMts
chvA6AGo91CYCuTmJAJGJvKyQPaArn3vi2YrktkUSSxlDwC3Y980wN80RvTsxWvn/H8bj//ZK+CL
ZstR4ZGqAQnLPBaye4Qq6pk2QzjBmgCAWxRlQ/MAVq6wxUEnTrOPqcrfSgccHDy79Q3WV2FdGGvy
sKXuu/z90+Q0sqa0rTY2j0hb/qZ5eteC0hbAyG2lMb+cofjY2eSvQUwxkMdCObEcg6J6drThM94F
bX6OsJn/Xo/NwkAphASXLCEnNwGBtL9H3b9Pq933Hj47PmWxN00jMChHVIbSEO5YESD/FOl+DleE
66+49PxXI2IeWPJqYFWGvs8kh7znd0cPUwEN7bcUlOiEWRBgKAftuqSGyLsxu2OTgeqVNw1faaCF
Lp7LCbymAeN34s6Rebhf5hzWWNTHPYnvgdHai+/18VxZkMMawWSZwY6RMIxXz65ANwYR4NAmNttf
74aFuTBXF8TUFtBF2AOoK2dPJkBl7Sq6dsn/76j0RSfPJQER7fOi1SbqZaY0TQMQ1opHYUAzmznJ
VGzrwtM/S+DiAPq1cgs2HF7nUL+soizFf/vytcxc+ieqAWKdSFL9dYsMe1mVW+NKnuLr+1Tsk2ex
QDltmxOgaY+4aAfV2Ut86DlaH+votiITqtDbcS91PmzAoD6jQO7wrWafl0f1onatSsA2UoKeuSFU
8SMGlPRjMWQrg2fx02YRoouyRKNE0AJLhnZPg10NN1bpejtntBWAdPEQZE4bbZqqAsU/KZCCJ8z5
7/r3XULdVx0/a1bcXWngEiUQMIUrfKrx8KltVnafS2N2Fl+LNC+yHpKQI++KR1ZXBU43xQ1zzdfr
P34hNM2lGsOUtgawYuJUqLtC0B1KvgPdVmCpx+H33jCLr0VlQTieOumJ59n7hBKvIC35dgAyzx9R
Ir3STv9SIV/1wizGTk0bRYpS8yia6tjlxqaAMw62priN3MNZ4C5qgZP4wRwSgL0bjoRtmuzH6CRv
0BT5mv3AIW/lcLLUZbNoLCwbsGjFhiPIW9kH6gdY2HVRFWSelRyvt+nCK+Yqj4kSlA4At3/kKj+6
RolsRLnl3soHLAT8udRDSzHShlnsWMKvx3D+RBnzU++udhzUfazJa5c+4fLyTxuTHDt7lfc8P8FL
ZSggJsRlguXwQm/6EnL8b7XTvDSKjkNlWIM1oejhYpnlRWXYKRVtIL+Q3xx49mx82w4KpC64lVMB
aUbid4kcf5bCsV7KuLQeIItFxDdg4DQFJjP5bwt3xhkq5zuQmEVTIg3pTTFuBowI9zZgfLcOXFsv
pwkC/HWmXb3yOxcm+lz7MtgluIj2OByHYnxgMF+QSYe68GSDn/utxv6fumGwQfqis/pjNIF4DTx+
vfMmwwx1mdkr437hsODOoiFI2tRhU9yjrce/ZgkTkD7Rw5FgiyL9srPBtKU52MJGPY0r4WtpnM5W
liYGt1rRsj5ZkWuEwPl8pGbV41hXrMy2pY6ZjR+djZmXOPgKB/7d95Mt3TsFRcpGJOxSbAfC9PXu
WVim/lXVfJpwUQrVErxHwWJN3H1vw/KJk292yyziFXneJuaggIehD579ZCjtVyNWKwhbvPu46Va6
YuEL5qqDzmSuhttxeoIx9KlW9jPqcla2hkuPnp1CJ0f0aWrTAe55zRkVgMckLVf2Jl/edWHXNevf
psmxM/FcdqztgcKdI1VdaMBdI3QIPIG4qlloNBCdgAVc/DU7o1yZ8EvvnS2IMIIwvZIreoyn8aVv
CuUXVIUcbnB+LvuTMTQfRHAUzWDDstJBCwvHvJha6BR9PtbkZBfdtCn7HpU9qLfxBe3xUt5in3nx
fPvWeJ4XV7MhQe0uWvbY5MldH8uwiPnaTnnhQ+zZcGiHAh56FB8CcoibhHkbti9xmGysjez8+Des
xNRteT/c5mF8N91f/56FOGDPFsRpiOQEY73qREZ2SEfXvLEAgQSntlebmAK+e/01CyN9XmENnLtV
V0honrBPIQcgmYsXuPetoWuXPuISRT8FGfiCw0CEMPOYC+dDjEiFgZB76JQYt525CptZiMn25ds+
vUUPxpS3KHk9me6ujO90cq+N5+81z2zWMFRP1ZOnce/Ns7ecpU9OYmyuP3rpV8+ipBv3Oeq9XPM4
OjHUdRPfW7TJcerKV+7sF0btvMi4kypq7BG0D8OG/8r4X5cq34t+oFjOZ85aLmNh/FizqZERN4oM
M0YDTdkD/BNRHIsN9PUWWnr2bAqwfnJbMeCWglajX8k/BJL9609eaPt5KXFGB3gqdgU5NakczijF
KAOc1d0Dj6m5sr4uxNt53bAwG16DJsWPVZOzjepamvhILMFwr9B5CBaUKAIt/osrsZ00y9+uf9hS
n1+a8tNUaIu4SjIChX1HHXjijNmz4IT6jSpvs04+lwWzw++9abYRShzeis60wTTxXmA1CjvQjcY4
s/V/aT18b4pYs7Vysr0onVxUfOei7eBscSloiJHqr6x4Ddxq/7td+eKkOC8jhkA+c2EqiGyiEWdb
DifYY2OW+o/Lwe47Tygnv6VVZXW+RJ442zkpyfa1ORawEE6cIfVdCWMDn+E6F2tDrY+ofB0CeJdZ
eJZbhSV0nR8kp7mfAhCxgRR6sgIGMe8IT1Y7OuCqzzmm6Kmg5KTZdFPE/liS8ENuYn8Oun7q3TIb
clsTdjwb0sBTgjYOPadJD/+CHDRRuGHDIkIO7huvhfdsmmNX+06f2k84LojtwLlyQCfX443Ry/hM
3YbBQskp4McuymiHyrP4GDdJ+RNZp26b5whCYCLKAFZn8IhIvXxLcTCHfzJo6AOK7oCRMXQYe3i4
T5PR3cMK0n2BJ2uM9HlLHuDR0d80jLbHyszGTc5zGUBzDCfRBkiGXDfRHhZ7xd7LTLgHJJ4BhwJ7
+ou9ibOzUS3hVzyGeaDR2M/dBWljEIfssJHoNkLQbgO/HgjrpYsPt/ribIDJHA5QKT61men4Faxp
HqmBYkxYgEwufBhtuh00kQeYumO/k6KqunRg+1GaVrbF/Cy2mQ1/kCHX1Rvsr9hODL14qRxoJyqN
Y6GVocwZdoPQnjkgQP8EKq3fICuvnrQ91scxKcFAaOxTbXewqIOt2mEo+zgsuwlOYw2pNkpDEpWn
tLqFbM18sK3a/cniBqn3Rrs4pZT9wSkkDClI3J5cMQ43fDDj7ajcCY+CS4HrWb8qUje4DYGnLCxG
fRtkJJwFMjeAh/LkWzy5N6RBDwOqtLfQFf6Om8o+IGdKnkyrfs7yrIEHhaC/UJAAlxle6u6Dwjg7
6MGgy30cK6X2s9hmAeyG5F+YpqigGIfxkOmq3ngqTzcouHTvBeqan2TjDTCJlTz01DB9wBW1fNG6
rG+BmImB2x//whqnQmH1IO7gpRGhAYbkpnbrF0erFHBu2qFDSnkahlLdJqajt6jIUj4byldgCJJb
rtHCZqbkIcITDzDqgNFiLm0ZqK7ONspzhrdI9P1xZCnZ4RTNYBsNsi8pnXTrjNz2SwWr8Nwpq52i
E/tJoZE/Vylo56QZ5S8DflEHPg4dtohJtWPY7YepSSKIv1CwqjF/nKA0JnWubHjqeYzhI6WOAoxo
teEaKVw41P8zckm2ooXsFn6sKFS3Yr6Br3G/NS2Z7O0ElsgFQgq8GVG56E00GDis67N+KDascmDJ
HCH/+e7AFeQh1/AsAWUk2aisjTf24MAzZDBJG2qb9/BnbKbQznEggPMTXOtqw0gBmiNQEsSwNnyo
PEbuwS6A/5NXquNQNeNOgmuKG1jxJ2IFrBRtEW1ihuv9iDnp3jE59Xx4U0RYV13QK2wQam95UQgJ
DyuTv0uS2n5CXeSlTRlB11B23NsPKit+mFBdpL5A/9wPk4QFXd3SHu6dkDfcwevFu80tHv9wTON1
kLJyETsqnDUShJAQnlJ8K/VYnyeNSj8wMECClqO+QQ6mhd0kroycAimIQoOz6aMEerqfEozCJHem
DdGxd4INcxtynlQbruzJZ03h3pow5bodkMLZZjgt3SQwGzs1pqtfMarFa8QIe8HY6R+R8O0RT426
tuF0NFbcJ/lk++PEx11WUeMRV4/qHZXRBIIOcBJk1KozyAvM2EASGgWqYb17MMEMqQLlMRcJa+Ug
kMKTam/2BkfivMXclDShz1Wewpw7gd2jkU/Dj7qvAEaC7iE0Uh7Fvs5SnoSpDR/K7QDz06CRKd3n
isOtGPLaoGmqfs8ZY3dTpZsNTJDkbYoqjT0cPqYgNTnSbh615H4YUSJJmCB3fZGze5nA7KaapnaL
GYxhWmIuKMimt4L0za6/mPnB/bk2YZMtOKCgBCxdeK3VG0ay6SZXKTCeqTC3ghfeLSU9fxzk0KGG
G84gHOQ1H3ID8w7UcNQRVzT+VcMMblu2OrmNEXECZU1sIxy7DDLIv/yYk+jYMzIJPyXRuE0vxUcZ
59gDYfuVw9cQ7Np7jiqRxyKr8ifSoOqpBEQjhIlvdgOkt3wG/zPy5RSr50xk4IH0GD0HXRKyzXpK
topV9x488TapRaYDGy3yA7lwZx/Bcxpmk4qD+4E7Qg93nr6NzNuNl8CK1nfSPgvTySI7ZFX0Q4E7
8+OQT+WbDcePMGeZu0OVqLfrRm/A/ya1n5ijdSjHtH4uWYalS5XRYwc3up8Jygp3KJpyH1hTjbt8
0ALzhPAA1RdwUza0c4D7E3zHQAw7t0hzniwE7w9mGv1z3qjfIHuYsLCCyUbd9ToPBqTHb9p6GG4t
btT/dZaChV8Vt34EKuAW3Jnx3I1TlqCJBwaWXK+xmGdAySGAYxSFmdQV9dvOAmbPdIx33DOKpxb+
v/+BPZxtJoSFOxo34qOpYQsY0aQIKJkoWpLULzBRg0jBcFAb7poKC0skqnNDe/ZfO03wIATcDReW
ZWIc8vGyGWvaqn1qiI3qWWmLDUPGfTfEKOlSMZ1uI1WqP6QVsK+1PRf6qYt/6tDVKJVK0ve4Fuk5
sUX7iLg9nRF6GXwwJvtR5mNx1ghx+9ww+F82onZiU+qGHt0Om65CeNbGrJt4IwoCzVyXifeuMOwt
Kcr8UEqz27ftQE+mqZLNwCbLxCUWgzezkVRHkYDM7oOBHcNlvoolwnnpHewxh5Uw/OJ/pUBM4ytF
cQ/d8bdQvyafK0RqAA3Gmte4+UshCekFKzdUgyjCYB2zkq9aOGfPhR3V1GrHrkCKwTw8QuQKFhbW
paosQ8+wjeD6jv9ypPtiozwXeICT4Vi6Q2kGaSu4FTb0rKRxjkW7tWVygGWbjcQEWzmhLX3R5eT2
6SCD3LmHIIoTWtmwcwOzJDfOaj/N9CEy5EpB88L5cq7xiKuSu2mryLExRgURIBRXak0fu/Ts2fGo
YGnhpqMgR13qN125CCEK4MXrPbH08Nm5yCvha+K1mh8TB3bLI6xWjxAeyt23nm7NEhOWKcHdFnl7
sirjRzbSXx31VlISC+fuuSDL6VH3q3IHeghYOfpw+Dwold0S2C1+66ezWbrGQFWj6/QFWt2mTTAO
Q+8DkPJx/eFLP37WLrobyyyX2P5hK1xsLWEW+5GO9ltXud2Kdn/h+D6Xo8gK8lVkazDFDOCm7BYF
wb11xh7io/SKx0lNf65/ysLsmutSXGmCugnL5SMOU4AogbZkg5DcNn4BO8zvveLyiZ8mMFPEtZy8
M2GgrIPB/FXLAUTvUEHXcf0FC5NgLklxYoIfXTM4sStsker2XGfu94bpXI8i+y6dSqlNAKvfDKxG
dfVQT2sXPEt9fPmeTw2jU4A/pIzZ0bVTAaNaLFPCqDIYEmY7ENzgwNcgY3O9jZbeNYtCo8xh7dQg
CRX3UXHStrdr4absVHDFbi3CIDT01gq7F1aHue0FJzWyNXxEmdtg8Y0jU3irUwdm1Q12+T2sfULa
96jSjNw1iMLSIJ5NduyeCgtVLQJLPa68nYF1/jTotxGFZrC8zVby8At5vLm9RRaRFMLvODpO8WNb
Qglck42c3mUsfXAkwqr9MLuVlOFCb80FKnCa67Uyc1TOqr9seG2ae1uGPfoqNd6vj4eFEDYXpthR
Xrl9bcjTRPShsPRPDl+AsnXWgOgLc3IuTBndKBYEUMXjZIM7SDR9a3tA0a//+KXmuYyDTxPHLkqd
copEHXwlAR92y53LoPI307CxhheQbVaC8FIjXf7+6T2FAeYkTgPmUbfTH7hqPaXNsFdZufYdS400
CwB0GLR0epSmOBUrDxI529umQyLieistzIq5NKXKChMaT1xZjrQEwUhuTPEOMl5YGtbm+huW2me2
+1AFN2xegKMycm/Hpfc7EjKBgY3zcP35S+0zm9ecaWHbHuSMOHaC3KB3SasO1x+9NIRmS3htZtRs
JxP7gxisBf03jf/C2H0zJbjXWdklLMTBufIBhymkEegESkkOPELKzeYejq7ZqejGOxDLtwwGLaER
xe5Kbyz099zSoh5gGNvioHosbDgW939bW29I+l/zPXydyeeCB+UURg+ILLq7Rd4AKQql/tjlf9c7
ZOnXz+Y0o4YFlASo+jD63tuZfEG6JQ+MTt8ho2KF11+yMKDmsgfYLQHi0FkwYwLlwBimlxx8kJUV
dmEyzK0mkIVqvNqOvaPS5DU2yGNvGEHrrlRSLIzXucEEt70aOsKLGlJYQV5UGTzjGw9nVXIoK0v7
poBa7HojLfXEbFZ7wjLHto6mE9d7rozQkj/TvPOR/lsZqEstNZvWcRYTnUL5dtK4uODuDzrcCrdc
6eKlXz+b2EVmpUhNoYIFEoHXsoBY2EQyWqIK2ueJWovcX3+C9z/iB6JhhhwP40ko1ERSmj6Uo02R
QhxWPuPrkerN1Q8SapZacmUC1V7CSrD+bQhvpYjh6xby5u4SSM21BdR8iEu2dQYU531My7Mk5hOu
1f5eH0Jfj1aPX179aeEs024i5UCrkwX+eu3gZlMp+0lm7lMdA6oyFGKtWnCpnS4d9OlNyDMLk7uy
ObWjws1BZb9TWqycIRcqt725hqESNAcrqcTDhTUG+TABbF1aTTgmfO+W3aHqyQ5Flq9ASP6gZnHn
Juyj59l9M1kPTlo8NMJ84iZ5ut6o/2SL/5t28fhsD08qAuAM7q3g0uJBJ+5GNnL0ot/ZjtHfeoWO
78ZcxbvIKtXJsKzCzymjBxKz9j83bvgj6wbooiYmnyxQX/zCyOsXiJRwS98WsFUoQC95sjQqW5p2
RF006dWdRTt6Zqb6zSzSo2C9pK3PbS7vgKtyzn0B/gzs85Azi4v8YTLHwS9bQH7raqK7HMTjLVqw
9422jW4inGZOyIOYNzmz+4PAKQeMHmVuzallaUA4fE0NhgufyWvkEWm//COHJfemoJO5TwYTVGrL
nOCHh9VA5aZ3EoaMIBlFFdkU4R9QResFvEZknLiKb7OBJ29Rb7r7zhnKbQ808KawEJZF33S3LXed
lWi2NAJn4VKpgSsG11agVOQdY+pgWWs03aUoMw+UOYcDs4NyFg73dess3AdrWDnM/Du1fDWYZnGy
10C25patT+3R2qkzFL4Aq9pndy+DOCz29C47RHdW6le3OKrdyLt2JfosfNNcNALeOUelAyjYystN
Fcpewnm+rUwrpJnXr+nuFzplLhpJJLSBJErgJzKNP61yfM9VsgY3+3pf583VIriYcnhmu/RYwVLr
nAjL8KPeGgGOBdUVyWsSQMMO48Z8bJ6vz/yFcDoXbNtuCfr7KKKjZYsA64y5wfHthozun3gEwFAW
3sv1F33tGWZ6c6VjKayCs6nuTtUwDVjyQfQzyuk1LfVj3Do0dKzpQ/X8QUqG8kF6E5lwYgFYbGUT
uDA45qJF3IPmhZN4KJVRYtOgHgAs+LAf1lbtr0eFO1+1CwoLTpqy5hTF+SNLqx9ps1pRvvTsy2j5
tBDZDrcYNZMGVTDWjo3qBrbTa4fpr1dsIDT+/7N7pyKuUeRQGpfFroDDOm98NeLOx2k21zv+69yG
O1+wazpwYgOhf6pxxRhOYnqVhN3BqWeboBgq5fEpLuW9NIqVvNrSF10GwOfWSrSXQj4LWx+MwU1n
Tu6zh6to0D6NDxMVDuH1z/p6PLnzBbyDsGkyDaM+tfmmpyIQkNnRco34tdTls/UYvjJG2sLQ6aS9
9xSXYlP66/rPXnrwbEnRtIdez02bE9XsQyXjq1Zqd/3RX4cSd25fpMYigkAZThe8EVvw1W5bxe/M
pKc+Ko3EJmr7/fUXLfXwbH1BTXnqjlRhRFVxiDuQjRP/Tu3HSa+5yi28YL6QGLXhqVYl7YnC9qkW
VZBH9zGUmW21st/62nTIdOeLCM3yeGAXkKix77ZjEO1ImAQyZLjW3fQ3sNTcTMG5P6vb5jbfFw/0
LbuLt3lwvf0WlGvufJnp4qQpGb+8HTVduY9CqKwPjSEst47nQ7zm/r7+ooU5MpcnGqPn2J6D91j8
VrfoprD43tbInRsWNbHrTFZtNKcB7qClZYSiyVYC1sIUmbsVGbbLdCfwq/+PszPZkVRHo/ATIYEN
BrZAzDlnVdawQTViY+bJxk/fJ2pVzS0CKdWLllJ1gQCPv885n7HstzSfotrvNsamFZ+2HyyWXVD7
jSVhRXpCzL17VDnOAiOE67t1BBF/eSlRZrmvhQbifXavaL7O7AkGg8+gaqXTzg7G6ZOwR/MxNXoL
TbDSbZdkIFUBK2VlzXSuwQiLBhImCON8aKl862uPR3nppRsDxJ8a838Xhv7SQibbMbVk2KWn3O3z
HYIh3ReqGwLFsAcNRIrQyueMtu7nyit+cwX/qgHoZjZPlOj86KTwduAFTJ8mTaoPsDvaEQYCm8dY
rKdRypz04+1muzJjLT0fTismiJ3EcA4Gox6GKudPneJujLxVflf6U3airuyRINbq/Cl13a30nJUv
sURQqBGSnX62x/NQBlDF1cEubGfoNoqnlFEkem3Gka/caGm2w9s0vp/iRgXEtNLAJug++IJErEVw
6tZZzdpNrn//ax6eC+5TyKS6s/LrSzoh6j6bEVLl6mqnqWcjEItvrPvX7nQdxv+6U5uGJTe67s8T
kDQ7EZRfeNm/DOHw0mHhnwjjDRsj578BlI6/9Js5QF7UsL5nlzT1kG6ZmbbnO+Xl8++6JSgBzSzv
fhoXx0M7mjXyCagh59usuf+IDXuL2YopjjK2nU9VhChU94izpfmxycrpZKZ8yiKTIVQ6CFr3x8h8
8wM8d1klucSMii023TgDWhnhlvlIDShUo9s43TkQsn7oi9nbd7m1ZZlam16W2UgjwnuRveW35wHI
YQijAjNizzwgrdgKQHKPe5daT7mcIC1sTOjvezoIBMS0Vff7dgdemb+Xlr3e8qoZR4Xj2RSp/QqU
FE2k31kPAaoqx3LEEfTt+6zMbz79/4Yn8sbhkz9OZ+JZ1gc2NW08ho4b8SK1NsailU+15ANRnrER
DsTunLUe/+aVEiZ+UaSfb/+AtasvpiONtGo0BZyAQKTI9gOpwgeate5GYXntMyzWaYBmFqFM0xYK
koYfWkPJK+SBkDYQDegW1dPGacjKr1hmDJRdAUMs4JBnmoFnC5KvAtOJbFQz1i5+/ftfg4vvFVwV
05BdAoQ1l6lMfOvX7Zfv/Alg/8d8yBbtJ2s4UbmHa1++WtFnLwIZOfrpJ0GsYi+6v0++imjfRvef
L5fkfo//PZ5O+9P+Pknu7z88vqCaEp1eoh+Hw6/Dy6/Tryn6Nezung6nU3Q4fThFp193QRTvDkW0
ezifd7vdx+MR//fl/Bofz4eHc4zrJMnlGOPf7OJzfLzcJ/v95+T5+s/iOPmcJMfk8xF54xvdZXVg
WGw+AOhVVCuMO9Rjw1fhhe5z2qgxqQJU6ca5Yo8OSJo7yy+g9c3LNu5s2n64/bbXvuOiqdM5S7lA
mjsqq/4BctRYzmKjiayt6pYexFkZj/egyZ/mLIR7wYqGwjra03fJIHY37dG1XpSYnlpsE3Fz0KQ/
2h4DAG0rEGdlHPqPLbEy7qRmZBDYs+2etDU7nxvHggidp/LHu17f0p1oY7+FEGrfP9k9okPImweC
3O0r/zED/6MXLE2Ili2ylnQuwtaZ3UD1Kr/KUCM5HCVvYCXs3HF+jdrl2dFyZZ3IqbE/jO5cfKhT
wX5r358OflUjbVCABW5HJEM0O/TeTqI9sxPQvGC1qI5Ku+DI1bm8a22r+9ZNQMLjTKU24irK5CRy
fdjIAewg+IkhAFoq7NXBIEIprn2owAvRQyPBtRKPbECx3jNQZpmJS41wID891KUV/gJoOo2L3FWY
4itHgsyXDbCkIB1cQo4ftpcgrMLDTF2gpUcAgKrYEJchOEchlhGcRaUuTttBNQyoMJw7jIyPJO3T
xJqp2bEyYw92Vk8fAsTTJAhAS7GjApeP1l7xuZtU9ch6NsWuDviu702vosmys49lmqNCQQeaaI1A
grwfujtm+fbG51vpV0v7FNJtCqd37A4mGAjlo9Au3B2ChoALuN08Vq6/9I4KoTnhQINBVtuJpzTP
ZCyqNt+QYaxMUd61R/01ujMoTTmC0v2TR1908GKMiQPr7OZbSWMrVU9/aRv1kDCUB1PjnXTYPozK
OvhZcerr8GRB5ZwFVQwkc1LW9CnrYEoi0knmMt2ok6y9uuX0wgIDdRyKbKjMgAT12Gdvt7/JyoJ7
GT8x245yS9J0Z9lY/SGn4XxE+kT76PsDeZhauzgPqRfubt9s7RMtBu6SctAqa1meG8QsXOY6H+6l
csOLayMPIWqnbkvwujKKLgvUHLRxr+cToocb+1ed5YfB8WQEAeBGS/73D2HLvT84szzLUcw9e4bt
6pLShBUIL+z8Bza0W7Gh/76Jv+QPwW3ha2wc/FPjJO303fR+1I8P9ffb3+Lf+a6Ov7T7aiGnemCt
PHvhaLvAgsAldnRaAEsik2MGirthgP9DMzo4EfyoHo1ykSGXkAyArlZCjl58+1FW2uDSE5wNaqJV
z4pzPgX1HoeE4rseJ+rElOlul5kJ+jNnUIfbd1tpG0sSkWeCZgh9jBN2FZzZ0NzZnD5bvrexIVs5
DoZo9f/HoWmWtqmawb+a8WZMCKRRWTxz3X3CmknfeZkgJ8rI8OKUukMKmob5ICvd+QS73yBj4ItV
UlbaStzaom/ahTs0AwJk4/FWGtXSZuxfZ1peuc0ZmDr/aNLUOXM+mfsGTg8SmT5MN4bjtY96Hcn+
Go4BKMkKyrzirOHLqaMpxSbS0hK+SubLxOFYJjagdm00oZXxcYkr0vZUeqJgHXhyUh9Tp+4PIyiH
G6Pvv5sMaLv//1tm2+A3KLfAYjfjUdnnH1OtfsxF8et2k/z307vL4UTMV4olrwsMJ+RAAv+JuelG
mXLt0ouNG2hRhTVynZ1LHch7rGHMIUy7LaXUyotZVgG7APZqF0C8s82zvWs+YDWzL518Y5RdefZl
basbfDnlqoLXSn61YVxL7f6dV7422r8ap2vBRcw0rtxJ+LSBCvI2Cwn/7mDuMiipyVlW9eBfn30c
wIY+yDdptvfn5qnaUhivvfTr3/96+Gyqhcl1mZ0D6C888nEaTWTJLdzBv/utuyy4EMcHrnWccjhE
UKaKW2VLFWVeTu6UGOTLMBu8roDb00bFb+0jL1Y2VYrsYied+Hn29XRvsknD7uhszaFr72rRcxsg
R9mQBxmUIg4OQ5h4QvwuOOh1uDE0rD3+YklDZBUUoqXiXGXizm2rA8oXG8lOa19i0XW1I2bBh1ac
lTdFXuXuUV6IXOMlve/syLgxTq/8gGWF3Pexh0UxV0CnYMhrOxfeAIKusU+3h7aV7rAshAeCWYVH
jIAOwPnNjHMoUtmBrwW0TOZ1W7S6tR+x6M9G9ppwfxZIx4XLsPsU+L9vP/6/zw/cZf0zc/K6hFlQ
nEtFYirtL0GPCMW8vnhdAZO/+VVifSbk8+27rXzxZfWrc3zEuAOQfC5z+pb6aY/wguyOW+q+C1D9
NqHZMnqsfZbri/xrDAFJjPAJuPKzrz/xXp59+oGoFCa9rb1egAv9txLg/qceZpNppDkRcNuMP0Ft
uNM2ziMnz7tyC0hU6AFsWX/rGHSlmy9DsnI/l07OkBZQ5eO9N1QqyjW7V22uNyaMtRssujl3UEt1
lM2xbNqLeU5c72Weto4i1i6+6OijCa+Zr5110tWXuRuRZ/EUgsl2u02tdI3/FJQG2Ugy4smlsB9G
OZ6Ksd8oCq9842UhqZmRAKFUa52cHKIAGlJ+diXSqa+Yuf3MB+/e57V4zmZmb4y2K812WV+qPMmm
OhDWiRglknaAXSHwIXEhwAomXY8c0tsvbeWLLCsViGCZB5aHGSoVfI4cTcRDpZnZ16WsNm6x9l2u
t/6rB87MgpyShRzhENcw22IAOIWR9426y1LF5ErpW34tUP5oP8xFNSVZHxyHqwhtoNXGaLX2CxYz
N297f8jzmUMmX0X95MXepiRgrWUtpm1ThanmLhNnZAEmpsLwW6pr/uU+aOZ7GdgfkV7yzv6x6Nld
GKZuSjGBU+7Fcqx+Mj5vTB5rL2jRr/NOOXU6uuLMpfXUhU3CcPhzu4GudITl5r3scVSFeFJxhmz6
xPgvXbF9FswRm92N97IyFy035SNF0nNDsPqgFAET8tFxyHkIXwX5XgbvU364y604MkzLqrHx7lsP
BsPmW/7eBrTchAc67UWephiQCLsrOlNFZNRfgO785gbiyTDrIr3y5fa3WBks/rOlDgKrCiVGWDfd
zcbDydIjMmk3PsMfP+Q/JtIl8bcOgI8wRtOzKmYboM7UBczTs/tLxR3rZ14DpGxxoe/SOa1Og116
qIpTteMjmb/2QQNSq+fISwGcD6yIgf0wlMZJRgHwa4YQFV7PDtJ/wUgldms9IL5S7m6/lbUWuhgd
BGJpPc9n6Qlf2b5o01TPIePZLzXC5Fm0E90Y6lZWaMui9Rxy3Y7gjSI8qvgiyqCIJ0Kf7bl7skn+
TZbmqUbh9jrAvquC4i7zv1SBFW19TeLyGOonPtrt19x6EAVPbr+4tea0GDVcAeiYDcD8yaf517Kg
P/tWX9TUv77r8ktLfdFP8wydS4rsOn0E+UjFhldnP6jebl9/ZehepldI5QjmQPpw8vPq4M1IYeL2
8N133LOoG8TnNBPYnlvvamWEXeZYlA1oLgphOidhgWw8htYrYo62yg8rH2KZX+FKICMGZ05Phrxp
nUWFgxq1vTForD359aZ/Tf9hbmTYQnUKkkOHxPdgmPJHOjtif/srrD379bZ/Xb4jTqF1aUCUZQkt
9d5pnDhnbGPPuNK36aJvD27W49QJM3/TnqZpivuyhu8Ym1R0w9vPv1Kdhij6/3+AM7odyxz8gELm
9d7VLXnJct4+tDNKKlRmMISUkOsWti8gJ2vEq2JmxrlbsxUosvYGF+sCZposnPvaOvUVoYAmQ0oI
BV1Y+InTOvPGenbtJou+Xheu3U8ETpAQpOwc2JqyyOOqnzfe4kojW8ZD+KMshrYm6alBvBsD8zMi
1nv33MtMCDERhFKNFvSP8wlGfsTTbFkL1x57uZsfaNM416ljYAh0ScMUBaeabSXY/jGX/2NG/U8Q
hOVjO9dIem7dsX9KK0mPVd/Z+26i1iOiYwC71a4VD8gQSsIAdV6Adn7hkMTjCUabINZkHi52WZNT
4Of+RSLmrEDL4GxjgllpFH+kCX/1XSuoVGlIlZ6q7MUrPhDnztnquGuXXnTcwp1M6dpNeiIIg8pj
ZtUhyjCFNSDKXYTfbvfdlc/35/z0r+dvQ1WVfoaisHIV9Nah4T8Cw52Pt6++MvYsaXdDj6TICg7g
01wi3K+1ysemmKC3ScdfIQK6bt9k5ScsAz16t+VFRtACGRF3MlO7RjQbfXLlE/yRkf/1dobGHVqM
benJ0Q+V1+zsdkZT28LIrLydJUs2sBor9RVmX62D2Ac1z9Uh3G9mV45vt1/N2vMvBubBtrH46a/P
X9f7tBZ5giPwD5bstpBkKwuIJTY2R6x51deZOBd+I/vEZk7+bAVdfp6QjvY5m0foOJBKMr4ZEAl2
t3/Uymv7o3L6+6MEAbInmGvBlWddmk48V6o7IEXtO7GdX7dvsfLe/uPzzwm41JAan8rWQpyA/dMi
9vM8IBbk9vVXmuzS1x80ZaZ97jdnq++CpKmck82rPL598ZVF9tLTH47lWPPKq85l6vt7ioLSV1aO
4a5HNFwiiAtJSwu3f1HZbRPzvNpqzmttYTE/liLVhXSxgy5BFCr3DPg4R6L+/QO207gvtiaclW+z
DFKpWxRGdIYitd+qyHCaeKAcYgm18fZWRGXuMkZFwx7cjJpe9ygdMjb0eAI/StXYlPhFgvimLJlJ
UCUp8lBeaAeWGMKYxyR0ujBxlQT1tWTBYwBIxcYDrTX3xQQrJdRDo0YXY+PUH1waBh8H1+R+VHkz
Tke0RE7K7YazUkVYgoE5wrXG0kZp00eop5S/ROfFjApUgu/yYAsHvvb5rn//q/dCmmABRFVjmVPn
SReAGhA0AIF/vv0T1jrW9SX+dfUWkVFk4Gl5plBj3A9gPCad1xf721df61mLZxc1ZEXCItXZ5U1V
R7506heLwV5DjXU1OXc/lAHUhqSk+UT6Ods4Fl75LssYiqGD5CMvenYGWwtJ1o4YDnDKdC+I6WUH
1igUlqBye19zW6ZSOBOCnFrmsDPWTOeW8KMcW6SpyDvONtbRa99oMSnlTWohDDSfL51lqvtRCRWJ
wfCNg7iV7rJUExWkJdJH7vZFlgfbnw8q/QW7WuylzjvH7sUwR6ZB1gxRrZeya/Zj6u9Vyl5vt69/
vxm6NLP2qL13VYEQpF7Zz4SkTzmMShuP/e/3glHi/3sGitcaeHQHj60+Coz5tn9QI8rY2c/bz/7v
fk2XhlYHAbC6LnygueH6gDASBJ14sjYuvvZiFt06oBKplJ3lnztBn5Hw+ciCcaNPr1160afxgpUk
JQEI1irzKGyR9D5xf6MzrSiv6dKtigDEUOrewtWLUd3LQjRxxsnXrMF6CarDoL9AgzvejdwCJwpJ
s4dO9vPGocXaF6f//8VlPdtIakUeo56ZjjwafglzvmNG7wN7EBu/cO0mi84MCW86jAMSqahXfkfg
7Kcega6h2x3pMHy63bLWvtByc++QTphrpp5j5Bhljjx4uXpnj1t05lB2alKsaS8YXruDNlwlQYFY
89tPvtInln5WAKTBHsipfR6l/4AwfKiMrbM9+Yf3XX7RpWFk7bwyHMSlzFxEmdtQOMu7PJ/eNU7T
pVtVechJAW1Cn8Pa+lK3mNca/vv2k/97IqVLgypC+REcwz2Fs3POYp9lvw0cXlExty8BoJ1w89A6
KpWVWNza6A3Xl/LfQgJdGldTYOkDjNoa/AcWM3gHh/4pO5nRj405BMWWPf3Pmfm/7nNtxX+tQOZr
NOYMNyG2DX7HdmmNqOUpDWXcpEY9oqoOn0mNQ/V+osNzOIUtti7Yv2QaCGTj6OCuUKP+YMAXjfyJ
lpeJGR8fNiiOU1rpb42xDXTelnPqx4nVUW1ruXMQOXYOhRRAVZRd9pb5Ho+hUbeP+po9h1aH0EaX
WbuBOixBgLJ/cis+HEUqvEPjI2PPq34gAUfvvSLInuhQ2D+cqXiBz7KxYsc14Z5aqvk88lEcIWRv
YrsNgcg2neXNidPlMPs5VX9krkv3tSrMoQlsegEXeb6jiBVOsob0SV5a3b7h5fic6cE8VWPnMriG
HGtHBzXcW3ZD71Mcmexut7GVzscWwwbhXdD4vlDntv/VFZ99+xH2go1Rb+3ai2EjTccgYwBUXIgL
yX3UC4EFX9HCf9BNrdhosWudZDF+16BgzG2A/mePdA9ThYjSUH8i2vaiSqTfCg9ZGiXYd2wyW8CU
ldF8qZ0UqPxQxGABemGlU6SIEoCd1DCeFJUXQ82+tdFYu8/i2yCuuwiJGPilhCHz0jpu6MHla8gd
U1m294xi4CWWYj+ObiBhXZVgbmQ92c+UTPEANMVH2FwZJoTQStrQqCc1WeyTAxFuHas24F9pGoxP
pteIQQVrnHzDily8ztDS2knmWU0yC3Au6yoYkoZzJ+mKqnqq6sHZyRoRadhk4RRKtEP2qeXpdA4H
2u97YGoiL6jYyWahk0jT1thNj9ZeyMZ9k4zJnxOtq13AFIYVF1oHK4EdrnwAnjl44pVBEj/IFrvC
ydVxqluzz6XbJEUOXXEIaMO+NAVJCh/0+HziLsroRbuvtP7SQxMCkjQJ730/0OcAMN9DXlH31Omu
SkoU8JLSqfXj2HYMlBqU8ebC5MiRotOrxSbgb40qEnzYHypL6/0YivcJbehSrlLXhZEsqPQ5K8Bv
ye7CfozDfOvAeaWRLBUrQ9Xp0Any9kL8Uj60nAbn3JJ77QA+GPBq2tgwrCwvljIVQaUuGjerL074
IwT0Y7Myvvb817//NRMUdT6RvMybix6Ry1GjP+kAIBQAKdT7xEh0aaPp2zQYGoXkJZvrqOiHM+/K
SKmtCJmVYW4ZUVAEaL+wn2EECr3PoZifJ49+mrJOvW9PslQkt5AkSYTK8QurugQmDaQsaUwqMvKV
szELrAyiS1lyUI80KzJ/vDRY2glELt2H1P3tyuCtnav7ugNPIXd4mziA+GzccqVB+ddt/F/fvacM
/j9SiAvx+gcTyOe5qDcWlGuXXjQprWUKFsugLowphLY9j1hN3J4t1658bQJ/PfTsgQ3EglKAwqKe
mQ5xEszU+xTcdClT5lYOYmjfq4s3X7A8gNWq2XjX18f7x2pr6QQfbE4syyf8AhvUsxTi6HXZndVv
8TzXLr/Y3di2C9Y4CEeAXM5fFS2SsS2yyK/d99XPgS/5/9c+WJwggjWcLohrQZhfeWYqGKPZCu8E
3IRapM5egzW30d/Wfs5i2WLPA+n7HPkPxGs+mSzDNE+OLSfv2zAs1cnEsns7mzp+sZQz7suxg4iq
aft3nWPTpTjZAvPDyUoP36L84gorpjPM7CZMuHy73QVW3s4ynUEAz1R1HF2g7n443N1Z9r2n1e72
xYF5/ndTXaqTuQRIrO3d9Gy7VokVANw7R+mNCOPTnHUPOqDt70JZo31SBvXeiIjMO6e67bpEABL9
TNWsP3u1XfqnIXOb13EexOd5DNRXVbv2JRiK7GPl5uxz3oJ9Ug0wycYIm6ogiYQo78BoR+4yM+in
CjqkJ92GzZnblL01mAD3vaRY90Mrve9RM42nqWffM6cPvgRZ1yNLUoRFjI2C/6JtG/lV5QhmXU48
eHndsq4fNB/yhDh5fhRdWSch59be9Yi8CCCHvkBTDtc1cFw7RhGcHOVzP93BWFwc07pOUahL56Ny
MFliy9fyOzDawhcEhsHVEPrNYe4V2YW9a/0G5NDHLIoYjR+glrePPCiA4Org5D9o3+sPMyurU2fs
fleo1v+uTZg+Fk3g7RtvBMaV90F6mZyhQjKF6i60VrAf+6JEQkqLE5lnP7DafSrT7CPCnUv4KKB5
fzSpoKD3tt7vMqxxzqAq91nrED+fVTyMfGxZEbkvhz08i/V5nuoM/D8x/YDUq391JmCpdjzwuq/u
TOiu7RWb7wpQ7Ko7O22BN2rEg+emHU4OEGEWaFbfkcIFeh2xGTjidvOkHFq695lV3uNvVYIoUjdm
ohW7YHCsOM+yIm5b4DACHPjcQSkG57YBFSpmfufHuuvNTo5O/0aZ7X0c8tE7mo7PSTUxcJs6QOoi
igx8VAINxQEz9EWd5+BL8iwAH4iy02xRL/I9qM05Z+k5Fbm5q9sm/eCqOT02TWvOATrjsev1DDcc
EwdYoWkS5A1ctlPjfO+o7D5lMxpRF1rhq2nncO9Jox9rTsl36FCCH6ER6s2v0TwsJHr+ABrdBt3D
G+YYG4EgbgyZfyJcIk6tfohD4lVm1wo3vJsQ4Orp4US4AeZOha/lXAFGEHwF81DEcgKVoJOQanTM
u3hF+0Iyt9o3Na13PWsmJJgiqhix/P0OKDHnG9DN+FRlMX1UfhvcT3aGl4pU5qMeQQXJW4SVtuXk
73zRQpnh1erI/bGL3BxwWigeJnkopCnugzSj+xQugH2WAmyVgxMaiyKvoNyivR13FhQCM86YHoQF
F1PYuvKxchpsk1lDH2mAsClsjlVUstCa9rD02olbWv7PERX5mKNXtiBVWlPUurM6k2Y2b9mEz2RD
mvLk0cA9OpNILzkOk2MLEPMHgyydF9fAYdfT2j52TKaobwropIXqwyR1wvHoiRBMMYOQy6rDG2zs
pkhMMxUJ8/sezcBme/D6oHsKGeQIcdND7h4EdbczJZIXzxAPAqzY0IwkoSQy8Xr8p7xH+JAVoFEL
WaUxDKjF3haUHHw9IDcOytdDIej0TfiggSUVNcXXPsvLC5NV/cKDsj+0ds0/AfjXfEe3ruOwy9oY
vF6kvMwZ0OD7Bh5otu8QiB9xUNXT2Lbc+rFoCwEnl6MBYqsVqt15g3cT96OwTcycyi/jspXV8wTd
G6jcnuyLKCTMAdmM6bfCm8r7KbTR5jtqzy9B37NDnlfWK/ICCPRwBOAvSLOcBiY0z+2/FLxLv1q6
0Oe0QSZRLGlrHlUHuGYE3VH4hK7hwQaEVESMNG6Rn3CeGBw9AxhEpJu5U+e0AiorDmC2eFAA0V1g
FzP+EUw4MT42thmjKu2ls+utSnzjV915awKKtT4QZg7MM1MDJlzelBW2RQ5pALr15+e5miCwq7QP
NiefRPX79hS2Nj9e//7XEpGOONvt21oj7ok+ppnAOqUSXzQrmo016L/PuSi7rk3/ukEZNKnow6K9
mLG7CztEhYTjVystXx2svNBvt1xzK2vdpd0FMSdjP7gorOhJPLuDv89AD91YYq2UGZfmFtQe7DYP
UGbMmQj2bU7vJgvJHWD/cJRv+pNlvEc3Ve/Sp9CldcAZUKupdQuoiHyFgHpHrMfC2zroum4q/rG2
9hb1J6iN6TUnr77YyET7HWB5dx5c0iJpeoAPc7S2IlxX2tUy1QCMMQQblAU24Bk0m0gRG+XXsZw+
vKvVeosVNuIAyizLTHUpibdrVQ+EZ9f5kSHIA7t9hxXFADLU/r/dDv40NYPU9UXoKT1z0pUoMPPm
TYXGBh3Rte9UX13mATUZRK7cAeaYHRszDbtSquxRIhHloRrF1h5x5bMt3Qb4TLAbZKq88NZ6bBHC
3zuANObB8BG0uKfbP5n8qTD8o3EsHQdW17eIJHC6S4cJ8HUelX+vhjbt4kGhWGfKSU04NUZBjRdj
N8cQgYVfWp2SV/AXQy8CVnD8NrCaVZFkc/XQVdjDZUFfvrgcuy4QYmf6rQyDoETHR+EckeQAikXd
7Ndx0OQGQvm+xthIsGGlbgDQ5TymsRtW3imz3f5T07vzkEBH37hQGgOWHmk12FhMgCq1Q01mROQT
Taun0XL0s+eEIubwhVoRKRywB0Fo/NwABmvvrK4MPiE7ad41E0t3NtUWWM2d9Q3BXcFXx0D6erDa
onsLaFDPseMP82tTe0MyI+sPZUW73VVT7h/7Rrj301RUF1llzeNYQFph6bIFxpsAg57k44DgDhw/
tQBCkhCPXtvWmPCxsz5x21h51FTWcOi9uoiFmyGPp2YFlwi6qdJn2/JSvHI2fATA1PlgtQHQy6TB
FiLInwa/cY/EBoe0qAPykyIvJ9u3lVB7Hy7bV+3ayMHL7e5YImTfb4Q5K2Q43JeAT0cOjvbOKJCG
JyRDopYB31sUYCMG2HMz7UUbaNS+jU8SM+blU4co66QOoExJLWEdSvAno0B61v3gdW3S2ar+IifD
92YW3eNMSw7grQNCc299ky2v95zRFGDaScs86kyL1B+f9HEIxSBSOsMsBwWqok+WQV8eBRgH0ukC
CHAd4T85qpewmHU6eBw7Aupxw63sYeaK+HHtNHhxWMRdUHdrHwhW9VAiaoC/eFsh58jFAB1PfV1w
5MIo56OxSnLy0gzjm5xDP/tZi9479wQKc7iaWlTDc3904zas0s+zyq0oKAc3dgMXWfcwfQATHDrY
pYSZ/WCDloX7q/lYYIvwgfShOkqQd3cEQZwAptXOhZjZ3Q+l7C9c1MCkIshwj7Q8cUKrcmMrrPsj
KKZFzFMXxGWls5jpCUFe1TyCDds2iec1/r3rEnJoagtYPGG5j5oFabWf8a8vA8lMTCyP3KuGYh0D
gNeRKbuLp/DK1pwmJ8biqdkNuuIRHTMKYKqDfRghj61CM42GuYdDs7Abdskw/99xncpdxzr3BwLZ
3fvSHm2kfqCWJvuOfUGJMj/OXZ1fIyuuINtODw+k59ZDOCMpae+npfiec4gPJNaeb5avfru1koem
DbGv6SY/Jq5y9lWqm3sxjPptDsLisXawBYkzZepXK5tDHHiNPTYoCmX7o5cGEwwdEOdFDa0Db9cH
QXOsARHYFyDYJvbcYiQuivTjmKcTQnMKonD4ZjkYSEJQEJwQ6Z9xE7ryiEjIliYjdmof6qrGMQtg
EV0LAndef8DK03S7gU1wLCgACu4KxND/j7MvW5Ict7L8lTa9Uw2CBAmMtfRA0vfYt4ysF1rkBhIk
wB0E+fVzvKRpZfp0ZMxIViqzqMh0Lg5c3OUsr3DBxc8CvJPU56K88TTDzzX0tMq0oQppooUvMUSt
BmEQGmWN8QWJnf/l92H4nVB/yajgrGIWUo/z0TvfJiY2QR5C1KpOm+aDBOO9K5z/+08pWbliPea+
Z4/dOjIUmR1JqbZHK9wzl+6jOcI7CdkltQxTnH7oOyR+Nayc2bie/GZ8+P0r+hOq+z8dVBdPUNRW
wIoZ7f3ovr8q90MSpdshOUAX+zO4TV0W3K/H+OjtzOaxOO7Puqyf3Ae4rfce6yJhNh3gPI2NzCka
a0jqPevwowz2nZTpkme2qH4AXwSDF5jQPxZjfm+L4LrW0Y/fv7R3kthLgRbsa3puyrQn6tW7aKrT
3PcfVDtu+jpIdD9/FuQjbcL33hH9dYHhCBJIYfGOQKUfsqVfZQYPC779/YO8U1Fc0r+WnJJY5KQF
/64++vCSJyK4H+myW5svnf5o5v/e67rI/2qI0/mmamZA88JDG2qToM/2qafLbafmhyowd7Iemn9v
9HxJCatQ7OFoX4sTx6H5eSwj+glet3XWDThaf//W3nmeS1aYmaNCAOluTohdD1yQ69ETnwwdd7qv
wDDtHiP5kXb9eRf+D7szuNgiUP3SbQlbjaNABbbESNBauXHwau4/EmN77wrnhfdTBPMHtpJwzt0R
SOujkxq+M/V+8NSDX5vs9+/rnVV2ybDySS0CO8Orsq2gDUrrjM7HAhPtNWghp/ny+4v47+z5S5KV
8rUXdLokp/41eO1u1qcKdtOYVyfTq3sbbo/iMxJk8sfvr/ZOs/rSa7cXkIPo4dpwGtazqqLoG+Ml
ofX5dqmkOfqV7DazAlI0qZX1oF/vlf0HsId3IkJwsZtapSjO2i5GBmGOZRTAOU59/f1TvfMKLylW
vgxoWIg5OpbFawCzO7l+Qv71QRn43oefd9NPCw0N6WCGqWR0pGZ5KhfzfZn8KpHdvycOFdCLsWJv
bd5TW8XHIYzHnc+DaA9/+OaDKfg7a/iSZzUHRlqvAJasiqN2BwZHdVcwD02pZm1PEyj333UZf9To
eWd1XTJ2DBKjCRPB6BjB7qmxX5dmQJm0wG2jSINySJzXpbb+N4+YSxKPjFzBmxmDoxJQ+gSd6uIz
hVLf2+/X1Dvx5ZLE0wg9KhgGuWMRflv8Fcra47nzmIjmI1b5Oxvi0ny3KvksWuNQ9fDqhw6Dt9DZ
+9/f/HtfxEVzBJpU6FWSDuPTTqXhSk/oh99PYsXwpnoCoiWLbZ7M/CPptPfe1cXWHmPeofIi7jgB
sRTXUO3GuETACQNE5O3vn+idl3XJDpkX6GojeV+OEYmQ4ZdlhmHTR+4w783wLrkhC9fBxGRgTjYM
J9g7LywdbD9kXeHCm1UOQwYAcbNtfRq9QIiWVBlHlQKz78ErbgwkSPfaWFajfpL9p9Hl4SHPG3Ma
1KBeJzabb17N/z2OUXDpFQsDOU7iwa9PqyAlAEdu49Vi/OA1vxMuLmmDBH3OwlLPnM7EdIlJBnR4
k74oUtf4h6b9iHDxTiZyyR+0RZ4rSMpPJ13424iZHVqrqZvkDS/UMST2hbDyo1H8eyvnYnEyU40E
XR11GthrF5wWEDx+vyTfORguyWSthcLsEp+btFYd4HP87KjYW158+/3Hv3Pfl1yylfiRUw4WgnkZ
AgLHnygZfvz+o9+Dr19SyTiLB66XiB/peW4lgQeFmTzWr/HKYY/eTrkHmWNKnEZ/MzRLvmkrx/a/
v/g7weJPRvBP5ykJNLe9wwdrSDklpoBPBvDfd8pfSKLV+kGi894KO1/9p6v0fmP7kun21KD3YFwD
eSJ7gIrYpgY+1nB9LN0H+IV3lsGfed1PV8JkI/fLFYXoalkWqIcuXLd18fj7l/Xeh58Xx08fzqdg
1YHi2I9VNaV5B2U1kPIflvWftLj//Or+l/ze3P0jJx/+/l/4+WuDCVQJT6KLH//+1Gj881/nv/Pf
f+bXv/H33ffm5k1/Hy7/0C9/B5/7z+tmb+PbLz9szFiOy/30vV8evg9TPf75+bjD85/8f/3lf3z/
81Oelvb73/7ytZnMeP40WTbmL//81eHb3/5Cz5nUf/78+f/85fkB/vaXp+KtrN8MNuM/Pu2//8r3
t2H82198wv4aAYzik4DQOAjPxdL8/fwbEf81CFlEIx7gD4XR2WvKNP1Y4JLkrxBZg2MtgQdUwILz
yGNopvOv8Gk+IUREMaEsZhFckP7Prf3y5fzry/oPkPLumtKMA+7mXD7/q66KeYThJVgn9Hx/QUwv
PZWg59aK1XnjvlLlcseg83btsYrD82oCNjZr0ROUuxFH2oQZJHEMs0rL9C4sA6gJy3HhQTb3I++z
n17hP+/z5/v6Nd8431YQkDjgfujHUFq/hMixqi2sOe+wCkiS/ETLAjo3EVgwLqOLLq7a0bTXQNFh
ON/DEenOUDJ3m9/fw69bBS+eEVT/IUPvkBKMxi+2DMxep9hieraTng6inQwkNJtZVMOMCSB+PP7v
L3cRQ8/XYwHlhMNjwScUgfjXLVoJsVDTFfEuhN7RtLFx8FpR5xcZJtbkj7nU820NK1g0+meLeTer
LIVrq+s/Mlf78+D/eU3gRkIIonMsTB5RvIRfb6StfM4wyWa7WoLLnqnY0TtMAeS3fMz9G1HzUKcB
9N47zK5W9wfxWvNYB1CJ2Uwj9TWa0lZCAl91cfnBsji/8l/uLKIQnuPgaTNBoJ94kY7CAYXRhld2
F3Ix59sQmJNw36seMuq//zIu118cURjhYfEJ6H5HoCX8+gp8YTB9brtp59e44EZ2JPS3Y8vpp7Wb
2Q8KYbxkUmgbZo0XokbJR0iffrD+fj3XsB4QASISU6iFiADO6xcnD+0EDAadsbtm5fDcVR5VQKK4
hWZz1wfyiszl/5/V2D8uCSg5UAqhEERcShejBuopdHKmXTnU7Wc117rMdOwqJMpNyE74P4SReBH0
7oPT9f9+VkSyCN8oheMymEQXtetS6rVdl6nfBaMmgN60BAGn8qIWK61GCpzIMl8/0hf9NTc9Py2+
XIqJAwkpIjG5WOemidG7CEi/wzys2A+i93WibDV/M2g2faNR06VdVdmPiOO/ZhJ/XhYOaxGUn/E/
IS6dgyTIAf40qnEnl3CEDwlwkD8AYHfFblEATewg2RuLdIFbk4FT+kij3e/XNvX/JAT/ax9x+HVE
56MDmBSs70hcgp4xRcwR8Rq7A0ADji75+OoDtX0MbEOuofT41M7dNl6bNgtKAetDAAaPvMhVmcmF
uVMPqA0c1gOTUeWC+7DvhoMcfbHvhKufqqLyb3vYkuyGufqqYwX2swnKfbGaeUOjUad5XuYJ6+sx
86qiuYU8Y94Do6PZ0WtymMDC3a3bF4tXmMQSjFmBaCq9t1UAs2SBwZLd2v2gUMLBnGU9GRfEh8GX
yzEWdoBloiz3GjDo08A9njWj0a9F64qzRsqPbm38qzjAtLuosKOgd8gfKwIlyAgeTre1w4MTWdzJ
gN1O2I+HkktxLAcLxXPideYPvxKvo9MhaBsRvapajGzQCz0Tugf0u2EFd2q6adyLfDI8ibUnUz4T
DiGjitZLEgj1aJ2KoblfEpuhqz2/urXsNwRhNKvZVG5djBNg663WlI9mbIFo4gA0lekaW9ZCV5JF
TPSA0Y1dXGwxN1TVkgrTIADBI8UXJyi+goq18G6CjVnNq3oWiQ8cFI5qhZ2FmYYyZatg1OGqNdxM
/RCKO+71y9Ims+LFyHEfIwerP+5W3A6jPUtc3rWfK3wixPXDmVYY2kKE2bsGEyXvuoQIaSDLph0C
ICbbtvoEQCbCMiymdAEHyMXdDdr6EcaPBf49x60CqIaBZbeD9It0z7Uv+LnjFjbVtowcDno6casw
zg2Qc/cwZVvH8nzRBe+740YF2T9OZOdPGqpkmIaGP0aI+5b3ftSE9iH3MHeHvq5rP8sliHyMLeNw
IomvGQBUrCYIYrUcEGdUDm/yrJ4E7lqicV5kAzX4d08UxsnF2fYPPiCjqbJcc9yeMDPBjWG027k6
GWRv9M1qrGxTbpcQo6GoVDzNIxebo/M7G36GkRe8KnIaDEtW2qbB4BHHxlW49OBLtqDH8ZuwmfDR
swemw7brSd+fBqndcDTEYi0T3XNAQvuh/dxNFYcQSBh0cwobB3CMKNIFOO8U5soYMm0jo+Scxg5o
ysz3l345AKxZP8CaAPgoIaB6daW9aMq3M6tHeuujXvMepcjr8r4Mp3DcLn2lzdfS879DF3yR6SjW
8BsQg05cu4q1t23E6JTOYYwVF635CEe8RrooWdhCvnrBSK5s0MqsC4fixwiOOr7DdillxpqwZSmZ
+pU91Go1zR5jWt6muuI2ToD7y181PHrHJFLmBBwHpqCRq71Nt6wAhrYdO8ejIiLD2yTLlmD818eY
mRPinmLMIih8LYTNtz1hgDV2I4e9MG1UfAc+NcvAJZXy1jUW7McaBPdyH6sJsWxgUBqDPTBArZOC
pAe4jWdMWQtwVt9Atjya3U7lAotlFE0xpxErDcbdLcP4ONc2BBzawB6kCiZM2akgyx9rAxzRfqo6
T2ZVNeMIa4MJx5YqGU3bcCZAqLFiQURnIxEzpr6l2BmooebbCe7i+UnGa8AAZcxzCQHckG76WNfd
ruHxwDLfAVFn1hWnFMSSrs0Ym72FG6a5go1vtPXh4fdQCeJtBWsMFD696GhdPat0ZL7+YeqhACZB
VLd0COcr9HwwIcfOLb5ZDlWe56bNIfuLlwYwpiw9jKEteFRpOY7DvolaCUBfDS0VgBFFnoJhJjbR
DI+GZKnLpk+8OBdR2gxAzHZFyL4ssznvpQ5idWLVC+bxOVAHwDycgJgNE9g7HOKW9jdEBTDmgl1F
CTEz6e3b0AGmU7k83uiwCJ6ngAKIDMnxe5yj6CiEs9oZO3Zbu3R5fSBVwQ665TIxZFXwbDTesUYp
lIo4ara2nufDUHXLF+BZgy1szssTSmB53fjrJ+JXnU7E1E9pGaDzhhbcirGfbudHqyua5AvqprQw
ORl33I5TMpbrvPV8hcxvQGLkEJo7H2RDz5oDYl9lNhWI4g5xioTfJxQsiTdE8VsV0E8EmOebsF27
QwHDkoytUhxcN/HN6rVVlw19OAIw5OUIUQO4OwPYesWGL0KG21oGMPEoQ48/Gq9jd5VcEdLDqt1w
m4cAHJRxNJ0CCSmaoq7quwWTGJlqpcQrgPZDcVybWpoUyhHKpAYgmSvIdwTjteOD+LrAivF7i7Rr
A1Qy2uoaDdgNnIP8bd6Z6sBGFXF84y1A4KJeDrrxhygNPDuXSclhQZs3Xns/T6rb44wAbDloj7mA
UGeCnrG6AdhtBKW2Br+wgZXpbBW7wztUmdRQRJmGGgc1bCgfwbfSm5VM0XGJWvIlYLMAnqfA0ydI
GTzYLtT+XWDG5vvc0mWz2A64Jhr0Yb2pSqMpRMlmdahUpR9LWAJu57ItroGjA/A7VBXwU5VAHjHW
wF00wxW0XQHbQpji36MqDA5DN/gI2cNYJ72rh9uqn2ZAfieA59uoA0TKNlDhLaeifa7qwNvLUWBv
qKi6AwxrLTf5EBYvZCbRnsFpfsM6JXdsQJ4QrkFWFMO3eW0h/YLdeUtG5W4tp/csagD/yM28c9qx
DQIwzYjO1wzZzmo2karMDWxEoLMTGqCsZ02+IhkcrhySnmwiiHhpPsXgEi82uAXa7FjEA2ZuZ8Ri
Trs1GfkE614Jc+bEjPi606611Uu4MMjdGxil3sS0qm7nZgbNvOmlHZFZAPdowPCuNktYdxSYpRIs
jdyHinngJeuiLSJfiarUTHY7Dh56xbpIrK0AVq38T6HP/I3XuScA6p7ren4aOZB72jYYoqlVsWQo
cuDDFroeieuCIyP5C8r3H8qKTe/Lb1A5g1xOQa+nKa72mPSXsItdrsFOf2Nybc4IfI3Wg3wuZ48l
FnKOYNquz9CpuuUq1xnpCDZk394oE9LrwUXA6/Vub5mor2k0PYVtWWwlOkopsKlZs0BWyHfSbikg
TD+malwSZGYbYFiKjfaKIc1jVSRxT80m9GKon0fjQRQtwX83URqqfr0ph2jeKgG8Cwx31Euo+Y8R
JJJDX9efPca842jgnxhpJFtxjwVoi081MW8A9NOkBIIcQq3AM0RCzy+QRfmCEHyNqH6ng45kik8V
UImTl5birIduDduuQf29WOAyXVuQRc28AAsxXK9Q0dwAVB8nRYT5mEZusS1YuDUwD0Z7Ru76HnNz
xKFyv5bua5uPTRqhzZBMiH+ZAOR0w2MF8GOHQgTmuFkAuF42AtG3i5AEgS0xyBuHEmUPX48lA1bi
UU9tlHql2IORcgMjuzUxLVLU0IM+QT4NgHR1qvouSq9LkFbyBH0MADFJuL7CBZAl3A7xtUPfYo8u
xL1b8vaE4Bkkec2GBLBQ8oSY+KwWyC8XSootr5YaqAwLmjfCpntm3QhqzVCPoHtEORD/0NjUUe5l
i69JCifEt070LFsVVPOqFk7UM4UTYBN/pRW9Y0DqQ8UW0H8Oyi2dOz8VKn8pLPEhtgIrC9ew6A4o
un3Qki1pY9CwYMeblGYIdqsHPR9MxGTiZOsdgiiAywlEj/yorQ4eA/FgGKNnKDvsLVyuEtp1xX4p
ViD7gTARWTMtUwZBKHFY8/Ymngkmm8OCjHYlMOnySupQ6LSLTYwpln2wxrdSD492CfIbutr12HZA
EU5IRq8UHImBgQjaLZgrL+AaLCCWz/3B60nwEOMUeIDws3esFGYi6KZUW487+QQwo3mEg/i6Acos
eLWw7vtaQv4vTjwShQmTdv3EII66G3SMDCM0XxZX9R2ODibftIleNE6WW0cwmfOphjAD2u8nXTt5
rYaIp2SldItxXZXJqek0RI+6Mel6+bqwGPzz2IVp289oYyxeA36HjtNiLsi+8q23kbR/pXMd3Bjt
tw8DxiwZK7pdaLoBFnxafYotAZFrAJ0EmgOhvkELyIAWM23Hzgtuqg4mjXQaOc9IQaKDA/BgSeuJ
N6mCNFZC/JJgafn3+dRkYS2mW8FVn42k+tGjiAW3eDMXFVKAII5rKAdRoZKYkm4Aw99HD0AG0Qbl
+YDEP5AFUHpVkSfwLTUD+j4lcILTMNGnohyuw1l3W7jULMcRlLh07IGR5b7oTyPsgm8cESH4G2p4
lPOA4wgQ70EmXrRoaMo38ktYdmE2ToLrFL0zBylwYwYMEfv4oCTaoGnDVgh886WJ0nFYEaBnK6Nz
RgkNbmBvZRpWCrBY1wiwZyxqMAvZ4D/qTq9DWuM8yTF99CFe02PQN6FvC77UkaEvCRmBjtBrUo/5
EdqPwBjDmbkEmXuOkfaGID5XxdQ8WaKhAp0vge2SvOBI4+CfjRKYDzPb0daxOw8snwzSutUe2WNf
pEXTzGEScG5u88m1dxUArwb2aUygfsCq3qCQCl02516XTSFyl+1iI4AxK+SYqpXDkfRR97rYsMNU
z8puK5CrBbsajQqW5kELs8zxLN0Kp0s+7/LV0RZ+iu2Mq/Fl27PO1kksqvhqKYh8477t38TkpqPT
XGwgGIBGE+2WBPFrhRN6xK/ywasOSOvwCqpKb0qk6T9glh1CzQ8kW2C4ygMKQdRsy+LPsAlkq3fo
y95X4OZJpfAkZN62nuXfWViVR+pKfWZIfmuHeHjDY/EDUipnUy61SP0eCA0sVSxyPpA9qL4sxUIk
t6PvszvtjfFViab9K69Vh5MdR88tkpfigNI8vJ4rRnGnHowr0Ue/7xmeMwHHAHGyMnCk3+qlHtsE
LEMcmL32ABP2/LPXaJ3XL6VUbtvAbv7zSnK3wbnstp1cIXqDhg+9U5Sv1xG4uknTWgnQeABcxAQz
odez+vqVzkEqssDIP3iOz9+qBWL/qCJvQ/S17rvB2L2JRpoBzY7JNgB8FkswfKqaRj36UJeEQEXA
nqsyXp6I42YzQ9g4mUdQ8tBsdWmLHHszEKofgZAg8OxAwT0ZvSaKgOgJYWIGqG+H7lG1YRRk1GRt
eujJQMD4UHWCHW1BeFb0JOozQMH7NMoLFCio+WF5GMPLDxIaThZZO4sYJ6tm0BNgX2fLH0raQmW1
8uFn4y0t6hZx19aLTtagQeczFDXoVFGJ/qeFhLEs40c3uxwhjnRf2rxHkduVKoJIhJ3vmYeRqEYM
SWap3sqxX6G7Y/lZK6VPhj5f9M51DAW7aItpY5Y1ui1WZAmxsUUio9GESUkpeeoYmAJ67Wwqphjw
fhEM+be4GIbbvI3DYxyTLyN8huKMAsOyDbQONkKRZVvJARN9FWl3EtFSbH1we/EiFrvxOX9ph3Y/
Tsym0EDf+YLVezNSCiufUXyCvcBGKuilIODeOBfsSAixTg8oeVff9Uh+ZjmF+3Ec/1iadUoDZ+gJ
ndsZ2PazYa5j+LZUWw9pM3OZAVlnlpQrNj0X3N+rjuRfBr4gHM/Kf4KIyUbp0qU+qNtz2nAi611X
unJGGrLEw00vCZgKIUHTa+8bW6N+j4ZxRCk6gAgQ1pVH0hnMKUDUV6yEDKbB+XhXDki5E9qMQhwX
2ekc2g1kBKtUBlWxawiYxIfQIYW4LRoC1eEBjBN4UhbtVB1KzEh/yLGw87GZXJ6unKHViXFpIqBe
u/Y96kATnybmhmQuq09g+5YZOHx7LSCF48LhBM3yLxWkzsfElR2xaTYF+qpAz2pxEHmDEWRbum3J
4hdPVYdqnV+H1UancA1D+JWw4SoD82IASgJSsqMF07f09S30CV8x8ABroVziKzXm4BCTscjAF9tz
rsQGQkDfl1FcBzQ/Yem/AM26s3Nx1TcgYHueybf50DRpwTQSaPeQg/UNPWGyzWn/GOgBMqacwl1B
wZ7Fj+50gy8tdOHjsIqDDwHYTdAKD0lQDc/SMY/SNY8YKkB7Qp5e3xQ6+tK0fKcc/IwLEaodGG4P
API8jWxCxKquZ66vKFRq0BkTKxRzlkNcyTwdfEjBDubbEvUNOi3FdNVwsUWBhDGb8ilSdfATAe4w
kOLCidbp5jQg4GxIH+ikm3qJGgGJPJE5NDqW5dXjZ1ZyF7UwT0F/bmtMNMxH0c5fS79rE4V+L9mU
wJXhUOb5VVz30VEx9P/CEdzVs+cDPAn3nI7QF4mRR7f+p0GJR9lKuqO5pC9yAI8DjeFru7LxYWo8
dbLgxKelRmwxLKre2jNaFaKzMCSEFCxMB9IaunrexgKLvQLGU6pPaG43yw9gfzrxvOQq/9oE5Sgz
JKtDcTMPqDWSavJDe+rRpQWHoxF44wsOw2Xrx1p+Ux44ONs4bJrpLjRlPL7VwaRMBtpz7Z2WNkS3
IrF948ad1yu8AMn8AgLoIC1FSadJ3mwIMu72UFn33A/zgym8O59PL2jjp02v/H0IMkrmz0WR4ZTD
vTP+VIDddHb9jLdkUu0rkh++lWR+QYpYbYcenUbbxA+x56FnF5L+uvZABLGS3UXzUgc7wJ0tgR5J
5yW5xjGXjHLS95BkVlvnQl9sJjqTT2jhYsdRMYepnxeR2kud91eKhfWhC2JQUspAqgcZm/PznUUS
8SohDVsJjEOjOh4fGFg6OSJUKI7AuHgBcno5QTlZ1QUCDrLNoUZPAgi/EhJOOvo00iVaTlOVFxQS
Tjp8JmX+HU1ne5PHLgZlF4TKtLaEdltfyslsQHVCbbjEEr1cMr9y0laJQzB8iINp2spgbA+t6xm+
o1pu0Z5RN2sd24fY9NODmju2HRjFPqf910WrCSL+XvE5R7zHVNHzIKk7Vf2YDC1Ba5pUjO+IFhIK
BeMRDLIF7d0ObX01DlWU1nWjb+DXGSTAFTNsBKv30zRUnzFaXnfx5I9Zsc4m8wdoy4Ag9Rnx0R09
1Eh7jRMr8RYpFXb7KK9obmkEug8GDBOmZLdGSpH2pe8fReGjpVD3GipSZ3u5VUzt1uqAHXKGbzkp
5JzD0j2OngHODF+6yahty/Nu0xdIfP1aI+mAxV7a+WhiQtIVByCEwlJFmzKzJV2rDPR3jgVazMcA
J1xGAxgjgjaPvkUbYyjkaehuJRK61GajSgfjl6CdUSvZ6IrlVn925To9Qn/lrXPNCHWAHIo3ML1G
BrTIJ6Duwdia1ENtXH0VgNn0oGow+RPRgqrSA2WxG5wOvs3O1fCLiilWFZYueJdoVZfo7M5O2GNN
SrOdSil/DBFA9ZD1bd88nH1J0VgHJZnpq0UD9D7X3jX0F05eSJCBibFCMtiIqXgIEaS3AIBXWT1i
VM8hopNW0UiCZGkoND595Mh+5nz1Iv1undE0VcFGjWzZ1ThLwUZb45cR4I7EdlWbxUsxoSvGoYTB
0YnHU5evzqD3sSDtQetC+Bu/rr7rQvubkkXFIRzmp2V1ZN9GfXRfemLZ0XEV3+a86T5R0Xonj5l8
19RMpFALhvW1QNO0bWMwCj2khae4D6IvXiTdfVzNJJWg7j1jssC2BdidiWwaqCAUNajmJY2Az536
B5FDIQsHYPijpx3f8AKa+GpgYRZQbz4gPeKZRqrywlbb3kwMbk68rV1aiCbcwcawzMYWNkhzOFbP
XWSrxDe9fS1ssO7AKmpggBLOoHgW+jruCnsFkl/1sNTdI7VRsZtg9JayWEVQElFL4iHB+8MEWt3i
254feNQFT/OgwB/0KLfPFoOcMCUN9eKbnrNy0/UlGmCYRCVtY1Gga/DMahzrKyqPgDZfo2pCudy3
9dnfnJVjFpV1j/oPhXIWqgLFRhNQkegl7EHZDOzwlWBwRFKvz6Obue0c+jSt135xgVeDMAFCGI4o
g758oWFMQWmPkaagD62FgFAGVqoPnRblKrRrWKsOk0XLFOM8uWGwdoISSQd4PbHQMEF/eJNT5ErM
H7yDqCJYEMTAtn62tBXByevk7CVQ8y11Ntdhta1dF90DirdgQ8UdupAxvS7x3PowdzI6RdKbdtXa
xCDfGj7tzOLLZxxTXlbOpgYxFrPXhXXdCyYay4M/hCYjnsBZpUEiVqDrQQFv8q5ZEKqtiiZGk66c
+DagASRH4HaG03T5stAFFTJM57DXxXrVQvkggYRNsGNw+NoGfABbtl3mhM7hevYwhagG1GAOVY08
iq8M5UaOialpJ/9xwEtPK8hg3KKXHG5iZcHtm0W5D8UcJCErMLgmuQdZDzS3pl5/clyVXwlWeZku
DRpkxdyGiJKwsp7Zuh50Xss72gCoG1kI03RQTMWQDg1GkwdIEeW0R7cmyhwSohRVNbqiVpTbEtjc
VPnKvra9ma6jMiTHetVuh4aCl1KUT5mAs+++FKjhVlOhhpMxGlw25/dAQq1pGNsSEi1Fcc1CEWd1
bpdPQ0GanePRcG6h8uY1tpHAu5+gmV/56VBGzatiA8QIaz7e8nb1b1Besh+qWEaIakQs41AD3wN3
gUUYTfxt8sFC1sv0ouY43hheQCJ0xkqAk2swYtPxp5rDWSYGyz7Qsb9dFqd35RJ9wyAL6jIo8xIn
ojaFuieYhIsGLMwrnkIGcwKoF/FdD0G112mQqCcxGD6BS4np9YgDB9M99VQETmCiCmnGPbyw9A9f
QQijqVHEDiWrD4P639Sdx47rypamn4gXZNBPaeSVRulzQuQ2h56MoCefvj7VLaC7C+hBAT3p2b37
bJOSqIi1fqszdJCp1LKa4PxF/2HiPm0FVUBtNx6XbSveKmCSLVK49lkzHXUwhmR9WkfENMGaDZPi
RRR9bEkA6tjIbMiPTXZVEk5l0xzHpJbfy9DXwDjoQ/LYHfTrlHdbwfhazwQiAbVd6nFDFbHMM980
I/usaZY5Dn3vMiWOafKY14o9tBvXZxvg56jLfngnG4oXSZHlsMUsZPkQQAA4Qa1SoUdOypL/T1Gk
XnrwR89O97MnDS7ZNpmsO6JlhcOEPQwbRXYe8E3+qTCEAjyp0jx6PEeEVjpbjZl7XLmVFu8fXU/X
tzaz8xC9uXEyEuPOVw+Wdcw1PpRAaYX+OSCKS+KBRLKftqTUyW1T8dhYrv6cmXUSd4NftufVKdNo
SOV2850ZawLKsGUODJlhfmTRFEFNSxIHbA8Tb+YzXxazH7PDwiP66XRJ9ru0ZhkL2HGK7KafzM1+
r64BFr2mWfHk0ocQ9KbD1S3SUeNMHNMgL7TlNHfewJKW22ov1lmc07L07/FUSRu6ZAp9EXrjPWVD
TSiczKR1mtrNOieVxkaU1e4vs24AaevUPiwarZWRnMbhOnPCEJOdWeNZqE4ciLd29sReQVKYKsO8
v7XOh6uI2WGYmFMsJH3yYih3eDVNSh11gh73nSA/j+CSemgg2d3t2Ge0Ymy8d1lQas1ohNkdClr6
wjwYLRk8mucN7E0uv7/lEDymFaoAYLzKP3eekYVdNRsd3glj+KDEkC6DbXXrx6ZPe5D4NStDp1y7
9LAYbZPzzfbnsyGbLUpcL2oEYXI9yOXey0FO9qTn1iKQsLpmvJWaaQVK9OU7ETlMVemd7WOvcQ9d
xeeoHDEdmNPxruue4GNzVkcwD01UKyDeIXYw1CE699ZYPOpZvsZV401RknpVbCXbHePO5Ivn+Uy4
dBjhW+lV7T1vfnoX17eedqa3upsAXG3zZZzTfC/qumO8z/UxpGCkfu2TApjUtaxsBwy5RG3PxsZZ
k0o34Eb2ycEhTiys8sFZA/R8GyiFq9RO5jr9kdo6LG9T7poTi429rtAUtFe6wqzWvQmJCDPe4DMb
EljGoK5XEfZ95b9M1KmT1CAAqTuDIyoie6g+Sg4bumf61oRnV5AiqWiPbWM53Y56Gs+4TaMYf2lN
lz/TNOyuEZuhex8CB5dMn9nMH9uceagv2y3WYA1QL2kTRHmXNGIOV0U5AfOAzOJiQ9CFPc3cL0u/
3bS6Xw4ENS3DvUyNd39ayXnKG13sVbE6R8HiNO8qk6zGojVVhFaIb1lVUH8AbECWD0E0+UM/IRXQ
VZ7s+3LgdZV6dSVH4qOcZ/ur9heCY1Z3Zg3TsvTAqLKdM78mIsuqso2Y3HGh4j33m4FvAqhJam7i
czPWIt6EefU0gDUe+yYsZzt/INFCsolylwB6TK6KoVJGEDbG+7B3zJtT131E1EP67iZOtSuhBnbI
BtCctMb6XOv38IbZ/FPnzgD2O2TwSm0fyaUnyoGn08y8l8IzksOyTuA3Jmos3FA7WrJ/uwteGBQ4
L7az5m+SYfe5MKHkdMMcb8Ly4Oqz0nGZBmncyfdbWs3riYUXqkJrR2c51SksUsweAMIXTBXeGWii
yUKD0RGFax38xUagRB4T0pXKmwiBypWbzDcaDvkV21OudRybVpvflrlby49//0qdrcBdRl/qzRte
fjU9Ef1rYUhaGDfBD1WFfkjoJX+1NvXIUDVSq1Aulot/j7+anL+GldDWh0+FUC1ICGBzHMBoooxc
FeTB2Xwfg6X0UUPpK6dyMPaWWr75bpvql5YtKIMcV5Nfnii1Ls60OlveNL4s/YMGPbSEBMdI+yyn
npMOO6mTnP+tJ6n8wrUO/chEELmLQo0x6RVejdCwi4bIXwgth8sC79h0M4pSMXk2ZMWG5n+KkfTF
mZp9ncoM8dpdnhc3hoeKrHY1wlcNf1nHowaxrB5r7iTxmNDCBpc2FkJ+jZrDpaUG3gbkSQSBwCUv
PLabuCPjaYPSvHf0gHS79DIPtv27ZSAH8zAW/5CaGqdo6g8u/999MGdJ5YKUwxh3Ww/8h2pRPCRj
p9/u4aM+CrFsPrIkNEYgXZX+NqphfmWbxJDMcXdcxpI85a5zBDI5bAx7s2/0T5kL/9bPQ/6QF9x9
CWPLa5u35dGymXAn2s0ejH7JKWJlvCaAr/orFyqYmWGJdQjmlnG8Tg39mE9y3aEGsH7m0S5/tUy2
b2Ods6L3wr2vng30CLzYZv2aC1E8JVNSPVqulTLyrcW5LMT84Ez1Cl0/LB8p4Rcy8YwxaC2+HgHk
Z3NQo3bL2vJp0xzoftco1JF9ZwO5TQf5Lgzjc6gBh3NrUZdpABFeVst8HBKN83E1QIaK7hPvQbJ3
p9p7nc3JijR3Kl/XeXbeIbtFzNJpoUhx5SFnqvweMUPElcPkMkjDbiNOzv4iBg8Nk6DAOc+19lov
LO5569/KzNXhDlCgecvQfYHQ/lTjWJM1VZWXim/2V1Znzx6T3QWJ6mefpFsaW8x4Yb9hgrZKHQnU
gjzOyVs32jaGNMJCQK99eXaqgpg2JNo7e6rEpRB1F2a63+uR1mrLvz2t/689K9f8d9f27T/Dfzet
/B8+l/+PnC3G3Wr2f3e2HMYm/enW/93Y8p9/4t/GFiH+5fkwDMwAwhP0naHp/rexxXD+RVQCv+5g
LOF/3INS/8vYYnn/sj2U9Z6Ft4D/cDdO/pexxbL/5ZJvK3weW7LyXMTn/xNji+/c5dv/S+TMSmPq
eDcc3yMFynE9779pyqGb+rHxfRhsT/tOlr2hqpcs2YYDUT72wRRceitq853XL5EukofJBiF0YVtw
PGRkarYGFeJN60Uoi94SoMKdO99Fsy5SFG2eOcIaBgpinOZ4xDl+laYYDtJ2fkwvZ/ItaG+jdzQJ
hrb1uP+dr3W2/9DtgaPlp+tFFQOaj+e0TbYn4ZnqxCJohqJrSN/NwVFlDj4epN4CmGm66dNCfw4T
qS32W0GZJprmQEAT2pr/Xaxk80i5XfIZSMpYGNnEoO0zR5NxgpJpN2maeV0czYx1TREFQ9h8GyXM
ijtyb+p9Bg1yW5wUHGn0C+815eSLdXDGGLzYe18mLzmYwNkGvEw+kbXlkNQI9jHqr1ITrBtDq71K
z8xpG+tUE1oinT7KfoGWhpChvcm3zYNHQw8vB48rU8Gob0dU7trryO+4v51ymOPFzsx41Adbj0HL
E45Za07OdAEYkXISRmmDWprATR0a1tZ8rqMUVGkJ0Im3n3427Ru31WJS6eT3Vi4pWr01hcIvLI1M
F3b7FyudLG5oeKs+Hr1anFZkvn6s8UIJRU1yjS4KRvsEoolrD0I9Ri4Do5A7pY4YKE2qcDQ29GyS
zDgE+q74mFbq31i266NCZ3hYZPXbXM2/5N5f0Qs6cYX++Z+qItCszLRRhW1RqOu8EWAjn430UBhD
zbxlF2GrqinMyqEJknEsiJDOxvVzNbL+vFie+0Pq79mw4SLlMoRI9VCjKPh3b7Ve1rRtjv1k/1ZK
7gHgvxaWFuEmv9qS7Dio0Qb0rzbqW4eQLsRJx6ears7TKHzjb4+BBnXM1p06m0/PSTMrWgYdFWPF
XJMiM3TUdBaFV+1Ho/afrJrkMVRxi93F5Lv6uTteUmnWe8+Awm/s7pfpuIetMfWfxdeQBRVZl24k
aN7xkUlvjhYHwIMDFktEJaXm76sY+etMvUS2KprqUjmI6MgTfO5Vhap6lt7rqvoaodDohFijvQBy
XjsMVjk9+KhjQXfIzU0tNwsbJ1tJT0MLtaR7H/EWQpA2jQvU9nFVVJAdKi0DwoABWahXwjimUwna
V+lRJJX3SUqFecVZpVEMPEo0foN8K5ruyx19uDzZO8ihi5QBjcEvanRHwxwyhIVVfMoZg4DZKWPv
FybgpgWsVNvt27R16kEHTj+OIlFRWZHF2w6AfItp5xdXkWtQjewGrH9IxNliQ4IOOSp6Haq4taC2
Db7XQ45g1q+4NfPW0CNRtc4V31t6q21tvmAc1w/VSLZvmfkOY6L1go7ADXvI9pwqcBQZHFQoyE4z
p9oNvZUeuSyYx9n0HtvG37cZL/gugEsokZDDtan9KTYX1zl746y47NnX/Ze2q/24gOFl50kDxyr/
sbdCoNmFYsCHpu9sL20faVW7jPrMKCus5YiEyb3lJmlh9xP6JDn2efwsMJWydq9qIFkVgCosUy1c
mzKeZxkWk3dwWnH1jRxTTkMEbMvh4ExHr6H6ZeCr1s+/heWbIYUg5JcVKFXGdIM1SqaocbOLLZ8z
zRoDv2f8HlEzAnmCOXqlc0lQhdHJ/Vd5YKG8nNO0ksOIoj+NpgzVYtfgatF751bLOn/2m83eVUZZ
nRjKtt2CF+GPvaRuUMlyfrLrvEDi0shXW+9ieLooR/qP5NAMtbF+X61mo+jFCErbPsFb08djfK2G
zilBytxQaXfQmag8YfUIgW1DD/AE5q9ZjTgD+Zc+HJVdn9BGBOBqXgw3RqEOMbkDoK61RmJy35aG
mbf0ci3Gx8dnUBZL2LJj8f43V9GDupVllRwse0Oxu/7pjWLe66Os93zflkNubh8TSy8Xg51G86rG
D9uvI+pJ2MumuZ95fv3pqehq5JdjulvbQcagqhQBbVAn00yaRdIoIhrqgAReqOpNPEAWHgYzhUyk
3ugpUTmVRkbzWG/ei5dkZ6Rv/GBseW6fP2mJ/JrNJY/lkFFQI1T+aaesVVZe8yI5eEK3lqGA7www
g3gnsx+mRwe9Ej4hFZFXjCKpMx8w15p7FvTt6hfG8o5CaDhU1Xb0cMbsbXg/Hg+dlEQhR5ZPHW5E
h2S7rF7vBEWjCigsgDgkTVgIMkVgpOT2TYuW6GZA66KWn1O/ikAb5AssuXdqVhfix+DKTLslOc5d
3u/bsUaZpbqZppbmuemb2Dfs4UQIxB4BNq1MsicXdd2s1wG9pCjmCEsA7DAgTZwxDcet7lmXHimO
16Bi1CFZQQOGmzkgK0hWnq1uIOOxL7OIh9A4uACrT2NJaBwOaXnkesBrw+nB3iT8nd6gdA15CRQ/
zmjwoB4g6mwNsg9/UsBUVkebPV71mo9m7Nw3s8j3pjNA2+IHqA327DZ79NP6TydcMqMqrows+V3x
XgSjN3xVKSlfigT2UOeO2TkoLj4VivAbwNF2xU6Dd4iMyf3mZ8tl0OUAQeGobyQ4BIXUW5egVUiQ
TRccNxRiIgHfUhMpILQeOR81Rzc+DGF+zAo3ymDs11w7b7K4LOVnWnNXFp/+UD04dvWoVlDepd3D
kvFlywAnDHTu5gcWfWSO9nNa/vIRVqJc36W+/w04RWjo1U9yBGrHEpRajNyrUx9NQ/tojeaB9O5I
lpAomVq8WF9RAJfmcCMaiq6uxolSAxUUYt6jU6Qflq5NUa47NzXhUs7uknWvM59a8hebqQUMMPV4
ICU/zuXenP0daZwnK/9c4YBH3e/2c938gLs86j16JCleNH/+lHp2sq3xgezhx65VTwMPzHZvvxxI
gkSmsvUxGHQXJyi3A9Y6RKcZmdzGmkfslj7kj5E+VIBAmxQy6jU+I2+SYVU3315JtFyWe99aSVg+
HQ+ocgZuhqn1vEDxXVuCUnfrHZdYG0xln8SJmdrHAhTxMJfNvmz0L8h2jBU2REWyJE/K1eBXnMaI
Ri3ZAoVcZMSsEJb6OsaumaubJDshcJRMMRR138SBFLEQIJcANeStE8Ky99FsonlaQ4eY7F3eZdd6
1f5mvnvtSJQnM6qJTNX9QZZ+XYUK/CWL/CHblXgICWK0YjPHr0PGJWIW1X0yq/F3QFFKFWFP4OJY
svWzMoChymKqP3nQEBBp8qMq54fRc343o/5Ss8E8aHr1l8FMnlrbFp9mZwJlIRV3KiyGEOCO9mKh
HkW5zKMk4NsMVBMqM25j0uw7DoOeVAjeRNBFe2n2K//QAYC+/VmntHjxq3Q55sXfsbWIRvR2yTo0
1w3t0q6rnHC0+vVbt2AzvQnXSSel/1hXoA31VtN1V21PXl39mZHEtZahBa1W68dpLReiyV2tCiaM
rVHnmc7FTPoZ/t4iw1int6Pvyy2oLPdl0EicDuxyXd+8XLq/fEHKbQZHd0lUkUVpygWvVoA1R1F2
heuewxwXI/qPhVga18QL4XYN8qccy4LjPOorjWJJmTJdpBmqDyEvbVuKB5akMR7a8guh6g2vb/6V
dNnF5aYfJCL/TDKAOxkRjrXRyx03Mph4yc9otGaGWGy0fsxWikM9O1rgJkI7gjFz9BqmwXFI9FTg
IqA4p6wMGrYOFTiGVZ+FX01noJsCzqWtWZ7s8dTOsntZsq1/nJLcIb7VrV+1FbU7nsYap0PN24Hf
xz9yW6qz3pF2m7uuERiUqsRmhQM39kv/G+An3Q0AxWHPmb7fZqsNp7roQ87JKUjnFt+d344nWeVV
gKj/Bwmb/2fl+zEFJTKVplJ6XKiiCBc4poCIkq/MK004rdQ4etSE0Z97p5lSSgKOOGqNtwVUHhUs
sTKV5ne/kWUosm/XcyPTrkJ7avhv3cg9PPkaHgR9cE9AuYjeCGCJPY+YMheRRjjyU71rlm3fi85s
93HJOJLEbLiH0u2tw4ibJEDTnmgInQzEMsP6QW+IEaWuJBaX0PvxsfDlekjL5Svb0F/Qn4ZlMWjU
qq726iSPXVliTKvcdb9yUsaD1LZrOVIWYGxS7dd+M7/9uUUM7gzzyaDLg7PG4iTGVqLfY/pRpGEo
Bz+dowFkeTc2vTr12BNPqPxhbvrtzUUe9TFPwghh2Ob3jUn7fVlTI6T5pCMyjwQKKjLqg5tSVNtm
eXUjmmLa4Jzo9U3UiP2xaRY4gqS/VmtSRjRsGY/KF+v9Oer+oVoRDSltBNfOHPaEM94W/6NCCEWi
Qv3uum37Y2RQZKWrNG7yRByEBudPd/Nvv+mt/bymPkrjNZnh5DK5d/XFvBR0JIVOb1hPeW5/KV+z
31pU0OGywZkPfM8+MEWz09hOc0lweO6TTGLScDT7SonQa9HZU9DNln20fRTzjlt/DTXPV4KUYEXI
dXIqStlF33jh2uneWdy/kSDH76UhS2Qv+rKjhdmIpJU/EVXxT7OgKpvhyS4tlN6VxXx5UhNaK6Tp
n5PdJ/vJSknSmMoBomneOI5SEiopCrsUc1JMhI/bCc1+UK6w/NtDtULlIbvSIRrkvOcG2SiExPgq
rAcYruTTQ/d/mOzBifMpsXfIOcpAh2U+uOyEoetmRjBDXju2N5w0g9eC4no4AdEjJ5pK59lM/fWg
QCr3FNOWTdSozf4kBWF9bo1C3BjU7F+m1w3o6Md8ZAg050e0+XfXF9FqsDehg8j2iERIxSpJ6ufa
+Z2pA4bRJ3LGf6ezH9XqKBSIKpoVhwJaLA7c6ad6I7nZb/Gv+G6P0sNVPmMnyc0XX9naMwkQ0CYE
AbybFlctYormN0/kAobQaQdcEBRKjXlkacV2K2oz/eSNL87Y0su/VmIhzdE6e++VfvVa2VhAeC24
S/XtVQwN60KVLO9ZbfifzTywt8xCfdE60BzXxCy+O2v0GKUSg2OHrKMuhO9oD+tIu2CLX2GibepP
S2slQgoEWbjfccSXIcw0mcvA15BJiWdu2RfRP05gOemAEcFMRex4mm7sByym5V3oqd0Whlr2ugmh
KS4rrWT+r8avdFFklWb60t4ap2mfSl7jvmoZG0M7XUsMf9bsxnajjEfJ6Ic0olZVgP0caxiqC+Mq
Fml+4ImuHxak3UwPhqX5QVVZ2d05n8wv49LMW2TyT2YxreIPem5U75okJrU2tO1W9z2bqeFW8tiR
V+BHS6aS12w2GV1m1bpP1lbaf5MxWzBxl/Q9OV5bwImUSJEnu3DPxLvk+1aMqwyx43gRi6j4ZVdo
vfQl0XaQgWzPSsjYxkiChQh9SCawV5iFDyPitsOJhBx4f8AMVVI+MrdayPbu/0r97alOlHhrS3aL
GqfKWXQJaA2rFU5MhX4jAQajk8VDiJ6rFQ2KUW090hfvx87a4zT6LXB3q3PaN3VogQGcshHBMKW6
8prKYjna43RaChamQiOf1nztOiO0lFiDHicE3pLTiA76mYZxebCYvULVtD1elI7NfVv4kSmGWr1t
31lXWetlmKOmpXn+mVdxFPbwaUFg5SsSbNy80eioo9ehzWvvj8GnmqewcI09suZwRH/q5cQlzA8p
o+ttxY0c4XBDpIsXNbfLsORab5WJ8iqvuGLmvMHPmDV13E1FqC/vZYXaaN0iUc+7fPVeLR1rhUqm
EKPVXP0tey60yZrhAZybvfXtK5vhtMcc8A8ZQQ0CcJbbybMhP0cTFs2Y4DidzHFO/ogUMi8KCqvT
33Oa/TWNdb1YeXnA5YVJnjyAEJ3RRMdn9Q56QR4+mCK2f4vIUm/d20tOgIDnnxvdY1fM7LNn2r+9
/j7TwddFDbw0E7weomdFGsGd8FxmNCEVjf53FQzfbpvXN27g2JUrOvYCDNDF5KTZErwDt5KbWWLH
EPVY3w88u8KPCl+6Rl5jWAH5iZyQtvdjSgiVQmBQpHvA75Anb+hKcRIGrVDhIpNoLFm0U/tmN/Ro
AqHcpSqAQH/E4j5unnH1WeNJcnprEoo9NRrcbh0rIDZe8dN2lkligRu1htHzz60Pbbqym2CatvSV
pwLpTm7+7cdnTaw7xBwp8wuBavhU4oouJID3F8tu0fEV3D72efHTb9c7oOgKMSYEleu/btodFqO9
mhoofxRRiUqhc+V5I8YhsjPvLZH2TWkGXVxdzsihPSLU2BOt9KNn5TUteMWDoPvSdWKo0W8Hoz5z
w25BXtVm9UORXEgOXGjRTU5z1d2YVB9KC3y4rZwihrb8UrmNx3a9n+npDYsqvB3BJYFMxHFd2wy7
X4J0jd557CdRpQjzLsw+KDvDp7MIIKXtlHXk1n8vEhkmgI7RtPSXQpe3ZYuwyx0N9n52xIjQd8yM
U+uHOeRGYC80T+SWydNYx+nknoBqrMDqXI6fjjA1rSkPQzqcHL/lPtMTm2mpxUF9F0tN4eq1h9lt
Lo5eH1bzCdCRsX9eqKDiNklI1cVFj2GXtwYMbDhVJfut00vU8C4C4BkBTIfziywqEKwFvQK43xNZ
nHS1DXzXbBdRkT9hMsRdA3E4pZQSavONHqe9o7QodX5mCoXipEu4zP0/blvtzQLtC/pR2SVg9dY2
XHWStZ67fp0iNyM4ZFZTGS6Fl777tbBI9xD3hD8U+o5j4TNt159KYHu1Mp7uVrs69DSJailwfU4R
ev1kA2IbmxOdidHqW19d92546HB8/1H3Rahyf+cqS4bTWO62KuoMnOfWS5Jf/NyL7kF8wWyRLCVP
/mxEs/qQxl+UMT8M50T2GwoSvveeysZMjik5NW2l+MITuXteID7dRH+iLO1a2KCtHPK/kM0+soEc
63n+6Jfuoq8fvuhvjfK5KxE/xnPPSIA75APZ/j5jTXEkH4pEAl4l3SkfBy7cRXvT0E5qCL/dhQz3
8axjKfLqDQdqFQp9iOz6spbNUcu9Q0N6+bnj983j0TQWXCtPdbruyOHRuosFTsUQZJ08H5Nd9Qbu
EJTJm5ofMKYRsLBhnhoB+YcdoRETuKiEJSelgJ0RfFp3CRLyrrApQTaS1vrBURQwc2A8htHIOviL
Gz6Vt8WaI0Tv6NzMJ8d+88Y+NMSXvf4q+zeYFpY91kHug55zt93I+kFG6Mpd7332OiYCpAwGeId+
HxaG5mHQwNzwKpcNZxr75MdCeMBd5H3Gz+9iV/GXV4pW6ExI2zIWEDVhJTyMPz4W5UXcLHdcrwpD
VDgj7kQo+NdCd1+XbWyJ8bFixcPxR6a4JaEZmF+oe/eMs0yqV6KmHxQe307htwCF5iND9cLSOPQh
mSjb5V6at5mpiQDGPdAncR1EwvG3es/FZiEP1tYZTdTAfrc66VkY43djm1gotW50r2Y9vOqzlR48
hNgX4Cyrejar4S9XEOiHyyRj4VYhOUwPivJ+khOE95gUw7JHlSDDjdBtqmt2kBmfSZpOkm2+f571
N1drHkpCn6sZA06fmc5jvvnOkZhFINzxxSpBhx3WGqW4Ou5JOFuSfg6DtV7c2d4xW0PVIS+VK14K
x93h6bkI8bR13LRiX+bleugRre8IHJxjY3Ffs42rBgGwXuiPUr7PHb6Cvn4tNYw80xCJofKwZhtw
A9ZuriHXyAMBNEVUkJ4akv4O1L0nO6Dw4tBsKVLRrHceLNQhx3Kgf0O3AXNllOnZTQLkArOkU+A3
/jNN1VS0zPbCn2UU00DcdVMeKPcAU/JR3rWsSFgcoDh6crfAkIvqmtJLJ+zxUE1ryh6SKLSSKOsN
3/0scDoc+14VdMnn/mPjJskpd0sMTWwWiBfcq6/qY523j1m2UybhHKbh/Wr5Y4EtKn2vb5WKbIHX
BdlY3GladVuSTN9LNztTIB4jTLr3fvcxnYDsdbJBvN9axwnnyaTGWFpZQn5L/w6W/TrgB8VVnm3v
mrv2+IANFOL+hODVY16ah1hn1vDG4SFljn5dnQbJMeEUAQvdbSn8n3q29oaYLrPjoWOymo+10h5A
F95Kuzxo9nJA+Pi8FSlWYH0ExPKJiprsE56iZ5NJb+xhbqvRRO1p5nGthrdaEf9I2lhoboMFHpwP
5Oqo+Wr0g4hta55iMS3/ZEzVwVZ43WFry18ZvnvIAa6wqWTUGvX8p/B+3E09u3aO+MyaicJaSdGw
3jyWRw1Efp+bDFIpVSY71vsjbRxEr5BUGxa8PWEn1Usya6jvXG+rTv1Q1nu/z35XHsReBnxgcDmm
+suG9rnZIOXbmuFYX3kAixYHwMIDn7SRnpYXzTXv4mW0P0GtNdnJmYoTqBupRe207ieVOJFf9VWY
WibReBs9xB2/Z8UD5IzzMW+VFm7Vpr+ltWfQ6uQ8TLrOwOPcGydZWsgMNoKeJNeAIiE7zNG6Ecb0
zOVLA6gUOVZL5exVM/+VI6jF6CBSTErT2BGFUIRdaaiYFLTugTSQx7yYhyM/GlEcg1cfh07Wp1SZ
HEFyGSOESiNqWdM9OMbwnWSb3IFhEN+HbDbS+nq3aMYL38enjhqVAGgrY+ASxj2GAqZ3AxxLkKR+
OhUTZTevM8tbp85zpRd/qNdpEVllHfkuKbP+ROEQzLfY0aeqRXapYwmiRJCAgLtAarH7I45Uimia
ugzbsrtPfBhhRFFgMt9okzLRK4ZNi/YBuwsgUt5g4kn1P+WSf2hIjChRLfbGhAJBmNTHOJ2GTcOT
nyks0pNgA4k88Kmbh707BkkqkH5VWkRVsXY1Nxze1JzoUV0sWtD7BW1g3evqJl8VtbU7q9v8C9Mi
wuIBIhwtNh3xfcO+ojvXlp0494jEIhyoOxqmU7y12+RdELbZx24E4jYcF9B51Z/EnVneJGVAjmj2
uT+0f1BEjYdFdPpFqNT/tc699oF8a/nM9WbbI+lfgUJTCIFafRsa5tai3R6kkz2umbhpk7jjtPwA
Xkuv0EJ6P3goJEZxz7OgdpcWSf9PKUl58acmdgVZCSDTzEN56SNYYIqoGc+3oC04Rixk9YQKzM4t
zS1BHoJ8wwtZRVit0RpQzRNjbdwOaeOvr8PS5QevRE4mtP5aG3r+Da/SHZaU/CmjW661w3vYmsV+
ynN5dPOEzsmuuI4NupbEzan5kfUOXCqGmjNjlMz1MRtWI+rMOT+2WbFrkxqPY9Fd26TqHud5/Ens
vooRQnCi9Zvo8aEzSYzyHlguu5OvX9ZU/xkAFHCR77SeTCyzucNVfHsya1tEMCJepwnJfun1fsRP
VLUHIXPz350P/yOl1qP827wM3X8w9x3NjTNblr8IHfBmCw8Q9BRlNghJJcF7j1/fB+ye91h4BDHz
rWZTC0UUE0hk3rx57zE/P/X2M59Dsf5/1A+ebJeWUVaXz6D7/FtwePoP/6seDJQVSQokIrEoSSzk
cP8FsqK4/5JoHn/EXUlgUMb+F8iK5v+LEaGTStIkT08VDShQVv+jHkyTE/4KeQnQV3CA4KT/N/Xg
SW/13xArSHoDrsiLFDnTYW09oEHJngR816H2vSMeEpM+oH3Bb2AiqN/NxgMp4Amm9WiMmTon65Vk
70ce5fDHZudfZYhvvT//5Zni7v95fFgDY8g7MWwoJQBgNeKnGUc4uU77mjmZTn55v+yKlDdElB8+
PaRU/x4C0GwBPfGKxM21jQ61AOlzARddFFtKiHYJXJ2puOn3Ngy9zYGuKqsZAtfsKlRxcYPy0Xwu
WCDFQBgjQJVHhQUiXAVXoSXrwsgOCHPUspKEM4ei5BWIpVAqWn2xXoeiqHUsDa46HeZaM1EPPEgC
GBLpd6rAs4LGA9AgQ/kRihu+7xtUyYuvIhVzOmCeQNCSdfbbgUGmCDnHmmnRJCoRoIXQkmi/SmCL
yAM65yhRxHlpIKfZpn5KKpR3qqvUBBoWpTQGUnBhDJJIKkaiHLVEYfHg8MO4OIkPZEx+Q2EyY+TQ
b8IzHaAjKkLz5OyVDGvgHAOarOjqPyTQDJobsokBMTNPwfUweytCkdmAbZwbYPenwJGI0c6tcNBk
KIsCHQ8Oe98RRl2L4JfWFbVtfT69gK3IghsadBvo++UOXCnRgYALM7KBSsIQdY+ENxG/hQjyMCAb
k0oCmVFEQMKz0BTFWcJwxYb23Q7lsw6pNwP+fRJ6KBswZa7FLsVYIVO8J1TQbkOaEAGWTgpjZa3+
LdT977U6qVTfrdWQaGDr0kNdTaAcgt0GwqYcTdyfwUARAebd8PwRQV2ULK9ZU6T+W6j230POxI9h
q4MCJREzTsJ0cNWDj4NSDxFynwa1IWA1aMNt+hYFZqpakTxeGnGKAXcv2bCZ0DTIjRy8oMmrwAUz
BspI5Iqq8025+j9jCdQQ//59AYxtSEni96H2B0UPfhs2Wn8Adh0m3+g6qeHJhz+BHADSCSKH7OGa
gW65nUL5rD09/5A3v5dHzzBFirt3lHix4OBwPjoizNklr7p0AmTv0DbzixD+jIEG5NUOiFLoFaHm
GwnCO8ei7euXY2aXI6uM4OFxgtxRr6jVy0DPoygZ+gqYSe8dkW8QUVZma4qCjx50Wol3DyrUNR+z
aTU68SS/1B5BDJFRPkFNP6g23J+GNldm5PEpQkqzU4QXPYb3QXB2whY6ZRcAS100uGBp/SagnMPr
DIifkahl/kZA3U8JQKJE5wSX6EPdmGVyzqPD8ydZWn6zo6aqq4wYBwKVY0htqk0Hv3GHz78kCtXP
zno+xs1S7sG0irNDh6Im3WeIxzuMXKvRZg/mmANitMrtom1rQRpABmrQalT0bTU4ZsqsTOq9sitU
yZCOhX5OZDSFtHOpiDs71pBwbdZO2ofOYTwU6Kd5ufviIkpyTYjcz6EgOUBqEhQm+W3SpOikqNkv
0l2AyNLOhoAi5Ejk4uv5jNxMWh7NyGzX90OWQkgjHB0vAGVMht5W1Utalkx2OLvsJZUHlPnFcMVs
cWZ58K+wJs6CQNUQST0RYhzR8EyAiWXU1xQJcYaxARZeyVqWQo04i9fQvIh9sOZGhzdco7mmVulA
VkOBZOwZ5XmztUUdJWbN37oaYYXKylRO7/BoKuchm4PFBMnXowNxS3nkPoNwDxmBUtShh1n7cI4P
FYG7QDcSkBlo/+GGPynxySy9srql6fUePcAsukFgMEtdcDQdoDAVkB+vEJXdMQyri3DMhBoouklW
C0Zk9lF50MJDmxAEaD3mBKNAI0cNvRgaFobHdRYZgreCbp9ccxCBjYDofZeYEmWsQSd78MQhsysG
qKzy0NwVdL9sdQZO2ZAgF8FJCp0qO4nphRZauYg3BXo1TQYQ7LUiT7AgllPmGHCvIbxxvRHsdehC
iUcaTwgtbYiJkiDReydq2DMdFALgbjUE38IQK5VrueMbWrFxRG+oODugSwZnzXDjE6hKCLXGQN4C
wq4iA4tc6IeztdVXnRqkgk4Flldt65QHY7ZFNeKEdKfrtx0UDnKXtLgswIdiB4XjzyDJvtYwtMdl
PpChYaThPgwKlP/tU822yEf1+VqhF8LuXGtfEgNcakeEXdEINoA5ktt4Q5kRPJOV9AAIpzZ+it+k
07/wr6DUnmmnWgn4S3Fm7mgQNEPbJD5GBkiUHuEELkM+SS4tN9b4a0Z7SjU5g9vTTA3FlmQ+evr4
/KW5hRAvzLYlJdSSWCfl6PRxsx2h7DuSrCZNGqaN34G13h6gUmqhsCWz7TWFYqtEALYu0gongiJ7
8arirZJOKIinZfXhwwIkDEYNFVbgbGAE4eokVehgk8kjifZsYwD7EwO7mpdYkK2r9mxr5EWkgLmG
NmqriR7k27twi5hrh2hSlESuUDHY6BFMwhzKtb0SrfvovewdkoeYnZYzZ0jbylPzny00HsXnhkbC
CjIwWojPp4hZuLJws/jItzTkVhOPdjgok+dy9zagvJ7og9H80jkKqhrWLzgacnEWoUf2/olHFPfl
C+TSoMAJzuUVJIpdHssQ6snRMXdYoNBFxYsuz59vur0+CjE3p/m7U2pCaQgcRVBO3xg+hAkaJdHa
Sg8F0Nc2EJ6B5TYh86gwvkTGJGjZvyLE50r344GJaHZWxjhFdcz4PdEo/C5dC31Lq1qc5UukCBW8
tkbsRWkWUjetATSVD7xZl4L6nmwp4HggaYtoK/G2CCK2wHWIN7FMJCvWjEuxd5ZHuV0CHGSM2FgB
Tp/0ato5DLCCK9O+dLTMkqMIeUteSQXtBCBMfPShP5plFnjoIIPuGpZSq8MDkIMbARkoZQhxDsFn
KBvQeQlvC/mNCBgNhQYxc+pqBzrlgiBSuU0L1UV4GeReB7WCnEjgkweuK7ohjdbVVHWiGbHH1gOT
9zuClFm38joLbyPMsrAR+vcisFgjpMbUoYUcDwrpI9im/ffz6aKWBpjlUr0YNylbItAMdrcD7lfh
NEIhlBJxldJ+iT+B7tvp2rE/He8PTl1hduwPAZAykBIdHN8DP8f9ENHZIpMj7qwu3MTR7gDxCH2e
VkJPepOFe+gxPn/NpbecHffQ2aagjYiMsUgNdExiArRVYl+iqP789xl64c2mv99tdiibZtAtFwcn
0YoPUhPfvyurUy1K5q96Yk/7HWp4iEdoqsoH4NIUWv2mlNpAs+Ur+kK28+f5g9ysXx9N8Wxz8W1e
S8DkDxAa2rIdnEh1KjPBfAg+kmt1bAOdN4QNQMQyavQGYSetHlzCLUECdmMkYKtC4ek3eW89E1Ia
vt2seODSS19+titbr/SIlg0HJwSqQgo/IvFah3oytsb4CyFjiKD1ilR8M7uiMwBGGRs18CG0AZqP
hOKHBcojV6GnpA3CNoDGB7eWZE/jP5gufra/gKdiYK6A7zbqiAfEZ6MDSKjSrzyy3ZUvsvDq/GyH
0RI/jmDWY9E7lVY73anaFgYStnQTqqkpbfm34oB+pZYrjUwbyRW0H9nTqcPK8I/rkuREbr1fmSi8
kmk8IIIM8avkGxM6Ax0VGUpxQY/qiDGmBM5ylYGOHyQ8/Pw7NiExPfZQXpVZS3TlqjiywbskcGrJ
y9WXWEAHxGnM54/HLM3OtGPvNg4HkbKkh3+X47qkxhHbel9zNZTXN4DKt+0L+m0ZozFA8PnQcW9t
DzrfkJNC58sggx0DbpqvQzG6T68w6eAYu+JVImXkOCWtuN1WnN2hgxTUhyrd+eClwbNlJZYt7Xh+
lqGlQioREHcdnFLvVVEDmEyG9ocsqII8qohhKlicCgRG1FqGibYFrLLFqwYkO5VRAdpKAdFWiY3n
s0gvfeRpdu9msYUr+AB1VKSLgb8p+d4QxPdktAjhGJDmAB20htmVmSSnUCLJAfgYSuQWAbT5kA35
k3pKrXvhxzi1aYcUzgCx7Ls5zONwE2sBSzh2UFQlW6JcCZfU0vPO4jEa+pkARR1sO+QeEGfSKZQX
oL/6VexCFQoTsPJDKTbdkcILhIIKYLV7+/lU3UzfH+34WaROcgDdmxFpWZaojUnDr0cZbTpR0dWV
IJYLnRUDukmKe61eox1romklyfAxSVDn2sMaagADSA/fqI1Xa/0ZXLAzgLu/7o4nDnn4ylSUJq6s
sKVEjZ+F8oSBPbkr4klFg1GB6zIFPUAJgLHxzPtIBSxJ49Tns7JU7buR0+8WEIuKdpg2GCvY1RZr
c2p8yR1oAiMVIJTkksqBAYdj2ztElnfJFWIjqcLK2FOoffBBuFkIbok8BqweQ/M256CCovZaaI5b
YSXbXCrb3K5Yd68G4KbftkDzORJU/y79WTDbV+IHyG5qGxGoTj2fwaWvxc3ibIA+lhAwGAbVIR5Q
AAF98yuwJNvebEaNtqB6XG+QiyLV57WVMReCJzfb9lSX9VVAY0ywySHZz/ZHGrv3zIEF03CoR+4D
eHAAm6JVQApFXyujLl1sZpsXegAk9F5cyunsoUAtgtYrCPd43lvXaAyFPzDfTXsIuNTK+A1k7eUC
YEEL8Igu0bOVhGJqNT5cNbNt7DNRSkAhANsYkkWFkRY2pFQpEAoNKVeBMMtw29UG4pc+gOwbKRP7
DZBTWeQMltLKbdjqUvtL0ocORBtWC6QjlN2KxM5zyFLjugMhbLn24Z4CbJw8vq/M3EK2wc12dE24
cUdPu4zZuy+52nxS5vAOccJ0F64siaXNNMuzgOds0GPFCOKRUi+9zO4hH7Qakpaqhexsrwol0Xvl
tFdDIARwZ842sdHrrQWjpW0AyoyO9rqkIE5Yw4HSoJKZrCw6ZuHSOHcbdUuho6UIIw+x7O2CK4yb
TiAN2uCvmblaWqOefMYHagMlmCuAnIfMCF6Awr5KNhCGO6x+tdO9Lcp3VnZejdAL+2/qad8fuzXQ
DwBF4KGkMwERQpRWdryCIi0C9BupZhbC5X4tU1rqArOzTAkmmBkJsBDlACBLlCqvSKf8yiQqpYXb
YCUWLxUt2FlWI4LwABV2DNKqkZbYkk5rmRHruZ6qYHaovMrL/mmw6g2rFg5Es7a1QW64w2B8xFr+
8s+2CTsLa7RXgtnR4SEYHc4M2o9gwHnBIKy1024p/WBnEayjySauptIMxLzk6b0qg1fFS6DkMqlC
/QpZHKH/8Vf2JLUQMNlZrPJiiIVJ05fz3a9cBDBri1JEoFQANCrIWRnY+9k1cfaNGFsIqK4tMRrS
yhdduuDf+jt3x59PRICmTfmOd80+Aae2ut/eAcTrTH5nFwhZ6uO1Occ/zz8dvXDRZmfxx3OrQSxZ
jEYrosHbl9OowOBDPrH4Z1QpfQ/9wD18JmVgitRKu0LPShFX5nnhSGBmwSmE7s8olRg7klkN4iBy
ra2d7szCe92yybtZrIcqFPlpSdY6zPZYY9RFXOFJGbAzK9GSU6xWiqdXGsANJqNTMpAT2DIHoJ0/
aTXTXSSP3LbfoEWG65dKrnzc26s9yJ1up+PdY7FMMMKkC48FZUMt1XunubZyawM56eQWyOpyqLEG
mByRVl2BnZT738xx9zDbcECENEzcpC1ahb6tPuCU6Ezf8nTBWlkK0+p+9GyzeAXKcBmBA4wmtu6Z
rdNojTGauRYZJPqFsHbZlrvgwL6VSrz1Dd4QlUB/PvKtAvxoZO7vsAyKqw/DHFSGSWk3OVOFiiuq
BdgAgwxEXwoVh2SbZzK8p2ic/nup3BLZoYPaPMoNV7o7Q2QHDXUgy9MrBMTpY08pqESApicUekcQ
agXjz0Rnw/cCRr8Qagyhh3EY0aGSzL4yIUda8LI39cV/GhdasBFwLVeOUZPm4NUAhey9E/SKREaB
zcbzN57kqB7O9SxiQogv5VoOc90okAHZFwalo0GkNS+e9opqk9EbrE7qlF1t1nb60v33Vpa/W3oT
mkKISAwJ8XMLSGvjSuE7Q1tYpRUfh6CvAy4g/0Bk5ghJRU2Uc6PQavWl13IDSsCWL59XXn4hvN6e
8O5JcviYZMOUeVP70ek03oB1075QoFIu01alekpnCcfikG/D7cqIS9FglsdFRE8k7jRi7o0yKexD
wh7lA+MafgUIDnSePimsvERplUgTWaB0VvY7NX3PRyt7Fl4BSnfbfvrOUEHWkl1kZ4rFHTVoMmjn
tY27VJK5lRbv5tNvgpGncgxCGwQaSNuxkrnvuAGcVxvxhWEe1B2IXWuBJyONKhx3R7M9tQpc1mGU
Ql8paF6/MzDNilTy4KKnAGMLpNM7sTs0yMvrtTW/8NlvKczdYwqtB6P5XqSc8Zt4Gy9obKGaUf5B
Z+WzBRxhnyewFJAHizl3FvtVvK58+6VhZzkfJUEkpJy+fakmp+F3VHMENX8K9ZQCjBqOtRCFPPih
ri22KWo9+Oa3o/buPcMEMGoWjH9nxKn94zLnpgCrT0ZUP3KNir2FsrlcQ9AdahOXlZdcGnMWQWko
DYcxRL6d4Sjt0V9LKt3/09ZKLzcwr61l5gMezHIEoWV+GwQrxdilQWdBrCOY0u0rDqiq/oPirlJQ
oFU3rC2XaW8+msZZzlfDv0YoW0wjR8kJL9Nb7wQz3C17Jt+AhKauz2duaXVMh+Hdx+ohxgrpFB4b
dIgFXMgJ6HD60PCsyUqRRM+AbS1Okj5cGW4p37o1ze/GcwUOlakQ4xVXAdDzXbNzr+CM7SPktWpz
Kc3KGW24PMrBb2XSZm6DtWk0av3iI29//spLGebtsnj3DEwAkz6iwWLpfjnV3eJiyLyFhxD6AwYU
aPJfxs5P5c4/8qd/NuDtFLwbENK4MQ9VeqS0O+lbci9NB/YpxFVl2IdzP/QrfQbf3g8V/o/n5ir1
/nzYpRrZLb2/G9ZPBbjWiVhB+/acneppjquXeN+piTX+SrZ3Tg24ztAbiD2NMo+babHPXzLz+egL
m+N2lbkbvHYptnFjFrhKKKt17ckvrg1E9p//+NK9/vZp73696KSi7jMsI5ic27UVaJARkacC9oji
tf/5+UmaozZqU46Yr5xltyvBgw15K6TdjRmnvDe0cNNxMJdwnHJY4ERBV8DdHvy2Q/JRsDKKjUq3
J1/dV8GuRSXNr4HFnbrOhGgtEDcjmrIBHjLY9r/MNYbzti1+5ZzavfLQat/4x2RliS9N/iwyZeHo
9YOARwUARYsuwcpZspC1UbOQRDSNJEE/GbPOvbm5HgsffX3y3kkX7BSFGoyVj7s0zCwmwYAoIbpb
5PsOTvSOshid5uTQCoEf1dILQ8v8hduKe1b2XngVPvFT/czfAViKS8I20wn0CcOV8vvS1ftWpb37
6iNYQ2xRYaUNGqCzWF++Arq6zhlwWFR/GKXa+1qgFyu7Zgk8dCum3A1HDEEl9jmGg3aAFuDiMeq+
zgOcz6sHMHiUVkMSo8J5XMVUbL2Vtb2UQk26tffHQDxULNh2+LIQRLnlJTRpQvUi2vng9m+kU7tp
DGpDv9MXYgt1OZU9lt/Vxv/Ij7iQoQLA6xynwxHBTrblvtfcDbjQz1fDlKY82HXkdHDdTQhbtSDC
BjWOwfotFnFHniTrALcLSRIdHn9llFt38dEwsyypgRC7F5IUBYFMQOT8qFVGkdhWRACNmm+XH8Hm
EbckNCOAXK+JAvpqINXVqI1k72V7rmlCowGxFKcssjHJAIsVAOI6+oL0l+zDJVOEoS5V72BpU4cv
Obo4gVgdCYCZmEiE0MsXS+oJB20zXP/cHs7GBRyAKK4zQ1EHj7uFfGMqWi5Jf0LjRI5bkADMECRx
AVqReDbu0g8fZXgpKdvlYU/XUQbU3OWxATVWou2IAgU9fo2KfeRP1na430/ujWyLMjMsLp5/qFsU
eDSF0+Xj7kuB10VSTQf/SuqbZeU8V4kvL5HLc23TjZHAqUeBkm+2EoqW9iU5y/iSJobmNTEirSW+
+lKNiV4DXEOGGIwcV1qfHvjehDgRLxOoWRdWAzEvAKogTwalbf35G08v9uiFZ1GWrEuBg7owNg3c
H/sIZ4Iu0IJZF+nKAEvXZHIWcKGvCn3wAVNa6q06aJEZIgOszfYLspTWd3iabqWxQW9gBbgG4Fnq
C5Gz6MtC+gJSnQ2yWmPQql2/oTbh2bN9lbJ5vTbAFYFk1lqoX0hyydnFNPZjeEkKYF909HDhBtdi
vB5+WoHeDXDzCacCRLgrfDB6RdC+B0brIZlEMX+guwI6I2PmXQOliEityw8W4NAAKivwG1p7uoVj
lJzdXpOULdhmYFCgQ3KxZd4Fkzm3+xA4OJVJPvjMEQCQU1zfgV4gtCeaMyC5lJ6AH/sCLjx4gjCW
SFYW/LSo/mOxCdKcU1WkdRg1EJt2xOGzFC+NtLZvH562+OFZgA1ECHn38FBwYCPmUnYJ9B6VXlvO
qqQXLsi0pNSeb5fpBx+9gfB3fEhCFNjqHm9QASPtQyWuYwgNGkL1EBuxD1P53+fjPA5EeKNpv94F
ohHmBLC5waJCl2OffRZ29+IdIbv/Kb6N1/YjWvki9LQjHr3QLAQBgQ3PFg4zxxrwUnViy1diVVRH
RcIxzQNPgStFK0Mib5O/xCaqC69r5/XjTYpXnIWeFq3EhPIxdHlgWKUFyBjVVOjGnFKzt+lv5hO8
UZddx78vfbtZIIIqQB9y06t2CrHHFVEb1d709Rglq0HPjUB9FxRP6bW1vs7SeLMgJDXB0LkDxoPv
pyXJF/jtOGtspceNKUzeLOiwItFwMYkfh++QOuw80C5Cs9fgI7+STk0r+tHCmMUNH7J0oHJhAcbx
B9P94Y6F1ZHQflypOzxOEgUI8P+9wAM2qzv4ZaKKrmc2VGr2iV3YoRrqqHJt2k2tZWq3F02Qm2wW
XWzIlaykScz0Bg/ebM5k4dqqq0MGERFf5S3WWyhf0pB2NyJOpjjoopoEBbcMOTYJyFeh0BNrVS57
714ne402bBgNtMiiRgt0iFVIqghqsGcOK9v+4XGMWZnFFwEiPLnbYdYLgL11aGpZ7p8AUv0n0L42
0hGG2dvWSKD2u/KVH6cgGHAWZ4oyL8UC5F0nu45O9MGoEPiIdWE7Gu4ZOG3JQm+M30H/8D3RV95x
af5nIWdAoh5R05CF5h4jc/rasCizQXj4h0FNnEWWIqL7yKUxQmyhYtcdayuxIfprNmrkgFlr5uag
lgpnx59wFjdJQ7is1XGX9qU4CzJCIHTwfkI+xcFmO7tkBqQsU07ON31o+xt/5UY3vcijJTwLLWQ0
uIRUoCoS9TR8fxkoPZnPv87jCgEWxCywhCNsIcIAt6gMwgPv3qhEJ4ZSyr3LvCeDAbGKMFObFipN
Cgf/uvLssSeJOiLFF17a7kKbMBeKd9AHndyplPBI1dAv0WCM+gNxOylUA1cH3t6GXkZlcj14AOfn
z7048bN4xXquNwxTtIWwI6oonhHqtAXApyGe/tkIc1g4NB3yHGagUzXo201UloFkT1fIKXzu4c9T
NUBhXNc5vQvxV5hOlbsEIC66GK6GHb4DCKBa+ybscQc61VaqR9Z49K/uud4BTZh/Ziv7cuG4mlN+
4DIVDTwZTkWCwqYgK69xQJv8rBYQH6bJgjQn9rBEC0cxnCrg6mNJvfroz+ZbUkVQk/+sfKGlOZtF
ltAN2JQlENlbSJxiq4da1U5+8Abc4SCFZQWSQ59FWDDC8RvCJ+wBJl7oL5rlyrZcGn8Wd8g2YsmC
8tDE4eTuNz63NuxA2rWexMLZIMxCC+WRg58XBOmM+37vfrbWZIF54F+gq253EPs24OkC8ms4KvzX
8wldSKuFWZhx4egLp2KM2EJuBSUVpIJ2ZtUQeT6sgdSnT/MgkgnzcANVAagOYcpw3/2KN9CEe/7o
S5M1Cwci1HdgDI7fdbtRrlto7RE7H/Lgkfr89x8X4AXYGP29P3NSyqW8FyHeAMuzXXoRISYvu450
bBXXoWzIB2rJnri4a1DHhZA/R7RXjUcHQwSRlRiWW1V/LJhC7XhIFu2g5U+76og+OAWy5C67+Nwl
bY7P33NhSd9qTXdhiKLHNuCmeQQs6AUbZlusXpwfg0QxhdO3u/ttAiZQSe9iCr3dcA0P2ZVBX4+B
ZvBntF+7/y4lOHPIeFxKVAhsNXBAFquBGL4R3norsmkIuxWou7Kh7G+KPc5PEVq5+crqW4il/CwQ
QMVjbKDujuzcQsMie6GM2Gy+4OT9zz7KLBIMbhv2ZIf8RpBQm4KdAggb7FcjrPz80uWTp//+MBUc
D3o+GqZO5AA1oUZpO2WEIMZGguTUydWLWIe8cFOvVPofd9ixEGZBIOPGooggYeIIxJb64rYdmOuh
7Fk+LNPRykb50AGmb2W0hYgzR11DWV9oyQrn0HT9AxZrJXFa2ChzRLVI9lUJn2dEZ76S6wECxaHM
XTlOkaQVUDWzcILOQdVZ0pZSFwk4XuwcQA8OJKfAri/pQdgAfGJzx1TN9xVAWPAoUUjQHXg9UH0g
swDtvoobGFrJgrUG/HrcBRWkOfYa7Rmxk+D3BZARmP86aUNdEBU995JvGge9DGXQfL22/R1vdmZj
whdcBVoakCPu/fkuWAjxcy4qFK3EmupwgyyHAw+2BVRj20EjsCee//7CJp5zSfMurIKCgP+oJDMO
sYOAikwc3NPzH3+sNIDpm4WIJmtrHCD49TH+CBy/3vRwYPxoi6tLqz7K48C4wFV1rR+1VGzh5iGD
4IkSJrO4EoHoMWpQuAxzuaSs0VfQvAuQXkaiSoJEo8RXf63FuRRIuFkgIWqehMUb1kjRfX0ypd7B
TYjXCyvMoVcoQwa6fHU/cL1/PqeP8emY01kc4emai/MUw4WiNUoWR//SKax0NTbSMlj1ZnC7wF0M
hl9yVEDEhbXp0SQjK4f4LwzrYhvG0WWiRqUTAE3MRQzq7rCK8CGaCOstQYEbTQESY1NgZRNQkH4P
63eW+YS1AlQnQVB9e/4aj3l7eI1Z7lITgstkAr5V6IzAPvaSnJ0EHTJEarnp9F7OL2iKokDHH/pf
773/DPYVhHeu1eH5+I8r9oI0B5z3Xi+EHmShHLgFXJtrs/NsZodWpcppmRPaKBx/8wCUpSdSjf9h
cjuHmvPwduCFqRw0Adq4TWYLenTMNwFalLVCvJOb+lgbrvb8DR+jCvCGUxC/yzxoqPeLeYszgNKv
rY4ryba+FEZ4CrbcV++4Vub4ZmYBbojej+Ep4e7/gmE0fcUHGe8cUi5VsKJiAyQkYBqZVIv1ZI2p
JcTymME2XEsgLFQM/+xCMkeWU/CelqgYSaPPKDDSas9u/N5LV/r1+TwunHlzzDhkk12hqrBQ3E5F
m2yQoOpxAndsWGucLh0yc9A41JegkFZy+FAq+wLLwhcS8teGe2BepyQbhTAg1Aegx8EZw76ww+lj
GR8pbkDNSlBZyLvnOHKCg7lhWGesA0eZVqZTb5tV7cqJvlRsmePEExeGmRyH1xMhQB7mVnohaR1X
O9ZiJLWW9Bay6MWBL66w0BvBCsu14gQtyLR4zYqrOEKrJHkTQwt6yA1svMYOUqUt9HntFmUbXAo5
p+UgPW5BcliSPcKk0UMUkk1e6j6Id0W7ssoWDsrb293tpoxPA1zjkC6O+9p7gR0WfMeqQGegjxKu
fIWlu8IcZ87nRMdQQUA55NW/MGaNWl6P270cb5HeKM+X89JdYQ44zyq+Eaqmxl2hEeCWwn5T/guN
dj1nJpLSD7+sBB+DbnKhoN4riPo3HMSniEMFAX6ey/a5tJYd3JKoB0FijjFvUpHz66mCSUYbbgCV
itTb7FI0p2LY8y7c5vxeEV7ZPQ2GVxBChMwoh1HPdjycxABg8CGDNcKFPZ6EaiAUOwBCSprhPmF/
8jDWIdUHzyGCBGC61yVRSzISqs3OSLw2khyyMLsB1LFWocDLTxK68N77IcHFpGASz8bbUED5rwug
um6nwRaWMVDuVsF20GiQNcXaIdmP599jofxw4wXcrau4GiUuz9E5JpXyzNs/rZ3arREaz399YWMz
s2LRwA4Q23JLxGHum6zfXW9lUy+kpTd4yt1TQ0nQKxIPn25M9ugnZL4pwfrLW5WoWjg/5hjwkYcA
NjwnSKcLLc5Vk5fWZmxKw8UDFgBrKcCUFj5af7PErenjECbgqHW2OrQ7ZEjkW5SZWKHu6ig6Sod4
ZcstXMZuV527yeIztqFKNsJkMSCpxO8CbB7axnr+hZeam7cO0N2vS5lXwdAexXgSt9g9BdVIqNQh
jUrM0gIqaYMugIYVX5rpFbhlu76WRnRZRV0thMU5pJuGDZHPZj4quDJcVZDFsdd0IzoB+OhTfwX2
EMao+TCplKV3YeVOtFSWmgO0YXPmI3ZgVUOVXHeNymid8BJsEg0G7oaoQ1JG/IZS/D9cJ/QskRoG
aA57KbZoZ/d70Y62gBSxB+IUy5RCvkqH4fT8Uy5s1lt+cPclfWhDh4mIRc/GcAIGZCrkLs9/eSno
07M40NdVzYgegj7VNNuIqVAQ9oF/cfeQGNdJrteYChYj7ktP8lDdRifcZVQORkBJUuGmXTs5y2hs
+7vyNAsb73YnuHtRF5qrcM3FtbBWO606Ndtk+1NjMmlVNNutv5JuLy3NafS7UWAllmcVjc9WUpFD
0q1S9Zk2OeYkfaSWbGKlVb+yCZcuurfNeTdWx5L0hDKYGPWsDZKKDdyP7BBGBooWtzLI7WM9iFdz
SDad0bAAmBB2qQXrSmMaxNOiLf3OqkAcGmALlRvQwQ3vHBvhi3AgLF+SB1wppJUnWOo/zQHZQAAB
rzG9JqAn4KUVSgDcBNioylpMlh6H5Ntt7W4eBzFsyZJCkSwqdTiwwpSqitRKp0Dzqe3GXzkVl2px
c8B1OUIxV+gxk4QJU5DbJwOnxgadDRoagxrt13BTS+8zCx0jMcYSQyM415UG+EkOYbDACg7lcQ1t
NP3QgzUxx1dzsHfzIgED8HYlIzs+9ts1YPjST89iRt1GDQcdeFTFYY7LXltXZyIwyve5v1J2X9ig
t69z97ELRmgEAuYek69Ic3KhDSKhSlGAwabw7srZu3TPv1Vt7gaB52BI4H6FyU80COs12acfw04d
0hwwdomGHYULRgXZHE/2YN6jFb+0pEINGQY81FrTcanWcYsad89AcwwzwpAOqxoNZVapk70QO4A9
CtC7i+SOvMLTh7hmQaeGvdHUb+Jg8lAUgBWq3gI1gLtPviUciCj9WQnAU4bzaNXMakiDG3hJ3uGB
xnOrEptsR2vB0aAMjpPBp9BWRlla/FNyd/fapc8TAdnhygRrTS6zymFDZpCYhp7gyH8U4gAjKTPw
4SEAZhPasD5tZ6I5EBuhv5CfKfykojWs5GMagiDNYdNEKggwhUaNgOvoQ+OVevA+2TuggQujRj1g
um3IbAPmCEcTHklFeIVKXUJZZI2rxDYhwcDcuKm/siYXNtYcKd3kmS+5/83ZeexIjmXZ9osIUIsp
pWkz12JCeLig1ppf38vyvUGXV3g60EABBSQyw4LkFUfss1fDX0ZYSmeA65fJ2JwbzHVixRn/oj36
IUIXv508ZKvFaMQccbWxAaGB7BFSL7WeX66CH2Ja8fqz/+vbDitQdanmGcqBaSSpsQXccWPtt0bg
DxHCd9Fw2YxCb10vGgafg/qw2uNeOY0OU84eah3KH/++RH9YoeI1EvtfTyFYVFMLk58BvvqGs7R9
HU8QD7/15X6Kzb/Lgqmnjqp0Te5gFWKHerc4+Tnb6a7xXLyNT/KzgXMkNkXRUXJyy2E0OAOyZv/a
4/ppDXxLcBKpzsthvD4e6pYM+PJ4tOLCrdNfukw/HOD/JQpOFQE8xvXxmMhvToQDIK8oZf77x/kp
aP2u6u3WCNqbQJhvXjll9vRY+uYdpuieCeDZXXe9Y9wvlDC1m3zzy0/+/YkgTfznghjWeK2qa74s
T67JwbCRNpVg50yfpvZMq0netPDjwfcF2UW4HpbLL7/8g1TQ/K7ulcteTCqZX57fmbfLW1dCk0bT
24sC9Zz7gpM+4orBk1rH7B5CD/8bvd/ClL+b+xmm9e20sBKQsxnOFXTdoteKr7n6qhNyQN5Fm9Bd
XrJgOQ5HNLIuwzvlrXCztjYu2Md0r/vVZnAQLsafv3yDv3cAze+q4AgmWiwrnFyTAyvQH/frTecr
Th10u99MX/5unMHzfottWknNzFhDglicAM4Cqk6c8cBWfAzdxsEu+RD6mqf6DBmDj+5+2S5/PzPN
71pguVw7AJ6rcjAT+Uvo0R6aC1bDdfn+72/u79sdnNl/Lt6Fin9c6bw46xwzjNkdflNs/hDAmNa3
gySb8DNNVRK28iC/UQRnZzz174pPvaw+jJfmmDywRD0IsxdAbO0mT5x8p73Ih+WXV/dDgmV+lwIb
DS7B/+iaWzwO3nALBlvB9EEn2FBlnPnTtOPot4L8D/UF0/oWuEDuBiil0TkZ0QLb6ejUDA98iBdo
lutupc71jlN29zTtpp3+a13279m/+V0rPBuCGC7XJdk/F48NYxyEo++6q7jhFpTaPvN/Hau9PsZ/
R3/md23wWCvS2swIN4ZbAZMU2whmbtby2HDM/ZJ7//Qw386TwVxGaU16WspmMWxMqNpOlzXtL9f2
D3mo+V3QawKVMlOJ9Ri94REleKODHXPkPEi/iU9+Oo7NbwcEtJclHoZGPBh30S1d5PR++lIfUSSB
KUgSRq+ZJZQuy648Ti542sUtj78yc/4enZvflb2Zmv5/WddKErBr/dU4w5DzSowIMt9IvdZtftlW
P5wY34W8nTSn+aoO6K0ohq9iZy/6yRwkWyh/M1P4e4QFguk/zyQjNdpoka8KgNDHtLsV3CXGp7VA
kSSUTou9YfpLNvnjovie1AATWnuD48+Y7ubEDdu3wVDBrY/2EL0IzwK0s988On8IE8xvB4QaWlqu
Ruhwy8RVmDStt33xMVj+bPhzl7v/p+P8uxRXLSRTA/6oHEIplt70tC4cCLJ4AbVTPNh1YY32v//Q
T+fddxnuGMthJNXDeoiddEJWnKUQTp5zaMtIIgsXC2tXwZCyauyq3AIOHseXso1d5bfd9tN1/F2W
a5hmlxvpuB5GwMbVflhEu8TXpfREBgUxrw1bRiSDZpfM2yLcLu8c+0P0WeQHeN6/LJ9/2pF/ORW/
S3fD3igsfPmxXW3vmRO0pTp1p/VFNLxYOaSzt0L/zsz1NNSnrH9dmpCgQXWk6rlIwEtXzpg3D9MV
iCoyudmUTr0Yt2m+UXAYtubIa4fGK5TGKcINlQ5MSHNSskDHNFcq9nJde0X6NtGJKmUsAkVPTu47
42MZ/P/jJ/52niWikjRzxhsW9uFO/irvUVfsDGfx81O7kW6q+zKz79KHX37th13/3Y47saZSKkfY
H4MTbURMPSePvq8PrtvRca+L36j1YlWNO7P9y2b5u2uQYX4XDldSaEoAqLD7Zfpbvu86KklleZYj
bArzh05n1CS6qBrGWut9mWpBrDOdXmZensCdNtZz09xjSwKogC2Asa6ue5GCWiEGczg7eOUPi1ur
oDKlEiLCDM/cU4fT0uu/7MF/JHR/W37fDkrTgFVtKBMMoLDHboJ2yqr6q7bJUoNKxL3JBE/XsS8p
0QzyEsjxRyac6qr9wOTajvL3NXsbKilYok8zfyolClrbSRXsVt306ZOQngdcrvE+tu7CLICo6CQ4
WWjptC/Y5Toe1R0CsDB3G+lJp5EjauVZrYK6FmxBvFHiT1xOHIDPrhwLdlE+z21+HIUgt7wOUMbC
H4cjjqWUR4YtHKP1dEZ4p+qXFukPCiuMMP7zEhESo8l6DVNfQLWIJIRbaVO6FGwfm22M7k74pan5
w6lufDvVU33Rh0aDMWwiqFcxVLYjMBhRxWj2cm+NL/++OX4QcJnfRdUJCyqfNPydR3c6wk2x/Oyr
DdCgahs54O7tbPqDq2Q6Q5AejOdR8iBaaYYtOxWkZvmQUbz0b4Ur+qjbjLEDuXrd4aMxnnocQ8xf
FuRPl8J3LfYgSSqMAzYUB3JW/sFSfK+eV0+8WhFlzzDVewbhmZVxpNT9LdH4YWzN/K7E1kK9F6M5
hbIp1ej9uxt1pbnAyCKA6Cdo9FF9XqX7qX4fOl+8aULQ8fZsPqvSbHd99SQzYskE2/sQrq5C10pM
/HE6LosT525B0U87prH+S8b+U0ryXdmdysxDCwohotTtmmj1LWD2Pe6E2CxIXhe9WEztI/huX8Tm
t5LIDyv0u857rft6zkR+Ej++29yPtvqmu/yWnv6U5X0XdKdL2WXldUxhZMAiIPuWT1rNG96Of9R7
yuSYueMguV/22r11U36Nt23urBcJC+2g2v/W5fqhYG/q37NYXbGqvLtu9ht9l77AGgrSo7SV3Gw3
7vNzcaTyIeD9Vnyo/FX+fU9q8j/KtL+cv/8lBzdVZB29jJl+kd6ronUjLs+1kP0px+GmUvTeQBUS
S7aUoSpa8SiQhmdFuk20aNcmndt25bFqIlfmFCxvlvBiJn7V3ozVXaqBCgTi29B2AJ1oK1Cfonm+
hDU++cXyEYfDro+WU6sVG7OiO5/W0H9SjJdljKSzjgCoJdm0QqdowFAm7X4Ne6owkxflkTfh8JnH
nhIy6iv2t4JkLXZr6diPVL4lS24zqy4++LYpb8vikA/NcbLuGoY9FXGLps3rSzNmdO8shV4/m44g
v3HluX04+YNZvQ3JVtRGR+JxNfMlTVUkObATRDsc/hQVNJM8f1nAvJfGV9RZGxN0crbKjct1k/V+
PT+JhS/8Qwk3IS3nEbYI2ZjY8nKJ1bywFak+RUWMmeYyoXNKptpf+8zrh3lHsGS2W3BZO1XTX8Mo
38PtfBrT3LWy8kGL56BW1ZfYgjjeFX/ieTr3c7yVrAAcsrLrS3HT9xZ0+Y3cpYc6aTFSUtmFi5yW
OCipSTnYXaVxcCm6V65wCbC4kl+yLCjkXRp9VN3gqjgAiaZqx6nJ6VvaxsiorjoykTLUYn/TTPpr
Zyonq7XSoDUGvfAMcMTvYyE3f4aqKbBlaSAdlNbMG8RNC6iTMJcu5O10K0SQKYqmM2ze4mKPrcG/
Ocq6t6ijrSkcXgz6e6WFxbXQPsP1jp61qnxKi9c+78eDlmmBNGtuNWbmJleXV6lb8k2laN1zHONJ
banl11o1wTp1+Et6aX8XxudpeGh1sPCdI4CEgMDdYyc5bvDEJ6I3yvgSt04WWp4SBZnkpOFugZac
jwWIRdMa6NBs2xhg603WLIyafYSqLScXhXHieJ9G2yLd9PVubs8doXCchY4y1G6I3dNs45kXT7bY
u3jTsnRjzmHdLYRgxqe6Tw7qcBABbas3GIvn6oZEFAM4U7gd50PcIWnRA611KGAbHiRfBQL5o7ge
YUUUEyrJVnRbyQ6FZZ+LzTHENKSgj4IV2sVc41sLYOPCQEpVn6bsrmbdGs+LCGKsgW95p5nDoWo/
i+ZzZs+pLXAM+a2eWSTKeNv1cWBm6hPtOibEDFISYXYTNUXuJ8bYfA4OWTqk8fZGqu9L9bKG99Uk
V1ujFM+YjZzzVjq2cus1UL62Sx89DZLpRzr1xPU2k04Fg23z9Lpm1Z7HWCZ6kwLGPd1j2KzOaPX7
RYzQX1u7SQmtbV/Kd8qi3sK0Ve7NcOo2BShcAXa6Mud7LaUoweatixLwUImRFUtDpYHV4vWU2nUl
Omr+pDSxOy/pPSal08I3j0HTNoZfNadxXRvHNMStASJ7LLw5AxjS+sW8Po0NA+qg3kZLIBa15+g0
vOSLzkstzuMEQ1fATyoeKZUnyMtBnAgRjazeE1gqWp74pGcMjV6h7fezlPqtsbqVpjiV0fGRxGYr
NW4pe+J11gvXl+pQCmWEf+lRMNyRqoqIZbQH/ci9/jkqVMj5UGq43ctWkCaa5TdiV22UGEW7pdcv
Ta1eankJD0V0N03nofns09aGPNwvQdbcm3x1PaFa1LvMHbA7Cr1yjEF0OmWvC5vELEO3HACn03ZN
moMQ59uCYn8kZoXTJtZ9CFzYHbkNFUG/k/sO9JeQ7XjBU9DkRypPVuQNvd0eDE62s0jp2riMPR6m
TC7F+Y042kL+ijLftO4gh4jjH90KNVtArvGaW4G4bCBoaL2d6k6fO9If/stm3aa9UwPWMG0JwDtS
RhoCij3iyK8npwkOT3UQVzsqbivpkuB5VXo9CUzU+Ka078MbYf2KC0b0ynepwL4D9oWBWW02RA9j
G2+ENN/qcf7Qpw2GtFklB12xi2l0NF0RmGNs+ApTeJoFAXjWg477alBkzO4zpxva2clw4MWiVONK
0zgFr1aO+0i55yRPFrBAC5ZFrxqthEjbW+RXajlhQWHUjqZtYnHtnbKq+YWo749NaSR/pLs28WfN
C3Nm/XRHvrZn0VsWgWIYAcNgGGjPBpD7xGbxeFGnOkKFAiVhDim6TJrsrkZvCyYoRePYAdoxIw7R
dVt85SveLox93NYwGTJAaNtez5y+glGXltOL2g3nuYfyBlmB0sfilfkBlFwmY1cGyW70BmlXK54Q
e41CzxhXm57fNS0nnpKeEQve2luSnTrsaDPSookZzGO5bpWMXFL9VEScBlR3qU6p+FCsgl1RCeh3
hu5JHS2W9gHrqEDrDpHqgqnfKM1wo1WnevQ6LLtUCgGAUQvwTv3dejMi8En7W0Yxy7CFnFd6wEVM
wxsS6ALqw7JwHpWzrzN63smD0y8zwGp3EF/N9MOAUNGTxvjJ52BySDBJW3FOIXhBNAvYTtpWluLI
si9JntXet9GDVu2U61Fh6+OxKvd0o6LipC9ei9k2FWrVrgynrjnnXoT5rljvK5IWdXDHcCsz0zYE
Zb+xIH9S43teoz39R5XNscZvUKR8U7YOlt4cifLg9k5U8g2p94am4BxKl9t60bYRX7SOxLNKFprX
SX9IwfaUbUs7ivacozarZ63zLsV8xIvEjitmyc4gXe1Sir1U19/M17j1knJl0aaOosubqMv3WFHt
xuvLp6JrTpk/QAhtVqh4lT9y0Nd8Cyo3/Tzv8O1wpGZwy+WU06UfG+PS9o7V7/K4d+W5CZZhLJ2m
bQ4adQAdkraqNOemP8jCXajk+05+A61cLiHT+f14URLhwsiJ02AQisvk/WBQUxJ2ugD+tMFicp4k
W52d1EyP09woHE+lDqOzaveDbFSOtS5EVtJGjp4Hg5LRoBrQMMSOYI+gLJYNfynm4s86cuGnhuKm
hY94GTNkqwrUSPcXdcCFqXOHVbEHqv8ULcWjUbN/sy2XgKEyRF6tO3UxfbkkrZT1IG6m8zw90y+2
G7VzRLwD22JyZRiMS6U6sXawcg1ddrnsrbUBT4ylCBdbot/VU+czWAk/EpostQBLKMAni/FzGRqB
EL6JlAyottmrtbOMGyingRXJgE+vi5lBoLBUbfOmbQOtCHe1ZX4tSqS4YypcinIb1uKblMJhSvjU
2tgEcj3xxqjMP/S0ndbAvENIrmmmbRl7BN8NUcjavi7LHFgtNk/jY2G9yuJjvz6qC2GdV+c3K+hE
qfcXwB34u4fbGM9KQgFH1tPbSVY+R+a7HBEQCr5vA6q04twk9bEaLdlWSmGr16xYod0Yoy9XgVik
76rReLHVY6F7bStWK/B44KxtqXtTrqc20/MzvKRo35TFdJj0Dihe2cfbeJl3I4bbNsO8t2MlHfV+
iTeKOL5U3OEbZi+toGrfpDX1ytT6nGcYq1XqjPpjqhO+I9mnzp5cQLsD5ZSKP1lKYjIWwO8mHF/G
xu1y5FvLsCOa3TahsC+ldBPXYQBm9BH7vr2qCsEyEeKMZfKlWFgqR7DmNKD2hvkqLgZBGstOh0/O
aYlKoipPXM57BXVx1x7W9DWxXkSNo+JkZFZsZ2z4cgTqCaIg82qKTJ3WeULDUTLO2OzQ7t536wze
mVEsO7GG+DD35qYNlXNttAeNpltUF/t1thhhIxloQz+PUreSSl5fLW7UvqJRvi6HOSr8ZE0cbXkS
Vf21nknTpHJfSGwoKq6p9pl2LzERUl/UEOOZBPAaTfPWoTvLSe+Iih/Lfzp6vaZS3gnSbY15Sjs9
wEQ9FGp+mfuISQOTPwngz2ngF+Ruwe09XwjalKeurV4WxdpUXfZYxtOjTH1mli/NcJjL+BPuBexL
yGcwssYl5F6kf1MIDNPZYX0fQcaUWIF3PSwR9kLmZfWJE7aqPLnbZzShJX+xgiK/s0gHiDWue1et
d70lb6QSdhm3fzOxSiCI3xtDs20Sjt1GcxcBZaj0Non3+uIOKZNDqvQp58OzNn2wCF3yMc4PJywK
r41TN8xmN2zedQPcuPJZjd5qNIeFQK6bkoOkiLbQf+qmYEtQqcsHxbwpErcwcCSn1F1hQzFTS1XK
F0VLL1YowSYSsu3COEmjL5xxtFCnypX15zXOd4tZPTQJ6oGu2MiiU4gYWjNEk2uuYe0M4kTlPY1c
ztY+e1UNXpKTMIaR8uaGTZ14anIfMl1bPseKa2LgIQoHU9wUf2gwtpoTYRlevkzKs2ZuiRLWOcg6
KhnSLpngoHbxzrB8reGmJk3Za/NwWSfzGGGYwbyR2JWuQLu37wlpMUwddWfEzarP8EwlJuo/5hW2
E5Qu5TlcghRYQ8u4eFJEnpye1OZNZ3zJHFPAiKR2oy/qx4zKLSaY8Mb6zG+MnV6dOD1bbpgxPSjM
aoo3MsaSM/un7l1TBNoKq1A1Xct8jbDUaSFjy1uNHmT4tjzECBOaq/9wIfvG+jgz0tflTk/RCcqI
tK3ZUM0pVHwtPJoWgCKHTKcm4usFdzBOvVJwFu3zHrfb1TqZRMFq1ngSflAUhIc2c6VsgFzEkU2U
3RXRNiLjUqzMi8gW5IxtLdJTu11Kir69Wy/REaO7oOvJKOZ+J/Sxb0l4ZibXQkICJKrxov4zhCqa
5IvfjBVnXGUnbTBGQavlOEE+tCoeO0EheUYe8hDtPs0jt0oVYuPE1cX5PFXGVovot6vKhxhhRlW0
G672izCpvpD7IQ6L83PI/EZb5ttF9BR9VxVfBkfPXJJ2eBLl0jDdyigrbZOxbTo526F5NdTtiLi+
Wt66+qIy9VHa9Jd6SD+cALlN9J2NXr7Y5SekB7up9Mei28rxqReeoXsHwgS3zMQkADM53r7Zu3Bc
Teso5URG4d7iqh0rhtTSuqJOVmnJx9UakmzZMIabuJqmF60R5xc1bDpKleag7gSh8pVpDtKy96hP
NE4cZ74OHTrsyXxlRr7T6stkr0VliyH7pO7ydt5NURLIFugIfb2skszEVOb3y7gtpfZj1fXkSAh8
b4lRuUFq4uDYdN8r9W1TTF9RROJGD9MOw9gI+ri8rU3mp0LTuhUXS7dnPSZ7WUIotsJNJS9OB46a
53LFZfhj5mMcRKH0JZiSVw3hxzLdZs1p7Zz6VWne6REOjH6Q8wyukjv5u47BWDq23jJcAzij31dP
ggwHBzc6LOrM4NpsMcnI1GOdMODnGQK0LFea7KX0pNnvq7cq4W9vq9K92tl57cTqdTxhy45VKy/J
d6bka13khK0PHI0Sw1I8409JIFgi+XV7cS9RsasbYPBbeAOWdSkqxqW/9D/SWX1UXoTFB+4tBdLg
Srpbd36e3A3pcdA6h86xdum5rLXIpVjBJCu+2HEcZNWp5Z/mPN5Mtc3u8uOQbkusN0enTIMGx0vr
rKSBDjwbUXFpeA1IZrLgaCcQ6FQPOqZS4e3YyN5Q2GP2nuh+iOpc2qpHBSViteK2+MdIMzsPaXk+
NkytdZtU2RdFvU31AAg8o65T/yceXDnZhumnEL+F633Uv4/Zuq0lv8WNqnZJ/UrKhFFry6INkbZr
PKs+V8bKcYqcLaIGlu0I5Na68lPzzRrTU67BOtD519geGqCDGl6uWjpzytLIttmdUkdkoLdN6nGX
LKkrl1hgpfERNXHQdPFBNQ/6WasPTJGbGOkgm6ld610YG7JsLzIeCyoT5bkbt9IKET6jVY9tWKOT
h+/bdEeYIDC2L8I5YKjSeiisba09xxIDiPl0q6vvBga9KQUmIPUTh1n5rLawHQXdU5tDUbqx+NHJ
2P2Wfyz0c8VXPV40uv8Ks+WVh9GnpFHgOMrFC3WmPj6H9bbR7srs2GqHiul5JOAF0/OIm0TB49Jb
2q0kbwkI1uqjDL0cbnleuAZFu97DDtWWqVWlc38dQ8QRPh51N/7iSgpBDc7qQ9mpHLP+IFBogUE8
HAlHaqbM3onx3KbeSFiyPRWVbf7hUukeq0+t8aPmPte3KjP5cO7B6vRMdmBp3CvWeA6L6gaCqa3U
vExA9eKtFQYALGPzgWcxqpvyTo0fo/mM17CwPrQKkU2cOGlSnuqePJ6kWo8LpExDoIs83HoMn0ph
ZWQaYpK2VfGKy2oqN/vcygOjTNnxWARarhRfhJ2Kh3SJc/ihaKpHnVsyJwiTY5LZ/FGrLtFiV8VN
2LPkjzrpTKnyBZAEiir2z3A3FycyL0t2Z60rYd+RzvrYnpGr2YZxWKpLqTw04UkjoK3oguW+Erqj
vCnyfcKc9aBQPMx86lZpue1uK85BzJk7mSVLXnNXl76hvw7rrhCo8QbNa5dtJgZ/jTcFRI7IpcnY
4PzKcxlxMIng2aX3Ut1Q3LTzaqclPiYsIEgswx8+2WWC5fXqhg7oRASyXhLjoS4/h/xNb7ob6u2o
EJTuUPeOmvHtnvm7lunLrLR209IyNG4Ri1p8vs4SNzG1iLq6mYuXJTmtOIREz10Z2YVyk4ZBST4e
2Yb1oM4uZTfrlLbUwZRAKbeosxyDk2okEaMIlMM/MZ6kZq8jO8ri/UgoyzmiO23Hej+k3PuDTjov
caasgktpiJCiLbdEQCTLCfsR+BBrIZyZqLZxZqfqZTHIZvkhd130plbvU/7ctY7KTBEmNNa5rEoH
i16dWom07yrqKPoZEcNYAjUKjPRC7lTKXJt6bhvKo0lYETrV6ogoYrubBi/JgsvjK9MuSnUpckeP
gkj50Kzc1fT7LHLydBu3waBuaHJwDY+GM4FzqB/wDU5zbMuE41LedbC069OQXuLuSSsp4O47YfJG
ZgbS/HW2tor4RUTXCJGjE6XIxDHxPlsZYctcYUaD4zQNVAy7ZM0TvYjEI3bcmtspVO/6KqJ/wvNh
1AKWVbO7j6nasFPq2E3bwEw3bUvwct81gt1Fn6G+18Pdigg2do08GD+alFANByfG9DUvfpzh8M6u
3J2ZGyYW7Ejw5HuLivtBAYNskqJQXBLZywlXYKBTJRHSbRPlbt4+Zjo09IKGxz4dCBqNrdC9rabh
6MmuwO+wqxzR2JRInCFtyFyngXHKZk+VH9dPJXmSQaoLJL9PIWPynMt66YgFXx9+lBuVrsGJVRyR
kgjaR0e59X5RTWrbdnGF2XCO5oBxe19gYBKKEx2B+WNWvX6PG/kiIQGivHjPDWSEONjJG1l/z+bn
9lJxscSbBN8WwrTwU8+fJpTAlLJyjlrVUfrQRaMz6oTnlB2pf9hTt11QS2rGS6QcOxXHnMyfYl7S
/CBPe1ZC3lAjdBTG8RrX6k5ij7STYq8rq08JxQfjMs4u7k8KeaT0KNDvVqkkC43ujjMlMcQYhm00
n1V4mrCVtrbqi049JyZs3izmuYKrNdi6ie/A4yRULrpHe10+rvXAF2S/hngQ55sZSRGpf10FS+fV
qS9OTiW4Yed1/RbbajF5NcdtlpbuPNEJE4cbZQzt1TCDKMJnvrspZ3YY6acG2QCV3jmtb6PRa+tN
M+3ahwYIKA7zX+SeIVJI9SlCrWh64d2AoPzF+BoyN5acSsShfiNbNlM+5rQZdz39g8GTuaM/lXQn
fRYqzv2YCUah6g3Rq9k/z9KNeq9gQyCPN92zsgQVfyPFW5eVUuVtGUkbYhCIZQ5ZfJi8roroKEi2
ME/QSmPLlUxdhmyB9xBk15IdR+850t6khJPS64s9xXpL/owjN+/+JHlApRVCtjk/SMK+a91s3oRi
QMKnf6mZ4bQvqfpRD28UeUFG2+mrTEh9l5Umi6y+ahqUKiiovOencG62rX6kj23ny0Hl1hUGqrB+
rVAfnEHMvg04AJg34ldV3ZJK5PpGjSq7mfdaxTU9k7dujey9kT4U7fZa/8cIipNNLi7/FJauS061
00MSb7COsRyt2tAfQMUlUhiK1z96uhUhMYsPOZ984j9eGZDO7qg32/RajfBOvKNv0sFm1uegmR+0
/C5lTcU1ZuJY1U636ravT7USGIsbzj7VEgRhwAAw4S5QN5LLsLvwNwpacdtIPuvNmF8HroXo0Gue
ETpDFIR16YKEraa7NcbyYG81d5SKp/chapzqWVXv+Oxi5+Y4levB2PqUqidGHv6s+j4NwRqAGMas
sCGoERq+2vKo0Z5JHjvhc20dmYVjLPQ99lcQgXrVsTlWVDhK7VlS5Q7FB24PRuSll7V9UlTqKxI3
Idb7z3jFCdmGKLpevBG9lMD1H7QqEgDYze0f8LWWts+1IM02ueRYxK4gckzcxfrANDmj/ZzUl1MI
bLpQbLIhYGvqhU+FW4DPRzkp90XrMX5bejL1gt6U7IzxRjNOEjI/+dg3G0t+n/iH63Y0tnVml8JT
WD/Ub6Uc7sL0gc7JNemxBkT6LTZf3XN3VCnpt7PiKPlNq++lkctcYmz5wQqf5hhRSOXwEYjVJALt
VXNTWmKcxB2Rs06HfLTF8WqAlLhZhbab/7dWIqr6Xp2L/ayTtKn+xNrKGEO1hXudYYfiU1Wkl0pi
9janljfTyGC6qpUVbo79Urq9Xh+N/3e9Q2yoIEAt0+TEUJqq6k2Ff8Dkin5jNPKzQAHCFrTh2sOu
Cqdr6dpzDZlUnrUio0oErSbq7lul2XVLvJXLytGHetPW4ZeY1q/WaP4R5CRoaC3bmZ44arfRs8wv
JtUzTE/WRy4Wu4x8lWz2gpAJAaltSm4Vf8jxHxk1grwPzYAUHNhgq2ylen8tw8WuqH8xBld8QKHf
JAqm28zsVefmbmgib1i+hlFxUaB0XFzUnDcqf7KoeNKqDMHcN7GDfZs/al4r+avpl7RatCH5mvWd
TOtkNoeXUvVIxpvOUc3pmDV4MPfjfunZxAU1MZnxGorUcnKqbq3uJdJEP52wdWsyPzKyG0oAfjZc
8V3y7TheE3sKtTOI3Lq9xski9v5cQXM7e1HD8VqvR2pq4Tq+SOZdoqQ3VbhN/4ew81huHcnS8BMh
Ah6JLQGCTjQSJVHSBiEL75FwTz8fZzYTFW1W3dF9q65EApnn/JY/bVnKk6lcyRZtM64Jgu4vcXzk
3hznYHGZsR6sv2j8HVFaRyAAKwZ8IigcXzMPI9JFg7SsiEQtj6P2PvTCDPd39GEG+O4vY7Qth/0M
EgtZBZVgRI9uCX8Bz7OztMNiA7nr6zrjFFz21QxMtFsW2Lgjt3AiPWEH5nQtydtuV6G9rjBohrSY
bAa121Xzqfpx0FxlznABXAalGIaLIvfK09I/UGeBh3Jw3i0R8en6ub4pnK1bR2gbfm2iUqqzfp2M
XZGR3bej5G6VUdvIqTfIgIXbbJ9N9wm1C3HSyAkU/arz6DMn8x2Npj9Fh5QpQ2VAIK9FEKUGYRQR
JEUH38AfBLzuvnLnXY5bR9/NJBVR1zX9DGgCCwi888BZbkqmtWKdQROHE3njRrzthnORvrr2cR5P
GSwrQK+1N3v0doC7zb0EcGqCXCag/W9E48CeXBnyGFE08hlfhvncaNf+z/3JE3slk7UdftcTAFaS
XCdbvmvcDDP/sIxvVf2ZowRzx8NAk5/pjUkAKWr0voK9qx888dAMGqPEe8b0yBiZB+B3xrRyty5N
VeE5zzZ5eXWHh3ZYK/lZhVuW2YEGdmGI2/zWgHr+quza4J6b+qcKfy3hZS5LP1rlTPX43FXrtEy+
xec9eSTn2t5sMrh65Wsy0pakFes4ea+bo/ol+DMyW0/FT1i9ShJdzezCCggJCXtkmselSv3e5P7E
Mdhp+6jqDmYLB0giERRjoe6WgU0C5BioL+Bd7pmdjnb+mi3Q6chZJOKAvAtMPt78RvTNZM6HhjlO
t323f1i0c95400jo84agjcA8hM694tRcz837pMLze6bxO9/lFChq3DXbh4FspWHYuO83mc5ggYok
9yoQP0YGlD4uRt/0vXvWWE1qrze207I2ntzL0L42t9T1eB4AQQErtAhyS/nLyw9SyeoicN9LBk3t
rQVmidKtWrr+XK4iFLKFbzirOlZ9/ZKU0OH+fXZ7n+cgDLc4gVTx1dC3egY9x2INU3R2uQ4qjQ99
3Jj9vpZsNC7dH/qhkV9Ych8cMr/NJVCgMZevcEAtUT6P78o9CaZ/UFBptDUttn2QcGiou4lVqVoI
+jtGBqrY+z0Dq6DX61Ael+iUze9N8hbFa1f9UKHoEvNmZ+7GepjU9WTDPR5yEHgX+ofiDjWxX1xN
/ZKFcogabpqQoMdXAbav1G92yjHrxzS6E4I+fBKZH2c+u0aJylA8zBYRVzZfDkJ983cK90WqbFT4
6zjcqSMfUHqVQxO4RbZpHDgciLvlXKOliyBAEWIPD3XIORH5Nq92XX2n8SkBmY4ir0VEErVb0Rbe
TDsbC0PcflnKs1GMiINGNPnYPXlDIofhHeljGQfpUjJDgGvb3FKNvXaycT1b6HHyCODByM59Pq5q
zTlKGH3ynRXP0B9ldKViEq47chFIrZi3B6dlvc+e4ppEgCG3WjRQICZ6vc1sym0EW3iRBzG7Iswz
iEl/E/Wn0DY8lyzjQIrKeGyrz9zlmUgAXJhORVydNKF7pXhUOv/+UQ+PZn8u+Auj/JN/m5MiYxSP
ufkT1qRl31IVeb7GAq4/K9TsxlYwLT0xRyy7zMkhqnCOimKr/emA9m4cgIw084IcMtRNv7RvSs2H
cqg5CpfPyv3qouj+jxx4/lNUMXbEmnA0HebuxNPNp3GKUX4V71zZQgNOdOzVgES7cLKPzgZCzScy
bW7gINh0EJBBDLyp3UMZ/3Xw8DPb7vC3mJ3/v0KV82KdJNR6xI7WcCaqQrxVjERJ+zbk2d4QaLLi
dK/zg0fCOVCLeSgm7SrJJBj3pfkcZhcTLWMUvqrd2PmLq51lP4TrVr9Pm9V7nKeb4qBM764Gfo3Q
zZP8KvI1cZ90fQimfN8t8FThYxmBKBmPfbSvdJjDJ03ZWmK9uKFvD79ttY5hV2xnR7kr065V7hLl
JdEHJu1vu/oygZiSfmeZ0C2rtKVxsgR5z0iELZ76sT+lhf6Um2DV1JfFxd4iRrH4NlvkEv2swjoX
MJ3L59hxkcbulRhr3rmp/bKn5EVx4drrxQpKbYB/QvlotNWukbzhvbQ415xv2YOUcANroyK2MhOf
YTzv6el7juR+0l8cZMUVFoKkuVlK9NgBarcsGImjDMcEdh84TahemUDsZgwtgWWocVDr1pNjR8nV
MBEINREzfblUO9ONrpVDeY+JcLT61qNsrVvGTmlQMxbLbVHvEBBHTqS66P5PeQyTixDKDO/KQPZG
021vhUuVniKGvTkOeAHIVVuZpb6Vbhx6TepknlSbYRP35lfUOlEAE4pqYY6PIkRAYhoD3aEa0315
DpWgz7em5uJv8/EdjMb4qnC/h9ZlHp5ZP9v04Aq8E03ilyiSyi/LNn2HIoRlZbWsUxlh+gInjNdG
f4nyZFBSxBKKVcY1xkcqmiDhNIQNmYbHbOoNagKb6ikXyqHRlNETirG2yOXQeVFdX/RXaSW+Vm5n
49MS8F/6Ju95GvTPdmLFL1BT1CVcCZyluBN0pBBXhucQZLTUzamN65tta1RuDzBR+hoxu7lPNes8
ELwJTDAzxQogLEqPGYO3iQ1XYLybMRmVcTzs2q54GEZpwmqFsF0EDMdi0zQqXyaGOc8RReiFSmeu
2sbU1nHE5+240CRST2cfgufYle2l0F1PcIooU30yug83FfuCoJFmkBUNTpY/uehQLaP+sZQHpyp2
SSTxxskEfL/YqOHZGoKUFhQXW5ZBD/ysnA1BoC1JAeUpNRicPaZIR9tSQmFwW0zREZ9SwtQ5Fy+z
vVfaQHf3lbWJpusgDiZtptgDeNv6un/ksY6CnsIO6CxzAatPFfBIAw2YhjRLW6eTAe6vOS80BHPN
l4Q0JctHN7V78BW20ar3iva5pjUjYrs5Q28rzsGMn2xr3RE10fluAs4E0Ztws0g2i3zZsgG4GKSw
tAqxljgajDXyh6AiwFbOjm9E/Lr1LmrETs5xIFEgSJ3FsnmNx3Uj5bbJjV1j9ibcGyNTiuYQ0TPn
72vzVAGnSvHtcG4z/PbDZ967BNYY73X7A3AWtuWpj5KTVm1zfXxY3F9TAHYXbCitvp+tLphtPoda
2Yn4yzApbVF87GekRe1zras9t1Q/VXdD5aPf1shf3Db8bMuGAp00RESCGm/STF+p7M/E0RYmH4oB
O3nrNXWrp/F1DjMvbARtd6ZnhQlKiEpBhzt086ZrHeI+p0q6P0Nbq2upzsJXtChZa1b4q1XoUXmp
DdlRKFn3yIZTlb6FwjIq/g/og7jmJl8KFUlnRyOYE7kHJNiGDwPI29HJIsjSdCsb9xBPE0we5Teo
mEYI+WqKwMZqa/LirgqA2qrKRHI2AN+IoUwP6dSAS8WXBlNbAzwis/KoQMYZg7ZdUCJOsnofNTdI
RHZGnnvKkvQxvBsUDXAnyXi/4FspUN3Ytq2uVVnKwK7vCrHTZB1UMxVPC9LOarTdoLyLdtG5e2NM
TH4Y7+xhtYhi6yL1txioTLaTFG9ShUrBuPa88g30Uli0jGy9uraHz2H5MJutzt5pICdrUdrEjCd4
9BQ/sp86/TQ5LrNO7dNsHerWSu/5Ef+6mui/0H7IUCC0DMqlw5Ruf2ZKwwaj2P5U3Mo6e9HEbJ9n
aG6whJzV/K7e1jLDz4ezU1/s+FVpQan3alndX7gyIXeysL9qmwfNeEPTEsgMO5qKgjg2mr8aKX/m
DeItiaKNkUBWNKBwmWq63tyLHbVBNC/9dWTCdBMzjntFwtEO56H8ycKveADu5BUW8y8ig5EJu0jx
4/egFLOqrVs7WGTQ4Y5QL4O5ccLHUDsZYR9fMpybBirEqzUtP0k9jPu0exX5ps/tX6tIqFkZNhZy
Mbr8ApTylXG2R3oDhhxixe9rL+ufE1v3bPJhndHLUeNmRr/t78o78q7Rhkwuml+xTvociOFSNcc5
RvCEelXoBSx/4dtxu7VjlNhr4u2cmSYHnq7VSLjUfagt4SdUmD1l6+YK5sk3Ll9kJ0i4WlQgKlt3
/ZGQ7FdoHK/mui3H0zLukvCgi3NnpV7EEZMNr0P7BOkEtTwWEKmBW4K8ITp1seV6imYFg8q1BkMT
D9nHoMTnjGncbA+T8iFHN+DQfkzMJlDGF9MwiV4d8SYYfpkp1qPFrFfkyBmGjpM2f4xsYW37diED
hPF/XYUS3lR75N8/6LGHiIkBmZe2yvqHhE2sKJZjpJHUDU5hAAL1QwqtOp9Fbt9VTNqmULd59bnM
JH5Mptcuuqdp731Y7d0p5/fABZt9Og7aKf7B7g4HwkNqf4VEAKt3KwdMvserURl54gOGL7ON5RSk
I1/2Lv3V+uIXdQxBQpB3IaIRXQFrb6r8FsJGQYq6EaF9km7iKKjJh6kAsLNkO9SzYL/bNWK4TOqM
u2XokppQVQjtMoe4NnvWz4ZAFLubwRyMYBj+4sYRTygDmtUQl/IiYxB9jv0JXiuKtdlXVXweLkBV
+qDKtPGG2nx1kKFg8Khs61KXxibB57JvcSVjXFHKrSioc1QYvOUseGEXRJSTHsb+PdHpra7J/Z2X
W7YMCuKNrdarJRcg6Eib9Bs9Ok40OdWOKVaNnp5LZZ0jEJEVAXOGwbroKDALqsD1mLdbfVCQtE5g
gAxij1KJrtGQ+/NkiId+mj8nBdzQsNTWFzrq4cpxnxqN6jR3egJxzdpbe9+UOz36q1xS5hPtYjCI
mvWYeZXrXPQOVjk/6+EzKvV8naUfDYUj0022XJp1cw3Fo0GANXpCqdIkIF6n7Dtk+WqbWzy+axxu
sXju7dtkgepqLyqgYXpXBN1SE7LY4O/xeWxO7oh3IIyb5sGZIZlCK9e2ThLrnyFu1QLiNFrg5Kow
9F2GK3UIjPtyJyHOw6VxQVKd3dhm5me/NOtRbzA0h89TMmyN0PGLbNKeVfETSsXjWrCaJHlFIkUv
g40gozVqB0XwqHy1aoQDJf3suuI3WmJQslu9dLsmDV8V4AVVPicTkGxsI7jprDzbxs6k8/qg6q1U
v+DxW3EOCcvRMAJED6a9zdXvOaZkUBjoio3vIhFHwAu5CBU6mdkEWw7SN85xq+LAdDZl+WeUNgRj
TyTRpMmDOsUaYcHf1XizJT4hMHnTdLnvsk03F1sbFC+SnxUp6TJ+xomF3B0V4sDHzfEwvsgRaaip
lmwrqW+BqOgL7JBjJtueMRoEHWxqvP82aRuUzSO0bM4m74r3zlGfotL9KOqCARr80p4LBW3BPdwB
0eOmKNrX3ma8A3BL7eFIIHGqBOjGo37aOBiiUDCbECLCb1u2nTa9y9SpyFjFCvQGhHZhoHqxbOTf
dWqFbwC/HGDNr63XXwPfLDoOLUY6SthediHIGJhEeVLkSVBL43XsF/7c3Mh1RM1iRF4xgnKSliyx
dWmSc5Jlrqisx4L/1LJl3Q/9TqqIQBZxoOV0ha140hC1tMLL+2SThDM9xsAzym2O+MYa7Vg7D0CQ
x3YA+Bb2RYuqLfLpIhrbt4ke2VJW+IdQq5Hw7PT89xL2g2V5Xjamg4qv5cWyiDas/8YQIK+a3DeZ
tVDPMVu3gsO5sE1wGbMOMCdMZJyekLU3uy53xXZxG+DX2HwoU9A+ZiHVjyq3ORoSpZnQWsTG6j7U
GYbTzk9Ti60u4ins1IG5FCdKZ6FNj13YQjN8tEcbAMmxToojrk7WeFp4qub2wWaiN0QcdAKwWHgc
Y4fMZV6BAIu6W5MhThmnbWUaZ0oBoe5e4CFnPBabcfzVG+dQpO7aFHzD8F/8fc+gu20xbqOh2SX8
WFqHhn94qbQxsNIPDv7tXBWHxHW2YbdhOY7l0XoJ0ezUNd3eqFa6SvNCsN3FGTxk2Ps4fA9bTkce
FMQ1cbI81JEV9LDb5jQBxYqXmoi4aqSVxr7YSL2xW0M9q16z/JootfpQ7pryw6WLifiH++Q0oo0r
f1x5U8yrdH7QgcXJZ6RCpKBjk36ifI7kdJu2y68KotFSHZHN/lgPmMhS1ONwbkD8mXkx0vdwvDCe
Vj0YVs1bjOhCcQK1V6561W7d2Aha4uO9+c7FGFO0Y0vfGAIF/FxtB+U2NtnGJsnWTQ769FpjRtIH
et1M1RNJd6c5bC1vvXxQACPvL/3IwZ4S2CK/XWuMt6Ye7jLL+Yjptx2afDM5JrXiGN5KjDcFgjw9
s1GZIUywtUPCHGRi3gy76NgN13FMNvWM9c+u9wYWAkyBawIV7z54afJJKQNkJ7Irx1yxIw/Y5yvQ
MtakyJr2GWoPC5SuiK+t/aUkV9X28RchX3uf9S+9/nbg5bWGVFf5XpULHtB0/J6nCm99Xb5rVXqp
E0JsO6O/aJPzEi8q+QXF4tXufFDyQ+0SMdfRbid2GqhYylZ5/xyimB/TwYLY8j1haFGj+AdREvfx
AeyYd4vTs3KyTVQhP8+gMo+yvsThlWUmriCFD0V0t00GjUzXvZV+WwCn43VWXpj3kya8DBbU1UQA
gBqNiK3Dnn0DSJ79f99n6MCtcXxUkaQuKG3dedj2LCdCJPlKF+VJb2Z/sYr9HFv6E31ZaGKNHs9k
0k9rIVHgalrE2Z1rm9qav3XhfJX6p5NfFiG9vFUQuOgdkqzCjU7Cmj5RsFeZux5CROThpIIqV/fp
qAqLF60FzWcF9qO0lzwX5Z0Jv6c7MNlM9cyuS+yGUUJlzezEdeRsVRFoLSWLCerS8kRfTtDrrefw
NpONbwrjkBWQy70I91NmXM00DjLL8CN3woixqdONpqAsRdouTV9vN2V6UkT4hBmiT77H0XmM5jcr
+sHqC5XPFmpbiq/HT5r1mCrGpQNnb536pEyqZ5siqGzVfnKmDCVU7BgBSxwBTsUYYEX8SEZcVyMJ
bYVIzU8nzEibHRrKQPPx/8Z1JUdUqmWsJ6JRIM4arMBS8j1ZU7DEaI4wTE7lTYhPlH+L8V1DFhhI
HgZ/UphhOFDqV2Evz+xMO5tbp9TgRtxIPQ2YoJT+a1qyk5Mf5gamI6r8pMyxVjiIhuZtNs2bWEQn
Ba1BM6VHK633emThkZmsQNa67uP/WedWA+qk7psQ1CCp49c2U9cmijYcttTGoxiuuqAvxlPUhV4E
vVItM7r8JfUN4fh5NaKh6xrts15cOwZaIeJVuXVO60mXE3VLgwPA9U5H3DbSBmDjVvPzCJD2bIzv
HLxSu4l5Z4Z8aR42S4b9pyUmvgXV+hMDdh1deT5M9xE9t+h2LitzKJ7r0oaNuS52MFUPPZOE1gAa
mP1mFOGV96tUidNTfitE8saUea0peUvyGmGiWyOVSmvF1wzRe0nU8QFrZbHPu5EsOkDeNPVbNvco
8Rv4mmYc905tP1G+VfudVT123XWON4bhm4lxqEGINeOlbypG6IhFYF3lobFqGixpVaDCuhpi8vJ7
+hLbilGe00liHL9hadu5armJtEzfLNryPdlPI7NZvVxc5aeYbtDhrOh3RyilOATzWmLxwioNoGvz
2UK3KfYNygfRbdVY+xq6GpFxsZ8AYvRyL4afyFiQnyffjp6DhSvcfS65YK99lRwnQsAppBNf8cKy
FhrLwYTBX5gl5HTG7wKKMq9nLvL5rPBiD6qFFUFbJXJ6wzLUuz+J8afZ26XrLoV1hsmEJp7xGyvN
KW5L38CRn1rtMV8urZlv6Hxdt3BHRvHYlu9O+jq33IN4zcUhH9Gyt8jFjVNLNlXWCkDKO18RVA7W
qcTP7ypE+FmLoRUVWrc4x1b5M4jMzfEN2y02mLtISSY13nyxxkEUk0vX9Vt6hrwiiddQvDONiTqO
2wDxs24LLxoGv1pOpl3yh2HkQgiRhLtVaYAWEaJiSSzz7Vw/FPqDznyjbvplT2YswP5qIQfJmTC0
Lq934itaV/UOh24CKmntAIxMc9MP50Z6BTBXdDWjdVMyZKPONn+bezcWwIjIXhTUHegkUCrFD4jJ
V5nxJdifYRPQVykDxGuLQ1c5yRgpCvW3GWI8l6VcN/iOYAeSM4ymYnG9oqxowsJLujIY5/Gh7iA3
jok8dPP7bPqpbXl6dujTx2462ghG9eRcqwqPZpy914W5c4Tg0/t260urlHvbgeVtXVSZWCOVL8aO
HWs5cB9GbXCkdZfH/tKLfeW61AJi3GLFrXp47cl6Vc0/qyjRddn7JFpe0ubT1WSBbwWrQzNqPu5U
f9Z75A/ZRkkRyIpDdP+N5BdrOt88einQaax/0gzXZV+/qIN8SKBjpENwdHtQhgibmLKO2+g5Su9P
RfJoucm+4ZPWQy2AdfGMVu564yjU2SIRlRE2jTra/rKt2ncnzMYMd88iqt4waiAAgBAIqGFbp/ou
zAhKHixEJfNS+vPwZVkGcJEEHojqDblY4Kktm/8oSSp3PN2dd5o6z34zmkRylg9VmpPMEjOFlUMP
umIP0RSEoqdrrWHtbSa5WWgIM7IWdyfIk5y6l6SteNu7SKXhziJjxex1/RIpmv1yz+1TfZv93o8G
S+5cDeAgcsESTBfdppiQiWKBwpKizLdmOSPtzLS3rK28pSOpAD18A/f87nC1T9G1gQSyME64bRCm
7afZX1obs8SMH2ycit+yw+w8dyEzqkTZrzWvDpXDbSEZv8b+Ozb0h7bR9uKeBVEXl5rsIrsSybYa
HluAYzi1RctWESCYgDh2NK5FLDOTZQWN/UO5ETlH6bQLx98Ii7Ibs8DF4aM7MCaVYq7PZYtIDX/9
wOZJ/6yFt2/UzuF9e6yhQgz1PdesN6KPlEruijx9NyL8uGUxPzl0CVxBTbeMnr0J5jVcxhzhk4ar
Yd3xrrXySRDXg2w/ib/nfqcnylrV18KRO9iVTU3QU50X15i8LOamBaka2YKM6DQzoO6bzY8oOxeF
HyHPRhWazKgb5ktCqvmKOZv8AKS/seJcimXxjDH00m4dd9233tcb3iV/6OKDZHMyMsWzYB+dHOq6
CTc6yFA8Xc2Zwcy+ClBXvwvnxXOKnBGbdCylGP6K+wOXBNSWbQz7AcFOE15Hk1JG0Wzq+3gB6tbU
H1h+5RiIBDcb/VQ2GDm/K9aDRg8QEYkKlpo8o8o5q2j4UvYLLSPM2cZ/HLbTxCiB5Q3/Ypzk/lKW
3ONLd3JG5e6JfATdqdLnpgkw3uLFvySQoTPb2wt6UfIDVH7rKdLxjQEyBFHxLOQ6nJ80MlmUHa8l
ltbaDVrlY+wR1qSBtLyp/UD3HdHvqz514T4en2dtN4TbLFL8KbmE6UOO9tT1J/2aN8E8/pTF2i0/
E1h5+yOxIKdee1jU5D3mrBhf1XztUEI1HnUATqUknqZkn1069vviMhUg5kK7izyTh8hhsDlnHBru
8Ghbfjmd9OG1NK9isM9KZH3U3J25ODED++pwgprsVPnSxHvp3gyG5RocPB/Cat25dngWcvT0ji8t
weMhdUxgLCtU/pmjdM5uQ9hhh8q+yh3zYNxNtU0jiPyEFvdaMs4LrWMS7U6UNvrTknJELQUYY2Gc
+xY1llHNW6kImKiq24dOxbEgZ30zIMDyGmxXWnFr1O88nTcNXpK5pqW3XRYCcIaEP2QdZiPcaWm7
a+tmmyu4pXJlo2ECECTCFA/xvQ9mWsfLTyw8EaZntepdIGZ7X2sqm4eGehpUc+dC+nfAevX4HmcU
2Zc6A4wNt6FtDNe5DhVTPHLgQ2sxEM3Y8Zrig9y5h1hlia7wBKfx4+CUHL/zRpCRMxWb3j4b+lk3
dgJICAZSdR5yVvVuPgpLW1lN0+5NJw79NLbe4CYIHIHmbmMipCAWY77xQTO/I11sUzxe2QKjnaHA
h+WIB4NX3FjZOp4sArLU9KsQqF5jqJlZNzfAt7XJUCuWfWtkx8LoromJ5FfJX5QoOYRoMywlOlld
YqxEjQmtT7euiLf6giGChLWpmn2iNgYIwPKR7J+V0b7WKX6GcV0pD6EkMnouLK++248yWOJHyaM6
cLgad6eynXHQNY2Nuts2DH7P/gl0G2q+WoVsi7E+YRZIumIlG/VNacJ3JYUWhpmybdIOYuvH5rJu
87WGMN/tdlMS2AnjSjz/RWl6KF0U7BgVmKCsCpBuvis7y4105dpBxhZr5Tq0H+MoOfZocywVlOI+
n+c4cEvb3WstoU7PukOMnIMWKAPYhVnrGz/FE0+HuYW7sFNeI731XZiBPo8RbDxG/ETIulOr8ZcF
brecfxoXGYgCJUPoyzBjiBLFgwNq2CIwlQmSIlSBKwM+sMjLdWc2T2FVnu08vlD/vJsKcanlMR0J
VZLyFyFNqmyFco4yyydy400L40NY2KqXxZgTmPKhId0VGNYxC9E4pROC4v8cR6Xds67+VRjVPwLv
sqhcCscdsdusVO9ruWF4Xt0jEx/HFZ7B/xKZ+G/iqP/ZEVxn6WCpuoWCzwxi5bnun/rw9b/8Avcf
9F/8AtY/ctQbM1bn3NC1g6qO9V0gqrfHWY9TpIgW7JA21827zEassVZrMdHHcK6/MhLQSuYSoz74
Lz/Hvwm4/WebcNbrZTu4qHOW6XSPz83xs0MBBouPvgufkr5uco++dDjPUDmm4A3qf/mrnX/3Efwj
ArntDXuxHW6GySRYl+wuOwpVDHnTGiwPtfQ1o54T7gZ7bSHzw2DsRm1ny8+pJ+ig4wFTmk3v4lXE
DZL0b02ur1PF/eEW6+It7y/AXMmnaa8asAeze9St2dNnJjWXX6p5iudbyTHcfRqNtk3Qf6guJvM0
sj/j8YU7FPMTlkxP4DAL64nqCblNLWWfmx3yepLfF8lEi3GeB9vAi1+s7OiZRhKnJeGs4c3+VAds
leW2ke1Wy/p9GStokUxKWpkKf3L2A73Z6/xvU47zzoDF/c9fqXH//P7Vo3X/qv9fZ8NQZ3lVlOpC
EWP8cPaLfXipNsnqy3/ttlm/UjdIS9TVTfGw1qGVXe3H1VX6YgU47UWbv8j7xoN0VNFCr//zT6Tb
/+4p+0e4aiwUvVOcyHiI9GFLRpWKxkNp3oiYf2sdfVW7BvBktAa6u5NgqFpRjSbpiEPJYC4nvhH2
Iu+ZzvYSumpg9Nw2BN5/pd0tYTYvSDS1Lk18cbV866D0lhGp6zMs00iAqWrpJ2Sul/FbrV9y6zD9
WfP9L3AI7Fq2RfmUGq8KKYn1GjVLdFZjUqvu8oCTPgoMTrcBfV5p7/G7mnKN3PGRxum1cwWVXuKX
2QpU4jEy4kKPCgON9B1GQBhoHql99N5rKMKRA2FOXC8mnuugHIG8NwQUPt3tlOC0f6OD1gXroUez
i3o0vomgqy+j/DQ4l7m7eDiK7JBD+Cz1Gc51qvH5K3sEma2YViMhZsMqJAuqBP8AVRpfnRv0rWU8
GFxjzIty2EJdYHjrxp1NbpDMTveUrsJ4ngjTRUam/3Q1LwE7cIicgN6xBb3E+GWZ6JFjGSTFcsKi
yA0Tx/pKVW0e9OiStxGeIPM1181Lkh6jCk2Mey6QHxJIkAIRdet+3nW6iY7zKvSTDH8ps+mnszE1
a6v5WsoDliKY6tcWD5ZNsUfNC0qQEq4YDSRLv2a8Ulpzbc1Ekrwtrno9XFpZfumZ47vsPBpXflGy
45FTRzbEfMgs12OTSNr1RFIAyyYT3EqkX3pII/pUBzEcK13XdbQtws9OPZUM0qzttSnIriX6SifN
BFnTNss5dYwTd9gCOm8gvS35qbJxg7oUWd6SkmNSMyQalKQZtxkzAI6ttHtp570sDzoKgxatMxq6
JsX2naScn5b8E4S2hSp2R3P0qKS2F9AAivLwMDjTRZrHongkBUaLdq5NRE6yZlQcaXTv8KH9D2df
thy3rmT7Kx37HacJcABxo895qCpNlErWbMsvDFmWOYEzOH79XaU+fa+ELRY7EOEXWxZIAshEInPl
Whk646LnliU//Dh+yorzwtqK6jFTt1XBdrSP7gjivrzv0fIMKbDC38YdOktaOz4by2wD8HMFCGSX
l/fH7ZkvHIyuRsWLLdL7YqoA6QQbC9pUwNxI+pekRZwLtGIPIKuHil+MgG2W9JY433KKrm8wR6IO
PsTNBiCX0UbnYYachwz3Q83/EAf45lwdmjFeKqS4LFwrEcf3oFuPbwE8BkHCZQxAM3orsg4ARq/Z
AsdZc0QzMI/sgrYtyjX7gQRK7okf9HkgPAp4xYNExU0CHCPb22o6n9L2pkdCSAqk6qtOnUkkbjdu
HN+6iXgtQ3db+r/b8DIE3McCvD9X98gJn1RqvM3G4Zcd9ufOOG1t9M+PEnTBLLp25p9jcWGrPZ/n
tfhm4Wy0NI7PwhtCt3Novp9uU9SlQMn4llenDPHcAWCxRRIcOYTjq7mwmJa2mDyMq64geFSZxvTC
Lxo0x4NPaDwUFc2eoAVrU1H5VTygf8M9iJPOry0q+mrltFsg0rY0SuKCNEOKeCjbp2wHhKIFzCCa
fQ6J5F2NDqg1AnbnyzOV67I3jqymwudzti/RUUPYN1teHJ+br09GkD9/PqwR+DuNl3QZqsA5spyt
veGOOJ1xvXcL9nT8GQsr7B4+6kNA0IEtVUJpiV2FGSwrIThx4eSBuClBwnf8Ef7XE+S7+oa1BFDZ
koxXKL+gCwgEew2I1wA5BQ2sG6UbH0jQPJKnQJHsC2AjquyKJK8hWMdJOAOmNe7y/noGApi8ZTXy
y0l2EbUo6jTk1C+COINLpsj6VsCWt8jm5f3OzcXOBig2OaD46+IsRGkP9yvw52WtfxfLV0rv47Tf
IR+2xQHc0H0LGjC7RRI0S5674roENBs8GULifKE/G+hfduOpIE9V/Eoz67aZUdJL810fA3tHwbIs
UqTiSQeNuqfaue2hpK3yawApxgoCB+PPKgElObQOOpRFJhEQrCKSlxDpKV7H+ZE1KMfE+XUzojkF
NzxUQFMUoxJZ8RU7pgs+w9XMzFK4aLtei9KBOosJiOvQa/uDONGjE6FBJQhz8Miiyb03szxXt7yi
GCZAJqxLFVXePW+y9hvqT2gTyMtSgF29KEANIvkOoKoMtGg+d2+O77Ul4m1HuztZZLbsqpjsS9I2
qN3NYXGaTd496RDjFMCCFRw+APlz11LIfL3ltXXSkxYozgGX5Q65zRIpM2El/srmX9Cn9x3NiIc4
b/soru3LeGgJei+lCm1wyBfkOSktcDglqPX9Hhjw2U7PUdjxmAV0gwviS0dJUHpwZ3xtMnmAy8jq
wgPPOlgxi7a4VAMa4eqMNbcjR5TDyrB9GISXAvM6UFTND0aH5v8EEDw5g9Gl89twxWnbh3X84hrh
aNezjrI0tcA3uvc6Dxx8HHmW8rQElSKao7ZdyFF0Q2nGqn4SIFpdv9xPCZh7pm+RnRxqMMBqtMlb
0eX3lZzOHMCQcwDeYihM+tAJjIAlbZrufGhQokH36dBUSMiDsJEnJ3nkrUnSL32DdhUaHRFaLBMl
CJ8GlKaAo9laL+ELWKZTpP5BfeLb6Pjzz10byaIdoJAV8Nlv7n11m/QvwyPBfQM1vF/DNcwKJD1n
8yUBRAmfDzw5PghSIyDH+eU1oNo45+kLcpQglWUb8V39yeQVQOXYh28SguxIpuDc+N5AusM5Ia+I
TwlQFuCOfAOMiLQnWdCCOAAdzdCgOwNyXBUgRtvUP9HI3Fib/AbclL5zkrW3ICeZ4wi4wEuk0IsV
/YB3Zv2v1lq7n7GJ1uUMMqcrkLSf2udZgLLEFZCUmxjq0WTz4EP6y9l6ATRUt/GpAAhyQ6A9Vp16
kGHycHfMduEG0es58mqH39rlWzQ97kCPsnWQmXmxT9DUdia36C78hjaGa3mGgPoKbMcAx56hGHgh
z7rz7jI+8U/RSmW6g7Vzz/OjsPFKfBVUlLdouT9jZ9YtWlHB9wy172EH2qQT7wLTvBk3zg5cpdu3
58dol50i23mJLu96jQh/4UbuaIdjMnfZCK/PINiGquMO3SPbwxR5GwRzWzT2b5LT+HHFOR7Ctq+W
8vDvHw77Bu4hyw7PCvfkvriALMHN9AqC7W1xYpgXc7SDRigAQRo28atQACReZ9c+AxqvGBF2Hf+I
r4Mi39GOFmX1tT9mA7+i5ND62EHppk5L8KOTUyHrVcmXBe9ga+dIYYsGdOszEiWodlZDt3OmR9wl
ADvgp4MH1YL20p9/SbEWJC3EqrZ2THTl0NehBOi970AhD2ZKUgc5Eq8glQN5yrCrGBRHipWNsBD0
vWeHPuwDG5VVR0pUzHBwnM3Wi40+b29t6haiPVvzq5HjVVPm2BDLifhtX6MlD+SIx9d+KX1la76I
89wvvbhDRrIpwViUNaioZ7Hw1Bb9E6C5Hr3ZPbE42mUroGu+0RGV3sQFyRTI++OT3I0Rc0LPFSTX
NjgDulohO1KKaDPOVgd8MAMpyAQwJLRqQI1ukeTSa5l1If3YuuzAGLEbFdpXenRyg2yq8J8dBo5G
KO2GAJkls+BXfk7B7xmGoMCSlvjdgWR2K6sR0H3plOAtABXd8ZlYSHJzXXPSpjAzP02y/RCl4Gfz
in76RknRoaCKU5/GOEJmyFKeg8Q2PUF5YzgRc2GfEzr+ypRPzmnUDyv6DwsWaWuuFJXYZgbWEZoT
Leh4wPMNf7YFo8GGuStn0MLX+rbuJBvXQ5MPHhHbWXLWAK23KbCYJz0H+M2l3DoZRt7uWV+F35K4
6QKZo8sNJK8p2quqeZfCya7EDUu2o/nQeMpR+ubeiD1UI2OQBD5AVVNSr0TqS5Op+U/i2V5qjdF0
Reo9FBXYeOoLsMesLNXSy2vOs+1DpxxtiAMkskHWGnyw7b5n1snxTbnw7kzzmZZKclkDF3vl+WCR
cSzxswVFKmuHX7JP1zb+gmNmmqNEu2k8s9nCQyakYLoUqPG87IM0dxBdxpe+mL/N9sQ3YD3fMQeA
lOPftuDVmBbx1mCXqeuQjeh+e+zy5zJdUZo+vPYXR/L7teGDK/Y5qq9NjXEjGmTFgUYPqGyKLsv4
xJt3Zu+ueU0vUV1dlId3J6hN+6dJVqwcxkuzopl+Ay4K3uQY+cCTprL7wVpRk1raSprBd9APzUM4
qytg+0ExPNEdkMVgzTs+IQtmwDQbbtohigjD6C6PN5C7CBmI4c+Oj720oJoBA5QzRunhzQV6PC10
Ch260os7H5wZ1srrL02OZsVxHkZzLwFlcRgavW2UjT1QLbwi53n8ExZikXdxoQ97MimGOQLlbbn3
AA2PrDncUM7ZhdODTg9aeD42KnyvkKimlwy8n8efuhAIv8sbfnhqLAG0mp2i3HdJ96vMbBeZfDs/
yyToFMqsQ48DOHSPP2pJ7ZJq1ux1XYkjcU736LvJrq3HOUcr8pbcjo/2ZlrZCAur9J6h+PA9VZL4
FVRH072yS1wYijoBZ2zt/0o5sJ8VuuXXFHcXdhzVzFuOiaB22IJ2FSB29NXI5ImPl2RCE1r7o4+r
lZzOgq1TzdbrnEjHAb5z31t+8lhj4S9DUYbnx5dkwSTfT/4PsxVHaSSiqkn3TnTaJw9p/81aE5Jf
GlqzdlSOFQkdme4JODlzPoIf96RuVk7UJVvRzH3giC5pj1nJn8CKXqCDCsxmFBSC2xnErGt+dukp
msW7dtoDjnmYe5Tl+rPmN2o2KdQZws0IUo2340uwZBWWdn5PPlX9JPGUFJxWzS7tIYEAtoQNOt86
EoRoFahXPNjC91iHrfxhtbNEZZAhxpMA5AUSHslTdMv67Qk43htIMqx80MLCW5qVC6jMhlkJHsdJ
fO/ls5Qt6C5ej0/W0tgHq//wBSp3RTgmeQ6qgpse3a3gwY5VsjI9CxZtHR76YXA0XLU2A4x87+xB
yt6hoQxZ7xurPnHKFQ+4YMyWZsyO6vq+L/CETj2Bdwz9eCuv/vXAXNefF24Yd4VXyX07fiPOFVRk
VgZeSGFzoU1KG0/Sr2Uu9xUa9QXKdsBeoz15072GP1p0KUL6aQ2UsPQR2uxUM+1iP6/lPgWst+ZP
ql3ZNV+fCWCE+LywHS3mOfZEtvdncuaAhKNB2jkBjTpf86Nfn6JcMO0J0mlIVeAJHQEnuwK7xU1I
/qgGfJZ2uju+95e+QvN5U5Qgw+wmmB40uHbOfRairI2KfDmvCV8vLYDm7zKvnDw6xqjWsvxJtgoY
TfJ8/OUXJkhXio9Tm4hmzuR+fu0f6K/qT/gDDYfHx154bV0bXtmql+iilXs1eS5Yttj3xiEr986l
99acmQIJR8QTTHr3xzmB6N6TdxrfHn/tpaE1XzZaAHrVaQTLgmgA6lOAlDEHXCBz6kFUC/yyoRSG
M6QZMa9yr4sUZgj9DZBE6tCSf/wbvnaZ/L32+NFl1lC7As8YdowC6OOyOLVuRHFZvazVkpfG1yxX
dK1b+BGmH6qJ9AE6XwcZ4wY9nRugDY5/wnsk9fe7IPc12+2rMomt9yV2N/l1+1LdkDvUFuyf9jZ6
9s+34QlAmMef9fUBzH3NhBX5n91kYTeRaw+UjdUe9HBnx4dfMgTNfh3w4EQUDWyo+zDwM/yS7dPx
gRcyQVzXdQ9FW3qyLeXeZZvyGhBkIMGhSdAB2PtnenAAPXZ34fdo5Xa+ME26tjspoTOYTPiODGn/
p+aB3KFXFMWas9LwAZpVj34zoMiPB4CLZAZzz7X3zB7AkDe/uCv+bnHGNOvOakJ9O8UjopfxtXjN
/jh/2ltyB3yzomf+q9rTtScd9ukX+/cdEvTBBgHk4QzFV7kf/mTzFlA+NBaDzeyOORAK3zZB/Nad
H98GC/uLH/79w5NSYnmWH1rZnhRA3vETYZMVw1gyQq4ZejyEbJIHNEdMwIBTRlBqa11cRMEsh5ps
a6F3O4E2RZEj0zygd25HFK9OfK/trlVbOmelVGWAcz48Of6pC46Ha07B8dpS2RXN9jV0ZAG6+xE9
ugdE3AZ9BsefsBD383cQ7ofZbK0BnesQM9wXr+j1BoRS+hv5nb3y2/AHbjHHn7K0ZJpLEHXJLUgq
yD2PkRlG2rxsmpUPWBha1wSPK2sA5h3vbyGrn3NImqbhylsfzqUvtrSu423l9tSg/wduf8Y2Kwg6
++2+GsEUOdS74xOz9AjNBZQWBz3E3Gf7Hmxe6JMHpYeHEsLa1XFpeM38866YoKeLsDnPUY+7nJKz
IV7JEy3EDbqgdm7ZCpKSGHq4BWU3BHWa3fiS3x+flqV439NsfKwTl/gDIEHQbBwf+htgcw5q0N/U
z/Zb/7P9tfKYw/77aoU1e5d1AvqLDB8BfTdox0wH7YgNaMzoWYLqG0Sb7ZVdumDIHvvss8YkFGEC
MO4eKBRwcLkKZINnQ7hJXqu1+HPJkj3tWD+IVztgu0NwG0PeFoIr6PhBpHLCm1OAP8Dx76/VK5ds
TjPnustbyC5j2mqIEYbkvOvclXla2LB690Nq0XEOa9QoegIqN8gqk+cSRFnHl3vhtfWWBnsg3SzQ
AX2lwPxmIYAL6d37yP/5Ov6f6K28+e8t0/7rv/D31xK0akkUK+2v/3ooc/z5r8Pv/L//8/k3/rVP
XpuyLf8o/X99+iUM/O8H717Uy6e/oHs2UdNt99ZMd29tJ9X7A/CKh//5v/3hf7y9j/IwVW///Ou1
7Aq0p929RUlZ/PXvH138/udfzMU++s+P4//7h9cvOX7vKXlTxUv+t994e2nVP/+ilviH4wnqOrbL
QcR7yIMOb//9E/YP6jie43rCEvS9hlmUjYrxRPsfti8sij/McSk9nHpt2R1+5P/Dwb8J4TAEf65D
gUn9nzf7tDj/f7H+A0CimzIpVPvPv77eB7aN8T8GEOjimspZlmMQgn9g4i9kso1CE9vWTHBMPNrI
Sg5BrIZXO8teSR2tlEGXXlqzuSodSViSAvqqKZ83SU3vMjvvV066hcH14p0QnpCjTEGS4Mb5bixz
cHZDEO/Dxvj39P8vplsv2omKZP7A4gHqmd0VGjHQfy2hH2A2uHaAIvSCdEKHNwc2AKyVGRTa0dpu
5uhsvUA3Fsq2atb2IJuXfJP6AoweE+OG735wgh9CryiJU+VjEYM6gvyJVzXQwMumYWc2M4e1/jD6
FE6JF85eF0BgNvB9CWFVvrKiX59mNtOOzSFL+jHMpj6QDDDGc4ietu3ZzNKsflGAzQBMOUGOYEPC
nlw6xaFQZfRJep2ATaphqglVMDa4AfbMRrTaTWbzRXWvIEMqpxAE516fJDd5ntdQN3NWKgULBvYe
53xYjCrrIPTOii5Ac+I+bKwyyLJoXAnFlgbXXIPvghXO6yD/AwFKcZfKuHsgkBExmnO9XDr6czoW
09iBnHN4i91iR8v2t9nQmrdkLK9km9tghqaVCG/dGWKUCZujYeV+vTQvh3//MOl+14PyTcRdYNcW
pJIVlOuR2y3NNiPTZl1gI/JUVZgYRfboID9px/7BaGL0Giw4nruCU44+Qs4nMA/2TXHjzGAlMRv+
YNYf5qUlrsW7uu7QM1eld5b0IepGwSNpNrrmkSPpqNgC1UOAhnAoPBagwJDhfGs2uHahqao58uYI
r94IW4CNJKTVL2HT7OX48Idh/n4fsPVqaswBkqwsOBgWEcT+RA5hgOt/flfPYmpBNJZYF8eftLA3
9XLbaM02h6gzvE0ap5fUL6zTfIJqmNno2gonvgJR5WCjt7QKEwjdpEnybUw4iFHMxtfWeJh8cDxZ
8DhFCz62LuUQ/627V7PBtTUG5wFHJ1cOpQnbE8+E0OkHijJs5examnjt0FXQ6kymDEtcxR3ouEWD
RhH0gB5/9a8vxbZeWWOyBp9DxNsgbdzhTy1ddllUM78hExhUQUYToiFQFLZrNFNIc3w2ZCtmDVgl
VBPUROxtlEo2XSMfj3/K1/PE9GqVE0F4YeZTE8i0PvXCEVyXo9HuYXqZSqXo/swI+NDnov1uc3FC
VLtSKFl6a+1IKauqHMAE1QQqpvtcSahNO0YHIROav3fjKptCl6rArtjvIZvQjDkYvbWtN/UNXlW3
voOjxOohJzfGf0ArYlZ0sfUuviZhUaEGhDUS0im28B8cVt2bbBHb0iZ76AaQzle+CkQfX6VWD+Hy
6MxsaG2yLeEVGBuiEagGzujyJ89uM61lSpY2ySHh/+H8i7ko+wr5q0B1yCKD+2g8KwdWfTd5daY3
7nU0lKMCa1UgGog3oc+jzLZmI2te12UppP/AnxgQ6OJk7bALE25okprPLSi3WYyeyaCQ/FsHrY8S
sjBmb6053BHJAZJWM95aQT8st7yHeATRotHgekF35iojnQTlNeTYQQMYb5CyN5sSvZ6bCCucqVc0
QcRLEKEp8AslZjESWtw+78CqmaC8BsRTMMbILA9lBl6IGLpVZpOiLSYYIb24HjEptgsOavDHdykz
c4K+tpi9zyBrVIADza0KDvl28lvw+Y/Zax/M9YNZuh6HSImH7U1t+2c8lejubowOfebbn4cuh7D0
oNoBpS/G0Fv0JtC5afbS7PPIle27kLbAXMfgHSztVyQLDFdR865+y6MiqnC48yL6HXcxeNWGtcT3
ggf0Nfc6gU0h7eyyCdgItkmVd28hdcy8lF6k9R0gFWqZtgEH65Xi9CSTvZkr0SuyIO+kyCjKBvqf
1k3feD/CHLJ/xxfyYBx/D/2RX9QW0gdst+I43iHOUUP2uJZQXBYyr9/ynLlQ+0n9xui+zhxto/tZ
DlWXyG0CwSOV7SwpxKmKw9Gs2sa4Zv9TAXCRRTF+P417t2U/OXPvjs/SwsbRq7wiyiZQRmBx2wpV
PFGV6PcDstLMmPTKbgTubDUqiqNCFBeej77hvjVKnzK9sjvMwklFjgNunnxUQnKwwLcHgkSzadG8
QJmOMzjh0bU10Qkyz+A9hUqB2dCaG8iFS6M5wTFUHRR6RuFA1K1kT2aDa34AgVDXApPTID/obyH5
hSBrZzSyXpZtxUwy0WDkBsSLdeWCHtsIigy218+GGlk98UcaYq496H8ojz+Ucl4rER3OsS+8gKd5
AWjaWpE3DiDuozUokXhl1+Ku8ADlfgo7lz8aTY7e9jmUzRCOqq0DP59BbpLAv3u9Y2ZE71RLH45R
0aAo56WY+RTEdBm642o/NFzUw6x9GJrFEhE+F3WQ9jVExIvzHkGo0ZToBd+shdNVzK8Dq/3dgjoz
Tc22uKcd/RYon60ScgYBcElXtZOdJxXYws1eWjN7pwMPXFFyTHURg1m2B/dLlhrGn3o5t3CgNAXJ
GJz//Zye1xNvd1OZMrOjVKew60QiQkdgvv2Co0ESogJzZraUeg2XsH4cYohFBKMP0tAaeiyQiTea
cL2Ci8lVFuewfVW40F+yryjuWWZDa5aftbY3jJWHCRm9XdreCwgLmI2sHcd0iDrw6WKq24HtKh/C
aSkxO3dc3SC5HdlWgvmw82kLgQ9UtdfiIedrT6hzw1io6cP7uSD5lhn4XOELI2r41ppJ1g4EkNSE
DWLjbOiYvJr62HCDaBYJari6SD27DsgMnWvH7sCDbIMd2mwltbOYojjHme/Al9ggSqMNf2jFWg7o
sM++OHl01hQ+tvEcdch68l569Sn0nsV+Gqldgb2KQ+FunqZxO1oONGyMPkYnS2nmMM46KIcHyqO7
wWl/hVRJw7G1MzoL66kup6GBXMecnswhuKvnJjXMKOgEJHVHwfLlJ3UwjFMAPuULib4Rs0nRbHVK
qcVtB0OX3XhrFeweeL+VrsYFg3I0W80bdGp1GRQOoA4VePIgwkdOzd5a3/WNY7lEZNBvmVMoLCZZ
u+M5eujMRtd2fUN5Hdp5VQfuHPLtyN1pY6VmiT4gyz+HFE43jyOPsQvL1g9cge3ujfka0HlhynUe
B1z2M9bPOEJB5aTYbraahp4JWZZrvaRLD9D2eZeDnhiqUiB0PMhYg364Aoev0azrNA0kbLk3p9iJ
vAeNwZTdqLo3c2M6SUPYVWB1FmmNaamhVdlAhmCtC3xpQrRN3lpMDCkka4KWWDvhgSqhyG/NJuTw
yA/B5wg4GIusvAkGF4qEUSXBjltJVryaDa8dSpBEhQSYnACVyBN6N8bueN7OvvtmNrpmoT4LRR6n
NWKilL2lTfyD+L5hDlQHHU0zaKM6Kusga8MXjzQQpOxMx9bMM4klYPAudqFsxBuFdBeoSMyo85gO
OoI4hFc6Hha0JFYI8bARDNW7sXL93mzH6MCjWvlDwQQcV5aAxxuNmmd9m5ptF50SICG2nKAmBU/e
Qk4TkiJO7RlhRZCs/bzRS7uG6juNEGUQ9BC5ftD1a6G5+DrIYJp5gkDDI6DKw61cTq17S2tVp6e+
TbBfoJTRK6hXz+5T2isO8VG3Us4uttu2N/wwzYKBNrClL8s6SIb6T8YLiC7w2gxMxXRMEkmh99y3
h+KIAgVrUdGLGKjtnZH56iAYX5BBsAaKN3k9PRW2/4Tw7IfZ0NrpmtpszPsKqSNRztafHqSFuwO/
zVpCY8Eh6yiVfm4nu607hPHQ11QWosdc9WYwA6bjVMK2CuuswLRMbXzTh9VzDBC+2fmnMwJYgDHF
RYXN4vveeRcWj7NiZhmkvxEAANZXK5RIAgh1n4xxdKn89s5oNfW+f0XmBOIeBabbBpFcCA3UTd8Z
5kh0dErRJ9ImzSF6hE5rhSAmb826KJje399WkUwzjtteYrk/WM9PM9mZWb0O2hNdIWdCB0TrkXMO
obscMnHxWvvKwvbWQXsSmW6AsDjCRxbdNHm4bzPfLEuvQ/ZA596WfQLLmfMehHRd7W0Sav0y2yfa
uYo4xinmwxVYiPKnFHXebSlAU9PWaHgdXQQiYpcPBVIOagxvkxAtJWDINxtaC3kTcD809BCXOtR2
Nk0LkTsQ05oZvd6079DQc3obJ3YLOR4wm7hvuQeFSLM3187VGrI/nd1Y4Nbn2V1oj3sIlJvtFb1n
v5sVRYMuhh6bJKhCBOttZOZRdEiR9JveQwa3CiBC8MTG9I71tuHQWshLhskeVAij97sUMijtU4GW
G8OVZJ+DGIiGZ73dwerdvoHgaXFV54VZLK3DTlqWZVQ0sHk1JmceiS5zvzK7SOuk0WXS+nxUSAJ6
c3bCJXqUhzVu9K89FdWJose5VWlKsyqwUvV7bPh1NK829C6Nrdmk8kdwlM94bYiLBXNEroEqN1pH
qlPNEaVipCxhkbTobzlYUIUg5yb2SHW2CL+abAamOKQBO+sxdqyr2TOzR6rTRZSit+y5z6uA19Zj
bYH5KmKVWdRDddSdGtmQZocDDd0rpxMEVDdqYGYlBarD7lwX/Xpp1uDOUvrkpJup+EH40BoFm1RH
3tHQdbjT4FxwodQ5DuJbjIqo2WpqcWxu1wAoR3UVjCR67n3rviDSCK+MvqDPvqR3x94WUPoIGJiD
N2mB7vuon2Ijm6c6hMipRk/1MSRXBoL2fmgkQj+39cz2uA4iQvxA7SR1q8DrintfiQcVj89GE65j
iGK4pjhpce0f0DsKLUaIHnrNGsnzgkfxtbOSdyz1oTNeB9XcJxtHZB1k+dSJ2Ztrt1BOZF8Wh/wt
GWMIXLNd7lPDxTx8z4ckUYo+pok0SMi5LbS2UZ8D578FFJTZi2sH5hCqQWXuVAdhBjohdxQ3dd2a
pVqoTgBRtJ3bhhHcYdfZ6DyBbnOSQFDU7M016/QSVoHlFOs5tuNp5KSPTdTemw2tW2eWFb1IEEV4
DpRRgEa5B72oEWoDXYKflzOiUBJyO9x40gE8LZB1nU9AGL5GRLWwyXU4USJJHPZlWwUJ7Gaw4lf3
oN5rNCs6nGiwwlTOMXBhOOGgJFdlcZTvVBRWa6mcpZfXLFSMzIFAh1MFYVif8al/SGlqVKlA58fn
WR/yWHn5IatNaoidqLiLdmSErJLZzGgmGkuXzyGOiyCu3SvXsi84pALNhrY/vziQDzaREu1uYwlB
9rqKfyd9Hpt5LZ2LIRxBk6D4iJgCYn4t6W+mSJh5LZ2DoXDS2lEOMD59w8gmtqBoRSbXKNsBOtzP
kzLzXhG/xKRYMr3y5+ZaxqnRXZDqIB8ktIlb1OKQo4EMpoSeUMkMuyPp33A+HkTWqgrOtlNduuOy
vpldYQaRozrOp7FmV05Wiu4GbiOpV94xi7wYbUIdf2NPHbFrD37cAd3uhpOEbluUjc22uE67AM5x
sEXEh7PTdk6bTD323H00e3HNMHHlRqu0R6oAZJX3fcUv6qF+MhtaN0zGWAEYaxOENkSDabnNDOna
qM6skPooT84OKk4yB9rRHywKJTVISZm9uHZuClJB7l4OVdAxcgbw/Zsi/LvZ0Jpdjk3ulTmBP0kV
aNKLZEvS0cxV6Qgc6H+ilVJFyMsqXoIpL6GbSNVm20TH4FCrzEbFsL97Sz7beXflRI7Zce9qGJxm
Aq/PRJDzFXYOvdL8rp9Ds+uJqx2XDJJrDGg1BEA8lr/sOHdPWJlkhqO7n30shdKtQHsvrrL+TE9z
Xl9PjXLNTgcdiYMWdObkPQL9iN0KFp85rTQcWTNLDmk1mvbw31ldDedVq4aNV7psZ7TBdTE4EdEp
aypsFOF1Z0U/X460PjMbWjPLUA512nBslNlNT11m3YpMmF2RdRzOXEweIM6AaQjw9Y9jdloIs1Qe
1RE3een6rt3DwfK0qk7V3M5nWZP3ZldNXWsocllVigJVjWZ0r+hBCFJGD0bTrQNuEhEDIVgDpOF6
0EN2krPJM+uqA3z/s+WEVp/yqIXlNDGEiwWybtAMNHtrzShxBhdsHrFJIs87R3b9MrTMXKAO4Ec/
QFRUBAs5Jeo5F7TayQQC1WavrRkl5N5LBR417O3Y2pa2vHKgRXZ86K8xZtTRk7Kg7USPF8q/cy08
52cOZClU2VnbnFp95s4QzW6tm8ly7DVWQx+r+HdQG9WLsu0wFxwpiiwo8RExpFCj6GqMGnE5Q/QK
sJZelnfosQhBbeaV0swZ68VaVueMTkmDOKZU6Q/Hm6diM0M7ztDOdN9jj6EfJlh8Xzg3dcT2JS3N
3lwHQ0HLBOjCUFRBUfr5FgjGn9KtWjN3rIOhQIKt2AwR1oB74Yks5LXNJ6PyB9X1a3D8dWHZ4r3b
ttlZLa83woba+fFNewg/v9hDOhCKq6STLnht0a2Z/Cl6+1HVSbwy9sEVfDW25n2iOBbDEDtlUEHc
F1q+zV1vp973cBrMDipdswbNLDkTI68Qrhf2xlHlS9qnaxmjBXPWtVeQG0mmiSLtn3OGLW5L9Qat
QVZso9BXkFID++NNWJaGXu9vOixh06RlD4SUDXVlOrE975RZhldnZFJdUUWiQ5p0FhU6ivIGEmZJ
b9ZWRHWAVJk0SdhiVwbF4Nl/YsuCREwzdIYp+3edvA85R2o3KOcgZx9Mbjc9WuGYPtsNBI+Ntr+O
krJl7TWcFpiawSsvGCXppgQB4Y3Z6AfH/eHdR1KNcu5RuHT7tkAxTUClF5otK+fNgunqIKk5Qyea
cnB7ivsRPV3uDbF7M5ejg6QEkhmDR5F1RGU7LTbKqftm48Xzygn/joj6wjPoSKnCtaO0SEQZDJ2i
GUbOpmsFvEWyG8e+h3w078oH5Jfruyam1mORqpEgNMr5b9+BKnesbJ6eFpkSlxDNJY9QNarHjYu4
4Rb09+Vz5kswYNaJNf5WxCXVKQ76NryiCMcve1JjrL7qwwO8fDSDNoNG7fNSF3VbOTmdC2Qk68um
rkD0L8xSTEw7EpNx6J1B9uICceFbDOHCsiSvZhtUuyVLURaNyDC0w/bAqTez2VGrQ5dAWaX6pMG4
EcTO/Rg7CCy1Rq+sI5f6kCZeiwvhhZXG/u3htLrH9Sr/aTb64TD4YLFF2U0i8jB6U6e7cYp2VfLb
bGTtMKRR1sg+qjDVVr4Zw0s/N2t3pzpwKUyHSnhhKS6K9oRYcss7s/ZrquOWWOxZbGwxsmtXoO/0
rwag0cymQ4vDB7tw6w6KtRdUpFAHnndILJsddzpqKa4SB+012HyF20XbKEL12J/z4cTsxTVrdKc2
iRirxUUWzXRn9dCoKHzDFPs7+eiH7ZeG3Vx4HIM7pNlw99QTa1y1C4eFjlmKYmm3I/rGLnhh71y/
3gzpg9GE6IIj7twwV9ICK5mlW1BdbMTwbDayZoxpOg5+D1LyC+64EvI7bbqlRWgINLA0g3RUSCTP
Uw5ssdXu/C6ON3M8rgmML833ISb+sJLAiIcR1BC8i9R1k0vuuvFJMdfJygG6NPrh3z+MPrqceJJX
3oVQdrZn5f/l7Mx29dS1bf1ESDaY6hb+AkaZOpm5sZKZBFNjwAU8/Wnj7Js9vdbWlHwRKYoUD4bL
7u7WvzbwT1JazynuAnNyGYRss0lcZ2YsdExvsgv9Vo/Ly+nWwdhT67imBB5y8/d2Pf0ujq5uqc2z
zGx0T+p9hXcW/yVPzwjUlS0xrkgE7Axa3vPl0jD6oaNLdvOZ48QVLoHyNfQrZ3HdGf3KT/u8Gb+n
Y+Kico7o7CRt4rgmEsbBu+RjYebEL+wnrnSpmZKWxaeJ6zGOPh57927d4g9+feKsTJqhMoT0aBqx
Sb3S5mFlXnEtcZVLBv6iGdQRMTbvo63oplTFB+GnyiOudGkN045C4BLX2FfELQ3IDrvZUXgpfYmr
XdqOLtr0iKWjc1RHpvFDvPsJuogrXDIGWsV4UnG9mPzCYf7bMq+NCijif25UDZMdPdsjrg+ajdes
U+SaU+anTyaudGlJg5z3Cq1nJl6uw9xGJUGU9S/pi/++yRJXuhQgebqFBtMQ5UpPs+q+zifzuroR
V7i0M8HENmLVbyrrfuB6lZrSbF2w+e0qrsbgEEuMOvHT1vlMKrGF5T6MXoEbcSkiJw96tnJr6wTe
5YU58k8oKfTaw1EL+s/ZMp0rzRqqbG3jRVyXvpG3naezV7aIuJKufjcSEFGK8VwWcY9wU6zWnfpN
dFfSdYosaYkI4roFy6rj016yKfHcWFwuVDZoaC9CND43khUUKrfSMJ14znMnmMhlMneUZnENv2PQ
W5jkAXQpLWwDPX+AM6woQk3xLriyejyXiz7XEtVqXrdB4sq6hplmkswDqTfOS0p5HZnQb6K7Pj4H
BOcG9SakbjWqTy3sjsPcKwoiLiAKliN2mLaG1DKQH5dw+AQHSC91EXE1XeMkhn4R+qzDMfwC6geQ
c73xG0dX0ZXAnmNPz+yoQenWxdnmX01q33ud+a6iqx9XfcpRnDVHnWiIBFCrP2396McWIC60aeo7
G0Zdil1LJc/JNF63nHjdUoirXEIZZA46WWdrReCYtw/XSXDPbdw5PZPc0A0Hp6mnBUkxvDz2xXqw
b3497uR+5gTPRaTNTY06aKiA4udZ+VXME1e5xMNlF+cWqBpJ7Uu6ibpPmd8m7uqW1DKordVC1+12
FIyFRRB7JWuJK1qawZqzKeWq7hJ77TJ+0/y3V0+7mqWOHYuYFVOYIcZ8SOI0rrIl8qvqIf+hWZqj
0UaCqFpTmV4EIAXXyPgBBIgLDkJhfxS2nVb1YGAGFtPnxrPUibjooKRjts3mRtdLpF42NV+gRPPb
BF3Vko5kw2I561qO21DAKaIOhuyP32A6a1IaK4cDQPhaxGlt1uDSrInfHuhSg7JcZwBKYwZaBtDB
MB3TTZA98Is5XdlSbDu6r4QqCM8ifQ3yPC6afKcXr25xdUuj7EAGJlbV7RR8ODsDJ/Tkp1/TThoo
BezAxqRTNQ36mofT++wcvvg1nfwz4DwYyp3aeFc1CFOwKs+/hJOfDJ+48CAQPLXCFULVSz/cB3NU
qSfrhLiSpa0ThzUBvnoISVNMafjYDOnffj3ixGp06DgKwBZVh8m3hpgrnVq/oMcVLE37sMdZkqNl
VMKfo7rL+N/oPm/D9Z/PSSR21mQ4DQxWHEbVKWyF8ms6rml71XwN/2rwKJwU6cY6vzwTcRVMdjeE
zLnCZh61jyFomfsS+MVXroKpUywXgB3sdd4vJUcpAVlDz6adl0h+RssRzmyvj87wzxtZ2icOv27P
1p0VmiQyxSEU7HU0ClIAGZw+Rnb2c7wkrogpFbpTXdxix53euAn5pW9avx3XpQYBMZ+ZCPju2uzJ
Pcq3JwAbb14LyVUxzXinBIQ92Opzy2FnyqulT/0uPS7g8OzxCBYZsdfJ90xfo9mz2fCfm2Ga2C5f
hnavqQ7KOO1qq7jf7Zg5CzRPO+x+SG/UKkgBaekqoH3+TWXyf6RpXFlPxKwmYkBvtOnOHw1WURUk
3eZ3arq6ntEmi4E70VavXfw5OrKxmPJN+a0bV9kDLytJoJTf6yaAPkut7edFrLvf/dVV9kBnEOUg
bm11lo+3Lk2rzsZ+qUgXcSRE2rW6Gff6pMPHDt6E8WA9kwWupiewERweYN1Ujzr8Qzv6fVbUM1/o
SnqSPVuzbti3Opx/x7a/9HnrF/646p14UDLkOzqbz2cJOcMNSBO/c9NV75jjCJf1bUI342aqRPXr
Nc727V/uU29b9H85Ol31Th5MVKWAMeDo7KIHA8XyD7mMcIM8+1ay6x5sDS0iCeqx35x3RYtms6Zb
AK+txyBYL+u8kksy+FG9iSsWIgecBvS2bLVoyFksmZIljKe8dBhgbf1zfxx3yYJMD1s9BedyW5Ju
uaTTOPndWVycUh/sdkxWzE2YKJGngaYIAVZPYDBxtUICReYCStS1zilc+cQ4fov3wQ9LRly1UDyF
gLSHcq3nPH2Zuvdtk3z0OkRdnVBj5c5Q7LPWUa8Lk0e/ejH7pT9cwc4uWrtOHZpeZ9Q/YScuEqP8
6hOJK5I1A53bc2FrTSn4NwN5gn+x34HkqoGiLMqMVvNaZ0d2ISkvJri3+vW2kxEyOQEqiY1r3c78
di6/Q/JvTsv/xxnt6oGIzYDBJmBJQsR8ATCgzHbPe5arB0rONhQBEEz12k+Fym2RLZNfQOSSjI5x
7lGedMp6nJvmW2Zs++4kTfjTq7ddmFE+i4zDD0vWDRgs8cCL0XqGRK4iKNsPMakeTZtM7Jf+UF2Z
Lov1m4GuKmhWcwAOLFqXtLv3s6ogo/Z7AHJpRkD3NU3eDCPOunC/wCRpqoSC5Navx8N/buDLW71Z
dE5NTaEGQij3Pls8H/RcnFFrxrjlxHaQqlAoa/k0mC/jdo5+KGLiCoOwnXC+CbSvd0Mv8uy/q2Dw
zCC62iAmsggI/CCu9JY/7EdUpAAGenW5Kw4S7XiumrVpNQfqYkILV4MBTCO/xp1r5wEGiQoWllRs
i4oTyqOE+q1NVxtE9pZJ2ba6kq1mt0w0530/Mu0XLLo8I4gj17SJG131QfIUCHHN9eKXxHZ5RnO2
0XhHEruC06MpyJo/h7z1fCh0dUGDMVsIaaeu2vX4tMKFpFiC3DPud5VBeTAiK7G9dYpq4ByXZjWg
3r5f7tw/I7hdMWNzVeUNgKxZaJIS3++XRHD1QSMXOhhsisY5/wh0zVdufGLCJHfFQeu4TNsxRboK
hqWknbikOvVZmGjaSQhRIY9AmFDhViguOsygD/rhsSrRsrMq1UpHzZJDVyTu/hqC8Wb61bM/nHQt
DsljFbPRVSzt46LbW3560f/w1bFzNuAZLxRC6kp3I7/lTUALzebQ58KM1t/iov+l14OtCO3wxKGr
1aYXSbrP/JSf/bo7+mfTeuyRV5FKV/tOn8OmAbwXKEmfExPf7ZyYCI/1MCmNCRjLFwz1jGzz6rNV
oW1nTaYTaWcpel2Z7Szxg+5Rqj3niRPIbivp47bHYJ4jCYo0nK9BfHqlUpP8P2RBuuOLJIOu5g3P
HEd/JleA5H95jaYrDIK7g44V6pGr2cr7OSYFOsnn1MF3O+uSZPuMPDmaTuO+HLa2XBov5xI07axL
vtJDpj2atva85foNspH7DaUrfVmVJACLY+XAyHUv5qn7nJG18wkg8N3OspQoi4pXO+lq6kgZR+o6
JV4xFZp2lmUXk0ZT/Klyw//g8aoUMvntN0ecRdmyvDunHQsnOtltJrMuMmTbPbvEWZXTeGxr1wld
jXP3Mex/zkHqI8tHjziLUk5zHm4zOjsiFmdCfG/k7rdNuaIXAhzs3Bl0drsBeDOIO+p6fC47Se5q
XmYGCBjFUzJs2KcigaNGAr6G1zi6kpeVYqX0Y6erpj0vfVrvy+x3uLtqlyHUc6iDQFVWwFFciQJG
xT7PGugP55wkcj0kmbD7NW+OtW2GaufTz7oEjTvrMW+6pKcNvjvP15/DGX/Uw9F59razINOBBNDJ
o20RPSmaleQ8PVt21uNAxZkQXBQqtRzFwX8v2Ve/CeKsxb0RSbxbTBDoaS5QchdmkH6HgYstIksi
1m3KVCVtnAAGAkHe3m+BX+uu/kdkfdKot3B7o1RdIE75yvRg/brbVQC9XbBTs+LTt+i4L/a4m9mL
QJfkrgSIpmFoU/ieVXjhlcX8ho7JG89F6aqAtjblSG5EqlpZn5dqPOV7m5vtX6Kp/599+Y9EPr7d
WZj5fuK6NJOtIkiakoocYg1exJIrXsZUD/zj0NEuwyvkasQdzIYVfjex0et9ze3c3QcytqwgR277
F3FaaVoYYg7MK7WY5C57Jh5wXmkzbNVCOVBzlP6BHdlPr2Xiwmd0H8R8hPlgdS7jXyxuOmSKvdyl
8N1Or+o5YiIN+63KtrZqh6wtqPSShaFtZ7c7z1H2GXTgldVLWEipjwIwy8xvmcTOfjeTprUnbd96
vO+LNI3eCmRPL/oHvt3Z85SW87ZL9LnCWiwayudyz+I/fgPq7Huq4xqAanw6j8U3sps6WoO7X9NO
EKLD9hSacXx32FyYjao89ar4SnJXvbGP+2iSDVMlpDMr4elDy7P3ernE6nbmCtdxggDEbhUdose4
sxeQ4fyCBVeHl2mSrV2+oenchIWJg7oHqsHzJHDmSTs2sW4Ds1U9UVfb4QcA1OyFmUOnOPMkaSIl
Rr5uVTNN4yXWx3g1+Rr5xauuGo/zlIzQzL1dIlOJq8fITIOa8p373WxcPV7XjaKnZMLXY2TrtpPi
Kd9N4nm3cQV5KjcNvHaxiKT+DA7ac686v2SGi0IiZhniFlOk4vv812ybdxiDf9nK37bV/3KIuSgk
bZKwybIBWamcTY+gC00PKo8OgrrSLf3utQW4ciKKQjiykxhb+pRmhZm2v7levFLS2ASc8yJq4fc6
LCHme9zdw+0vO2V+K8nVE+F0D1BAipZJfjRlF5GSwNnE77BwFUXNvtBlOtG4SOUzlwOeXqTPqzl6
xNkBEtvPc4yq6SphS3AZk/41aLhn4sHVFY0JC1dioq0a3jQEqPv+Pra9ZxTrCov2yJxru7CtOrr2
ma1jue6D3xJyVUVcgi2TRhRzsGlbJEoFL4Fy8/IeTHJXViTWaD5nil7Jlr2aRHTBnd7ngQ5NO0mk
ZA66MYCoqMrb4c6TqczGxEevhKadJBKZbZscwLbBGCxAHYUuROv1toCmnVUZ2y0bAOfANLG0gGIj
S3547SWuoChMVtmvARrWcH56Dpq8LbYu8cIb4bOdEK7LVUaiUG1VykfTXPZFTk2xiAV1d36f76zN
EHTPDFzCt9FcyiVWn6PIq4YX3+6czXm8yKOVCFgGO4aXUNjKqFz4bVeuzEeu6QLrZYQs48DuZs8L
kRO/Ce6KfAI6oMRpQNPRkD4ghXIRi5dFZZK7Ch8OuMipI40JHuTiuecj+nzA06jXWLoKnzfZNvCe
ZKpY1NAHEShxG7M981ucrsTnHFm+UinReitaUszDNo+lHRvpxadA57hLNDimLh6WqeLTOBQS94nl
aPxOfFfqM+7hKnkvt0qtZwHt1mPfis9+ve4sUdFt+SbpKCuYX6qbEfFZBgSGAX6tO+vzQH5wX4fc
Vm2OBHg8v0u63e9YdmVEZxTEa7+cttI2aC8gU61XOxPPsN/1RYPWdxPJethqHrIvDdK+xRRbv7PT
1RLxHn4GNJRHBSO/DRAoHd63vPcisCTAQf7zOW0N2YoXV26rMT32sYCmIxrLXB7mt9eQupoiMc3A
MloMaYBPVqa7JvLfNCJvZ/B/CZ5dQdHcU9VajSHFw6v+k2N42bWZzPr3LNkAshaA4t2X4EzH7er3
uzhr9rRkOdKc2CrZPwRbANCT7yg4191zGhsGKaetYlhj7Goo9tjLlgAD7KzY4GCgk2foJWG21y6l
d+rni4OmneWaHmcw7i21Fa4YAB7O51C0q2dSxFUYNYyD/r6ttuKs7T8jdxSo4ljD6N8yDPR/6AP/
bQI5yZFulCjs7/OlmlDnyz7Bmlg86EQH8ZPYUZf/AWgzunzamr6FF+9x9tv8wyYmOoAe5cugx6LF
q9ckC2QS5/MBbjVA6tizEetHOiaxfKTroNqHVctjf9mOps2vPUG5b70D5bVepiGMVX3sicmeGVzK
6HXiEWwddNyA8lDwOG++sSAOs3I4sQVcBi7n9bLFidJFlAeDqfYWyah3LFRBfOt3wpp7YqGbemeW
jJVnfFh7xUvlgx5D9gVBlPrJyLw/x1+W99NVfEC6SWxNdtugdv5b4acdZQyzkKQCAw90oygj2Z8A
75FA4jCWNKjvb9PmFh0zmz/SLtR/TgucGlCro4xgiwL7iHq2UTz+otOJV684GMa5El3anV+6RQz2
tmdJcNxSlJ2uNUqYhuwx2HItn+MxnqLvwKIfqopgtdCWWbJ3n7fmiJuSx5AklorOy1CPjWnWlxGE
zeNTAsfR9tLPKPAr+yafkhLOBDG/7fTk28ObG7m4kKk/2CtemFtT5DwM8p8HOn2twahVsMQc8qj7
2naWkzowcZZebCL28ZYlY9iUeYT3gWuS2uDVxKdgV6AIjqxkTPHk9Wjb6YMJu26+NkJN7P0MugK+
Zp+mNxzZnJFSNtuQFXbvpv5GQLyJXnsRrkMpwZXH+9SpQTQV04jym7Q3EPwbppqgzKd03i+nhQq9
JGanIK1LngDZRNk837McArtCsvz8YjbItYouypagNKRvWHEeKu1vAE6T/DpuqunKzK7qqxoGCgam
IEbdozgJ0t8nCFZRFfGFNveIwvq8UEsEv58A+CZVchmYh5TwFPBuSGaa8pRL+AM/ZgNgNx30Ay76
S1KAlbhs31SXbX2BtG6aV228EQ0QUYhMumVYRcU+RYl6p3J2cFFsYaPPohvn6LjElgfTTfXZ0ZZb
A7cxmN+cJy/naUbdtInSbLuuSwjZLBsIb8swE31zG/jG7IVCTP/DdI3VRUDmGb4cU6f4JSN9rj9J
xdKvSBxwcVlMnK/FyA039w3/PFQqi/azaAfJslc8HSRbASyyme98zPB3KWwaiyJI5ADf+h6AH3tZ
lRLHN3rkAjo+sO+7+Xfa5mt+Ie2ooqcB2Mjf4dlacg+ywP69wkLl+9H04SeaTX2CnEUbrB94058E
gJnEnI+xMGAUlx1bF3rdeZiwd2Y8YnJTzThM9aF4ON+FSXtZbLHSr1KrYbphbUWqnON1+WVahswf
B0JbVfAPCrp7cOjma56ghHtRhEngHtcx/WziOXjoNf6laEF1Sb/uSzYOyxVcyWHur2bTbHjfJnyY
/uA1jyZXYGXCTEFLzKPkwe4RqMrFpJtYTGWPZ6ElKhIStUeJX/ZYX5aEMH2XAQuzp8Usb3MgSBts
S83SYLhwL+QfUcbW0o+9CtoJpqUbp7JYZIMsWtKNy+eJEtL+ymQ0Nr82uFDIC1k5Quy2HZLxsQW+
29ZTQs/h9Vy75Mtg+yAqe6JNfFtnobYX7KaBLVmr5uSGl9M0LIBf7MfPKB+J8s/NTPlDtuBdHyXR
fGselsQmfwYVjlDvsnQyz9M0IVwIR719TeJcwXVNqO7PPuj93SwsT4txwYoKyu0M+/Fjp86AX+iJ
GKMAoc1ElxbxkryTBXOCBInIXmzOG3LvAyWba4dQLShlljbRNUWVWXPZsjaYC5FucXDtgsD8SKZs
kvXcn5foxN5RGLx3vnXvhzDXOGsyBJCCs0LwAyje9fVstuvSbu/7YM3PK7aEFF/Y9By785RxRm77
wAmtA5alM71EqHD5Io8Y+TKabPmPlUbpYxbN5jlZg25+yNN2jO4xPC7CG8Mi2J9xAD6Mx1JKoCCV
bZ9zk7SoKunY+Zwlk3xCWgunewTdSFge6cS729ynRhQHQ8a4wALNv4PYebzkgg1pCQzyX2En819x
Lpuf4UKW6f2StidmQksFLRPSZhcraY8DEbBMoNcODmZhCBesfmh/Mp3dNOvVwzQReUUCXVzAsZmu
887vrbUVI918iQWejrY0uq8RJUVOj1c+2rWI+DkWOeBwhQDiCfOye48wQhUDKnFLZQNTnGAS9Hl6
XniaqILP6fzUheGzpf0lTtdv3AT6FpKuvSgYIl3gUv50puuBVF6fBZcdrm4XPuq8FHOg84KCo3e3
DfhX2J2H9DnPhk/qWBX2c/sz5Xy/gVfOLonuzadUN/NFdsBbgyywyjKH95/CtM0abD+xtQ8g2oUF
TJg+9Qw3iAA7PI626fORBdgPG5kXDINbQkNBC0aPZ3rwO+3sc65XcgX23sI/dRTlnvZteWzkZUjU
X+jG5CpBbqyQyPopGD+vUWQukLXyy3h0f+BH0l4DhRflDEZnCADscBNW3I+Ry7LJyV6SReFYUfQd
GbNXdaQP0QKtYBtD4hOn2VSkjbqPTOZPCxueG2HNJUmO98O0Lv2ttcFfzOJA6Jv+cdfnM234XHC6
fZ5Nnz1sSbZeG5P86Vv9wns8F5cT+jAe5h0rYbalJNkTrpzn2wkAhLnVM7agKdhhgRXyFdFWFEfb
TURJX2RW6DIcRFCyRX5oUp5W4c7BD5/Je4YiEtCVhjIS4VL0ai26heD/pBOqEHQc0esQs75GsiJp
CmpQY9Ij6Vys0xC/g199ipOmueAX4tPlhKenKJb03N6FnCZ/TNLszSXXbfipnSN1XKQe8OhIw67v
nmhMY+QOtKLHC9yG0oshExd3ng2iL/H70bCMg7GhtxSZKftA5og+JyQQc8E4alELu87Z3/MRT5el
i4KszoYm+bqMY2yL6NjtN/hEJuSWr7L5aobBbIj5UBf6kIcss5iZKxjGfGnPz0jbx+c1Axi0HI8p
/Ap7mHkt1q5dv6aL5H9Wjpefx3FU6B3VY01hOckUhtNtd+IAQaLsJQnscHxYp5xPDykHl+i2hpxA
cT0GO7sudB3ZJRsmDrXTZJqXLW42dR8i1n8fz71/U6wLNkGILDCtwmU7DN6Xjlxd+D7gWxnKZYb3
Ud7Sv7cU5nKfxUwGVYQLkq3IkRr5jQyjVAiqsnao2maZvsz7wZa/5j01f/YEqqViTSIo+VdExHi7
MhNlFwC0w+ydFuM8X0M1gFPXT8fQVykcmj4Sypr+uswCE1KqDOWcvN1hoSpUur7uxvATocm69/Ch
smp6t8iFd+WopohiY+nIXiDDGm+3fJtOWqw9P2SJomf6KoHF7z9K4Ca213UjRN4WojZx62iD2BAJ
5gQsKxuiGhi/xbTf9BJ1FzYTUiFoDvPjgqvgEzBvG/TPlD4A67Glj6CZh4jH4vNcrwP2ma8kjE77
Kz4ayD1nLYP9vi5gWF9QF9zx9z3cSaNaRhlr0BVdEhVaUyFKsHxG7CsJt4XBeA5VDCY1WMW2R/Fd
zLtueR9MdupeKU2m9hIj5KXFPoOA9A73FriEs+1k2RWx9TuwFltUNZEMR+mpj+O8qFQkj51lsXjI
KN+hr0lSJSAD3LKm0N0pP1qVrT+YBBTvPkBHH5RJB9v0kvXC/JmDTISFQG3w5+kIgOGcZDLwCrx7
RCWJRRHFRe+I3YtgztbHvZuDa4+D/AdTUfxpk0H/kKQ5LhTdZB+wFVLxEkc700Xfa8secsE7hiuA
Bj6bneefXsfbF9zqsrQYlrWJyjUkVdhwcQ16M+4XHWSS3SMWWFvOmlH7fqfdfpTRPOgL9rrs26n6
BlRtuBJPWGPL9C0gaWav44BY4Eli5z1fe4SrhYLp4q1Jppn8JPsWnSUuO91034Ojn69nTvkHlrG8
vZ5BoOlDahnLH/mijk9wnhR/oPPQvNzkPLV3iXCrw3uSkfRysuFp16MJX4f+LTCaVAPHHbAS5195
2LHkXcrZeV2OaUtLvP5VFkhPW2zw3JyLJmDP8XrmuCHCOGaClUlzbEi0sYhdVMI4KUXb94jH0ih+
L9sl+NCvWuAk2vv0fWZSoV7PeFvWd4Ye48/JTDZEXfEsguIQIY6nbYtWEHeXM3yJJ6HftVu/wP/d
tN9Ed1j5raHJrMuoQZlZlGdBcMECACmAD9vbDn/INcdun+1raU+ztnfTn+GDzva2A6jtZLbcZtyF
CdhNwzcEdUNSTCzsYKaOD/l45nn3OxbCvEe6PPrcprGZr+LcRb3BABdB0p4cAxZkEpCHFsqfS2ep
vjbpLiqBl7pC2DPsbmRStnns9Wb5S7sS/lnq+BVe2ayYQxTvhmIX1xQe9FFpWkj4rklk2/5xWyID
SNgQ7UDK8QNVLnzJxXW3jHcvqovO4A5bFPIUZqv52pgoeJ6ClO2XKBlmpBBQkpRW54p7xZXKKFqf
my0UP203ib4giGTNdY2pyh4TOqbVkfcD1FShltBc0EQs1yWWwZejp6xAEiEtpywe7ioa5ZvM5u9F
kxemFnheBFlyIqYY0uAypTTid97IrSs0P/P3uRnOH3M88wdquH7pBW6CRW5H2j1nOMOPn3CfPfT1
PHAG3vdJL5WlZ/N9mdQxX6VJJ5w2wi76NjWULK/IyeFSrkOEh3Af5b9whx4+9tsOpW17JpXMtP64
YrOswyNqkkdi97Z/hzT++JtnYy7LRRz7JZR2fIjiBvFNv64ve87BdQQMGNvYkrPom4RuixUhAIHn
VdpzftmXbufXJjbpK4Wr6l41fMe1dDxI/DdW9luyhqRH8GGVdlC40ObL0zTYpYpDxb5t0GOOiK9y
ba4jnVfMKhyKXdFvbV4nwKiy4ujSOShtLnX4yPuY5xeZTm9HwtB+pO380msWXfr+fOjOQxZdvJAP
sGM8nxZitXoOo8x+OnFWyOvADUrMV4AQrpLOaVIvytrwYeIq/SQ22Jah08XYl5DG0O/oNRY9tFE/
nQTSfhlOG3ad7bCXxkj9LmEp9tGWBtt7IbIGjsNizB/nwfyG6DM5f2yob/89hRo0X8ZIX/TiOEob
AAR7N/w4SHEQVB9O6f5ITnuN2UDb6zgK+9yEXWWb8d0xbswgORGmNQ5/SM4AwyNTXAaoh/p18IxW
+ji3jy0NVV+i4giGG3Sgm6zZmIErn23s/BCck6KFGlj4A9r5/i8dqohVZMSZVOootvLWHSiE6gf4
I/AjNM+b0ivCr34O7ir+f9R9aW/byLbtX2n0d+YWWSxW8eL2+cBBlKzB8hDH8RfCQ8KZxZks/vq3
6M45idVx9LqBB9wHNNCxZYlUsYa9115rbeAd7tiMc3xB4C3db1WLoqxrNoZR7bSMCAz+GJPbLCJD
ewD1zOYrw7RFfQOatGzdYlRFf9slMvmKIkMnPRzBA2AYGVX4lBnqHbgd9izdaRPG36CTdWSykPlK
1jP6/Zp9o9iagUFqOKEN13JnTHTzMhWGZO6AjX1PZDg+xkle8IBnFQho2IVSuGzDm1D30iiR1Qq+
Re1nM55Q5UXTO+w2HXw2MleaOk4+9HfDWq762LDWFS+HbJMorPENtCjVDc9snW2rJskxqU2ZeENp
lqlT4ECLHYTylX2haG9IB3WeHgEuKfr4k1i60Xo4M9AChSm0H1uZWWG2XtMUdr7itGyTg4xkiKzH
GKzK77t4eOpgx0VcfTBQZxxi0QtXrxNxAzO0NHRrzWLJjlAgGrdIAmy1oT1V+q0RoW/xC4/B0j+M
Iuv6CwYyjhHUQ5Q3R1EUFf0yR2UWBzD4C78OHVrYbnVk6zNWbtawSz0BQODFTZJox8iYYRHi6DEK
EVjprWhwiOqQ93q9KpBOTzHaK9yhmRGHE0xnsAMFumkUjoZdxzwarCQXpEz54I28LqjTEwzGNoU4
hgapYdfZyiwwgndjkbWGP0WTMr2BozeHm41dUd73ncLuhhJXPV3qwAMfUQmplROKjEQuzNO70IPh
6XBTUHS68mRYWmDsjEinHRwi8SerT9H+qg81IAd911cIdq1Wrw4Z2r4ZXjhyntxMJdEqt1OCjG7V
zFN35H1a+0XZI21EClJkq1Akuv0VKBIb/ZLnrEbVCoG20wKPqq7Bbh0qOEbiDZtcEMvInEj28bAK
OXDM+1qPYlN3AF9A3IFFRrXLWmrYaIs2FvDQ0Uo7UQ43i3bYZQiy4smxBsMIHyNq27FjEzNrnA59
ox7jDP9GhJSy0SmKGd8DtvrNI0BvC63qUQvt3Cht8ICKks/NesQFck9OBKK9FLG09Ugk+sCs84q1
7NoeizH0rQhz3DEUl0eSky57Fo0G06cqT6PUSxWJORgFBiQfrVeY5WQ+tGzW7Gc6yArAw1D3qQ/m
r4b0qcg60+WyJbYzIRRX/4wFd6oN7micpUkoq3WLfprr0m7EJbAy8x9WY071wY1e6ZIUTbUWHZm8
vMykM5fxt84Y//U8/Xf0RR7/rF20//of/PwMh68mieLu5Md/3coC//3P8p7//M3bd/wr+CIPj8WX
9vSP3rwHn/vtut5j9/jmB7/skk5d9V8adf2l7fPu9fNxh8tf/t+++NuX10+5VdWXP35/ln3ZLZ+G
HbH8/dtLm5c/fjcW37H/+vHzv724fIE/fncaYGRt/Ntd0kRJ+dumzR/Ll/YvH/Dlse3++F2zzA8G
JyYRFiWU62SRJ45f/v2SMATEYrqhM2HA6P7330rZdPEfv+viAzdtBgoK2usQhPN4qZXYFl9fooSj
BaMQnCBeBzPz37f65mF9f3i/lX1xlEnZtX/8vhB/vpejGNo2CstCSYWwRTXETitfam6aamot22uB
E7vQ8bZu2VrOMAd9rs5QjpeS5em1BDeFzgAC6PgSeP0HoSZpgVYMbRp6HZqHOHO0hLM1qXw7bu9+
eCDfvuWP3+rVA+QvlxKCMejOYGp2alI5zaVtQ5tte/MYuyW1t4O4KwvgRboys1XRNKgbDMPGykIN
O2V1r/jkzSE5ghYlHwr6dYiuNd1MfUAmxAMs2obKdijNDBfBUeHH6Rni4duy8p+PYYmuGNrCm0Kc
0j5T0RRsHHUbBw9NnLmtiUtHWTl8nLkDWr/yNGGY50rLS830zShZBialQBzGOLf0Uw5UnifwVlKF
DchHMFfU8iqqh6+5YedX1tTsxxB4aaGNch8nwL8nYFcm9vk9tLtOicjMq6vUQ2J7FZtdhvycujDR
R9JX76vhbkJ2u0p0XbkWsxhQZmy2rCiB/UX2g2KWAytleTPC33NC8uN3poayZzybbm+J2Gc8CTJG
YsCfQMj0KlRu0yz7dFT5Lcpzn9pGc+k0JGf4wq9l5JMhMQ2KB2GbHF3oToUkzThFY5J1toeABEUZ
XjCXquylzIvEQRjGvb6N7gvkdq6OplcktNGPDUlYVUVW8Os5/Fos/8utYJ1Qm+KW+KnQRwH0hqK0
QgXITqQz4MTz0N5Voa61dFisodjMc9TfEqTEMXIxve06V5mNO7L60zhYzRlKyF92CguxzffbOVU1
2WYveTZI24PTB4IAWkfeQJFA0/4OsfLfU5JhQeBqmJdUB8fBsFHiebtXJMgETDrYwqvrMEfXmw6p
c2Wds7J6ZbGfjjFDbwPKUWLWsQu+vUxhVgoJyGB7Wh4iNZ26BzqhqxZP+j0aXA9OlM6emgS9qGKq
AUxmF4pXypsdi8cMx3YOBEPyFrXw4rqiMFNJod4rS/5Cy751Bnvf53q4n0cEdBrtVyESI+CASaCZ
muXEqtUcezigKDO4dWx/RNZ92aPyuK0siNFmgBlOHcWpAwah9KsxdRRQlYOuPKHDsbGOCpTnYtTp
URALShEXvjm1jcvz8FEj6UtWjp/hQl3vgB46wMBmT0ykcZiNLSVLPg4JqI7CAupmSaDeuE7sZ6Vo
XXsoz8myfjqXmYmpzGF2zzHcb8cZrX/q0cpy2+N5rnwFpCuNZpR4mFx3TLuNh1hudRJbK0sB3OGR
ZwkDIQuqLgPe5vx6ZS00o788dM45swSzqHFKn0Qe3nciDIXHG+DrtB0tJOqSOOTZHp0KPWKQ03bk
DM3spxcFeQrURHS9ZqcXJfNYYJPARcvoOKDZDYA6WLWaTb2fk4Y7Ikt7zLbPv/6mP93OLAOriZg2
wZa8LOofjtxyJNwc6hTHO+gfLZikvlBTFgwYUzmgF4nW9g9cghM8SP6gSJZsAexBj6WdY5O+2iKd
DrplwvSTUAZJ06mMOOzYLKs+smHpPJquKsjghoTGKFOOhYsmOpU7A7AG6j41F2GDgnjddsI3uHZY
3EUuhOVpMEdypqlJz5A6X/Vxp7eGeckRLFBsNadE4yzJI7Sgxl5jF58pr/PLXB0U1EVstFboXKJj
8ZAqkCbdUOrOVqj2Zp9ht4Btqp8WDCZQEc4oNF1ylIHWiLKyP7cFZfABiAsU5q8TA9WuuE3tYLIB
4GuGRVwOvIoCbg6HdF+LUfhVoX2eEuVFdlM5VvZoEVT8NIXZMeW7bEwXrXvoUC0qXShPUqfT6soZ
kTQybGtOPKtVK/V5x6NLgESTqxWF4ZRRu9VIDXMglCbdHAMdRVPqWTAU8JI5ypBwozKfmWfSmZ+d
FNxgbNlVEead2n2wuAZOF3Lhjak9eBTpaSQ63+iSj4lhNH8GMX8r/dgnz41s5dfuNLl4k49cDl+a
rm++/LZ/rNrfVn358ggQpjx9z//ChETn5qIcez8luWy7Rg6/bfvysY2T5rf/+s8/k2/5yY/pybeP
+zNBQd/yD8zGNLYsgkTgdWP6Mz/RTfYBWTihBrMNaBgXVcy39MQ0PzCdU8o5XodwdwmTvqUnJv1g
4UN0gcCFoYKA0PxvpCf0VR3zfXFy27CXNYkQiAjODf209VgtESloetp8ZEN6nXUoKNS6pfkWS58k
QA8/BmnaK/q6eupS7KoZSE1en5loRGFU1WNGWuV3dTmvEpGzAzhGM2q6QGZLwG5704RdllXPdyad
DB8ed/2qxxRaa3EjvKKIVDBMNFnPgDV8RkJzq+xR7nQ1JQGyaTuY4frsRa15pdrZWo169kh5qYB9
JLgKIMhVMaSVW1hV7En0IfK4lubgvhLUuHHKeGNToWg0wH4IERX46kuUO8t4KzspPN0GW0uBB2FH
5UPdwojCnpPkIDLWbLjIn3RFr0RZ7JImfSnm5CnhDXWWX9ghuTPjGpSlFvwyOX9uc9Y6bVbf9Ha+
04hoHZrOCUKWmTiDJh9ioSJ/kBCFzKyqVqPNNX82rQzGjZ3hAo36aojwAgBJeME7bQb5KnuKVW+7
bSxvIj7sp6qtHZ50Nfg/8AgssVbdvk2fuNlAaIJmYIGIcf9VQ9LbutLzTVIk8aXo5g71QDmrbcg6
FQAXNVxiymNJwcEAGmx62cRFUNh4SKA76bupsg59VqtAWROKpA+kw9XavAQbpFxyVyEcMmIUll9J
K38YVXNTqmgbzl3lGyX+mLESfdrqFEH9oD3riS4RSuEkKvVuH6ts9ND8mPvgx+aOiK3bvkxeNIvk
TtvkDyBMVCueq+mizVErmo2JIK1Bh11P9lPnD42m3Dasa2dKSLMneDyGHTX3E6IafHWQOJos/Rqa
oEqp5R77/MG2wRu0Iz1fwo9jPeN5JGncr9C+pnqoUput0Z89duqZ6jtaguA4CmYe1DJ1Jtru4bOE
8BEV/x1Kbv2OW2gIBgZ+CQpeywvjOodY7gnHUn2VzP09OGqBkfTCwzG7lnXyVOmWABdO3sRWNx2q
qXxow+YmNNPCpWl50+Ju07q9L0lxRGoBFH6c4hXSrsxPjeKJ99mLStFYwjTz2EtMRMecthPav+fm
yizB4bLjqHCLWLuIm+rGVpgKxsKT7MrsBUj2rc71KxaqMmBwglxBS4nSR2ZjCFUGrJgg2ZFofekC
oWR3fZKWuzTk/eSEmQZOm8qPRsPWaFwceTQqbxqFdQbq3Fem9KthqfKPfY5pl5RfWWVpDqgauQvk
FpPQImWQaKZahYUGRmCKwpxdjPs0iR9mqyIeDli5zlMM7VTxoXQBb0LI3I0SvdtUtLNmhjp6yCy/
i+b9yDBnJobnSRJOVzlcCDAWnb6rpmS6TAw0pp7btvXsLMyhAWojX9qN4aYRooMRXaFckuEDGK1H
D6XqeTXPCu3D4/oeZfLK7ZWFHrkkbINaRvFLJ4FNwjvvItSSr6EwA/TxkmhWB4aPCRu6aKjZkWNb
pECaNmjDY3p5O5cBWu5C8iXy1oP8k7m1XZpwCZ3vMJKWj6hxn6fEXEuAzt5gKuXEzJgd0sYvQzLu
gXx+FVM+3OVplToGcFwXLayEkyS4tdZGfDOmXRn0kTHBGyZFNG0095mInlDkfhRkyD2N1kkA5BqM
oxDkHh2L2zGzFhufKQ1XKBsMXKiLgwGMBF8mQnNSIYlXKTTI7uHts85oWV0KQee1mML6vpdx7sNx
t9wVQ9k8VRK8qiEBKzhEzet13rAOwSQWG0ouAkvKbmYDdbZGrYmOSTYtzQk1gUKUmSR2wMz+T9HH
/4OA5N2w5X9hCAJy7oINvh+C3FTNY5ern8Gh3977Ld7QrQ/mkm0TUB2R3S+wxrd4Q9c/oLaE6JcC
3QTL+Ac4VP9gWgZ6eRGiC1DsFquIb/GG9YEaHHwLCxECBLDAS/9OvPHq9fk93NAMQDiACxHUvE2U
mhh9W5TZc9ghXLSsfAZf1iuMENxRPdAaCaIXmIzj5ZLA/DBKP4Eq3wbL3y94kpkVMGvKjRbLZiYU
RC47MHpSg5eY3CWqevr1NU7S7+8XOYE3SKSPcQ7OxSbrr8fZ9Myy80Z40sD81R+mpxDpL9hk24bO
KLI2bocD2QzP2XucJKHfr36C4eRWoavEzDR0Ex8DWWRQFWiuhExMbwsEF0dion85Osl2WexqU7Er
z7U6fEWvf/Y0T3QoUCyAa1SjJYKGbVLIoGuSDRtAcI/UtifDcaz5lmeW12i1G07nXAHenUQnGpXM
rKMa7Z/lRk2+fdkf8svuE6hQIJCB5/u3QIzvg4pF8mNGr6GA27WzDDflQL3KtBEojoFqLiN78nqg
czEYoP9w9pxIVhI1EhstmabNaIlgBgCeCNCuQ8NhUXLMGcLNcA6wDSMtuQU3EhHzt+TuTWnpRxz/
nQcoTs05rVmbQBUfuw34AcFAjt3IA9ZE8CAjYHightdiRM1tDVggts513cUO9AM+9O+hRWHm7dAK
e9Ik4XO3yQziLN1aYaYWaIMZ2Fgy5gQCC3wOk/Fct7V3v+TJnjMwokTdCbGp7qub5AtUIuPkgmQU
fmr26Cc8n52Xy9z463JAqvf2i2XAUwTNaL2xNe5IelvoJUidgP0xfeYFkqGot/crPaUfydkNTn8V
l//ssie7DxsRMY1hIzfdyuJucqffl3sZ7+ObpBar+FhujIuxBxY5u4M3PIfWRezkh3IPEe+0TULn
OUy3OphNoGTtsgPr3fYuPTLtcdhpDpQpjojovn6UB3md9z6IMH4dMLbXfCQm4O0f5FWabrq9qPRP
eZ270yfNH5xn4dQGmFigiaw7etGarm2UTvK5ux6uW7HXfd2VO9G5PGg3qa/WbKNtQ7WZVpNnujRc
qaC5kH5HVmB8bsp1U67C9jneN4d2nRQX3bo52NcWPhFiW2e6La61VX9ZH2vulMmVGT6ln+guCgTk
DOtoK9cwRtT9GQz+F8AwMRyFveHJNLFhHLSLEaLCoAnKgKdb2HGdwbzenXMne7I+FrAA15SxQeQH
GoHtjWayBtMADv1DeuRL4hlSD+1BHIF/J0Sd2bZOcMDvi+tkS9boWNfZRIxNvyxfYjgc1a6GgeNi
PMRhAjgS5MPmARUjJ8S2MnTVsUiMQIXM6c6ucP7eSjjdoa0Jm6cxhBthbgmVoBTDLQxe/6OdXrRz
CEA8dyCm+pSPZBtCa+ZLFl3MMdhHiOIZ2HVOW+nEX7g50zBCewQeKQLrhBBnUiPIQ9Fgb+qkvgal
v4nszEFkPFyMwOtXCNL9OmlQgUx6rzbyS00DPWrUSAFmir4rRhQMGMiorB1SpxGoJESfuEow2dTH
NNI3aOgXr4C8UHfo1eekjC/bKXbTLoe4LDKPk872qmQeerDUK1oAUa5RuigdNKcpDvEAyVVaeMi7
b2QMVxy9ZWC6FGsC+c9KpWaPBIYdSmlc2uXodtVTJB707gwu+E4YAsT07f4DuqcNVkMVbsJkndb3
th09CY14U9IfeYURnP3Oqq6V2IsZTHg8cezDZw6x9/b0kzOsR6+SgWVluNHD+immulcK6GkoQoAQ
GGjEtxJTsWvo3yve/WeanxrYmo2A0wYpwk1dBvhqLETyj0m+nJqOlNfxgFpycg2DaGzv0RpFijPf
853YQ5ya285AsIop0sKNtUAoUPaWlUCBkMJjAcB2Wm3NeTuwq1Je/6PoAGSEtw8VZfChpaxJL8pN
ZaMM2jYfNXBbl4eaysjPtP3Q5Eem46S2jO0cXdibX1/5bUXl+xCfnGZKQ/uFtrJSMHXtbW0aUMgN
29bWEAmobYWflzDo15d6d1RPjjBJxlx0eWJspAI5ICQXgt2aYAD3UfsRWiVERolTQelnICk9c8ll
K/rJqXnqmzvNbVOikKZvhrDbasnshOO1AFcfjlY+RJrbBLthqPjlKwKAW8kUP7dJG6+tnX928ZNd
2myVBXYpQr5p2GajvQ7zaiVwOKSyKxwdsjOHSsCLObaoLOt2IAxvi9y+LBpY9zWHcp62cz5u8jr8
XFG5owYwwiyA1sKpaepq3dqwVqJdZfSibldSbtWMrSjImhWo2bG+0rrQjaE4VsZaISUxEBkI8IIn
8MmxacV4smhEXU+9W1rxcnC78Vw74zWdt2P1ZObHCkFiHAxD0NibUqwjkNEXnvOao9vf5EtAr44G
4BMBnQY1WbhV2T01DmOxDc17Zl73xq09farMr515V5Q3+hBkNBj416Fbo0fZ0G4IWxE9KDIwSQN9
Wm4aYotmCuBjpg3rONpEbMPitVatAJGhTu9UIcA9rTJ2g1BIRIZ0QuFHW6cUCt2mv02NZkfRIacP
54MO1ZKNvh+w5FqjQOMDUXFpMqyy3t4MkRcP9WFS0A2l9AadjIJebQiZD6b4RK2PgwSmpdQ6j3CG
Yrl3lblNc7aK7SSIxfSiw7aRC3Vj5zHEnhRS61K/Vq34aKKajG43NLdubVruS1o8d3a85ZAG6iYE
N+gurFrLBxHPQz3eiSEl0m3N11X7PGpiZSPKKdoG9JHycSY2dCpJfJUIALSzwp5jfizyNJjr0k1g
yAY8uswB7pAdibPbtOZol+iw/Euc1NB6SKetAUB+TaI1vD5QKM7hOOc0dNzHvfBT1gREQleUlxDz
jGB0R0jqJhu8/dJjUHeN1NhEWuUXxnyEh64rADAN1YiSqgqYdVEn+VZU4kqPm3XZTX7dU8+uE7+K
3RnWr1psrKG0vMmn8jIdBi8FnQJUrk1oy9HhQTjVy9BcIqe87bJPNFNAQ3XkBBxwKiD+66wYn6tS
ulEJhdRcoU8J2odW7R70AF+laQIt3XRQifhiGtNNX+1rEJwXZp4js2Z0eWHtB7U2SHIxRuZ1Npl7
IH83Y8SfYKWAXmEoMBJjHef5SjG265zMUsc6g7azZlcDGcHyzyDytjYj6QMwvAK4I661UG6YCfie
i7UVH8FJ9xljW9HV27TP/Nj4rFUh1u90FUdQ7iDcDtMhBzKXPIIPuYpiIAJQMlJyj53VyTho/slR
t5Jz5+R7u9xJIAadcwP8rweLQaGJ47QW9eDlWuMnsfBQtw/mrwVYwF2IkMqC3cG57PnVMPJnG9xJ
KMLDfDZ5S4eNgPVIGIX7qMMCL4aVTMmB9gzzGUhx20GnDmGZhHLsBrJuL0LAR6ybGm55gguXR7VX
5Rb0inCK63q0KkMBoKhdGa5TGGpEOmiqdPZykboZzxyzvG3Lz4Qg2nlJRsO3Q4ZqkYkzErpAoQWL
GHlAiDb1rd8bCharV9FwrMrrjPcOiOUuvy3Gc47Kr7ZCPxuCk5AIHp1ocjlE2YaC3mWU2zC/yI3b
knzGCeMwZJ1i6tEKFJyACKQvdWxt5tqIWaFkgYftVT9tSOmi0ZxTWhUOv8SzDbpD5HYoasu/gnr+
zOH7mp7+5EZPKQNACMEHYxm62Sm6iXEIc63zSDQGZXPfmdfEPjRzBq5O5WbGVWPoO5S/ILvrdugW
uCpG7jaQg/fVMTH2Q7wdMcmMbU7qC7gJ+H3cuHnm9j10Efk97TDdnlBEdOs8DFo0/s1QIp9gptlC
HRJlpWeF6BeNJd4OsTcvQssa+lHNhy8EpHKps+wYtbwtIj+xZ7egrUPoc158XVIAhnJ/AhlPO2WQ
w3BHV6Djm4UjGoJGtChJdI/a+KBHozsau4oxaNrVVQfrAiMjjtFcZd0mjzdGemkaqFbOGeAzzEIQ
8tA+eCc/TVW3koZYCSi/YXTpQlXtqhTmPfj4xmDOFOZ+VFhQAH8uO+IU/NbE6b0ohrHp9nPj/jpu
OWFT/CcsOzVz13gZ0axFl8Z0J1I9kJCPBLlhHVUngyhbKpAb1t306V00QgU5fa7jK1YMbjQilbZ6
fwb/H90jb2FNsRL5NkV5AdLiJn1Nsi5Grm4YPNGnOnajptnTMPP7bKk59aj7hEGaNZd2hiIROjpg
63MKy9gULIRYfACTT3lUAT4A2jmCqFhmkV8P89qsMzcFNXGGzAca7XVm1F5a4FxlpT/X0k+TCB2a
QUUyuQMJpPPrceJLKPWzWX0aN4fgZQuU2jYs/xy2hpvV1h6H95bAssKMujWqV4c6sa8gEnqptOS2
J0HMyd7Ag4OY6kCbejNY9ZXebExM81Rpl7MlUSHNPkL2+sko2g1kwlBYGNBjSNeyM5eVSxI9RMhJ
Pltts4N56VZock0NmFLnj71dujbOUhBCvElpgUiJH2M2qlK71PL6shqtTVSNXlw3bt33a109mBJo
39yAMCd9VA/3FYe5TFKtYeAawC3aJ/h/TSwURa2AxL2X3tWLG9OSMcubMIWvQQMtC1SmaCU9kwxU
T0j0YQ4Son7262F+NWb62TCfZAkyMlA0QLHpIqktT9gg/FbtVQ8AU0CZqbrLScOvcxFUEXisrf2x
CKmDmAv22d2xVnZwHlakS7Lws1s5SSJmNYQoTuvaRsAKGJsX3RJ12SqpA85EvS+DWQ7N813Ox1uE
3xs636BpbSa2DApHPBA4DHRXjcPhhjAbJnGV+qTyj3OXwg4HsMJYPBX9vAGsf2HYDrSNiEFFdz3D
r+SC1ija2euRbbrscGZg35u/5tu8j1cm492YW5sahAhoD+8pEK3K8jodhjXekFrbsovuUIPcymlr
Uc2bu/6couE9JOF1Uf3AZ8vmWkdbhAFlGgDCSje8uhRbEK4eC7PfxjUoT2rYUvAZlsdop/kWZjiO
Zn7TPLyPSy9n5M8e5UnYkpfgnhhNxDdpwS8h0t/Smnmoax7DFBi/BFq5YFcjO84yvfv1gL+DYLxC
WT985SYD+0yfFNvoSGtLFIuEOC55/YKc5AhNIEVzQG359cXeHeCT4IAkBM5JoONsUqv+aGFvZiFE
rOzFiO0tE7dFUnmScc+Mm6PG1JbHMJpBHvTrq7+T2Z8ynoe61EH2MNgGNlXgrFnB3B+UxTy0Vcdp
EAYGhNK/vtI7jv7itNGBMcwgm3fIE2t1CXWtl4riI8F3XEYWgqqg+drWwp30FEdlS70ysXAOIDRN
6Zlz4D0k9rQfAvT4TUfpLDYZTkvoyqBIoq6eASvHeNYY467TAyMX7ojQI8Ntnfnm70Cgpwz3PB90
MDCVAB0U8j1+v6zdOrxrDY4AZ97qGHqr1Lypyo61PDve7z3akz0QbgvgnqGCi77nvXSBA7bl3VL8
d1LgbxpsLywdrAuEnLaX9tFFKcyrKbqH7dAD+s8cI+DRtAHXKjxX3HpnVZ16vuc1TXo4kNmbKjce
wyHyW5NtE8ICuCsg6Cdb0Hm2esjOzbd3No5TI/iaooeCBJl/AyevJ7TwgLi+uajH1/1K0Ng3EuZJ
+SlBMvwPn/PJVgVXjIhpAjOcYeUkJvEMVnl0vA8j4cVGexwVwOLqvuYB0aJ/tle90u1/2KuKuGfT
qNkaIvZhG81sm6Ja1mMFL9siLMG3BMVKHafume/43qie7FY9M/K8yUxtEwH6WzYMiXU6zRSnt9rC
vdoJTYr1q3uMhX9e82/RPG7Py97+f+J4MBzl7xM8XDSdePztOnl+/JFLurznm9JNGB8YPMF1C0oi
qFV+YJJqgn8gtmFBPWJx8P+x+P+tc9M/4A2cEtCvORpALb0uvhE72AdI3KiwuUFs/AkkUX+DR3rC
QWDMAiGZMgZOKuGQub1mLT/MTK2Ye5LDymA1SktHcYsMnT/KvLnQumKSrl0o2CXFuXGAylv4Gpw1
vFyamkOLVD5lTVt9/mHsjn+GCr+obDPGofXiJmRGJjUMYp72XkPZ1TKzQXCIIYQOFb6gm8ZqUb/X
q/GItoBJMFiJvXslwQF2CD9BEE+uyqSZb399J9bJGYixQYdKCCEobAfBcgdh+21EZ8kaTHV4yfid
vejyBHz/GOyPNuBO6ltDt1/iBg2GoLSfIrglKj2YJtluRQzpbT+EZDezUj+yEDifAlX23gg1FtTN
VKzmRHdUX+arPu66HDZmhb3veDStWgv8q2Ym1zXrQLVZeHE5eIxmlop9CA7mQbaKXKDTTee2lBbC
kU3SHFtYal3zWJYHJENsa/dVB0lOBRgxty3jK4UTIMDZPtzmqPjsIYbgruzzrRy7NhjJLN1EK3pY
/pnPRQc+3iCzB9wIRf/FWL0M3QxUo9Vmt2pN6kY8ujbzfDvZkXmXd1a9SmgxPcL0Il5N8QGGkp1b
I8fnWvbZAnQ0xtXHcej4qgYx2jXKZJ+BqHYv0go4Q6XHV/CGiB0+YYBttJHdNSQCaVCvFfzxmnY/
1wzmbGM4rbKYtR/hdAJBnV22i5cIA6FVpxtbAQxMJhPGQyU8dxw9o5egI5vPohsSn1UTiHAqfS5q
MVUObLzIZdhr49WopxrGj4ZA9AyivpTQXTpjQeJFAQI9Ywcvxd6Fn05jPuYjgFII4fUdaCZJuG5s
HVL1eWdZct0OGnG14a5i5N7ieHzVYhJWxBCLalbxpKnmgrbxV8v4P9Sdx3LcaNamrwg98GYzC3ik
Y9JJpDYIShThvcdqbmNub65knlR1d0mK7r+iFxPxTyiqgqKSYCbwmfOdc97n1b/gPDlCzEHcYeW4
JSVjSaNx2/THXBz0cJvgP656+c0y49ylIayjiXWJ2g1pmzlr47lWFfLbWsYpEeIbPbvLUcyt9FnO
TBIo6ii4+V6O7rxLaK+Ur7kV+8NKtjaVtcrN0EXYZIPLJ8OiKRKwyAlOUUtOfnvPq0RHRjWrNptU
H8jCQoZET7+DeQybrX4pBtQZch6PYdsWCwmLfAzhbjwmazPZoOtCQ6DldzeQ35UwP5S9ISEjmDiv
43khesXaPsRTDzxJxEBCaXrx2pbbtvoTXuR+oujqNYmTLdz2yXqmD45H2gnmaW9FgfrIEGeHOBOl
u0Yv1mumjHVFd6TRAnYd9Gtd1vOpHpf+NpIJ37zWKMgUAdESSncSyAo51rDQOs5q4mayubggB5MS
Sf72RnG6uBc6PcDKiTG4s18a5yEBAOZBf9Tjo45FcnrXzPqSO1mlC9S0hramCzResKyiyI2G1E7b
bpXuScKve9g3/db4BmzVIVBxLMnpLy3ulthftaR4qXdSz3n1JALzckk7ZKRxMcraoAZy1v1BDttF
Xpq2B0VdtIct39H2703ty50sUCfobkrkRn4rDUt6Y8Errr2WlrDcaJ2PZhRN5ICKTftSqbHwHRX/
dG+Zk/gkzElNYqgaUdXERvcuNHC1GpkCt4AuzS77bbZ7sU3Po4StUgcBJTSWIfYoSTRRHCMjMMpx
D3DmqsDNrWkWmphBft4qJtayisPzhqAY8h6WcdKwhLBHjY9iZPtwRWkZXmno6x7TehjJWs2VfqS7
H5nO3krLxcpnylKWQTIwV9vZzbR6Q0FL1WbtlNnRNgZaL/eLiB5vLR6wTqlY0xiu12rVxk8p5nGl
vQNGAmSqCTkZKiMuPu0WfVlPuSJVZrBCYKMMaaaAO79jZ7LGRJa5BFNIVXMfPhg5x3zMdQ89MIhb
uW61c1uLllNV9ah/MkDbPsVGfZK3WL0rsri+mtrSw21LcpOigCq9bPLuZRwIFqev++nbUkqTo6IR
iXIgbCh96JJXgVUEHMYxcuy2fKHNBqREPg0S2uBMjRSojAEaC0pB3bA2fmfF62GKMY23l2aSnkrS
4LHdzcM22BA+tY2GmHW9YuaNKDMmSdVv5s46UccnILDls2nO8FqnbJKBUjV5/m0ztMesx3mOXnVz
vdZav14ZMusVXIZ1qhvcHSC4plQZBro4nhDYS09CxosAKWrREqOd7GYWDDFBWwuxbXpM4SeF6Eer
x2SrykdZF67M9yVKuf/nSZ3or0A1Dj9JM8j8DoLkJay59ETDOwPbWvEQ6+RNa6YsWPuZAT7v1YOu
U2JSOkWlOaM0zJOVK1G7KCKmcMXcPvV7p7xuskRms1otaXzMhE51RmlL/KSZc1pKulEvWPrIH98O
Re3ZSFVQfaxDwDWmJj/P3GJHSEqqfrWhDU/dWCWz201Z/MBXXbD09G1nCFhOSMyLe6UeSaTWojzB
0kSPTXFVgmE5Cr1kr+RXPGDT+12t08WEvZcC01tQSk8vlPIBEIonm23xDMBGS0INzfLdgor2qdqM
06rOCr0lrMyUvuDF7HPlWchhmS/zApZLWKbpaevz4grYY7+v8YND46KIQaWX+6mSWuHT0FalI8gw
b2MVuTOtIfCi9sVL1KJ7LffOdLe4UV7lsVkcccqtsInp6EyKlIJLn3evCUnIc1qJ7XUzy/mSAzT1
kUlMAcsy0Dg4ayGWSLq/sW2AeTQUJCgq793epOkMeFRh1cryl54s6sOUEhPSEABFcu/j416Y46Mo
F2Xu6IBfkICXAlWKBkqNN+UTBCMArB1kRMiB1rCap3jpnqDFtG+ZCjenWw3LZjKYb8Ums9VBSk2v
c0GQ6sbq0PmrCHxwW9LkWZdqMsNFLev35H6nhXz1Vn3O91VKHR0YyUFLSRjMsRI7+2zADNj00exd
fdiZTeac9gdtgA3hKoMyvI9rkoCOBtNp9OBphDy+9mD2/AVxgiNJSn0PZ7g9i7Ihv6eFRZPOjzko
7yWDJa0BCXFOrpG9pHuYs10d4RPBXEo2kHa3Ljsg5qu7pXN5WDOrff2xQODCM51yeAyv9AaYbglY
69JKAHOI4ERmWlzUWbRJQqo6jKzGwxZA1O18VkVarxZlUgEeUaDqx8p0hxv8spwGevdt7uyKGp3W
xvERW6XxPZtnlgJdX1hmzHG97tTTsue03UAuW3lqqOEskF9tAZ8jGTN7Bvw6xmswVDFRnV7L6/XH
towRFIrpeeisjzpNrJPVmMN7DfwF/amSqNJTkdPhA7yzQfJp9T0qIsWQ5viWqI1rZx/KfPUreo2v
PRpWtzWl5QVTDmxR5yS+An+rLHu6BfdgA9tX/ISGc2xJMwTqTl2vP75JpMGAzDWF/+txi+5UWJb2
NcVSeUZvpJmZI+RwxCA6baxvVke0kK6t/i3VUGzoSqFGa0kbiaPqlRqZVbIm3rJK61UU9PbVLLb2
ZViwNrctkOmSK40oqkR9bl+3nW7bmcg/aNeOX44tY+eQwEUFO+TsQ48VKMAjqYx98FSRhSnZJr5r
UrYh34rO9cftT6zZugMn+cdR5T86c//bA/UvWs9/fTK//aJ/8mn+e7BmjBsYRqU48e8P3ue38m17
Q9EJc+v//K//PRS3vwX99vb+htAzfPvaVG//kHkOP5/N/3ntP5WeqCgJLMGiaIjwyQj+qfQ0dRVJ
IQ1nSDB/OqD/kHOKGnptTZVEmhr+PKDzT4p+I9sYpgyq5ubw/R+c0H9NxN10nhxMafQ2OCFY6Dx/
S+VwNO9LuRb7Zz2mj7cTj5Wqu+2gs+ROLj/sF1Ub5M1foZdYw35J5f/xiy0yDDIcFOy8fncOullN
dOOojM9AAL0eEu2oqs+ZVXhCiVxIlCpPWJgoTIwz7f0zGkf0iM1ACHnTeAPxCTisgc8ZDuqq+3Ja
fQHH56VUw4A9POTgkst8chOxjZauvS7NV6nSQB7Xjp5o91VZPDXt15SmKL2rTlg7eEOlP+XbfLZ0
ijcWPS/F2iDnosCyr4GS66/GWKU21LknTh2GrXQwHeIlh7fcBiB2LtZ+I2Vnb0qiTdHcm0/g3r2k
b18pyTyrKqWTbnTLLHtPa+LxNLnX+/Vh1id6SMhPOnlvXpbSeMogJ90uifI4mpFM2oOwRAWEqsVi
pavlOPVVNDJszO46crOKwb8l+tZJOOQks0c4Nx7HklMtxt+2du4jzrRhLeTvKexzH9mbGhiAd6w4
9lpl/7JuI+fcVEjp1BJ8eZ89WacbnV7GVUWuayjwXkYV/WdH2bDuC9qUEajSJmff6ntGORxa8ti1
Wp0kE3UwDRVqtnmwUd2fpt6/yNv8EK//Wfn5MVxkUkg6iBKVsWrdhtNPiaRu6KpplYT+GSGtK67a
kfO6b3GO7zLtfmM3tBV9uZPz7GnWk2NqlZ7aw7UvjQvbk4s07RH8ud9tROiwLV+SciW9wP1q2iAV
tJDWBY63sZdKs6tlaoiQ834f2yCLrWgji2wDCrwQi12beP1UDTE9WTz2XD/RivkixRhCLzHdieux
q2v2DERwt6ezM4qpB7rIUOmEl6YHUbsNcEjVGZRj5JGzU5bkvlN0Dmn5xaBSXpTaqRuW2ZmF6ssy
I+WcNFoAURtOW/taaniTz8WFrFs4Kcm9pVfXSjZOebneJcp613bdo5XEblkKR5jkz2lGudmSn+c+
8aWxdLa4uhpMkzVVL4Xc+4a6nufkG+IsV6+qawJYqMcOoLQKt5MYIdLoK2UVmfV0YICe0j3+C+8t
SfwX6wBBNYwJjbq3gob91wc7F31f1ZjMPvei9dTq1hNHGo8Ksb9N/UsvojBeJDSdq+a1Y34eF3pf
+uYh5sSj1jiHrHc5jP6+y0+ZaXlik/jg+qFKy+cWxOBSt1c9Fp7UbXKz0ji1EGknRXfFkn4OQVqP
fddF2qoFKnrqasWeQZuBqy/e0I6fY1bCIWaDV9SgZr7lxnbMitlpdQwlSGGiYHKVPv8ap+UJ8A9F
ffhUXb186s3cbTGPyKAFN1nl6dDgObH61tYEcFB9mYTeJsr+PMGfGTkzrLdb317pRQoBWp9ba3YI
KpjDhWewCjVjTW/4cE6U+a5SKOvTvVIZK5n23RPSAe70cq4sOajbdCe6rpwO3N4tQGwa65J2n1R9
voO2FTbFO1Q05Oa1LawGyNlvvcxHkNFG9/1hGgDi4ceV30TjYwOtVGHlj4Xrfz2Tf5Ol/DGTpRuq
gO0GLo38W0kqN/QKxmTLuV6bz9PIkpJoAT4wzqDWYUdd0FpAocTJPbJeWkstT8hbYMqTC7eTjrzS
o+XvFbm0Z6kE8CQowhYKAAYKfq+qYayrzrAUF7OaXPJHnwcTvYuiPHdx9u02S2TmbcKy3+uAULYb
8tW89Jb1F9WfW5fD76sVoDUDvSXaSJ0t+pfVSi3lztCLfXzGG6cDSd8Gizy5W78U9AX9FcTsN23H
H3dUge8OGEKjC+B3ntgs9IrASXZ8VpvxgK7bN2zDJcalX+44dtozRi/HbSb5iaByxW5RnFBkEziT
GI1r779+vD8qaj9/dOgTtw9sSqQQRaj7v2W1FY1eK2WZl+dFh3uYd5FgUTC/bapdrdOQqwNcIMoA
PtrfTgZtGy6jhkhb83EmdsVicvVGv+SjchlLdlToB+lknBrE2WtdXznXHztWVIioUWNB252bKwyZ
a6b1n9U9OSLGpmNSfq6E+UEf+Zj1Nn2G73tRhPVTXyqnvtP9JE/eq6oLZnpQzG06i6XmKkX2fWDX
lvX1bsj5JYRAlVk/Qg2YoUFtvb0Z3eBgR/gJltyKm1/7mlTKvcoLbGyQvEYWngZRP61KemzLavmL
DfA2Yn69rZC5KBKgIpcoo/xuhAaLDuBGym3lrBaSiQyUMv7j0f0/CPP/7WHgv2OkL1sWt+2nUXwj
V/5ClnzKqqYXTtAhv/8Sx//jJ/8ex8vG3yDUUTED3kh2wiAk/3scL6t/E1WC9B/yaWCsLGl/L7QJ
JjppljnQS9SJKIL9RJQUrJu6WqMIp+g4lkFC/48iedTXv4wR0FyU8hWuyH6q8CZ/LwOrssrEVtr2
OK3z9tmsVTCsGQiAj7KcdAAHAEJcaFX15iTyZkF37REDCbBH8hasSNZyXodIWHgxBJFob/r0sxjv
ChvGNFh+DVz9ZYVN+L6o9AtahQzmF8Q9Ldt6mnt4LZc1AK9yZguq0vQ65n18yEDZd+QT5Z7ZWu/n
egJiC9R4SK+NYdALWBv6Nz2Pq8skTLJTqWrhqbJR+vIEUG9MyYepan+vKRTCxBUcEbkrcCJTKjzV
ltK8aQvvIm5Sqj1La4Go6JQGABOUBL5D/1fcezSx7nfLtuvvmSab33+8lyE2ipgudy01PaQmrVOm
4n6/4dXprMAN7xujE55IlpL2tsqCq5pwrL04wVvI7iscXrQi28/GiK3MbhjrzCec03dxkvhwzQxf
oUK/9qK0wFxENhiaaATxZvYydDsd4905x68JE5O82Px87Rz8C+UEp6pMftiLXj8lw1g9jZXcvmag
2l8lEgiNY04C/DZQ37WGLUmLZ4+6xAcrx2BkVxMKNjisTR4KcyAOCQ/R3DLL1ttmPeTZRM87huzd
Z0luYjR1cvw0rkaFKJ3Go3CjsYqMGelLPxa74kGbl0KxoXaon+K5Sq9LIZOXwVCM/BkB44A9ial9
yVvRCAfs8K4pJMknSYqFz3NcIK7aBysqKAp4MVXPiCwuAJthlR150p/aUd+/aDQ4vWcbiRRny5Th
Dm8gXwTl/UqSfL2sS7oT/KnLnVGDltGmnXxIZ1ZXVWzSd3IotGSJi/yqilJxXfFQeV2mQsFBYgOb
k3AkcTlRb8ck/tGVP/vICNPLmlHixH2jeVmTUXzp0nR7zpJKv4pzmiL74yWk24tP8w5vY4pFwTMN
gvBJ7EevWSSBOKuS6Tw2zUAttz7q8n12NkEvPIsM8zNb012Wt5AiieG8rFmVt3TGOKdMb6UfBFt7
OAzMh9rSYYd0BZ47El65r7rVc9ZFGHrWsGq7UkVNvuxob8gVgyuXR+YmLbAIkHClOhPwF2cFCM59
iQHeYcOMxpb2MQvUlB7kUVMI2vVJOyYZaJChQldbWim943ktukvJ9WYA/o864GN/kyd0VZPRX6ne
CV6VlSKHuP7FunFBst3azoq8VR+lVa8XfdzSc0yw8x7j8B1QJpvht+RimBVZcS63gohiU6jWbhms
0V3QS38pR7zpIIPDsE6TfurcSuwxCsS/6NJJTFMpnhFRFgtt4DKFaRNx3mhck2XNW0AuhfpudTJD
WG4ZOrSUujWFRlfTG+xhqu2s76PoxQv20T2+ukONUOcBfLKXD7UPtxSZ0ODkSP0SsDdlFVgr7ehl
6c4tlyXjfjT1d0O6K5JASzEhmqcw0ylZZsd8fxM0u5M4SmKqkD/kSkAnykDhpImftcwBakjWlONZ
WBM+A3NyrJhz2rXu3+r1uVNqb60iubnL169bmYb4OeTZcW53e7Ikd17uZ/loZRf8ZlaWpRax8qnO
M4+W8jcyGD21NbKaPo38mD7eTS2yLD/Z5gxi/Hxp2gbEgJfFTq5lUVH5ULhr+WgYw0PytTVCaQrH
5gHXp5qUfMGZlcqpeC1qzW7RW1Z+bH0z5TBncZ6wLKQJX0UWmvHJkslupLe4y/ze2JwUpn4v02Pw
Oe5pjv0iKWtAGtRu5yiRODnHqF51zMewkguow7yv+fA00urJ9gd0a7XzRTvMnXIsSh33M6q6xUOm
fdC3YGcE8LKUDU73YBYHlYT9l96wVGSTwihT6pLx3VoWMWzNdPyskHv1eux2Sm12W0s5KCa18bnC
d67pnVql0qUU4CvJA8+JQl25al0AO3YNhAG/EY+chx3X/RMAd2/o9HtNxpBWGodvcA3JKKmXPds+
L+N4Lnv9E/YzNCzV64ulzaep3N2BLU/Ol841M/VslC3lHYUgL5OVD3zFXsRa/qakiIO0h1o3XwvN
aoCMPrUoB5TM/NRlbyKvHrozKwgYTfhj9TTdbfFg6/X5dheNBcbhSNELaYS8dMduxxxgHDiUVVjU
Uf+l8nAoyrsZeOBNG2LGFf7xkoMLoqsJrMHsWuli2PR7SQin1rDsvre9AMrnawzsdE0RuwvaoV3A
fFi7jT88O/pBkyIGyT4FxVxdMulrm2XUBOJvsVCc2po+7bF5TzUgoaXu7cvXDF4ZHnGGXIdr9bgn
uE4eVfUrJmGeTu04C5otdlrzddOyQIKfMKFfR1FskRRb++2k7UuNll7mkxny1nt7lWnMIpIeWocw
0Kwy7nmuABhXu0tnVfc99nyxuV3GRvEzOT/nu/VV1ms6318rMetQiwvhIuHngbBaxgLYeCwnZIpo
+6vDVF+Lxs0GGmHMr4rxhKBfJmtpKqdm8ef8G6ztU1bdzcpTjc9JCob/pcLOIU483EftoYLdOB3M
mD4YObSMqPqKa5bTm7RX44HykRqS3Qit2y8HvX+YbuoVyy+VPOIUlNuJ+a6Nmo82FnxqJOWfKu0l
EW1av2uKb5VVHY34MVNOowCuX/Elw7113cg97XGOoDXiFysXt9dKj+8mdPFafWpjKm6jp+2fs96W
G/q7OyelpAH2zvTo/3KlNQko0wKdvUtENqubrIWzbpHZtfQixN76XYg/piba449u/Ky3kSx+7abj
1D1l6icYZkgw0rl30hRVDfkmgF8jKqQX5XmTriCk7GmIOAyxYj6ZrYs1iziEkoab2rESH7byaRSX
LwWOPjw2NVLZ3PQxWPbvVnEUVLdqwOfitPY9zg/9VCNdlUI5f8Bdy2Z/QrN1lIXulCtgD2gaz9JX
udDsJBYw8fTW3Js1l91NRYqliRMkbm8AEiNbr8oSGoZHsBnpw2VcDzNL1U7+ZD/oYABu/Rda7I10
gLTlpanOO0su2Spx+limTzMzSBiCqjn08yum5lIZLqBm9z5xm4WWHJSAwI0coYRzVeEAdyMFGoEg
XArsMTPosGZ3EPXv6Vq7Ik2bJm+2oVKeJk9afy0SE3736CzE1HjU21VeXzCZ8Mr+lC0rXRiknTq0
qO3iGfMTvRY23HWpTO938wNLCtuYvGwKq7ZjrzreWH15NEm5X9/SNj7DrEaBNxQ4QCn2AgRlWerP
Ihm+CgPpjE4qwsI0wTUULdjsoc92Wm4M9mcOlpPrdFdW2KwI93rxpd7vOa57Q+bfbCPU5aNsnzs1
lHd44ElIsVbGBSP/sheZN+l/kRGQfoBc/zy7/jiXcAazJFEHQ2+Zv2d8NCltE0Vq6OpqYkZs3i+l
C41dpjXN6hhb0EK3ltz2WN/16lbR42SI8xegDZajiat+wlqr9WddAcxXS/NLSzddgJP59KLl2QJV
jvYHvJrlz4CALu0iQiETdPmRKycZq71g3uml1NyNU9aHYz2oh3QRF1eZuP9Uq0GLzDnP1CrnYwuu
zKUL/ws15r6RD23FHNxvwRrmWP0y+qOlXwypes+G9dHEINomiLa3unPTPChxYlZwPeTeN0YNsdzA
jSmR1ptaW3SSOQ5jAhN7HfDPqzbfurGpuw6t1ocx7CPV9xp3VXnal0vaCo0v7pGBQWFym+VnGujO
OpqfDVjws9y+y4Vyc/87j9UDHRLHrVcHu5R5kgXJT62dPNZDzWLupLR3EPu3d2VZn+U+8ZR6ZsUL
kmFxppGkhlXnkcUeoltUFub6eeRJGDD2vHFjSSQHPrzv2UVRheumvlXpGDHV7suMmDac6khIt8/S
svhDVQS3wTTNOpDjOmxxnKRf4ribxqM0KHa540+XsgPmT01XYHMQf0mb9qigd+4+9P2ThPzUaJ5j
0xcNAlAsE/4iISdxOP8pf2LisgBoWASMS/MSJ4Pf61wYzvRlr3XzMTeWz9aMXa/WlmTEpi/Em/u5
wAM02Os1oy8waYmdyIgTa4h+0qrFH6mc/yjP8q8LpT/XSf/nv02y/PKq/4/8PSwDi17jv8zEPH6v
i7di+gfN7n+42VuzTSN11vsbN7j5OT3zz8v9Iz0DHFengqnIBhVNMo9/pmeUv/1Ii9IlrZGA+Sk9
I2t/owIqArunM9j8w4rh733Q/BMoHEaaTGJGNyWkCv9BmZWa5i8D8A99pgks7zYwfypcEQipBv7M
yjmPsmN3GC6o+0IiatT7tnmWD7e/qhfzonsGnZf+4GD9dpAeYVtKd/F9dsHyx6vPaM9Ctki/8vI7
lryD7GATf8hPxVsZ1bRH4AK02W1E1/8x9xJ39TFK8GOncGVX9/TDHBXeHGLywNerKwetWzzEBxl0
03pMnc3pwu5IY4EDq+kIuiQSQjZYF6Fc2EeAfH0xUA9dUAS5u3mC34T6oX1MDoorucVlCDLsm86S
20at3/rkcS/JBT8KyVfcMVRd4XwTntI3cirORthd5INxpwfdZTunrh6p7n4oL1k0h61PmBuUvuoJ
IeHYobmPr8IFP7mDdWnOVdgd6NbzMoc4KqIT0RPOWoCnYGTCCsAo+ZzecbKJETfCyHiOryQQ7PUr
cKgIwbeXc1nFH+zvkTe4sf+U2ZYjBbqbebIXf+gO99VvQ/3H21A9KeQKbhcoLikqu4kG3xOv8Wk9
EPYGFPCcgU82BbWb+ovfRfjtBv1xcqUA5+vX/ohI06chxlUOxcnwFt8IikgKaC8PZ35qeajuU38P
rPuJhs8IJNf94hpOERDIqjaQeIcUdrC5s5M5sZ0f0kN+MH3lQzoUVxiu36wvY9jwPrD5sqcnJ3EW
d7QNZ/a0w3BafP2uiVQfz1uvCNpQ9Cs3DaHU3sd32wnrWlf0RZfGPbtz9bv8QTxV7/snYjGCj4SM
g0wjoNNfRLf3sN26WOchKh7b59rrovUDc0VHiwy34iLZNT3OAUfKQIPYNXqSV/j5WT1rbhnENGRN
bout7KNxNSJObNztLMDc26eptD5gO+rmQeaKn9WwPcjH5TPKFRfhNW/W9MZvGV+zD4fqQ3VUoilk
I9toZryoD9KVkRjEXuaXXsc8wfPw4X06ls/SNfvK/OGV+T2EiyBjrzmogeBnd8Ujp4mTfChP+rk5
mg/52WAG9Kc8Sg/1QT0Of2HYAY3730z13yAHdFPKDV390nlzFg/B+uqPbuvCBgknGzsZ3kPvfnyM
QeYbzMoyaqPdVT1YFc7oCk8oUO3Bq95IuDmlI9ociP3Fg83sFPanzM182mEdsmieBQc2lNw+Yob5
RSjBEbPzb5lneIwiJ3U7B3dw3/BJoPC8FUb5eFSTQxXgqMWf0Qb96lbBGjb32hFkhQeYMkiCLMi+
YyZZclQcnOH7/rV6nsPxiEr42YTfGmbBdteGlOMcMqLz8UFwDEf4pLo936Nh+5VWrqg8qlHhxG7z
bL4mZzmS8HA/YQCtnfU7BmSURPLT/qA9GN7gzwfjjM9lEs2H5FQe9wv95L56pwVKczV5dWwnTm5L
5zXQHInhvd7mgz87pi3x/Q9Sw87ba2l/AwfnQZC2OTS4gyceaLmz3z9yfn5xmZO8NnbAejmbXblc
yRsi7bCc8nAOchZW89KFI5g5zZ9hh9iSu3icMZ3Mx7lxCy3Go3BMPjPi3NZ5020xypzdgRXIm3tn
DT+pAQ/lLBzr0+7P7uRBGPGmo3UtHY2/FZfdH33TMx8Qs5cB6D+GnhxoLkkZFzCnV3q1o9kEUnfb
4fZ7y/P2NbnTEzupbSDETu41fuoxBaIubDw1IMTzVrewW0d28cp0OMM7ute7i6M60rHwaIC3Mx+5
jb3YPdi8ia1m8Dhf2ZP9kbAjzC6rvr26daS5EAjRCkQ5r+pCRCFhDvHCeCWtxvDLXnquTmEsEtiB
sGvi3TUeDA43fjAiECW2HAhhy0XSQ/ucuJPzUwnmX3R8EJX9WvP6c8v8rScJq72Ckq0pnjtPP+9s
ZZxUA8Ee3S6syJLwTHp393vXdPgE3Ep0FKeUJ0H5nptDC6gruI8oNfzJ0/gy42586mzs7LzKfq8d
nBzsxk6dOJi5k4bbBuVhCzkhMw2BTPu3KcsBy13dL2ZAPOuzNUM+zP3Ew36bMdb75WLfhs1tk+Qf
XE70Dux1b+an9UDy+8g8xCxUvW+ylMdeyRQWv0yHMrpdcAh1xpjoVJfV7/gqZdHsvIE/k9eDCAjA
Ktqmc/sWI+jtNp6HEJkif0c4ERUPKhfq4CrRd+vJ/Jo8WhzkDt7t4p0nRTmDBaHGjw+SEyjQ0sJi
kLo0gbqYOHt5xE+dUbg6ht19mvh0tN86Oh+GoXXhprGJKz6rF5+cueE3b/kT1+e+YmLpxJ7uicHo
k6T3JLfyMv7oDlHFgetxuxlTwrV8jj3T63hL2wePxWldJuBXcH3JY5zY6fNw7Bg7arC7sD4ccNWO
HlU8Z5g9rJ2rX/M4Mf1zLR8IoAQEEmZ1QL2CWIWB7ore7G5MnM25MSlv/3a7Z2h8eJj0a7N30HvF
xgjpm4kA7o/ZyKSL6Ajyb0O58TD5YLI3/JKaz1DB/ztJNk3ALmlRPs4tVBp9PEhDVgKe3sZo4Qbx
CsG+DT2g8Ny8OtpfzPNy2LgdA+/a5NkTTwRx0J7wIz50t4HqogC5uz1pw91CuOAMWHq7/T4ovd55
hELIZ9gYcLXzQabCpj3ZTlkVCubs7V6QeuFNl3x1u8kjb77gP5F9QCSiQYy+85x5O6F8HAM91MOR
XTlzY88KhSNr0FG4LuEQQvr2b79LJcq7zZHEzb30x8DEmp59pucBtUGvO0JE2pDfJnsGM+82JOoT
a1NY3kYyq4vIEEtZPGKvD0h8uMQdDgU0Z/D2l/0ljW6nVDeFtIl2KWENMtjqDca3Gox0PDHy6Cr3
u6/oY6Pep2eF76TBEgrM4ttIxWohgDzqC2Hvh7GzHK0IBFlwmw4jL4E9ZmMGw3YAmc1NCXVZoh0h
TKPxm8oybJ1uaxW+yNxSmSF9+6iTnbk1d5QcCr/CYFTJ3EsUYB5z0RPvzeflXr2wpvGsK1c6V+7t
fre8GdUpQsJfl6vZhYtBJqte7BAj+eTP7Dqg8doGMsNrAOgzIVnqg4XnslzI97OWmAxKaGTRxEyI
WYuwWnNmNgrmBWG0GJhn7ZvO9BXvt8Bki6Fm6bZvQtCwrOEZzPRvPjECiPplPsnA5pLzbJDw/V/2
zmO5biXd0q/S0XPcgE9g0BO47WhFUpQ0QehIFLz3ePr+wFP3FrnFIq9q0NEd0XGqok7R5U4g8/dr
LZ43RXdHBCpvKj8Qv7qEbfvQK706sNknZC4YAsu3vcojmHNzHnIf8GA9+ag92zb5+YTPgYLF2jzP
dlsXV9nMkMyr5qa6GvEnc+1sob3ooE7CjzD77jbu6IQexX1fCeDXmfi1Z6/HRxkvYmKL0aE44WSf
4p/V1faom6PBB815DFhPvo/0ICG5tUvvQ0Ls+rrYNQQqsadhn8jCT6t5WV4Xt8vTvN8ChZ7IBiDH
vt1jObjq4U7hx+wrm2HxE1mJjyDpLruMjjSg0wA8u1cdaQQds2N0rHb5cgHDb3zNaN5ld9k90RNy
qL7s6Pi4BEEw8zzQsNolez5LQB3IZY4r4IA5sTftGhfsH9y2o5M7DJMSddcBwiREUAS3xDkpKUXi
FG5LVLSFXRL5CeXa7Z+gd+SfSPCQM9hu7W9xS+3zgoLlcriaL0w3DSyvh4bW3vUEajOdD6fjz6tw
6iZ+eABXYF/Ve22H6jUhe+bKh/pkXIX3lKx7/kW+Ew+N+UBt3bwgEPNj5mecYkcdxTV2puaSBTgM
5F/CQumb9yPG5NCfwkP1wPPloFDeuB7IQsqTejNJjlU7yYN+UIngtG/6T+tev0l2PB5+Nr2L+Djm
1+QJ4qeTeUPxyM8DSosJcnQ0nN3olvao3+6LHS6SMHOLQ5XVMfxoJ/kN+yyIFKlZs3s+pJs79FU9
eIb7fUYkZez4gtO4nXNDbPodpZ3K6Rc/u0guooq8Zgi03RTUPmHeHklQvdkjQp4c7G+G4cT82hf1
LqQ3yDnhX6p7fpiYb3u9ELUFMJ0bcCRykqksedVhy8Ps5/dm8weZnPuuzyfpG+EpB1DqLsI9es5O
dE8pVz0kDEHs4qBySy/9iv6392PmJYY/gF0Fs/+d4SSMQutYjsVN5DMKV/i6Yzomp6vzas5uz/9b
vC0MZarQ0Z+jRkb/WIJBvQL6OHIu0kvZg4Y+gEGOry5IAPe/qNIjn+MuFSLUfBz1R3FIDq0fX61G
MP9agtYPWW6LbqHwRcXRb1gh5++rXFuQY9uncGwG3fbSrRqYAWSzfAyg18wOOtHP/FN+BdRADyqc
2xbWEQRh1kLOdL0nEb0UPqcdsx4FqV94TNexlhwo/EyNbcDn8OI4u+733tVwtHx4d7s0NaujjvUc
dCfBFmxvh3s9ru7Dr3S3xbPb49pSEHSO+TiMxOGia1d+lLBRyJ8eYdpyWlz29qEGl//FAKk86BSD
RHROIqDyNQW/w1/GLwrsP8QRRNJbVCedUhenRjJaYuw8cFi4UWvbBw+dNHRX+j0fdvBWPkjt0sDy
tnAQ1kNC3dS3gua+wvjbh3wHCfQzSTSUJPwk7tedrw02oO/tI+fovjnwvHBK9Cg+rwHoMIyyhe+l
ibGz9qiiODjS3VZ/6XfxZob97SmTAmCUCQsuRqiXf3VEjFJQs1DqT/gWAheHX+ADE0gF8UE+Jlfp
YYuxLUFYrzpkILo3sxnYe/36iVQbD7OlixJRxfvxN3OKb6axSFG9rljRj06A5dfKJUEqkWaBqBKF
Jfy6/5M4xYcDdMGHlMCt8eSChQ2c7EgtiMoRNi3DAsLvjauD65hAZfWifX6zxVvzQdn8wg7hGryC
Qi2JyNRZr8OH8DK8bC/s6/ag+uMBrgoqHDYRa+dSYyKono4GNaPuc36/+LTHDyHx3uSaWGzG/LdC
zb44dpd5MJ4gmuS/jKZvTuOyP5mHzSIOgXU3bmkbn3B8nB9n50bghIpd98BEznV3md51T5sbUO43
/1ZQvMl8Y0/jDxfQ3YrT7PwYudwF/mAzVbZj8A8ilKTbI9etxzoYexAAK98Gq4AJRl3ITb2YwV3i
zM2vWF57krCGimcdzV8KgS/1Iw8s/WY3Sx4ehSWKdJtLWUksJ0JU1nepnLhLkLNE6gHQJKvZnBLj
UMHkYSb4mS1GC2/nYItuDAoNRM2O+nn1tthgK9+pfh10GLLtQeBLd9LODOjTPW8HBQiCwgYzxRuh
I+nreGd6h8dSu+1MrrtTUcoaseg93SdcpqCCkKI8Q4EI7MQdW8cMMBngj5+lW+QssQezrx0TUn0D
rz3uccy7BXup+VwO8qwkSImVgM4S/7TBFkdCr0SEuMXYZAvsgXaBa/TX9g2AuMf0toDfTCbUSy8n
rvdmRGCuiVy3IAirwVMS3Qmv9bYzOfHvLanWifGf4AFIgDscWocmJzYiv51NNz62mwHZb6ktyTV3
duI9Epg7XMDrLUQciH+2EE/zG9jmgRcecx+iJ3cLDGce3HDAtWJLaqzGFtLVhGVUcgjqau1iS0oE
9zF9tlzYsYvwR34V3UzejE3aSg4FZob5euLZ928rA9T/4rZuzD8v6stFVhtZHlviMnxSrvWjjWQt
cTLx3oP8ab0DOQgLY7B6WyBrYRq30FIJyhvpeqLK3H81DsmdcVOdqKrdrj8QKruefoEvCLQ9Pt63
jjC1BfF1SP14ix7CGziC7miUnZSddlx/VdQ3QeC6q69S5VyC5GASGPYXJNCEMaTGh5GQmCQuaPfL
dU6sYd60J/GwHqnved0Bp+lnx4ojklwUFxAi2JdfcY6Yfk++yjB4q+/TMz2oN+rX/lhc4IUIaFV8
WRgg60ogTja67w72rRV50w9YvptDEyBQcbKv8wP2HStO+ZzKm3atXnUncSD19rcEP93Z++dX8H+s
rfN/4eysQmXzXwPknO9x+z15JeG+/cLf7RhD/g9LVWGXYVIWFpBn8vm/p2X5DgPigmlYmsImsDjK
Pv+YllVRFWJylRadhTjwJs3+X7Q0tGPo0GhwrqEVxG+afyS/rjCR+6IdKFDI1BEQM1RGfDdpXJo7
r26NIRlaiqgcRXAEpwNokn9VRZp8T0HdXRQbE0MORnynjeNKMz4sfupxgZdPZ65JbK/f1BhAjbyE
6LJok3548RTfqHzpZ+iB5w+nbsBACMI3QeazK23U5SThhIlI63UYYHEe7KPNgMzs59VAnX5OUBrW
wcw7XT+iSV3njKvV8LEC+qLWzXjsN4OJvBsLdUbwrgvQ5km7C5d1HdysnvTPCrzEINV16avWJl3i
tC2kOWh36TCGzHYtPquAtd1OjNJuEX0C92EChNtJTVMSTh+FNkN6mrhbVoOiVJhObmdmCYyuzEfr
zDBUlwaU9LrbCjE+5Vbdo5It60w6qua0/ILFCO7nMitmesL2Yn5b2t5G71xOP2r6PmMI/zl48Pdb
ph246WuygGWeFRKROsxTieFgr2HQQilUX50YOZ1tgEGbBqIUXo7FT6VWdmM++lr3rYTSQcSfmhFQ
nhwFlbgLKWCIIKkZzUvnQ5MPzjAwU8eXk65zwyxByLBzGt3a65X0t6IZ7dvoCVbCfImq8iVX0evy
5z8+vbaNjuu0E5HYen1G1ybrqyjt+PTZmHhR31H5ypJy9/5p2/7K+TNCg9TWIOMwgMVvh/GF/1DE
msQFvXFPLCWtN4NXWoa3QwEvZvFtFRM1ryapPnBX6msWPPbGUdjEyAy2J28kSK9XjbS2S2uzx9mX
TeHXeiFfTAXwdnSx5Pm7oabaE1cYFkBbiapbvcCQOG0qxz/qqigujGSpLnLk2+nyycyLMG8uXcip
mj6mjZI9xAu0fQ1gm91sLgZ5gBXpH8wTqK/buX9vANsGctVS6ShbZxvArKzGEmWtx8Q7gvXaRGss
G+E1BzXI9KBZBS1AM6gBQspo8pAHyaJx5+QaciTFmg9GF1OUlNAvmGkZMfZXdwieSplXTAZhEPAy
w+zAqfajW2yAl4LW9qVSSdP1BL/qDsnET/26lNdZGpXewCDrBxt83cNifwaab1huIEz6hjA6SwKM
UQKEPDAECSFAu1dbRp6RoQI4oP8C/0I+sn7EzPub1WNFVVcANTO/Iyz57LjnKEwybs6KddveLw2z
qcswqV4mHaui0z4aSvrtALIaSAIIAizLADFx5gCqLJPbDhlwz5BNCJCNPmBmBbZ1PYHnqNBIBZcC
GvIbeW9aTJUm86/3r92zEX917wwZR6awW5ljhPre6xswhFLLkHvUeJFpR7u8KqjqDwiY5GIN4ac2
SFUWlRJgiUr50DS2W2kNlsYQtdsN7egyhi0OiFWTWgqghVp/DzB08fU0Rl486+EdjHX4s7OSgikK
YYgyxrS2ShMG/g4gU5TLxn0x3+pWCtqPCfeboswaqG0Nw59GO/rUwV91P8YDVc6wBoeYtmAAbGwo
FD1IBPS9VT0ozI27M7YjngyyDyk1D3OfV5+TmIFKparJhCB99+cMgYrnx/dHwdZ/b0Dmun4q7/r2
6alHf/r/BdHpbULkXwddu+/r9//BfpL65SyMsv3S34GXto3BmOZ/BlDP0y5/B158R1UIxARGHhJm
c9Oq+UfgpSmIUTOaZwsBjaCibZ70H3MwfEsFc8aUDJri5kbE8SdzMBqf66W7gWSAmJBrbm4hHgwM
Z3al7HpThHVEdGHkNNsG+MuvRsptNjYu1MR8lEKtzN0Iys4OQa9o4kvCNFrIrwYMrRI3WuR29Acv
u1HNTkZjS0uAvNYIH7y2ds4wz+l1p8GTBZA5ojM8h1Ll1dlabHrBknTdyTCih7kEK/xSJka6KzvQ
2mFtKhQW1CFilqKsaAUta1cF///Q9svh5//6n4qCNf/Xh/YAAOLVcd1+/O/jasJmAaZxiwNUC6Nv
cCD+Pq46oDpmKzbBUqC0prLh7f7zuNr/AfkFaQAS6fL266/yBBILCAJ06NGef+1Pjuu5FzQEKgEq
I2PYZziQnyUSXgRH5QrmO21U1QeZAxZl7NTkFKedEu5na9SoQVcV4Au1BFMkOS+e0BvR33mGsi0N
iwWwQlC0ZERn/qFskB3P9FD2dWSYPalMl/tJH+kyjzL6Ee+vdb5N/DyYKIbnNk5K+EK3S/tim2MB
NSIkBPTtpoJhzk5DLqOdgzWPzEel6eurOEqni39jTWXL/0xV1eTzuNOQMmAhhaAYvlErCm1unkga
okc02Zm9bupPZmvpH6zJKXtpfLRtn0wHKiAhdW2DKL/epzH0Qu50EiK9jhgLD/sUQaAFolBHKuf8
rmiJNd/f5Vsr6qoNAhSbJxT17C1OKNS3eVxR5p6a7KTJTXoyBaPrcqNNn2WpGz6I5t9Ybwusidmw
roRRZ+tBgdRZK/SWRKSwYIywWYJvu2rNKDlosjp9EMa/cW5slG2I2wxSLOM8ZGs7u0uSWaWWk6HL
Uc1wekv5JQxsElgXY69Z8d37j/M8JeIFIvpp6wyLMJqpn5OyQx8WWSDOFrgWzQcE++yjsS7FB8/w
rUVMeeO/tSApsO2zZ6hKs62bHZPga7jpUHQTI6rOWiEY+v5mfn96gjNBHWSLBG2Gkl+fxiarG9nU
lMWLppYBcLMtxuRaMys1CgYJSLFPJh0zGJV20BF6f7Y2ZpV8WEAUqIFAJpV6vbZapEXZxO3qjeMi
uWNU9w9KPMrIaipgEZKSnk3Jg/7Azpw/2W1Vm+KNruP+eX1nIf6araGI0TginC7DwtPN0KSRbinR
Gry/vd8WwpJhQIUKuRHDwBSLXhm0XjLbKhZwu/YiBeMRx+WtWsjNB8KKb60C37JpaZDicPq3y/jC
bCIhNOWQ2MoQBSDOkaEyYXlGFCvmH14zOIshdGEvW2K0LfR6nbEx6yiFVdMzBjP7qWNTfbiWi2vZ
LIZTqRnCJcPtow9e1rOHeZWhIGppbKQ7Gm5ZNs3NQ73YnjWA9oN8bPRMBoYpJAMqBse7M1Vt30GZ
M6W2H9bDTtY+OibnFwMpcNDrMP3gAM3tjrxeGH7HToLYiGlVoUUXgJFBt1oV881WOeqQEFYJwxUL
ShPvH5pzj0tNAqg+8BWiCtjBtLNlRWmPk4q180KrXUz4g7Q1HJw0XBrkgctKSv60vsN68HWo5NfQ
eWFqXm8TToJJbkK4/qK2UbzcrKp9aGfpB1fh3CNACSJUizSXaEhhofNdjQp3Gj4dr04W4zQnAizZ
Uq47mO5mP56T9QOP99tTZD04rSlcwtaEbPzZYZXQF5vmFTyHFtvMBLX2HIFYnADSJD3u4oND+tsV
ZDVCQ5n6D4Ga8lsWrc9Fn1DZ8johZ4e2t2hFxXP7wUjvW3syYQvfyMzph56rCEAoGxsSWBaP1EX8
gEG2+qEDNt4wNx+KcLy9FoVu7hwEMurZ+wKXP9dGbgpvlFGQaqYuuQT2kED7hCbY+wf+zYdHDYTy
oqUQTBNFv7zgkcjW1Fx5eGoEvI8yB+ONouj+1Epur4hLBYKCqJyq/utV1M6wpyHNGDkWY3U/lnV6
LKK0/OAVvXXMX65ythezoDqy8Tl4SFAxsZvysBZtQDQsjuisUmd7eP/ZnfPXbVQ7bIvUU90SDTjc
X2+rlfQQcC8PrzX76aGu0wTpwAroc7JkSHpDB8V31cDKOvkIPw/UReMAnkAdmMHI4DuIxuwDLq1t
xVf2evtExGHQaG1HRzlzenFWCwFrMqe0G4tAUpT2oqgUEXRTGbutPPyERFX9/P5j2G7zb2uiL7Bl
XBbglu00v/ARQwHr9Fwowps1lVm4yQDXkEvFLheD9DnSqk/QMEyXfT6L/fsLv3lNDBhx4FVRVRzG
64XjFi1WqTAEjL6jtlfqHJrkAXh7nsjig6xhs8O/7/GfS53Zaatc82Ra2eMQT/NFHCuf1IHZp7g0
aO1rxd7q5PWuSSQ1qLSq+uClvnlHDUvdUJQm3aezxSu702BN56UiyZbsJoh6d0tnl96/8zT/axXr
LOSF38iMp1EIb9XG+QRvDKMztlWDkdM/Eqp7c0ObycYiUHDSzjaUr5PUEDnx4lR73JVCVN8EpDAf
JApvnkuEL/CrUMtR5X19PKQhiYwo5bHNhlkebW0VxzGcosfZFvr3SjHKI/m8sbM2HeP3H+XbK1sG
bsnERpw3BmKrlKcCETQvnzJlYUQNvTFTTqTAGKr4ODc6HMFmsgZTO2Y/3l/6rUdLyEuQyJWAGvTs
La6JXEuTNLK0loi7tdSrYwLX3AeW762b93KVs0e7iG6StW5lQqkGqkx1TXcbpaMhNtvDB3JYH23o
zHX0wOfhROTmlQIZ4LRJgYj0w0e9nLdcB1IoG1GbTeH0XJkJCu6uqlU2tDQl8HpVh98EXLKniDGB
Sd6CNen99/TmE3yx4JnrkLVWNvpEZSrazPMfJWo6XhbmyeduGjT3/aXeeoKUr5AJ38DXUFG9vgcN
na9htnGLY9uimtGOy6Gd5o8U5t/aENUUQTUOL6+L7fsvvEDT6XGD6hFDPLo9g9lWwpNa2wUNVNgW
3t/Qm0upmkK12ibge64vv1iqjeUorqsUZFO5zawWUvVTwJC5H8K4v31/qTefHaUbJLKIZX87F7me
ri1JgfB6aMFcuW7QOZaMf6CB//tdXry2RRZJmY+JBILY18/OsjNoZdoI9a+wNgJFs+qLpZqGw7+z
l3+uchYeLVlHHiPxhiB+x8pHI5PKUGX9W6vQvKOcqJMSn5+DEMGBecT2Vc0qnG6ZVeRSoLj5870A
2DVpupJrkhS/fmLZGK76WrAXMmXdsdWowLZrH1Vn3jhoFF3xujTotobK2SqdikxZOtUKTOepXTst
9K2zHy4GM2vIZdof3NPfV9uKQKDKSblJPe0zk7AaejZkocFge22Uqhu3FoQ/RYEq/AXaH135QUjz
+9GGqJiiPVM2imHwql4/QgVNlwXyfLRK2wKc8CKAkkbWRxp7b2zKUJhf0Zi+ID07T3A7a4DHl7Ij
DCNNzmiWqLXWMdoIHdzGyrLsj88FtNgadQqKafCLnhfrEYImpMhUUD2JbKA6Uy46LZ55+qgc8/y5
XweE5kZYC0M15NXUsc5iz5oRpaU2LMNbxyWb/grLxmyEr0Aevxwye+mXxrE6Xcse9UXo6LyN2tS6
Y6HSQU3VkFyCXIDvfKLorSZBRXLeBLaSyfbGkGMDlOKYlHA2ySIGTdSNK1QfqAdqu/fv0e+vZ+vu
y4JAAcf3W+4cIQFR9a1GvgBtg2DOxRgjF6I7uKDmrKw+vb/auZe1FLITiqqA85lmoeHz+sjxxlby
HtrapUHtCikkFJyGJq5yL+L36GJbMKP+4a1iTVu1NkZSRbDoeQVr6KKkyksdtYJuta1TPWmaQilJ
k1IvG0qwhO9v8fxWQTGxdTQ1E0pH8unzTNewk7mxs022vEWpBOIQU//amqP6gZX9/UlaEFjo2+Gz
Kcs9U128cIGSVbZp1cehJ+WiST0zr8XTUqSM/hth/c3IBuUPyUdh14JmfvsPPp6axPkwCJXgiVqx
Cq63n9p93cEZUk+d9cHj264Ph+DlzSKd489DsolHpKb6zB38YmtdO3UlXaDKn9QcpohcNiXknyyC
l0+JunZTgLLIjM40hN9f4jRHHHlQocdpC+s6GrUZBEC8aokjoDUBiFjF/V2TZuH3FXFkCFzQnEPW
Sq++rFl0siPlvowqfa+oIgQykYYaA8QFIhlKQWRumsV0Q6CbM/BG5eVzvDa9XydregddWPdJUtF+
cFaFOUDktVY4NycU072Z2CpGagtGRDdTlOWqFK3BsISZFPdGP0w7LUSRR84xf34iUuMR4U2AgGGz
XEkqLF6qlNSONaxAvMJY+VlsLHaT0qXflMXuTnUncsA6Cm5Vgp3zXhtgdhNaCZqGTwLlUQik0lj+
yiD5hcBJX/o7Zt0qML7jUqroqpewj42NJGanmvQUmH1kRQAms8mMfHktLPg/1xEFemb2GKXu9XVv
ToV1anoJgGSuidyNJR34m9GvV0VXpb4w4OmUxg4Y4tI2MrDVUoY7cByqYIHLk1HgLCxWR2O+K/X1
DoKGRAq7ywXm3NRFOFz+KmAC/JzqVEQyVTXczOhAbNapPQRSHGtPujqqkGFL0C868ZAAat6Y8MZI
7fcoi2jq574WDINLyJnxpMooEldxOk2xa0zSCnl6RCUyCM2CSTIriQ3xqGn5BBOZ3cifp0oXXyZG
V0r4vRS72BRDqu9IBzEek3Vl9CvvlfLU8YqHe0nJK6YUW5hhKzpdFS1GmPCszlTgtRnq6alYRazc
dCiuM8rfqua1WBQ7PPJnO4qTiH9RMJhNtUZkfaE9lk59rlw22qCCZMzbeh9Gud76yKnUzOtU0QL/
ZqiYp0gu0pFRmhgKnwajY+xEYSTyz3EokprR1EY8ZlosHVu1X6HcsaLiUZ3TT0qMruJSDaCjFlUU
m4iAGOCwT2vgOv0KLAqhQfvHqvTZzVIPQNeHPAZbo8AwOUlqODvM++iuLuf9cttCawwJrFybk0fR
s4lgck6iaHbLqagA86CiHsHyZU4GgE/0i41qDBKhPBNd6gukJPUaF0GZ2IzCV2smO1k1d6g1NV19
1cNFOrtQRUMP11RWknupqSIWX+F3l8u0TjKt+FSRxlBrmaMwmx80ZAC4R1NdQfKYM32MllazxJ9w
kBCYquq0Gr6w0zr9ZBpI8VjOBJ1vxPykno/Vtd2kEvwkfScliLiktdq7iKd1IIJ6qzYcOxMQ2jJz
1X1uJqsB7d7ZUvQNIvZS24uozBjmSyOJkTSr764lc7ElT8EudTbCVYsc0/Ksi9BN5ISeyQiv0+jZ
lagshLX6kT+shgvALatLhW+i3iN5TN/ZXLWssZmVgosm0LmrA7ysZQo2a7HqG2vkJgXxnK83kb2i
4ReaY0mfaUYjDt2fyPxZhG0HgZkw7dgrMWNKAE8T4y1WMzGgXEdLUvoas3y1Z8kSKptxl62fJSgC
oaTV7EXzRZJGijPlc3yd1GmJnllb1t/1TFavjTmcEm+QG2nxKqXTQWcxXnQRK2uCIvY0ZQeoa4V0
tBIl+hm1eD+v7dTV8tYlnYE4cayZGy7TCdhzG65/TWkma25dWuPXcVUzsdNRS8NsV1303WQkcqOQ
i2TarTFzDnBwQtuKJkMWP5qt1KC71UyT5NPil5KACed5NxlCil1YbDWQKHNlAlVd5aZ3Iq1ZkJtf
R+TLIrpUCO6g8uXXcsdQZh1phTqDEbNgHE/MORUHMSmTeYlvp0bLGSiUo8yYZhbIRSIusiVZbNeG
g54JOlvMk6frs/oYo8SY7HotmVeGOMPUdCCYXX7JDEvEhxF5rjkY48i8sBF2A5Vh1DLYTmtWbtSm
XuCxaVf495I+Fr8GJbOvCJ00fR8ng/HVNPsVnG7frjS95tRO93rdjZU7VCV2pEp15amekhEIT2Eg
ClGUJpualqpy9CViXnkWSv+42j10i1ayZvW+x3XcZnWi4iAqdBDdds01oC+hgMG0b0Jksujb/JSy
SphOAaOX7qRN34FIgze/3inVooHSHwRkzXbcRyhPNbLiK6vCDmptGVuXSesOqpxez9Md9ILabYw0
nBHEjVTIMF1W80+EMLBBlrl0sTfkou0DXS9RTCijeRJuXQg9R6OTcXVXVjuI8mFXJB7tOA3fNP6i
ynxBmEPWJ2at9+O2k77Kra59m/KEKvBYFNqXVC+gE0z6Lst2Cg1m5AxEC49SM28nqmBwFvo91b5Q
jDSCe65uw6dG0mc4IIypgk+zRToJLFTcd0FGoUN1CjMZri0F9npHVBK1DCp3HTQci44+eEhlFnqH
OJo1r4Ob8KFPVmh020LLwCVqUzMEhj7Nf60hxvrKVOPhIYRgbwjsLJ6+6QKRlgyJTshPk5rz0ZdR
8SQN2Ea37vvYvq3MaQWWnSD25ihLB9PtUPRT5WrdHKMsKsf4t1FCzQ8VXXvSoB7OBNBxJD6YZS/T
Bg6hak2qYOBhA7LMFrY4KVEtO+mcyzAk0kP/YVizpp0aUUGGV6NdqYPrs1b7GMsLA/zZlFuVyxVL
EjefpcFCxRI76+ajFndYgkhLPTVTqqsY5mfVyagw2IQQSWSTTdjGskevUg6qtioUVyByN3xRQyz9
YawzBSqpbjIQAR/QqvNXXe2yq6pcadg7FeIqi5+U4wRCLsq15nbTac2AFHVVnP4l1CSpfvazZIaU
H0Uy5KhhmuPaPcwkOd36jZRJpa3KTIqelrcdynUqxDFQroYwoc7tVJPOS0pLyQVmawMqTh5cNfgy
6iCm7FamZHb5JvszJj+TPFazL0Ip1Q0aMRTYSUFMAt9UOE+w4ogW/cy6MBcgeogEh57RZx2EA1HR
19ehmqdHjY9hbhY+Rdiz0/MnzHUf+QK1Tfga43g1oK+lCgUWoqng10im+AkBghCxI3Vu7mQ40bVA
N1ZjV9JoyIOY/iZkrQNf8bi/6mVBVwefOvI+kUnDI7hIkEbistXV1A6WImq/6vxtybfgFdxpTT9O
O5hm+8qzWmJSB4GZzPLDYp5u87TXzdM8ZdKXUcFJBnokUFnL1xLxv6nIWsUOmhT9UdpJUX9XodI8
QEVbpItbSNYwBvmaRkc5apTyMFT1vD60LbR/Hi6jth7zSmqhwqxE8n1kFHAFzdDj/FbY+Owgg6Nc
c6eB4qg7rYt1N+d92bg8QaN242HOwiCa4yF2NTW0YJ9JSgXArjran6JmgVSsNlPjJCUSBH9VjD4D
Lcf465Jp2tc0Lav4Pq0Zb4Ype02vYygY2UGT9Md2mSa4meApB/pgI/3pFvS6vop8VgtXpVwBT4ei
VCnP29LLABCLdVMuXf5LyZArdIuuG9DYBQpA5KwBLvH0VMyfclGXf2EQ1fuiVBaAAWrYRrtVS1OE
OTTFpN+6mpNbln38axuy0JFPVoefi9RV0D7FFtXNsF7qPfqkNTQblp7/sivcPhIULfyZbdaPN7Oe
WbljVEr4lKpmT+pSm0TuzbJmT7OFN/ORzGgv5BGQgDtIKo656vOOFC5U2mNZxkSF8JKLOshxCIGU
US7yNCXVYE+ztRrONDIexHgRvPlSrcZjuC7gtHNUNScN6GexbVw3+8720Nb51TcoI0/hxF8O8/Fa
EXNy3VrDz7q3Ya6ylvRyjko2kHStFWX4naq7ibnq9/U0J7/CxFCHQ2wOJbiCoQnMIm5BXZeWglpX
v3aAkEbg/aaQgjSLVALkZi3+GvKxeUwl/W4mD4pB9BAcOcaQAJVuZkXbjWMDcB974Mlt0oAqNCEi
psxlyh7hOKnMiGi9Eqfhp2KyZEDkYEcuoHc9rKkF98MyK/dIIc4XUPKDW+8XC+pg0QQoJ9ifbfqP
J5sQAZBUiYDyIE/SfZ2U0tdCz8q7qR5gHlNb/b5Vp/F2tAoVFio7+VYCtSEHXaUJDqaU5HV7ba1X
r9Z6jAnv0ZtCZAyzJR4RqZnuCoTI3BBZrivdQJKzbOBpriQkS02juF/nEt7vumBepV8v1NEc3and
OKTjdYHAQoYtnchncEcr1R+TJoc0DJDblxUH4kt9Zrv6hHa4Ec7WpSlRKeFsqqHhSCHbqrLlrhO4
Qyb59eO0JP0hpoCNqpV8AarqJEr4XMQCA4IOXzHqSLAkxFT6bBOIVAZRs8Pggvook2HvRTVnu6qa
1a8rg+kUAPP0c1mCX3DMSBbXa7yOQTtbp3kJywc49Us+O8CqbDHbU6jbR4lmzK9l7JrDNCZf7EKP
rzRZKtxalzu3TuBimnNDeoxlrblYWqO8twy9/wSRwmIGox7mJKyTCptcvvS+zFHU1lELtEx8Hck2
nXWRD3SZqsd2oKq75mXqqz3S3cvYdCdy0GSh6yrbX5MmFXGgz2jfxp0NDr9orf0apZG3TBV8FAzc
n/KuWH9ZFgotWZMTUWdq4tlk0eskfzNrU/qEsFa4V6MeooIEoeOkphrhxFKSurA631S90d3ouZLc
J4nZASQfsst4nqUDZYl5jyg1tmxcngYGNQL8j+IYqTl8oRwFgmrINv7sLvuBBMN6rOg6XuRG9b0k
9CKx0KCrr3Xd68YlOU1FmXyXoqK6Z+pXPZZS2/lNSMEBCVOTZ2whhqrXzRikRJS5G+pSrsFM3aZB
Sk6PWlwK6WI53kL2bZ/0kalXVzch5ViRptihbzupfmyOqAjSlz3KZSkdGa4/jvkUHnSzyk5DZnzW
Q+1/s3cmy3EjW7b9lbI3hwx9M40+SEawp5oJjBJFtI7W0Ti+vhYg6aXI+26qcljP7iBlSkoiGAiE
+/Fz1t5bu5l8Y1xhyIuviR7rPI/TWH5048o7e655x4LhfRepzd7gRtYNiR2v0m4/dryGZ04fGMEL
Jy+/jIQckIHsE7LsZGl7b05CXuQTXr+WPtzkRWfxuWFRXama5CWkEdYNNAZVly2Hz0lPoOk4cQAm
RyJRa8viIMK+ZBHyKipA6BXn/JK8PluEnwxLZZhoIecx1oq0rNkuUboYSNnGdMirmi07GTNJgU64
cbNv9LbHsw5b5ru4KEkTCn3jro9Kfdzy4zvNOihoKmy6sMP4365zDRsoWg934+BQtPpNbl66JX1b
zKNt61NFrtOE7t01vwJk4/9vB224y+zS09ZT56bnMQoKHAJpVBA/W0eEI9S8W5g6sUQgbM/noDFC
w/1vBktsxkfPJQ4x6Mx8j4ANTy6PbEAOly3ZFHRa0AmtEpso3vUQ0+yJA43wVBIu7HqVkd9u72wR
0yd2mtTAqCpvUpT4ldUZx6zwh249Ody8FYElGjsxSRjRKtPjvty4Ve7daGHi4uc0aZ6zynxLfdZS
U8XrNHVDkqK0yPpYapFRkrRiIMStU1PKla87w6m0a/ytU0MEL02ptV9dKeVNjmasxebaJmG3Z9X+
VmgE1m/Y24S1k01Q82CC2mGLknpmu03c0n4sKo2lDaQywdVJ80l4IoakrE4dXRS1zuSQ4TfNiSjY
tCqvU4Il3Pae8BCS7QNwDCwW7EzyKDC2e85NleK0IxoPX6VBki9I/oZDP4x4StpQRuQ7t1LZ4Um2
BkKTgplTiLN+OpwDMj801vSoo9/k1tWjJxVt42Jqw4+2Q6z9Wm9UEm1sSrHXrskcTFFEXz2XWV+L
44hoB8x7CE3vpFnzmRmpro9XRxmWwMR2xkZjFoqSsqPyx2klrOvPVe/zGoSiaRr0NI5WrLTcPTOq
sDrwS1PgmjVWFXZMRuaf+iL376a6J5VCpGFGOLDbqHHjjRzFNx5KOf1Y91M0wRs0A0k2GYMKxLwp
HhddzxKZFFD9G1iP0dsHhe82F2be6GJf6i0Gs6Hz2XKEGW8dErOz7UAXFtO6HlH2WhG6NR2otiVW
6qzbT25thd+JB58v4NbFnZ8kbXxlUtShGpoHNbR8cv+lYjLZbyNP4h4/RXF4h6LQxxzJNFErlqCf
hIomFvH0Nqetx7wPaWTzAKac+vzIjbeAXgQ5a/SJ69UQZQRa2NJu+HSaysp2fhj0J2KROI8FfUv/
qPIFwTmJXkBSmvSP/HVbEU9JZKrXmQ+lr3XRa5pmGUY3uTDbo0HP7UTGb9Xd61NpV3ut5CPFYaSe
VXeEaJqYdCT6UNEgKXuxQTrLBqJbveNskonYQdLbgsRfW+GgEf3B6DtlfoMR3aSQShnNHPSioEPO
dVakz8YYpOQnJLG6NkfFAtgh6ETpNBEEtA1tR5672CuSTWzlGk9kLIyHvvMiby871dsbiD7iDfIK
QHdtR2GsVn3DieyiLgze+E0dD5V0V8SSdew+shrtR8kAKLtt6rYg4QiuhyS+2MzzifItn3NOiMh8
rRXRMFt0hGWyIgCHwOlIVF0+97M79ejLXMPJh7WOdq3rkULAaSq9KbtcpzCu89Fa1QGRGRsZYe+7
DdwhD0+1cjyD9KPEgbYJ3aAlBzFrYdch6U3ArKodOvTxA0k5K4WUvrzxJOvoyu6dyV+LCQeNG5UZ
jXHSVYGYOOhlyalENJ1Oa9wi6cSFveYkOtTcp5AUa+849kGBQRxdV+2jojuI5cZAdbhzSiA0skfQ
DOlPI9pzYu3GkXnAZaC8dLygj9nLm7aFxd2y5Jv9vdP6nKu2nWlpvJNCJKm7L5OwqR/S3LEFTw4J
1LehsvTotSl1oV3EMGHVhT8i2d+xsNTNPdGwJmBahfTzaxlbFQ49BdKWTqyNxNacvcNgqDi2VLko
3wvDrYoVn7ykPie0/EqxCqq4N8q1LhgikT1fdUOpr+VUVrjuErbrviI9H79mDic14meqkS6drlo3
ty/6Kh/zI90ZGTzmyAchSDOhTRpWBEHo1gRjRbVGpzxvjdZ9DEZs66+nVvOCuyQ36f0YSdJTEXV2
TBjZijke5wAVOJmzHTlIi0+0z3Ns52K71cSqNlKfWjvVJic7EyKp05liWmlNe8MxmuxQmjSL1pFW
axwhnaEPSCMK1OhS55Hijolm0bZji7zPSet9FZee2upeo3kXQxhq5KpYyqqwNqAEjMSTqMeh23v1
2FNta2zl2t1gJrGWkelUauMj3HEa46acCim0daOCcti3oVMGNyKVSl2GZZBEly6HfAy8uh4TeYtB
QcJ8v2/SnL0tGLKDljeyumM4FZo7p8ic/py7ZskcPujqyr/IQnha0oPawi+uK1l69XNhMOu6V7le
C4ftbk5v+zEV/o+y9v84iFvtWfY9x/ehrAP3+m2++y+pgI9FIr+/oLV9lt/b/zolaA//67qTxFgV
0S+D+t9Fjf/Pb/9D5Egl8wGRFDNhA68RJG82o+MfKkfDdT+ARkATMPeEWpgJ2l9uKP6s12XQQdvZ
BGLU+aOfolwND5XZPUHX9Rm1n7W73j/ROS5y978Gr7AgFJJQ9PTHfM+EgXxHIZldKyLOw9Hnumd1
6JvYuWPseK7a6ZKQiu9DRcDlNOEhMqp95ttrWq1b6VNbJYTPbpvCevntVt/8uPLv3hczDfAvPw/O
CrgrzKq59yqCoZG2plQffWZ1rncs12wR8y8ZSRwbLfN82lb6x7+/5jvBC7cQYdKsTgLd5K7T/nyL
KLSWWWiKAuFBuVinGg22sEPzFKkYf4YGp4amHm3qNUHAbhE/ua3xB1xhRop+f9GoE+eAeFQhMCwz
3PT2+iIuOm7pSM3FVhYkWFDWltrZbIOudkRCgmtKYp2VSTTI37/yf72wAzvPQ6bz9iNTfMdmNC2i
pRnVuTNdjS6Ql/X4DhJWY4X9fcDUnbnPvWNUh7q0P//9lQEI3rxonmDeYIRGvM9QT67lvrs29hJO
IZpY3GYY31r8dzp9OeIFPFtG4jN65ZwDrOjlgW7t0T0me/eICeXRO+N4iaExYxmsN+evz3+vwiOy
OMjVDUEv/DbYmkfzZjYbdPmL3/r1txuyyg86Fv0BRmcef5x+HT6rG0R2+/F2vHNO0ZF8nvN0jq6C
x/F2uKH1p27MY78iBn022V9522b77YZv+u2b5LcEX224T9iJ3eK1i4kqZtn4Cg78zlppGD03Gx3H
2xLHZJocO/GKNzOGsnhU4948u+AvLrkeKMGLfjaO6m68Hq+1S3GJ5/QVvuIHfa/wVZ5tokldwNK1
Wb6/v3Ww5WafOEw39tnCjhcTb/wIXw+XJVaEi0s3P0awWYId8O7FZ3i2jsWYHxNf5+ie433w0B7I
dP/DM7ywnn89xD/fT1NHSEwkscXz9PYhToJOhrWj5be7zTUxC8ZlvS730W3/NWFcydHSp9zYCjpJ
WItSCa6S7WwKmO+mQ7KdYw2ixTL0+/58QTmHQds9c/1DhE+jwgYSF7jtbOaGhRq3vJj/O1GkDKtb
TKdTeoCr4jG4wbqdhqC2mV2FIxwu5397OPz9g2vP5Oy710npA1aLcIs1+L2CEsuaQYa9JW5pQOB6
5wz+xdjXhOmUxX5IaHqXKiW+J/K/Sl3WVz9+ETFpxgKz4vlLrRo+F1Hf7muRSDKPGEEkBTGNxljZ
6HZLqEPXqPVjaOCtYY4EWM2/GKn8FptVtPaYBq6YGc4jWZYGPkb2pTSGaw41+kXIG3URRGhPll/o
P1Sk90XYZf7fry1/rx67P1nRzYr993fGcVhHZ808m5c3Y1K/QTzUymOqkia9BXi90GztijHfXSrj
K58Bl5T3RogVd5IRyWycTGe6bxN/Ry47KMx2outlThep/hLF1lVhDw9eWjwTY35be8kFU9JLZmAf
O2ZkYTtQy35N7OFzK8WhHDFgVEDoTXcOSnefGE++QWAa3fwbxE/7mmEER58YZ1y8sbvxapTkVdjE
/dghnfJrqKmtlBj0RvaWGehauv0hD4NtoOsMe+Vl6iDNJY/aqPM7q6DDK8uLwcr/REDNhP67h8on
F91Fvg0CBY329taJ1O8C0xTxrZ6x1cjUIxHKtFeD/qpLr71MJKXujZLujm5P/4eLv2Wv5neMN4wd
EKU6pQi6mrfX9sPBUaM0MDV0inFdB0OyTqeBLCR0kFunlfKOJgEjuNT7w5Lx7nmZqzJgbhxBKM3Q
5r//JDlD47c0vabrtDW/ZyLAsZEGx26KzOswavE/lxYuoUFFZgvWC/u//xy/gzl9nXA3LEnweAAp
96kN34kmKrsLo6Jz9AdaHuZB2dFdijPvpdEBIumhlu+gdXHIccoT5NExmZLulDnlrjfEZYxS8OTa
xbNtcz6Eq8nxZqu+VQTBPgivSf8gBXp7n379pPC0+DEhnVngud8+VwVwdZlTPzx0RvIZuaezFrqO
/aXlXRZt8pm2Kp1HZh75lDt/eDbst6yoT3wSt2YW3fNQYhARzH/+27UxWGl8U3blLQ1VlC1DuK36
6bjbJF4l9nEDStLhGXcU2dSeRRJXK+HRyy/y7jIqyP5hGB5ceSUrfhPLy942PvmqGG7lYNInbTJM
wef/dRlZbZmZq3WhPMgKXT12kcjPsPPXKHXSW4952KMtz8zy1RWTxsCL+/sSCG9Nwhzpo7bCKHSk
T4bkrUfBTj9kwnHmzovCs+6SLhgp63F5fv7Rcel/EOb1v86FaK4B/8bQpW2ev+e/n36IRf9l6WI5
H4i+xDIMVR6/oMD/ddiZHYjYDwjVMlAHcMpgjfll6WJ9wGLIhrVn5eEJm4vfn4cdk5x0ignft7gI
mipsA/5BEpexPKt/LbKzdImvISyf5VkBQvN3n3isHNvE82QDUDKm6WZy8ulTE4rm1h/N6VNYdiHj
obBvvyvPqp4KU1P5LhrMwbv14rip11bpGvFWzQaGmwlEZFfHWouVeSicszEPPPUsEA99ihxrxfo1
VdsRqPBJz5q9B2lZEAtpwYA7mLtgfW7JFsi71OpyxwwdJ17bw/cMzUk56ldRag34JzODSzckfGrG
LvF9QnaMssUoLDWJtCZm8+CAV1Lu2CKN1z16dYbGWll/t1urJWpWjFVxKW1bI3mdmWSwZxMuTVq8
wi7vTSs0o+NAhHq+RVgoT/QIw/IYojE0QGNl17AAdpLIeCq7iVgaw5drWQBdztM7GmJl5pIrawFQ
ZMexS30UuENafx3dLsc7fyycmCl1bkC1RMChmx5t80Xm9pKRmWqzep3YeqjjPw9Ysw6FTzfREA55
l1aV97d1U4dkfY3JsE/dHBuVqQiDbj12XcvulOo5Zv1DYZzqsC2e2qrwxL5SgfrC1MnDlRIieN0n
Ez0U0xfOlSXHoSB4cbDKE0m5zxCkcjjgmRnT/xROA6Zn+168cdMkwGVNL2Dx08bKKCw9K09uJRTI
S6B5052wIB1WwHLhIYpqkz2K6N+rEhkqmGtJ13ndjbIil02F/iXdsQK7dBExBK7CJMDQEQ8hhjmJ
qwjeIlCxW42k8uLYPPDcrU2v4XUZNP8ZdjS8VEbhXcmYp0mC7/iQlLiLN5GJg3walS99XzqEZqlM
+8JJGh4890q19xqJhjP3/OwkAjpPa6swtG+BjFtc5JndczhikGrv28nxP1W9XV0MhNJz4lRDZK1S
qq7ipouq9Nym+sCT2SWS8A8NNpZN0dBelbLLKxxJDbW361iNK9nJBmJPsVk2B9uL8v5QF3QcytVY
GPKbMZXBcIntKD1bxsU4EHzK9LrzN9go1eEF2PxEYpdTBPq+mrzQ3TNG7EZg0BhcwDQmWBlYXpJf
gV/nYO6x7PCGVIXGh0bG5JPoBYnbpklTD4P7yi7Sg6FlQMbN4Ecjnx1wpDk6O7hDJVKIw1CYagKo
m8yquLIyP2pfUPFynJCJc0hqs4BzqEv82Jn7E6FX1ca0zlIDf3gegnORjMlVLWH3VrE3NHvMoQJK
WMtcB30g/qCff7v1zssVLhEuB2dof1oh9rvlSpSBZWjA7Wv6vu12HGJS4wI1rfjwGf9x1Ut+GpTN
fYd/v5/dPsvn5s12Nv/9n07G5gfs6lDV4nDkI2SaHTR+9O5wMp5tMjFn4W1x0Edw0vnVu3M/GD49
E8Rj7DXU1PyjX9uZ/YHy3rP92VEPCx56W/9gO5sPU79tZrOR6nxlRDwWmy4/ydvCzLOFNhhV2G7a
prJPhifSi0Q3/7ESEpMiKnRaTJiE0aR8e5GuZHXxHavZzH43Fw6k2aGuVXj87Zbf/Pihf+/5vde1
cC/ZjOn4oeKaLVW5Zb/XmKnfaiVGh80GIFW/HN3kIUYstkt6ivBS14w/nODfnndgD+bLMfLg1uFc
QP/p7eVaO+EcKFUDa5XVm1ABxIx6T5RCjJdlaqjkgkMheR+d9SfL3beF/K8rc/o1sB713PfNzVKG
uqosUsphpfKrtI6CoyR5mBmi1aMpIzsTe+oDllvqmDqt+sNx6916srxuj0vjY2JjybEYyf9WyvfK
QJORc/WgBgsZBgaNPVw0Pkwy+sOJ5V8vxeSFa8xtPYPbPf/5b5dKMH/Ie2SAVDCqXJd6VO3qoG1w
91dq8/cPj7E4Prz5JDis4aiheBBBpZE7v72YKIuwpZXA+YdhJC2zshPI373oPjFit9hqYdF88fWI
cXdSWwahCoAKx9zpxJe8DsHFnBigM4U3ZKLYh084MsQY/asseUWgZ7GNFd6nsSZY2a5GjLJMMgVN
nxKnsWDyqhJwCyfutv2ksM37aPdh/0WjWf0QIsKz8AaeOsJaQjkbs+atTShkGJvONrZHtlc/atjN
0Ydexb6ThGt3CuWVGEK3WNldbZNgw9DrCTdz41s4NZ29ZbaVt3zVHEf0J2bwOpZJQB+0blW6qesW
F8u4cMNLLzVAq/vAPwWpFcHaNsET9Wb46pURj3qXV8XL0LG7HYe0RX0qZS4ek5gT5Ab4Dvqi6abH
hBrhQTnKfoybkp5HEbpzc8KbA58jAxPx1DfUN1P1RrIRzpAS3gEYek7cQSM7KvUgRHB2zottBGbW
bRws6ehkh84oV9YokZFMbSsBZ126HbY7gc/qDN2eW2/q8GJyY53svoGOfBf4otkUlVTfKsKyv+ue
Vp/6LK3xoGrq+JNOHPiDPiStt7Iax32YpDV0mw6f9xc/GYAdbDfQT0OqgYumioRrT48EtEZQ4Noc
x9cMMfULUZl2t7I1TWNI1/jjPCp18NEb3EkjU8iSww6BRgiHgIsElB02cZ1jaYda5O7ZsNqWEKYg
DV4YXLa3iT7PKHUmndC8eVOfkKexfUcAtcT+VVP6FHaAq0y8Jb2mIS0aLN1T6Kyqymw4jXp0LjNk
AOHOgLHHhr2oxmuzRViy7Q0mMHpCGXiIXZtUh7DGkQGnuuwg8V96QRBI0veoCPBed0augLsGd3zt
/aZ8yodUPbei6T9qejOVq6KYAFZYmem+jUblfvKd2pzn/WVPMpjXmx+9KiVxrDJysUtKSUxu1fj7
KE76r50vrbtGr9pNUk79q5QtcYhI1myK3EK/NTvjj+Jl0+KT/PaTTkAAy7ZB0wobWX9eX39bVtAr
lZa0VYthw7RO0d7Uity14LGITCan4zaFwQL932gdieTFfVV/G6zLNmdsE5yd4GoU15xQNso6+eED
UVOYOO3GNt8vC9I/agz8f+pQPLtI/PtaCrPX+k0pNf/1H6WU7X9wTdTgs9EwbjaYp/8qpSz/AxNQ
CowfJdE8VfjVGPDmUefsy/HzD3m3f1VSwQfE0mziDHOxaPC8f2RN7OrvChBKDmazWC7SEKaiYg73
9rnyZOfkYa8XPLpaQkRU07qHqHBKAgcL+NcwyQ9hyckYxXLNx7NCShAfHBjQ+BF1A7SQPsZOfOsZ
tcgekPDCM5WIddHPcFfMdQRiRmgQi111FlIP0p0HDBTt9aEdo10AqeNeYCokvAsWQSsmoK5trPpL
Vwtb3YVlxRnI0dIgv0iLTLOfbJW3LauxH5GvIF1h+PsYEd9nfRQhArqs08mebTQQm3DhZLqFmWkW
fiZqZpYG8AauppsRG79pc1Z72occqxYKJ6pmIide6JxwnFjr9YXaaRaCJ5hhHvIgLCJaLbcr971O
W9pGp8689uR0np3dwilCBZkLIaTqWoILofMDX97Qgh6GC2ehisRCGKUmVAbZCjN5NCwUUqCU8ZAs
bFK/cEpmlnVn7Qe91GWQTNZCNTUz4NTm6jGnLcssZEaf/GoEQp9h2U3RZVaxyhZOyp+RKXuGp9iB
U/bvhakyFr6KgQmsVb1wV8w0epBvh8Jh1y5sVoQFHKAWp1iorSi2J20LI1g/2rWR01yYua5+Qbyy
BfeqFvQrXzAwuSBh1oKHqS4Px229YGM0mEDI+toDJ/NmsoyDt53tnAU4Gxf4LIo6QDSaSVzaLiKL
aLO20Vmjo7ZKj87MsDXRqJG7tqBtkTVjbtUP5E1rwzvaG4BwuC0BxfkzHxdm3qxBW7C5ljU0vqoh
x+7iBazzZsZu9JV6EgqJyrbuNEn6XxAA5DViNPDrxKKflPgF2uPs/jnSdaLsF6QvXPA+eiOgfqCl
IFpmNyOAqh9xNCwyH3JPzJQgcjv8PwtvjIinXEBCK6ymcdMZU84jtsCGw8wdsl15J2uBEYMFTLQ4
1sfAjGlJVurQojxjUJJf57GalXcz3djBxpCJt0CPGGrMdguOqOV+XMDIyJ4hyXYBJpmhA0/ittCI
YzUzlVSUtI2tmbT0kw6o21kATDGzmO6CZSKUqh6n2AHWDBdwM+/lcE7TJiAk08gzdu6Z8gTWBPhE
CQT8qcUzCFr5qQqhj2d/DbHAohlE7HNgRNjThQtOWi5oaTZTpjpMEFlUC3ya/wBRFyg1XQDVoRva
Hv3sDK6KHxDrzLMGC9pq+chM1u2CvHYL/opIDhS2m6nY0ESXuKFTT/0LxiBviqSTX7OZpQXqBavV
9X440ZgCti2GjNKvWiBcB5nmx2xBc6NsxnRbr1Kf3aQG3o3oYPlrFbvuTb7gvYMbekiApwABsb4g
wFmeggOnCxpcLJiwuyDDzoIPw7aBEqcLVhzYFYjxONPGSTfQeUsWCJnOqk6dGERjsXHMmLajsnHK
PSATHdEbspZ/s/OZba4XzjkJ+xxl+cI/l1UruPELF41XfHbOF1o6t0wKqkRDOx+hCflaL2R1PUPW
3sJb+1NnXqqFwp5mINsOPdjsfuG0nZRYiI2FMVW5rnQ62YSlgHXnJlqSJPflXbtQ35GFgfYeIpZK
xMFfgPJvhsS7MEWDqND/92sMIOHInQnh9Saf8XJnIc0LjhBEay8Eur3Q6Lm0eeYsRFlH058siM6p
35ppfF2wUyWmYEgcUlRaSfyIrNQ6esSYx5OZnjEB6694u6Ktkvpt5kTDdexRnWUVKqw8yu5G177M
07q+yfziLrfb5FoJvLZ87bJs4vsQ1wJ2BGKFVXUTDjWj+lYjJtrvbywFrqrXF27GAR1SttLFmvW/
PAjoQ7Bllxj1qq5v4eEu7EY/xhGttaAVSbSy2if2OALMc2LECz99zNTwxPAm2er8EK4erzNani+R
Pu4J7HniTHkMkxgzIfy6hyh0r40w3GeB83WYGA5j9LvG04p3JDSrQ+9OFceo7DTNTmFZq+3xa/ha
utlj64lurXXyojZb+3tljDvFYnKSGNFdjDTJScVGaP/JjpJx5ca9Wsu+jY7uED/UfAcOzISuIkqL
o3WY4gkBqM/zTmugqw9xY52RPBirBmWx0Mkek2TEwp6iSWWCybHI31mJcENEnFm0hTqNNqE5+rdB
4ZqHacqYzBuxhgxdf/YQheL+UtJxbst6FyX5ZTiUFxJ169rqycZuCVFLxG0usyutV1JbDY2TvXSN
c8o0kV5OEYkeXsGO4tZjtuEbYRcxntMu6R5EjwaB4CftYKv0cWiS4sTb3q98QN2rMGsxHWIt2vt4
KIDaAhxmun0bwxtzMnaVsw8YX8BHeQfNzh457ZCV7bHzIpBEqpN2l6YdonYSwaG2s1MYhPZ9iwIL
2ZUwbo2O0/LgWLdjUxP15A/FF8dsuLao/ZtQgwGfXJ2pn2SrZkRxln7QkJkeQOVvHGRy9/1QFa+O
R+qP7ZfGnqAdtVOd7p6kNpbXJLm8mGlkHWutALsA81wpLUMw65htsI5xlm9L47o1CQiCsrbFQSea
6d6tIAiykRmMaItihRYiuUmjsY/4UOX9uaxjUlFjkbG7yipCSD3cZFUAxxnHD80Yf9Qrqd0alKpr
zDGbbZJUH8OuJyl4iL7lufyCHImSZrYrutcivXxwaerswjqzXjwjfEx1MT3mmOCsmIpTv0xIH9QA
d2UnPRMQHA7QbK7rOM8OUWV9wU/TRH9qv3QakyYPaTyF7DYJIu3ewwWBgNncBYBAGWmk4VVlYoZL
b4uf36NmTcqrrB6cM8dOVI3WeGrRnoPIOAHR3Egkj9IOjlrmkmvJ3lVyHDwqDZuNvEWMixPLzje8
/KZzI/PFsfK7cJg+KTN+TTqtv9W0QT2YKG++RLJGyn+MnRRBUOKQX8CLLypzDzXWFse01HFA3LKg
mliMt3ERfp3bYPoN8Up9djKRDPiINGQ2Oq81PhEj8gVCxazNENaS96iz2/aukTAMF6Zoht5a23Ef
5K8hgDEmLVnYDIRbUipM1WYsdQYY57rxY1zo8sHrParpDH3lNw7AsoI0wj96FJhCRFaRnRHkdRYq
nzoR4gLsucOzODcFpiIr30f3epvGlqzvUfpr42dHiMib5bDUUdaFqyZcAvexiPEEeWiEZpjVje8K
fczIL0YbUNwwyc/99qbPAjNLn8O6iWqxacM+fNWD2EvECocIfqQWf40vNs61q5opzbQ2R+gf5iO2
O+47q3Lv0mCgn6I3Wb5zK7wXGJj0eDudGy3VrMcUP7xPDO8rfVuYsaF/rJLY1ortf061PycEJsfB
f3+qvSibl3chJvM/+HGutQKG13w26CZDRwBQckb9MSJg4h1w0MQSESBD9xgJ/HWwJfnEg7oMiBHD
YMmaOaq/DrZ8AZ8lkw//wgX/kxHBj8DA3xomJlU9JvVcn0MMw6T3re5+TAK6fp1cB4D+B8cU3VU6
layGdt0E3oFTYi7XQ6SnR7tF97vTPLFBUqkaqkngp4gYuGNrWE8YmyLCTPzx1qzl565MNhaOo+ei
T9SjJjzrwSQmsFiXHRtJZaXjDhuL6WoEjGZmVckbLMoJYXeE215YgxGQIz6yKm9NzRXNLqhQbF0A
hsnZNdkSeBHoGF/na5f1/cRi30kAS7dIwpXrG2H2PXdmhSOiRxvffYtcDwChKPY1FDnICbZqDM22
WslUkCSyKe2IXqnyMCHCnqWA9h9s73Koe7e+rLzY306VIoBQMOMDe3XQ0+iNEMilo4iFsxmGo18W
JmAhbh4rQ04FMRfUoewuVtJtiywx6GRWcpjcM5Ps2Fzr7HXmvugosu7I+qoQSJIuWd5GoUqOrRzt
6GKYEoPm5hRT6GNo6SXRsbGq4MFqu1AfUFK4rY10D53BpZORcKQZmvhci3H0rvK6Yn2rR6zkIlxm
rkccM9apksOjrwsjPdlBOnbnPKj4vojS6IgyW3WerS5qeA34lOUPuovchVbDsvRNRhqJaMfCE6bB
rP8TZAaPNLFjom/8NNjAHoaPRhPFzrFK/bBNGVMTB3kRZHirVXQ+ghyPBeCNb5GLcQwWSanjXepI
n9lyeIgko2w3H7ed3xX+itkZPdWRi3Ky9Qk32Dlt2u2qQtLlzHN3Es9T1xuMb42QLdXBPtD6zoR3
ojqrRLSeBoUNxZA4aC+GTGAeVCVOznfUpm/STGnKjuNkOGuEyfpn2LIk2grkRPq92RDLuIdRCZ+k
30fPuY1WmlMqOuuVk2QBR4o0zu67aHAgJ3zFIB7vauQwOrLJch3rqc9rq8ru0ndHtmut67xrx65y
sZkjBa7byMM/B9ENShsDBTEZnrFIjuHg26+ebQl3Zc5IAI6LmLXgFs243y6rjLpEs70rVCiwBJyt
gkO+EAZxNgAbTJ6mYylhc7PUaAenTPcxk6BJXxyzxkrQpE8pQwKE/OqhcZoYqGLIuq9+UknK/cb2
XmKv7QJwgFH/RNSIerSq0iQdl5isAnOFlIC7EHFAuLbrUmRXZoF4/NSp2Ar2JBzBjeA2VxSXEaSW
XNUzWtItlEm/ECeyxt6YM1EkIVGIvDvZfYRb7wyqGEh9jJ1WzfxKado9UdWZ6uFafF2S4dvgnMgN
catyNyH5N7f2wsS0Cx9TuIhON61P+ywzxZPWzCTN5PU8bdMM2OgzauPiy3B29QL+huo/2SVFgRVK
mnCQIKh8pnUg/jrvdqq8MccXB6DHa6L2excUgbVj3x8/JY3I7nysUlCmj5ZxgI3EGyEu+xGfG76R
t6s9j/B35HWHHqEyxsDKoI1jdnj+NHsntH17N4Vjm+0s84pdmyNfN6tXpevv8IoQjDM8O/rPRvxr
VD9bgv/7jfjq+9fnonwbJzb/i587MWqaWULzc/d1PhgIZEiCwb13jrb6bfe1PwBW6Myaab46KA/Y
zH/uvpZFW5n+tA+6hmYNL9t/svu+T+YG4MB9mU1+8YW0oAH4YX8fVzSyxzNOZMaakbZstmmfRS/5
AuWImc8hh4MOIDOLz2ImdzQPi95Nt/A8fuOS2T1TPl2aQIEjt8sfEzmEX6klPXuDF5dxE4Z4lmEm
ohEQIzC1/BLNHROUtmO50jMtu0J5lBW7qBETp6vWgOJS2jSyHTW9j9cCEBN5e66BP5gehMNrXgfO
Y5EH6UPaF9lDWPQcdQvU2velN6D/L6GFroTohgcCW5Oz1ndKkhKaRFddY4Am581/s3cmy3Ej2bb9
lzd+KHNHjzcEomMjUiQlUdIEphZ93zq+/i4w69ZVBOMxTPM7KStLZQoRHg5vztl77TyMNxSFw43U
ZtH6I8Lszz3LC6gpkAGEUlpDdBd3C1GWjo0vcBh14W5arSznPUofYIoSS/rWM2dVshflFTAoi0aZ
D64l+xIl9c98ajManQoWEyQ+uHkUktDSFYIrhNl4URboEcwFFnfjnWNDFTBieZdbiNG2GsSxMsjC
TO1cY3C4kAx9tNPjqt9obt/oPsCIjPKVTu8JUb0a7aCbEdMjRyvRBVJz/GrltJH9Mh+VB6xRcg2H
imdovhG7uRHIqEz7Df8Ut56JrC+IWAOJnpf59DSmLpKqDj2rITi18+UUl9W88tIMT3KNGCFWUoR7
GOvWY9KV6qvrhoW3RxZhzn4IvYb11yunbZFXNDQpEEfvTfrvWYCpJ0SRltUT3lzHiL/MQxVypbY5
0PmwijwVkJOEiqxyiuYwcCP/kVdjthcU65qdAj/7uyDT5SfN37S5XmgHyCArNfsX48V1pW0GEfpe
E7OREzJxZeizVvq1NxTfW9XV2s4WVNO35ky5mAToiGtXm5g4PFMb3FWAwbt9SDp4YX4fAj/YRLjg
PwhjaX6TmcAhB4xErwWZlXUfwAUWTzmW4XwDGKCQvm3UzXW7CtVmqnLmHlwf+rX/vdf8+16zxkX9
/5fToK2+9cm3o4bd+l/8s5xKpLeIikhcI+HD4/+wSv6ztErjXyiYVhGJgWsR4jJNvn937Ez7XwjW
+FM0H8hbXoIb/720mmipOEisE54GG3Je/W+W1hPtk9ANur/8RcSwIIgn5Oh4YR0ssxmGMsHtrM/j
yu2CH1S2YvfHeJyRJRlsH3+2m18es1o0GQLbplmy/vkf7eZ80o2xCk0cN4kcHm29E58aW6xHMq5P
j4PTgFQTTVK7ftmXdAFH4WmsrniVtSBZHPEcdyRFUzOErEIRsLUr39ZzHIalXXyIM5UXN5ll40z2
0PTf0UhEuWmVuQbqZ5jTamvoozv5aKagC4VSPkG8Sz+NWTYPezWtBOC46L2npFrLQmZkoZkAYnPT
ZDLTAu5z7r07GIhm3x4VfvjTQSEkCyMCXVmUTPr62/wxKCrMSugrnNAXcApt6d05i/tklh8ji7n2
n+l4ZvjX3fGPu+s6+kcPOhn9Jc4yOYHOCOBkPKu6umugyIK88WHebVHg+e48X/eUC99+7Dp3/ngs
34tkQ0R/qOvQopE2evz9ogQjv1Gy5nWqYJNEvbqN0rzaDqET7syxIOTb6h3/7Ye+RPScPpVcU1TG
OpIpXL3HT22oJIQekbX+YgBprLwx2Wa5UwaTKvT3TUah0u+ALOwgCy2buOmr/azMGv6GdC/kKb3k
sBx9FKKuVieQjlKMgLJTkQWCYjfnwqahpBgwuo9DbL1btfsonqB6QIepBKQDxbX7zo2iad5wsy7e
NQki2wPaIjYA0Q8C1qLsQ27UrXpOqil8NJtseNCGylPXdSvXM022AnZMjLdIidNBIRFr7b4JelfL
S3+Y8hEafmV9mjVjnHyKbnbvS7pP39dVRuy47coRvY9pq21bpeqxjsYVGyatogscHE07BNZIRJwx
B7zjcc38GgviKi/Iz07WCCoYwKoRRxqrLgXXI6vhn6+DZTvRgvhG84vaHUA4280nFWrqez3rl/R7
q7HieGryLActKioFj+PkaW4kZMHOjtJE8wdb5mt1Ggau2w39raHVlLDxFgazY2t06nRxp2Uadsu8
aR+sFP9NO1akK5MSM9xaRlxdK0G3sYJMx8XM7NML8/lkkXgZlRdu+OqtJqhp/fM/FgnXybjurUQl
hNrT3rYpDwVKm7pNr43VQzHqXb698AadGRw0jTiVkJHaqBxX7dAfjxzitm56jONwPKFMWCjgf4V6
UY5fVd1GnH9TbQYGIuL8UKBVF35sFhhIjbKTn/vcsKJg1EJ1RfE6g1FfZniqJqsYPyaOPnBVTsZO
37/9iU82sXWMVhfKWiU0kMaculEWNfZpCEvH58V4bIyO6yO1Gl70tx9zZlwIm6cKaKGx5RJ+MkHV
iE8jX0APLchK73uUr1tP6U+NtoBQApzh1/XcX1i6Twz1bMoWFlkdhIHjrArbU0O9FTmGpg+FRo9D
ybVJr5Z0b3kQooEvDfUXs1YoFqbOwXPgmHM+7jslevYT20g/vP39zwzz6mET69HDQot6MhVNNS4c
JiqNlZWHAUxcaK8N4aXpd/YxOkJCKq3cHZ2TBRwiGUJxq9b8bBnFVW5n1RauFtjK2OCathZxzK/j
BDPF7Uvv61hQ5x+zIv5R0wG4q3KXzt/g0j2PiH74uzCllx+DWyg30ZfIXvdkI4UGDvDJ4LLS5DFy
y0HAldON6O+fgpFTR0iFTnzdx47fvzpanUdeq/lRKvv3TjXRxql14/ntX5MD6ekSyMut89KIVWB8
+pY7bm/LZWaYpQFaXOOSQ6uXvgtbKz1raG2HhbSvYCmcSyL1k+PIOoocN4W91vpX7+iJG0Mn38ZK
e+YRAZCuyy4YUw9mumkPqam8jQaE+h01Be2zA1oU4yPJrQ9vf3d5Zq+x8eeu8vUVDyJO5lgHe3kw
3XWvmRLIA1qZEw6HNCbJ7PQRRnV+qCHM7rvBGK9Mp25vMK4Mh0zaM2wbp7/mIqreWZHiOu5SO76w
0JxZ83nBGCZCMFB9myfTbJAgkMqEe7jmtPI+s+3hAeEbENfcW8ZbN5d1u3t7QM5NBrbBdV3j1PZq
l5nLOTFKpDsByyyUoAJmiTlp1fcy8vJASnrIWGSNd6pz1ee3n3xmUUXixkFDl+esOV40iAJ5IPZ/
eD2bnJhHX9YTzPfIBNSJngebbNeEF5ayM09d5e1sFQ7nUgvV49EWN+tRO+bzwBYHnRz/WxN9QcTf
yG2L3nn2LZkMCXz/5WIu9pnFjZoY9bIVT7Je/I4fDNSwmAYbwHCiFpOCTVp1JAE3umRrL5vrCPSc
hchb1Nq25xR2XQ+pMV4bxIH/Vj1saOI1zCU6NKMQvxM9TKNDkUWIYKKsALc7ENhXbxKsTd+Twlj0
AxCkLvStaKyhgeTgsrZcw5ZpJ6H+fyDYjI5IN3PwOUhzsNRVB70OrASSrRIqKLEC9xFge+UTEz7e
GBEnzk1DnfAjon1jCHRNd+7QJplqr1PswL9cAtP0e2colU8zAwuzM2d40dU8WLQtgAxeiP+VZ94U
LsGrbYeDtmWf5hUZnpbjO194jz29vwmjadqmErQ2p9kq3g+40oO0yMQmGfPpVoMUCkRsFneel5oH
lTXVlauG+orWtHfX9LD6R2Pigvn2DD/3k2NegiKxBmnrp8u50glHoAAYBWkEOBMfHuEKEBMvgQ/O
rKouoUYsZowHjpiT04nptbPi5+f0Fddw1Qo3LjBD2hH9914kGzes1K10uTNtXKD9QYKO8cJ97+wX
pYfrSTgIYHDWP//j3IjSbkgU3B/fTjX5WeqKdAmixS7kbp07u3OXWuNZV6szC+XxY7jBFYKLM7WE
2rJ3Zg6dVYqB4InQLHbKGkZ0+kXtXVWm0PdoZJKd28zJe538oivCMHRgm6otP8Vo7WknLiLwZGyi
iUsp1739y79eVVcYAxUPijQsMuJkQJQHg7fP2GKL0mGnKFGflrVIn+tqiu4WCoZXKkqf4QHbV28/
+MVNdnzzfEkMY4PnyYAZTta3UrSeV8UdVdW0sQ65Hln35ehVV6h2rIO3IAF0ktH+TbkHQWUUdeBC
0umurYYKsVDcFH/9CvBxIFSwl61n9FPzm5IK7WTRUN7VrJZ4iqkLAGgOF54iz4w3U9+ySPxYWw6n
8Cd7NOcS0ovm45wuNg0a300DbXNFjoz6vpDl8n7ixv9loT6MODnFrBTVhdp0iajMXS6Mklo4Eu2g
HZtYBKAiHnRncfbgFzATx5H8/vbP9PoUsgLU1vsnCVtkHp0chKYsKaoeCL8/TdV3k62g9nOh9Sh/
UD1eGJzXOx49t7VZg73LNl4J8yOM6ppUjM0Spu79sLQ57u/c+NgoYX9MqoLDhaXsC1/w7Dx0XyQY
yDPQUJyeswrqbu0smIceAn+TMrkILZZnPRPwh1S20EwoYhlo3KuyIFtMvEId5qYgQ2/hJ5Zd/52d
jrPnWo/RqXRSY+DtONl/S5AAw8SVyp+rThCFNVOF0uqpraB1zeGFU9W5CUlELyAHnUIQi/LJa4gB
geKAx6Cj+jMeh2lWiEzTGViR74nYW3mLmpHBtxYegKYktErwlSU+oRgdbBvQQJlxkelmsndsMgs+
e3lUEyJix31KDA/CQtQh8C4DZdnxX3o715FaXYdUrWj6eXyN42W2QLrsZAOf3Rnl9DCmaXqoXLo1
VT62+6o183d6OKRBRJZ2d2Guvt7KWCuodbzUy1c10PGjU7lASqECzD3O6ERAZXr5hAalTwOhjYn2
0Ht5d9umkWX9EsAdPszIHNrN2+/mCc5vvXjzISDp4IbklvQK56esLJzrUfIhzDL5MJHZsKnqyPHb
2frodm13GBeXC4MgSWVYtPFznTdJ55NXnH4kcX7GKe9xOgvrWFw49JxZ5bD/ELWL+5nK7qn5NFXu
KPQo4sScO/LLMPWpvesqXb7D5dst+xxbTLYLCSVKrsi6LouPbw/M613e5Cddq9Y0uyR3huMfRxE+
5nXobKhaQ7JmbpSbGfLohVfnzNKITZqxpwHirDPw+CklHorexbHsT46HZsNqwHKgtkJVoFX2fGGf
PvOVbJ0fnIrD6n8111PmHweXlCaeGHIOLq2xxkAkvUQnnCLuvzCvzz6HWrxARybBu50sB4QiJcCs
11eqDJsrUIXjNhN5cqHsfIJjepm59ON1fH0ubQXuZcdfx8mTUZnDusZ5q/y8XqZPREF1xhWZL91X
u9Bj/crJdG+jcpkTZCtTICta9FOfhoFWc59/oyNLNY2A7t/ozZscERk+G/4yI/LHSk+CSjkif/rr
ecXJgA2R2gAww9NIWmqKaIWMkeS82ZXbpKcJqkRtHt5+yusLA3T6tVrI721TAFh/oj9+6rxoqHoQ
3evDlKcrzVK6T/ROfjSq2LnlANtdmMf6uoefnMRw3cFnRB7hmOYpeqKJkcxyCsb8EFM7redGe9Z1
mgHG0g37qEW3kJBDcCtskQVRDgUZ9e7KRZkMfVNnyXI1rOF6xMsUB7tzo13jtjg0uR1fVZpxa3p9
2d2mfddeOGWfm6rAGnTmj8DfL07mkL5Us6ydUPPhFjRcSNvkoCmhtm//GmefglONN53WKNLF418j
RjWJX5BbbbV01tqfjn1H4pt6+ynn1hILU+RKeeXtPt3JlggN9BSubZgKNnE72zW+PY/cpVwWmNj/
/mEuh0/mF709SGPHX2leLFEgkNN8dO/xbTIl7VXVUUoyKxAFbz/q3Ojxiq8BtBSK2KuOH9URizSV
DVOLvj6OI9kCNOoL8+Htp5w5OKK+QZ5ucrFcWzPHT8liEnPGmdVkTJw+4Izf7qqlp2HcPc4ENaJa
aS78Xq+/F50ZXhcXfCxYkNOYW6tLWsxOXPCIKa/JjZjrewuTwoUZ/npWwOMwXAtk1stt9eRoKmUp
M9Wxj40DkVBCcwjvKBa5hhDH0f7tMTz3jUAT0+cVrAPcgY7HcEhlG2stz+J0irbE1Ro/arrlwtp2
phpCAc9gQuAXhWRgrV/5j8UtU7FKqrDEYTN22o82J8PJ1M36XbOgwleTWX4VWZTeTRjHbnBhDYfU
0fodzrRmI9vhB+EV3tMMtPadiRryE/Cm0LuwA54ZdBuZN2V92PcUXk9OdsRH4uPxmExdH1NF1yq6
KQCkPNqvof7l7UF/PXEpDsBBw9fMARw+yfFomFZICQR5LBQqB61ySXePZJwiKI12Xje8FqyFO/WX
OH9nDo7Hzz35jl4fDjOhL1RvI4qXVmt8w/ea7/goCylehfUhpw+6TzHAXjkYftcUiW9F5gERwHED
FbEvEDpkU/Xt7eFghPnCx1sRH2xtJ3EhQergngwICWu0kL0lQQ0eN/VDpxZN+0hiW55ft1FhpU9k
L+o5sq9I/nbhgBDwlYR2ugGEldYPVj2WhB7ihr4rySCxdmQv4USidOs+0dqzzQM/fO7siTXVP6UW
eCoqgdi78TMDreAg7Flbr04rBcRkkToKajj7QMvCVAtcN4s5MXdem12P3rJYG1pYeuM7LpQqsp6Q
Vm96yPfcBSZb/MqXziYHaOEKu0zT8EBNiujmMmrLH2Mlk+4GFzqoS5pIaO3C2ZitgE+prKAhKqu6
RcNLoG4yrc1aKG7l5KMAUc+Gnebx1mulkwRRSEgF46TXN9QKGyI9PBdpTLZk049Zb3h/XYQlLf+h
Z9065AVZG4KGCZVDrBt/cpyaTJxuaJbJt0NPfmraqXRvrKn2ui1HM3pZiQCUs51KwlzxkEv5vddk
+d2jGllyLIuxdGaMCblbMz76baZp5gcvYyCDbmyjrXQn8ghJNKKG0nE+jrcI640vTlOaP0lGyAkq
tkbzOgrHCheONY7kOZDmPEtRk8UskpazRudkDml6/fKjMYYahy7YvIURnsLSMvw4aaqHUeeI6reT
gQVMFkh6IeynpAijDscvjxfZ9HwpQ/dxiun1cDOK62mfuLE5BlpC9DBUyyR/hGU3f+7QZKA9Kx6M
Zkiv2sRu5RZZXvurwcv0Ixub6jn0tOU9kW8V/r20t3660zyTyYqHtnpvYjdoA9TfdYpKGlEyvIrS
kUFjKtJUOs2wRmIuo/6DJH+jR6XdyU8UOgw4uFbsGltAf6PcFLGT1RS4CrV3dTufdhOstnijj73V
B1iY9fcO7+6DaG3FLUC62jPBvO6PtG7NZYUExE9wz2h1q3k1F4lwMskMXerpayepghOOoImPZN0U
76zezkk/Ai2jb7OWzJTrwXQG5hmgAckv1kY2kk47fFJTruNaGyN5O9l2lZMrKfq7USX59ywtJuy2
Dg5jIiDTNV4V8HXO6Q84sM3klLJ7IiA0lj6RZsj3qb0qQoKMWd4QOtU6W8smmsivjaqOd7acMbvF
nkjTrY30g6wxEhtwc3hDDCGnx++xmZo6/GbOywo5LEx0JYsCHRMIeGxYEOt4j3UrI76HrL4na9Qi
/Aieja0PP0JHxM5M3tJ+BhX3s4Ry9xWEjsw2Sy2It65kScmDolb9KQeqgi2u6caGTAhhfR+cjPTp
muRH0mAik/idrjBMez/T+ykIbvJKEOF2ooqbRDTwABtPLsVBG61sfQmV8Zy1HUkohVTGDZ9XR9mE
9/B3Jp3yw2qadMCqWhionb6brvELOc5m0eMp9tOpSH5VnsTC6ACC+wwPp7olLzid0EWF3ldRleNn
s3IJR3MWitvkSa25RdTRmoz3V+CNEIg377W8qEyM6nqPGtNYPg9rSWJobYSasVlWXqB6HYMyruz+
k2gm/JnAe7r7RSKMhads6V+cMQ7fJyzZEG0gGjxy+V8ePBUh3ildk4tQ0iyG2qNJIDg6NJQ5Xjcu
kaf85C1em1iW3n3ZVfmPvpPxuJlgDm+tOjXtTZRo0wPQQ+t7M+bdPRxC8Di1OYrvU0Om6UYjQoMw
U9EIgK9sU4HbJtlvzLDiGSsPMYHkpEUPSLeIV9MSq7MD3mOLIa4Jn4S7uNjmRqcJ8zi5uI3Abo8z
vEfwQddzvfTtxmzM4V0OzhxnpTk2002oDcVM5EeSf4iMqXH3VLTMD0Ay+9Vwm6WPwm3i79zSKJiH
2AK+6ZTsnxM19E+mPs7LAVq3XlMV4O0mwHXsnwU2yJcFqGBJT5u71rHXvJBYLMwPQwt/V7Olnnv0
EdmTbSz5Z1Zuz70V6Gxtsnnq6kdvQxo4OIPWIDycVK5AgeQf3ZyExF0j2Kx8d0zGp1bQhttyR6WF
0qgh0oh1UKFD9SeWZO2Aso5olA3tzKtZEetHrst4m4T9BDQzjN9pENm+keEyD3405eqnyshzDIjP
dpYrD+wSLiWztDG+eLH3NRMZ2IoWjfZNzKadX1t0J3HzpmvyZWnod33esm/1ltHJA+4P3PGpEWb3
NKxDqGR4OFelcWXCsKIsmSIeYi3dkBE2VZtqoaNNBJnSK98jU4l2SeJ433hASPyWnXXxDo6ZrLZO
a8QfJ3dp9X2IZqdNQ3TWRhRfR6T1cVhpaWNmYVp0rAAJJtVu0Ig+gCU8qkPkLtpdR9IxtAPLjH4s
piq6zWJO+p0MWym39Kvg9ocWrX8tLqcf5mIaE+UzAyoAlum1jSnamVDVSINEliDjL32nNknjNsPB
/W5XZfEpt2uvvfVwum4xMAFfIdIl/rwsqOuDwTbnedMWJgClYqHkvETwq/Z9b9CQZHGI7CuIzfrX
xPAWQPc2G4dPn8J5P0tJ83UWIX+fVjYxeNHQEbdtPVfaphZadR8pfHJBQryO2JOHOUVowUfvM3SK
SA+WpOuuB1IAWWCadn7H0ixaH3XSEt7lJQSQQu8Lb1O8CIY6gPP30MuURQOzRpsXoX+rAgyosGKy
bAHuGUrLhbDlAfTbNSYxh74TU+/cRp2bD7chv9xPq3WmLxQwCX9Waeg8ee6S4qEmI8f0jaYpvnEm
JMGxmDzIWuNoitGX1mR8U3NeoAzkzKcFuN7XSEyHSCTSgTDf4sz3iLq2vVS/s7vBu9fSHnx5GMd3
9tJE93EsHXVddry9ujJK3MWGnB/bsvUifx5Tk+z0ceWjpapTXzn8ubVfE5VI1piYAB4ImWQEqzez
Etj2x+4hUrn+JWtExqK1KNxU2WA7dzkm58Azh4lOdiw2Q914v9PO1r4NOu1MsSgwaKbWGESBs4eG
PmGZ5U5PJjHuDEPh00xXS3Osg8DYt3qi7xz60s2j3Qliy61eH6NH3o+4DuY+CsHr8R5iaI8098tE
UGF+XZN8m9/kpomDDqiJSm8cglURquQibzcdQv/sKrOE+Q63H5GftdMMVqBJima+jrygBePThA3b
XZEV28bCsrJphqbs9xCRB3fv6GVSX89umnFOECmkRi0EwbYHAEt6bIYrxPe0Yf6Y409+qhLdm7ct
rYTcz8FIWL4Tle1HURmZIPfRGiVnlozYr6bHvUH6U5oBVhu97BlJlIkpw6vEJ9BI0Qermgv9Wnfm
+LqaHblsrIw4ROJMId/1TJX3rZNxxDJCNz2AxZnSa3ccpnclhTI6VDMyAnjEBlGz0zISuzDOTj5s
Ia84qwSt8ZDMJMt8gFiDB9bwZua1sjQy4Gchi61Dwifmy8rwXJ9z1cDxJdaIf8CM7T3KwpncXQU8
8Oc49pGzW+Y8yoM2x0160AcLDXNZufHv0UlDPhuHlXd5qcSdRcDr+nBEDISMufoPds/5Ey+TRWIG
8vCHypgsqiN18b6WcRxe1eQJfxG1V96jy87CbSGmZl9NoJd8Ry/WY3WNgYYkrJ78kSGigU4roLs1
zaEfA6sWqrhtl0EjfQOWb0t621wfHLtKu405cSjwhbL0ZZd3yul2rU028aZClGbxhg0ESppZJIdN
Wiiyn+uQqICWOpxNlOOQQwc2p3j5hEa+ubNQrRsHsmg1TLhel5HwMsVZvSVeNBw3Ee7Ixg9BZUHp
iQ1THSyD+Ev//0ZLmxnRgJynsjhc+RwSmyDqSToPaLZ0+oUa55kuH0UNx3VWJwG6FuekjJfluadG
HbFYpqwaBXL/c4hN7nkqRimFz5hxcC1KzpP43rVDSzL62F2DmAx/2aCM/r6uY9NrBw6rO6sk9KRe
pZB2lW0BxYc5E+9rLet+OVkZBklpRvGFcsbrajI3ahegLY0Qly9+0qWw4C4ZMKD44g1eVFgK3Wbq
0u53qeFBpeOtX7jDn9GtWTY+CptO7otE92SkjQb5Qm1SSDJtOsSiH8veX7TFI90zn3+GcTF9gADN
EiiL5iPA2fq+UZ65HSx99JtwIZw7Dr26ISJ0nvfZ4tDXfrvKcK7oYqNhp6CLEoVIrOOiCxJNUdkd
0Soq4lPOIxxM35uJNl1GV3vf18gthrJSF2bg64YhW7WNkAv2NV2pU3ugMCdJ+CxyrrRtvB28rf5G
OK35K+uxXRthUx6ycSrg3CQuRYXJ9i4Ufdc5dVxZ4QVYtaqkxBCFcVqJ1SMvBATD89slVddVNrmH
biy6Lx0QbE7G4fu5oFjQAcS88ODXw+2sUh+DLhk9bdqCx8M9J5pnVJOFxUKbhmuuQMW1IcJmu1D6
JChV5Z/phacXRvv1rEf/igCHzizqVOmdFLi0Vnr5sqDfNGDrX2Ni4bKwcBaqrCS+5Q/+jYH8Mf+/
6Ff1/p9x/BNqfGbWs7iQeEA3GqEEVZfjb0lY9zA3NXpI6MbVrurTfBsRSh0sMydO9jU7lBtnNtkt
XTObTO4oDdcc9Jzxoyeacreg1L1mhtDhMxMvDibd5GT89sQ/MyhshayCaE+o/Z8K+0C/u3WszyQf
j7gsp4wyuahu49TYiUb+fPtZr6c7EmxM1+gHERPiWzwej0kTeTGXDgqosapuvcpptUNqap69NWLH
0rGImtHzsMxatDdiusE+nKzSvVClf220oaaDB4Q2JgxmrhQnn2JNfLGjVVGih6qH+aIvkMzaODGf
CtlOj2Teya9zOMLBLdl6TGChkCgQWyTuT00TXnXhBzhTd3XFqnYSRHGjaF7RIn9WvxPD1eDaYlsY
U2zwTb6YCNU5ZNRL5j7AlqHIXcSgByuISmmzqE0+GM2uGcLx0MI5/DJSD9wOdRdu3v61Xs+M9XPR
eEIDhavlVGjd6rNnqJ6ZkeZFvpkXFA1OovBCRa52yJfmkt7w9WKErpVuA64RNK60VI/HAV+IaJiI
9MvLyX1WNKnoaPddxglivRZEihN2mg0rldfVpwu/wvqXH6+EfEMWInorLIm0244fbg9pSgKoQt86
KXJpmnqCA5Y7F+bemSFl5vESYJ/EZP5KWGfb6SJXpSEYSfMD+CXxvtUXuevgIF/huVKXXDiv+xbs
KrTBVqAchZ3TXkJGqULTLLa1AfTQvYVJelOmpYPhGCfO29PlzKMcOm24O1cPm3gxlf3RxBmBd8ke
/AMaoGHZwB5OtzNiGX9pwnn/9qPOKAV4ApOFMy6dab7Y8a8FgzVJx1iwUZNdfGMPZf2MmQf43WKV
7rt4jOaJWPCpuy08TRymRf+tj0m1QVMpgrqnijzA4Lg2WzSVoC6XLVWbcGcPZp1ye3Wm6xzd64XP
fHZ4iPJE8YvOlCbr8UcevRnpZ8TbVA/2RDUs7N2bhrVol4jlUqbj6yWFnjQ/Nnx71jqH4+TJwzDJ
ZblbxgE9alHct3Be3U1fNfPPNG7LDo/amH8pbdRH1yk0GtpKehKP3xo9JrC6XdqmCNwCFdjGoIeh
P9SxF3mHt3/DF13E0RuHWgKAr7c2dhAnnpoMjV50YS4WyOl0BdUz+L2IND8ifb0gp3w9byIwd/ne
lmU87ftZ99THWuQdEuHMCTezYwnw4YPdovJgjd81dVNh9asbytVuXqEepxWk3UV5r7e7MWv6yW/M
MNF9HVdS7XPsKqfrgmCDd0ORdNm2z6N5S4hwPF9pIHjoRGjZrO46WhX6hTflZZ87+eo4hNbWNyMA
H+pksQnDgjtrFXLsMoZlP2mNNm9y4WZfKUAY1WYhCSclphsP3SZTZl7v2Jz0XZp7ebaNZ8w1N91S
JYY/GEtr3SaZFWrbnLYDlLJU/XCclBJi6pmEnNg9v73P+Wv4mhZwX+CRwA7epjMphfQXk/jp7V/1
1TJKFZOLBVFy+K1M+hrHE6+JwjzjxAn/VHDd81oLBD3khgtiyNcHK7QD3JIMi8Mz58g1zPfPLZOh
chMZ9ihBh7C+TYvBm/cQEzpwmoXZ4gdyteWjasOSgndC5Evrpt0QJANgu7Gmx0mlzvIIiJzBHd9Q
7wj17ejO6XJB0fR6NLC+oZClc6l7AMvXP/9jSbQpeMuZxh6EhnTeR0NHcgvXvO3fjjlvOguhi7lr
fZVOZhOVESvlbaWUFDsRlXGEA8G4pEl9Ydq+Or2h0tfXzBHWMGe9thx/G41/rndkXgVTXZO4mNjS
D6mXbFXRl9UefKJ9M649I5gZZncNQjmzdm9/01cnBD7BGgWGSGx1wJyKeyZRjkaz8AlMvdJ2nSkq
38Fwdku/Nhop5PXz1tSkt9dpF75/+9Gvdm4e7SGH4qaEJJau/PGXn2m+D6CO6LBCQw0mvCfv6DSG
j6w68mEOs+LCBenM1Fnvos7qogJwcJoTEkri/dKckktfZ+Jqzs2fCpf9hV/Uef2U1bbNXWh1aK5n
8uNvFXIf7nM1Aty1C+s5o1id7WLPpKbfcm4gcbXLoow2ZYzfJhFDOW4XDKSqRhE2UWFCjVEZ432V
dMMPzZR575uKfrEzmNVwGMsyf0ZVMn8PtXhgHag6quydDtUKHZt+l5PD5uz0KXGIwILq3/kjn/Tr
XEtP2w5ZBg184Z2yeXm0KcTw1BXU3CyiUu8rVUNZyJFF0vUvNe0pQQsY/oLA0owHfDN2tCum2fC2
tGdDvLzIhPNNBj8clZpZ9MuW8nNhbrwsiswdWz1pFEiw7Gc9xF29aetaf+BWMlUfKopA6mbWM+Cy
dEX6Zovueuai0s259IluKOCLQ7z6vCDLkps4qi2Cq2IAUozoUOn7Pls8zhSLUd1rWuj0mxEqlLPp
eFkeIgRXuBjmPPyQau34ravtGgEBhobuCwDH+Mpy6h5BZxwv7T9Lxv8GFPwfyjd/vNivgt3vi2/H
+Kj1X/+Hd2J5/+KOjnobAwa6XRaa/+adWNzb/yfbyXBXJRBIEHZwGEv/QUdJ8FNUzDHnsDZxaULf
/BfZTmcibSBQrDlR622IyszJETfpMbCRCWsBUnKRr3oUr7KdFqHb3nizku/JttP6q3F0R6JFytlj
Ig4zDFha6OTgaDU0QV+bjfp3rYX0gIVWh3epXo2h3xSDw//C+0NGMkhqcGUdWj/crocxakQEAm1C
z83qFTxIrxpdsPWkleP4SagmtoKkBrXgO9TzzY3p1dPg27RhH/peiz+XSGCIoI5XL3MnXEHbZolq
Re+51rODlK2V30CfpDeFEmH+UhSebDf63BomqHunWRvGTSt3lqXZ+banlzfsdGCC12gh0nBfNPAt
g2mol+W6NVpQswSByAx1zkKoNFmOSbbrsiQxPnhVNt4Q8xvT9o4MPIDznLpOkEQEBPp91Fi0Rrth
OSw0P0wac6rRrp0q1DlvTbHxRJpNTVMFmwfkZqe9dHph+vx512TNI2qChEzkZC/3zZONNA9lLoaU
DjTd+hqwHNV+yuETifMHGqI2TZrK2/wXe2fWGzeWbem/clHvLHAegL4NdDBGhRSSrMG2Xghbljge
kofTIfnr70dn3W4rlLCu67mBqoQzbYtBBnm4z95rfStyIOB1ZuKd9Fbv3NAtUtddGcrz9/zg8s9e
bxY7b7akjm3QkFsCX8/uNqOoY5GogABHnOInQ8MvXEm6gRlr44UpI/+DN/nZ63Q5HvGg9LoRNOOz
sZb+4C+VkYpI2zJnyfHGdt72XZN+jXwwXKKr2mcDnc6f7b44Hg8RlhBfX8KpeYO/PR7dkZwSDeNq
EXNqzBbUhV2pLIzSqPjg1M7eqX8dimWEimyRTp7b/Fqi+ijSLH+tTZkP23GsnlNV09T5Zd36m+bi
u8Ow/JB9wj9N1GTBedWXkkKdzXHqsU0y/U2czHILav0jKg2Gn7c3K916k8JuSXSnhOV8zkqEXBGo
lc40J7soaodg444OuxXcANZ0QYBpKh8Q6+jO14LKS9uVnpm+AkEzidPOJCrJsCR3AH4ZbISBVSjJ
R1LuFVkl6apTdvQ1g7uOqNGscuKWMpfx1moyib9C5aLHtL+dSnsJEHqKqyC2tGHfj7P7GYs32T1z
13MDMTj0mcuWlFHtqmxaYYRz5/RWqHw1i6+JYQOIC5NgngRoWbKzedeXAB23lmYVd8rSWCO6geiQ
dVaYdbBjDB7Zt6UmMXMJ5bkMnYn3sgTFyBA3RzdCJhOFjtZrjKbbgQXYIbvU8Ywq1EXiTBc58iQH
X7PrFXutdCZS6A1RVSGZWoM4oQEqydqi31SKVd+ylT32TDW5EwV+302sG10GSzWt0dC4iDqiSzHg
Ytg4kobkKVJ67T64AjBq6Jdd5nwHy1kWG2m2tdwl7HjLI/Kf6AvNGK1do81M+y90YfznmcDUWyfP
U7LQW2mk3c1Mkkz2KIIka26tSfbDPf2EOtv7aV6lV3Ne1nisi1IUfRjVitSHdeZg69nabYQCt5vr
QV7O+Zjlj3E62dknaXaSRpNFJ/U090ySjnM29tN3cnVKPkrny+B6gJuJFVv4TUIDEzYiEHb6qus5
tZ3vE/O4K6XRmmUiVTsI+LSsrX9EuAvo/2Vd7Pd7wMQBkgiGgUwdiQRDCKr1ReA95DxxFZu93icw
MJ2ZHdmNJbqHNukr+w4ASDI+Flkal+zxoUbtlCiGOUQqNw3XCGbKeEl5kEX0BRqd5V6gKm+6FZll
RvnEd5HExT7plGfEazRog/nNjHtP63Y1IHH5HPuFp1SIHRUQb+kHqQKovDhCIis1zLUHYfaOGFha
/r6m8niNrH8ojyiHGeoETd9O+9zTyPYhvcPbtYlCZVvbVdnjulgSIjq+XH+HQgepYqdplrfp+Nzw
ccs5KbeSca65r4O8+jqZ3JPruc/pL/VdUKJXUhX89KKNo2iT5j2GjExNNRg/1UTdhb+06zZF7czB
xta1dBF9+tODP0XxpV7ahb8ZLSeFNsupBhuAEYZLGpvdHOYMRQuBIiN5SGTr2U3Ywz5PkIhYY74b
ywl+GTG6RMOWSYKiCOOCHl9aNs7WLZ1mZDaJWTvHrEvNkrRXGTyllUdAIBzYZQdrmhkkKJl67sEV
YAeRsfUL+h1LGVm6BHIsyQV+eWXmQxBfDx2yr/skGU2N8LleH0IDk+apHSifWY/qKkdNE8X39sD5
hrHUeLn4vGeg+xtACsR8NdlNXWhrfNaW4CPPLl8un7zwOM6SwpOk4DNPo5ahvmUehpxhP/LeYAUC
adAAJewH14zlBSGwEr72ui+LIt4WfirbNYnBtbB3qcLgG3+wRzxv8yGsYyMO1cdBTIc9KDgrJFhC
gM7lkSL4PINqS1svj+xT0zBuZSDgBfXjSETofDBh8ac7XYvNp47HJLgsKzl0lxIFiLGT5aj7IfTO
KTglGSqIh9+/qJbS4ZdmF15M7AM+r8WlWYuN4Ey9XZYRYXFNhpBQIRoKRl2s4YOqlTUb2gev3vPR
zs9j4RbmfcWLniL87GVFNQkfyyHGWW+GcgtGGW2dr9SafoHzODlB+qmmy89/M+NT5Gv6phqDKGzy
pD78/qTP6pvlgzDfWjYRPmM/4xwVE7BbtTqvTNemPXnunldN/N1mPYSgFtGuvPSbCA3u7495VhFw
N1AGgDei20TL3zzvjmRRadiabau1IdW07kpW12Ks8s2fHoUiEaMGHgi6y1AA31ZSOGrSBHspCUpq
sDcxjJvdEKCp/OOjsNnnylFzUJNay/X9pT6UFXVPIVIyvJJOv21a2zworfWef3+Upcr89daEvUGq
PF5DOmeQ889vTYtmBDT0AuSuZNQDnMpGIlMY26Cin/gzPDrR7H8Zrf7/3vsfWJ5+uf7v9t533/of
6X/8n+bb97fM0Z9/7V97cOefUCdAZ9He5cvh6//vPThhCguVkZ1JwPieW4Lf+e+UQPOfDFSYrNDE
WprCy1z/X8xR9uQWzlj2685SKGNc/ZMt+c9d0C/3Cy8YLNU2O216kDQ7z5eXeCLbvOUhWxXSqLRd
FMfiJbUDAP5l4zkXI/gdZkwzWhEQM7paGVY3Pc5UnsZhyDQZhLoritcGyfddDCbX2pqMbve9b2Y7
M5mZdGo6cfSppyLclUEs9zWZIOibJ1kt3oX4h1PG8uC32kM5U3Y2vl4eifXp9NBCPvs5zcgBRZmn
/YhwFX3y6tLYKgdhMxf6K1UrwE686AS9LJyoRJZWe6ibPP42moX7FUxpw5vOKz75xkQSYNTlSARj
5FB8JZd87gBIqeHzrm9q03kF+A7mvmgGhTCwtG+cCIeSpbV2WEeWuqV1j/E578HwhFZUAXezh95a
DUFi76a262A7sz1nqYIDkB1qKWb7GLUw2i/yvEDQ6SdNRlcvMYedBX2gXnttlHdXbB/SHa1C8yrT
6hwvTOk5X3RaJeOD6fRNeUBdXRw9aviXKHGLnZ0UBGUlfoKKpTBl8TAmNCvXkxGwyxdZTFbYvixl
lD8jhMp534sBKZt4hOk8BcM6UpFw5c73ZwKOsM0DIVk7dS2NZIOwspfDq0pGFrEMzZRft2i3HNFH
hvZiBJXW35jSIe8i4AuLzWBDeEVfNdpaNI1f61ejcHy6xjGN+viUUsRWScjtrVUw7GPTpQFqhyYC
eeMKmj7iuBmFdrqG/sXYyCz1/ociYpcPzB10RXBx2xyU7AM3BFFW+Zf+3DLb9NxhiDaaMbqfI8en
xG1dXw5rOUMYgd3hB9/63kEmjtouOOKWdLrLmsix2V+NCGL7bZR0Qt8ODEhSbnmTNNneMourzi7s
4ZMLhIlbS1iu/dVxkmnjzJGY4NY2Q/A5CHI4TSQmn9wav9VWT7r8ll6wP3wiz7h0Diqqm/ZRodh9
jGiR/kj00rKvZTXUT+OUl+mO4ANqsTHFjybHIFDhWAnnxicyl+ltrQn4/4hTk4dWefm0ozgmB055
CLJdYrEQtlHP8o6CAfncyiSmYVWbXXIkfWtWoVETKBB2jtYGF4XKZwjlDtHPidHGx9lUZKRp1NPY
K8bUTDdNqc39WivJUPMTxJX7oaalNfu2E2wtiO23tejNB8eh/F5HqZy+Yj7i2ENJiHTY5n2+RcMV
bLBCdwaywmGixKRTR5TgYN3LdIracGCk9pAtyW0bifrw0FQTLG+l1TFbTSYO42aOpZq/6b5qFKwv
ckdXiTfF9UWS5RISl0jxoQGxJI66jLv6mr61LtFsaPl8XyYIfPBDcy+ulCEN+1qwLUSFN1nej2Ys
CxeMyTDFUJea+r6HOd8datIPYDH2IkGXKgkqIgrEHbZsZyjtoZIHYtNBqlKr2nCTb3Uu7H1lqOSa
ecZgb0Wp5V/ZKKOhBqBia22oDJMvBcZNe4xrm8c/Q8L3MrMxuKnN0bwI0HXHqyqW2avnj3q/VUWF
Aq8LzAkHzJygY020IgVair17PcVYndZj65EFqC9DvamKy0f2ciYiejcWq272q8+0aJyvo9F3Orss
N42XdEglUXNHzAKV5y067jQl1YK/HScba3SZW5YpQZwT7o+Y9OU6gjIQy2u2H8FnjYUVAwfdHX+b
MEY4VF4NyMSXQG4xYbF5XJTqdPslIh2gYiObPHwYokvJuUjLogyhwsbWlk1Xtc6iSlYXZWOVX2zJ
5MEonJjmA0GPsXcwZVDhbtBSm2ielvYOYsmBrMGk2lm9ivCkpJpwoi1ti2QOtUjo7DXRrRgN8xHf
nfEu4lAa3Mu6cjOCemJqH0OsSItRT4LE+U1qSospWm/qhEQOOACrOkP4KWMgGfWNp0wrt9FdEqCJ
W2mlYA5Cb4FuN9vuiVQV7ABA8mE11feyMduKRrOtYYvNudj+JrWI3RYM6Je4HbSr1LzScmSTE2iv
SbJjeE0alwQYjqa+SbEQ1mqTxANb1e1EWNiKZYhwTJOxJmqYIkfgv/NtKnlm1w0EZuTDyCj6ftMn
nqWOwklI1YJLnLtjfqPZc+QTCGMHQjK8MrRnh9ZNjxUwHuWlnS2D6bI0nhysC/nd5Gl0Jhy/B94Y
+015l8rAY2ae9IQoKAFWCK+c6JrbjBAHPAuo6NQePMqMYHls21dCBdp7bQwYO3Y0fTEHNLV4wT7P
7i8y3LYLCTbFg1lZo/lEEyGZ7zWlQEo3hZiJ0CzrqVwLAuG9azO30voY2ybaFKx0xMRgjgxmtPs0
n/gKCmznoa+1ZreTLR8eN0UqWnfdCn9wvgzCqTG/gRefu+tuJvN71YuYVIQaL1679QxKaRpiskRr
Hmcsz5aZkORtzZMrLhO9jw8TmZXqUoledzbATQZn3ullWtgnWm+jeTPrpbDCsWiSfCvH0qVHjVrD
WpvpYD7FrYUvpwAQF9D9YdJ+Qqia7301+dcdZxQ80rmpfBYZAhBPBQpw+6JASd2QYJNrUM9g2ejl
dQfre8KOpDvXeunlMpz7TnSrbKnon1sjiis0Kb36WkgtbkJBThsyc226c2q0O15is4w2E7lnZL2b
MHeMlYFy48lIG3B+LEJ29VR5ffqlMDoEvvUSS4vrhG7iAWKQTG+DOinvjAl00aOWjR72Dm3IC/OC
lYRmUiFd1RGVYQTNq11xUo+VL8pgU2ViSNYt4RFoWbn72+jYFBAJdhkJg/PWb3PSabqoBdIYpjwR
6RgW0pbWRWzr2TO5Ei6i+CGGhJtwL043gxiT+Knv5uIpo9NK+nTm8kHRbizfaVE69aaiBE4PEEda
5z4uEXeJlXCcTmypFaOeBkU/busuMaLLPojc+ZPhQ0q5TyfyizYzGhkPhlMgzSeS4vr2RkxOibx5
9J5w3ejMN9vctHZ9l3KrlIZZNxs6PnQCFc004hDLWWFstgyRDk99hqiY1aHFUz35QT/scZgQgoE+
B58x7dvJXxWZVXyhDUbBIxLRODsriObkQCIy1iHfrXk1uLOXCQ8vaccpWnIJbgfa3QwbK3YMQEXa
ZG+pw5IrY1Tm57IYs2uTMKx7H6rTFDoRktZNhz1xClt3oCrvDF7JekV93CaTzs/3cR4DvrUtct+h
On7WyXSsSRDs+35NqISHdoYkzvw6d+ouvwZvGpmrPi+D/ZxOWnsxBaTKLpbYdDsyt7mIGGx9i2rQ
iCFzG/8JzUuv1oKbxr3Thlbkaz0iAhsr/NQvmKvi1SVDch9huuBuJsrwlTTE8aHuB2M30AxIwNyJ
+hMadzVtLcgOX4rUY+l0OYVDbA6gL6NUv43o8103mtH+8JJUESaAuNjE1u7XoTZrOnYi07I7tJM4
UVeaSrjr/ZhB5RqTaRDg3VXEP8PNm2OPoVwUu1vosvZxTmw6MjSyreQHXh/pbMnSwi9n2onDm1eI
NjjIwXK/VFqeHatuYE4fY4XqgJ5V/kAClz5+cxo5YdnyJFm0HfUj4DoINYI6O2q8S6JHcBEaER3y
qm0YvZECx+C+rHrvhqo9+Ebnu9pmY8ct0VkRMCoQezwvVmaPak3VO9wns/L6PfSO6cYdehaeKbaz
PZMlHCsiidxg43XN+B0rEqxAQVJTsUK0jko2qAyPKBxH9USpjj02HkXiG2bckYX9g57FuT7Gg+GN
WhYJK+IMtqNnzaeq4a0v8asjSixyLIGzE99lZVSuiyIpMCK7pUPijiZurJS43JkX+5+KWPkEHuJS
NtTwCkG4LB2iX7omvCzlnKcslLXQo1OrCXsbtVP7+suu/W8mT+ddNnM5UQvniMewHfXluRBoLpbN
idJE6Ixz3a492WKh7d00IAFLIa8PtAr7fTSPXAVqKx5rQ+JgDRN6MffYILCt/f4TnXW++EC2t2zI
0WgserCfLKNfzrvLtCoq7LTC+G3ZW8NlU12i5b3986OghIYPipSfrt5ZIzM3kHV4aDtCNJfzge2K
TaERlR9oxs7apZwLHa/AYFhpotz1zm1ADqY6ggoIZ4Ir3doso+h32EvI6SGb4rj6YC76/spBI+WI
HsquBVpz1kEGMxO5XaRKyqKAh2ZiVLeBMTl8RMY764dyVoidTRut3gI0ss7lTGgKel46PBsRmVLZ
ttIcqsZoavqVbtXlJmeQ+BGte/novzZrOOQiIwdXFoDmYhf69mEIQDfzgiOC0HfL9hVyg3XjJMlw
1JPevddnJZ5Z9EfIfNynH9yPZ31FJCSstZCUsLdgOOF2eXvo3DZGpOazCHM4V+Ah2WS8jo7iAtMu
YPXqmLRBf2i6efjg+3x393CRGXAvnHeYcDygb49cAWAOkB3SV8gLxUrNsJbWEcopeGpxZj79/ol4
B/nnRB3Q23yfdkDf/fyRwONeC3gT1DaDxWunC0ZeDFkxTQ/4vimzOL5HEnjiPPrSj8odjt/olIIH
+/L7D/Lu9uJzsOwC9Ebd6L1T502tnpkgWkWYdf5Sk5QzWwgDrkcc6jJ3rZVTuB/e03/zLUMtQvBq
LEshtoW31zqNmB3lvmIZ7BznUVRMB40wzQKHANVSH+JdgJk8A0WAtVh8gNp/9z3jYtKhgqHZoL55
t+Ih3F72xIkIi4EJsu7MScWm0G9f48RmC/NHVxf9qmOgtlwArC6HO/fGTa3b66NtoCZnf3rs+4E0
A+m7X4uWILbGp1P4wQHPVqXlgLy8WGppAHOG5wesg6xLTCJmw6rz6I9mzrAuPl7Pz24a2sjArXlG
l/YwvoV3K61PfnkdaEnY5aLeNDAK8Pm3iRdWysz2rj5+9OI8u2H+OuByuCV0EBXZ2Q3jinhAf1Wn
YRNb5hOUq/zzyOJHB8VZ9zF9IQAEPKi///LO7hQOyqiGHQc6Upva5HxFaB2vURmKTZqz6kdESyYM
qv5HYX4Io/ybAzmgT+l6ISCCP3r2egThZdQmcNNw4rFYMQGdSHPt8lVm5h/F4PzNoWBTu2wvOCBJ
SWczKKWrSU/ZBKzGCK7Oz5MqKE/XiDA/OtS5R3i5fkwTKStAclFnnCOgi8h1stYCJ1NbnJFRk7VN
A1R1wxWE6jm7iGYvvrXwG5xmwVYLQsGMr9aH1BTtBpsYpStEAoXa/Om3ukBu0Rga6OyZmJxdbIxp
fp21xJ+ZM9u6iGDwlfD7bBMsv/rzQ8Gt4Tr/Jf8+u9jpXCRjmWDLMuTwAAzoYRD9g86v//wwFK+8
u5A9gyA8O6MszewarVAcdkbmsPUsio2d+fYqIN/r37h4+DKRuVncqdxEZwt3j65zyH2s+62YCPaB
cIE0DrT88qvfn9X7Rx5XJSMpFmokpbwr3h6KBkuRNyaTf6qsbE/3med7HPr5gLM+2zPviK8ctJXP
vz/q2U6Ee5byn5cDxi9uEO/8zUR0pwZDiuwlVrgAXRJ7zZNy+v46aDvu0yRRn2ewRYfCZ7yDMEd8
UCm/fz6R9sHJY2tAxDm18tuzZrOsfKmRjRGPQw2cSi/Mp6pYagPhCj7Q78/2/dE41cXKjucM3vH5
rkfg++oRj4Lla6YHTWg0wt3u4X+wFrw/EKM/LJqoTAPegoss+NftlZExEh4SEJn5PP58Ehik/VtP
AhB4cjaWctwnTufs6nV1NaZLTGoo3XlYp3xHj3LsB8ZY/OpPL51LXW5z9Tid9yWM6jo/tsDGrGSb
XSzPttDTi3/n2eZGgDJAPco7lwLt7YUrHIcKWDI39e2kOtJv/QEpqzxmSffj9+fzrnCAor/ElFD1
s09jH/b2QA7MuSbraHdktpHtbYc8lo/P5m8OgqkbhjS1Np6b84N0noBWSQ46TKGyvLOdpH3libK3
f3wq/rKLdwPwWIsB9+2pCFUBaWrHCH+BFd/yfimPsus/2tO+v6Ux86DMQTlisVCcJ/ZQ36ZEtZLS
Z1YE3K1tzm3YkdhN+RzkLRX870/qbw+HuzZgl764IJff/2WjHk1tGXkTrVKzUtNDocb5ICdaFQUA
n82fHwohDJUkm+kFbPn2UPiEJoPRAGxsARB9XQRpddRzNu6VTP2PZLLvbgnaD0D5SfvG6f9+r4kG
NZhoemurLIKAiBWGXXTCzff7U3p3FKpGG3EECwP3Ay7bt6ekzXkz2BxmlS63W0vHdV1P/h9fOI7C
RaP7t7yOeWe9PUpfZ4PmNnlExIQOv6hfBHvs0oX3iVrSlh+0O94V4RwNUQeLEAU/pePZEzv2xCaQ
9QJNNc3TR8uq0DLolvw0GQPz98yNP4DQ/901RO+KvoQ3BXXd2fHACPqSEXuw+tlS1lxzWI9QOPd/
/E1xXhang8/TelegRmxtKuTP0SopiBQ86mJkO0i2mwR0+KdHIn6Dzhf1GX0j0Apvv62pmxu4Kuil
TSF7oq9Hs6vInxXAwn5/oJ/04l/6KYDN4aJQmcG7Rm3DP98eqY2VKrWEZ7dY1m7wTONVGkXmd4E6
4bJuLTDEStXVdR0w/ESHZhWoxKcMvUejZ/6KMNfMxXVBrboqLV07giLqL9E7tPSyO5FuwHL1JyhF
zpNTuRaB0EnRnjxDzI9JMNE7oPE5Pbh2V9VHGfUMojxJcDqDXDu9ZcRNx7GLociuktyV8SFvmTQQ
N+V8lpGysgsROfHX1unGZGsuu6yHEQnsiZ56CzuOUELgSHrZPqi59uNT24nIJqBbt25kbPrzukXg
cBmMxgJTtOMo29iVRZQvX0zwMg8j1DHWcmWu48Yd93M8Vf6pS1vjKUPXy9jK62n6/P7reH8fI6gM
2JLTu+PFev7ctIXfovn0glUfU8O2uVYyePrwPn7/dMJo4V3KdJFGL3CKt995xOXQXZPXg+2TfbOy
ijE6lUFPDam06GRM9UfO9fPTwhHDRguRlU6BjlHj7IBVowpaRA5gdSzrr2OAdBYvfvyBA+dvjrLQ
TkC3s2qTLHO2kGa+ls4O8o9VM1qU4ill1ozd5u73X9H5y25hm6M5o/fIQkBL7uwocPjMvk2IER7K
vjoiZY9rBPUROwDhfrjR+JtTYofGA0rpTyF8Xi7kWd2nVdWT+qE0e1UJXgsxg8u/FoE/0i7eV4L/
/a/l7zxXxNKjwup+qur+379dpc9N1Vav3W//1O6lOn0TL+35H3rzk9v//fO3Ae4sesI3/7Ipu7Sb
bvuXZvr00vbFX5/iX3/yf/qb//Hy86fcT/XLf/7juerLbvlpMbDwX2PRTZPy4f8mV79XNnIVvr37
839JGok9t3jVcK+x32St9rgN1Evb/ec/LOefTFJM2rQU+eQ//Spp9P5JyI+xZKeSjMYjxr31L0mj
xc9b8n/4tn0oD/zgP9E0cmtwJm/65BTMC/9pWUooNZk9vH3G295pxqzTzDC1NEE6ioWurksi3Xop
i0kNLNbCzEjVa03xzRAlFBi7zfqt5cdZtS0cg7uawSnOh4jEU39ldb4YN4K4IkaEBJ6JsIr5AEeV
a7oZekntP/sjXLPt2OQsL6u+J+35Iui1lJicxBlS5wAJKnpgmJAH63FodDi36HnqBpWHm3gJS4Pu
jgJHiTRkupmMTpbPrih5R67qxk9InzY64iXKE1A+u4fx3Y02nFNQNt3G7Fy38FZxV8Xi1RKNGqww
kEG+kT3u8b0ovL79NEYS14TIEgfqYQMHh8Bx0i2cV0C3A20Dkwjd/ArmQKPf+Aw2v2dUOIZcoQCz
sDr1Y5l1j7IQfXlwy1Gau6nz5nSFRRnLYgEj0Zeh1vtIVVYCk9gTepbpvsjc9lpCY7ZREIYIk+O9
VxrJc6u5j1VknUhVXME1cS7NottNOvDb0Xrp0+RWFgqRJS4gTFA9QtFSGvpq6kgD87PqSsNM9TDj
9aRjS9jGYmzdOASXwu3U8M3Pn6Pc5pqmtbxqc/tiyOJj3HXfRnWiZ7gty+SYC3edS68PdZ905BQ5
H/jDxPvkdg4IU+K2Tf/SXswQnb33KvQhrYtsIa8fp1le1Vxh80oTlbxQDezgCcb2epqYhHgquVU4
xbZxMWfWqur6i3FsT3NkOtvWI08romGxsREDfpntajzRJLVPzMwv9Q6rAzcGG4l9kjt3ig+J9CJ+
dCF378kryG9J70JrCtoP/mi0j1XT7ARZP5sRSk5I5/mh05oa3JKXrQiVoU8HbW8lu+iiyDKCZCb0
pflYuMGeHr9+Ca3yjk712mzEY5138ZpJFm7bpncg0vdjLUN/rpOHoTGrC9dtQItPkoQlGSdHPXhx
PT9el5gSBAyvuQhz1VxC/ED46VHpauZGRRcoGU5x6WbOpiID5p7EDQCNtY4id22oAcUuNwJup3qf
Os2n1J7ht3tRuR2a8ZR6C9mab3+Fr/Y0WHoNtjlYJ1kQgkyu9o47fcIFv4fs3oG97Mod8+sHYmC3
Ita6lYiEullEBLwyDBuCBPhXmNwUcJBRDuA16UpLMcFCppTmP04XC93nGJWutW17/uG1HiVh5bo3
PT0n7aBL42Qx9F4BsszGECPtd6PsUCXL9HtDzngdYjj74dV9XocoBb61rWNddqoeAW6i/k2DPD16
bm1fuYvIwc7HPXpiWayWQNDQzyFgI6OzAf3UqgGbBJF+FtZVRumypDdGV21vByFpoM6aswpuzDS2
h82CH64wro3fcqP4oSyjRCEjjBMoxqLcA8aeLhGeGrusQHAakkbhrBnke2uldG2jNHwzF15sEoYy
u0kaMlYnGbzsDpnZqU3Z097bmhZN4jWpJrsJ+QEPW9kTx4qyG4fiTKTVsEL/OPSXlKKZuCZR8NXQ
+us2qV9d0N9taKUa88mp6u7bcfDXuJnucw+VitGjDOo6ukxAS3zW2kvdiS4wHX2ZvLLQvgsLZs/K
hUjqV4fMQHOe+rqgoo5K67kN2AvoEPzxLjXBlekbp7RiKczToGA+X2k3tptcNGl9SsvWPrKer/q6
sK8LQtNWua/1rGiIvPUBaL6m823G2BbpgxuvZYZD2SWyemUN8qVRInptEu+pgNxgDcGwCqxcrGa9
9rfTGH2OhukKT5Z2GDsxP5glymQd1N0hG6xThakrD5OKgjpsa5F/qyKtvI5LhVzTQeTb2JhAy+wG
7+dpymMo8hU62u3gacZW6w3urEVa1uUNvLTUiVeYWDMkng0ZROpIcsUVwnNrw/PEb7mj/tnAVxba
QZtot0YsnSOb+oKlBsMcEQ93Xhet/VnnX1qsp04eQrFd936Coa/Vd5ZdOyccj8hjo65dg0r21b6W
LBmu0hjwypA1x1nPLS+MuGqZik7eXWQlX51IfQFd711OwWNXSvLo5HYc5FIOtpdzFJEbQF5S4PZf
BA2ElRf0h7K5dObDCG1uKOR1LifepqqVoeVw71fyMW707hhHI84tuiCQgusj0q0x7NNnVroermrs
XOH8tD9ZAJ5+WMNLURcbdB1cQa1t85uUxQHH5W0AGMkxxl0X5ZfsNLBO1fI6ZRC2KoSrPzkte/Gg
vCwS65Prf6s7Z7iM9QzxbbNv5uhayvZKr/p2r00iQrMkiy2Twuo7+cjXNZ4IlRhXiPEuSCm9zc2D
ro2oqFKYnhcGHP7RKqkDqnWiqyst7S/jCZR8aWgP0+SgHNeuZceME1rwQZjxC4uvig9e5Jah6STX
dK6KLWO7S197rY3bfhFstyTiuONnsjjoxbgZ8SlRAB8ghwyV5jt7gW2vlcyfa9bJqr43re8+YZpD
Yq+a7AdKYibm1TW1wVYfVag3VxG6ydGmsCjjexplPGYGSxE6LtD/bUv+Y5Lu3e7UaHdCaz7L/pDS
1meWx5IcwYN+8V0NvwRiLk9bw4LcFpnai7IHRc3i8zS3iHBZUdDprwbXCz3/xFbvikf2hnoyLAQl
T+PvJTgnBdYqIJ4Y8Nk6b6EBpsNFa477zpA713suGufaT62bRBA6L330ai23UU198dXRLoVl43WV
ukFJ0K/nIbgSRLgF2eccFokrDLpjG9P+0egm65SZ3ixRtCTlXYzogkGDQhKOLCzP7YYAoMsAAO6K
xGLI0lUXVLdzWyGms7FnmtsENDssiusa4zfU333v3sg2YZ4TV0a+SjLzCtUXQmOF6w6FTX2bBTm1
CDWyHyoH3bKLmXu9uNH3KG8Ps7VziGMZBxI5inZt1NwtiEHrKh4uVF/kaw+0HBKMazXiEnUlSCi+
7JrXcDy3t7PUzINjq/ICuUm6jyfqUh9luWzbqyrrePbL7ks72dYBjSmqSNfDEo0FNm1uodJ8Es21
l2TVfhCGxCA2X5t+ezSa4WiCSLP8aW16cPxXufBYIqv8k0OQwONoBcOefpYf4iZBD5tJsa7sV2/K
b4JgPMT8lZWyg7US4g5Ztk0CprOgcqY0TCZjK/Lm2OD1X6l6uvT15E5ahb52eN/x/B2KYgdD1CLM
StUb/h86OfLxUiUXMKi5u7GGIPNwKXsy5vWhbybfEtM9wAP7XMUJ5aGy7qIp2SQpSnMJCd9rD7ZT
3JscuWzSBpo8wlXTf7TTfh1MXbKazZPd3UpzuePp59S9tcVyE/IuRvAICGqJZk51dHsxF2aVk/aR
eFrGGyMUtb8nKWfaznG3AfUMq98JA1jVbjruC1df48zpoLD1GwTR6yQS21rTv1gpteZorKOpviP4
9ZSNmME1z3po9ebz8rfAvT3qY36XZtpT4ORX3n+xdybNcWvZdv4rFTU2FOibgQdOZMtMJvt2giAl
Ef0BcNDD4f/uD9R9KpLSlawXHvg5alI3okQS2Rwc7LP3Wt/qmktFU1+AR970XpUsJCUBicqd31Sp
SUfIU86mXlyVIxT6LFnnQ3WqZtqJAnDWiUlEASK4UAf9SjPrmwGvkFE81xm3l2PycST5Xs1sVoD9
SP7Bg4f62JXOadiqK3sigTgevLWihxsRlzdDERzBeG/bAmll0hI9UkpBJHqjGje9g93EthVSlVxr
5Hcr9lzgKEqnxr4VpdlOj82Vg5hfVdqIjK3SHpd5aPFF4sWxpnDNoSDGBzNsUP88Nl1MvII+VFsS
CZYlFT2Gz1U2xqsWQlFjZBdhcOIJ44GO4z5lrQDxXOUYohZ2pPJi0YFmEtxw4ZLbTjBlXhLP4Q1b
q+U4lUQPk2uPCwuc2pbU5ycd4sygx4sCK4jL7pi8RhnYy3ns0ZgnhVMssbY9ObVy7QXOdZh1G7sA
jpRnyB3t4dlKCc/QvYVZwrbVtQhLp3dmJ92wzL2c4f20Tzx1EcJ6OsEdn+ztgeratMotRkB2IYNK
Ge99SqqSgderVzcYy1e6nq8dpJwnUdGvHWe8jJ14p9Umw01xCCSnByoVdplVVRePIOlWJU/2nlG5
7iBYnOkJVnaAenMSTWeFCjvdvGfQvjKal7CAPjWJi3iE4VS2ZIVIir9mOfAZmeJMxU2Qi4a4aSrj
oKeqCtWLSbe3ltVtTZ5upNovlLRZqnnCzFOeKrZyWzdnjhiuKis6rWF5a+FTTz1J/Ki3Dm37NCX7
JGn62wK6GfRMnh5TqqTX9PZ5Phhy0ogIOiY1YqYgVl5sY1jprsz9Tk7IO8Nxb2uwJZcZTnuVw0uV
fU5Dz8Sv4FiUeWpacMIJZD1yGjLc5A6QO8MW1xzmsImpCD5nUQyZH43+MF1GhZeBVRSlZ24cos2Q
xOSj+tWpE/2z1jfhpYyEyRvXYvspKmX+6Kl1bpLo2uQv4PbY1qsk4fGSG954BWkQsj468LE6jXov
2RkN/aQlhAe4fEARKmTGqpIwFsxT7azjDKegQNQIa0lsQ6JiDRr5BAUkocqLgHv5ThAyREwBkdAg
xLI0H7XCsOeZlUePmVvgqKxNqZ4YJNTg3WhbEHVepqfDAleCovq0yJtw7Rits1KLYFg7tiTOObWE
Fa30SDva9lDc4YowTls9Uh+NijwCvwWaCpQdTGu2GJRxlCscEKtIUiQvjYgEIl4+HetFjIUv5ScU
QCZlLgPQL9ju97iGMqqrDofgkrgn+yasJ4etmwHv0Yo7WE2toVEC9tYo7828tUufHMYAB4zR1vY6
7eLwMMF2bJZBlcRHXlh/HSpteejnCOYZCOxc5Y7DoomZ+18nQ5leQ1SwbiYv6F8US+vL5aRKL+Nw
J9LYVzU170FCzCeLflB5vFqZlcCRMDMKOL0w8cxP9LinZVUh6PbDDk/j0mHDgBpLlOJ8UJb2ZQA2
4tpNJgASjAwTJL6l1SuHpPbyzG8GxKbr2ha95Kab8nRlkP3kLi07tgglomN6Zpplxt3fts6ZW4FW
g0FVtHsqS5coEs1pC5K0eVj6pjuSBtKEvdUswlhLrrSGKRIlgWdNVPwFzglyt8OnOM2VW40Ay3CT
EVerXvW9Fc+7nqk+MGYk86jGQTsue2X6XMRo3LEp5DGqeU0Vij/O5qlvs84/6pX+nzVCz8qv4qqR
X782p0/lf4VuqEU78u+7oXd0N/+xeBLpu47o/DvfOqL0PS0HfTxiYAIsEVfRy/6rI2p+QvGggm9m
ro629G1HVP/EKHcWtdIrBScxI23/oyOqfTL4WajiDKjosiK8/xOX9yvX+s2gi9mqgYiN2QptyVnb
Ovf13wypbQbuZRTjbdA8Uv0C87Yx7Pa8jAdz2ZZpuLXneLwOGAxhItm0d6fhXM9ksRa56vgDgROS
3CWOYMhjDq0KH0RVXJ6vqTGdF7Y5wA5JKkxKg25uUB0tAeGO+05t1XWc2w1HQoahdTPEK4I0eLqn
abFqBdB4z1acBUCoPbFKzRLUSGGtjahRjv3k3Cqt567mjPF109nJSzAW2pneaOKOuCTtvCBU+UKf
bHne9rF64th9frA6ZI+LQoxzBxQj4R2Q8frRKZcRB+1pBSSldtvTYCBOyW5OEq/7Ws2HekiOl6Gq
KMtYm74YOgMHO+/yhdGP9Lfkox7f6218RZ/2EFlyp2c5FTxVZrRLn+h+InYazq1CPAV29Sim6llK
qnO9JefO22MJPhTOsIaWdU7M0bkWinOcpM3CMqZtH2jXHGyXil1uSKfsnXPhJleRLK+EI0n2E85R
D/MVW8SiGrUVXux9mg3nvXufwMgyYigfpLy5A1b2ejh0fUWzpi0XdqE8Vo1NbIqeXzR1eOWN9JkB
qj42Q3WJq+oO+9UhSp090S4PaTHd9XW2CzRasEWNyFlfwYpZI2G/mKPEHTvAQRrisHGKhxqvyWCw
SJTgrOuKkbNYsujVByM7hNXXYZwgrCUHfOeXIO4KHhnh3im89YBh1CeQaY9eh1cSg7PW8hf8mgZm
KohE3pFO+Laq3TO94oouuGCMkuRWJWB5LB/K1rJJzjwypVztrA2tVSUDYjrFF+FMS6W5UPTkLInS
1ThRGhKnSNaQft7ig1TkepoeOrHDLX8baRgUG0PCq+Roq+pPZaFvU7ZtjZPKBGLX87INj1RBdd7c
K5mylsq0rsPixgquC4OzSHYpyTXCjLZp9WSjKH4SxeexEu4USguJ0dkjUstorCNSxqMu3HVV3E71
XSDanSnl4wTjucytrVmmKyrq07GbTmB2PsYyPI8CIENqdjYCHQItyJUqWy6rpvZDI9sp6WPdaSeY
GLZWmfqOOvrDyOpEZrvo3E2l66eMVsKjO2gnhAM+WvoTK2g/yXqtdepDqj8k7qUW8T1VuEiCCiZA
/8JD/EJN+ysAtMvejTYhYER1MHaOuAcVRoanbe1NV1m5ZXMweu8kccqbuLWWdUNEk3NaGxbNy3Yt
tUtUG3da4qzN/tSlzrD2jCnnXLhx443Dgbn2XtpYmZMTNczWRlqvTDQDjjA2etys6jp89DKM0ZYI
Lsasv3Lmmy9yvWut21btpVl9zUdzaSRrIBNLYSXrYY79KegfuDtbVmtXrQ9Gkazt0jstbG9YpFtZ
CJ+ky0WBmpTKZiELAFMZB2EjP7MUeZ851nbUgxtHKKu6LA9KmtNMULwLGF17xb7oQFI4Qt8UXrgj
S2fVTxuRy9Uoum1t1SsrehxN67xu6noZ1tmGmuM2qLojiqQ7tGmfNRfJcBn3q0lIml3NihOaZZPT
5ohw09Ql9UK5NcMTBv5mN5fS5qLV9RAf60DX0/RuVE89JxsN1HmLb7+e2bVxUy9sLVsP2vPojpvB
npahRyaT3FQsX0mgJObvW10NIXDL4CUKJh+ETeA3Rbr3SMbCue4s8N7vSyG+lExb2dAD5ikc7wi1
IO+7W9tRf0UDtF9myGNWqK9jPy0z784VJXh1tXz0gkgezCgpT2WTVX7tqHtUomeGMh1QgXAc6pVk
Pyqde9YG3K1wnqKNGQNCaLszAJEH22PuBaQy2eN9vJgrp0WhaSwOZ5vzq4vSdppFo5E9JqYrwq+e
2qI71ljN9hU2TOCZQt1aqdYdmlK3/NkTcjR58lxaea2f96OhHXX1HiWDBYV9ibeD9EXVD+ObKLTj
ZVmHGWu30jZu7Kxr77T34qeMGnBB4NZEqwchRFhvGcFcNDndqGQsUF6SZsfROUvzZi82SkpfJhHp
jvxb3MohrYlaBtZSD/q9l6neFhIU9ryqWFVhfMeen/n5eKXjuMdJtsnUYq8n7n0VdTeFSZx7JJ0b
GVcc4viyUpAPtGTaQy7O49zK8NcHHEIsjTDVfDjp9OIL7anPU2tcU6fvRdJXfhBiSRbqGTQCTmCa
eg9tN3gqJYMtVIOLJubuGE4gBHObLzilCb+g5vejtgxpjzGEaQQ3SN/KO0n8Bqw/OUBTsFfweu9o
OTY7xUjCnasNp8n0RB/1vh/5KUCnMtnkuTufcSayF5QvKplpeYeIS5k2nqj6ZRoa4xohT4h2PDti
Cqfw4LBpz+fnbrpXW+NFGfG4TxoIliYheNAywmBhD7in2sE8MPM9pECEtSl4TPtgdjIfiTy+783+
qff0c8viCWU2XyDbV/plWECWiObhHw+l674yxSZRVWVpWJ1Kt1Zx0eap8aYvyC2MSvzhHNCI1ktb
jvlDb7B9Z1fQrAYe+XTSCec8ym6qNmZtVetg/sQy+FbEDmfBusi09rQhk3E1jM2tqExjiSIeoiGh
X5y4nfAQR+lpbPP8Zqxa3ltBxgPerLqvpgIa2hWshqGF9MBZwwUQGzcnThN9ETZyJy+dDohBaSNO
MacgLe92IrDSQ1Tb6ZHEaHUTm1qzdmf8vVo3Ll5vMJOt3Oq5ZOis8Sm7DtXSxLTCdgdGAma96W2x
yeBCcnS8L4eHKjYPIc56P/eCc8PB6WOE6gnlhcU+5V4DxTurM7kb2EYMtd9KUBLF0JA/Z6rHMH2G
ImUvOLW3K90aj25fXVUjE5NeoVGtpsoFQ/BwZZT5tZqKk5GkaJfITL8DPLkuDXFVkTA2iURjY2sy
xnuyPEEV7O7BPhLi28ABPJaIgE4bd8jOoRewe85WJyxQpCEUMHwuELbwqRknpWpduOHo7vqovIcg
GK6NeItlSrmc0LDdoNcdp4VBxrXKM61vlyHHv9WQ8Y33VZNvqjyrN1Fl3DESc1Zdrbz8t7wgXEfp
DDTzhoPrudmNaNzAGzY0d5V2Vyn08UImK0M5nupSf47rfKl3+peWQtMsOWfG4pvz7d/HrX+Cu/rV
cevha/71vVhl/vlvRy3L/GQZAKsxAnzgaZnaJ5fTFE7lv1Qp/M5fPK351PXX0UoDrYVoZdaBvmJm
9T85WX1Trr85WeHWMXSmjC5/04Ok9TF5qWy6wYotBtYFtitlYxBGUp5PqRnxxAkJfyTlJ4NYmCzC
qlbig26FubVhcj6dOZOThTubPvqswNOVaqMbomoXcTI15RIDPZ0qJxc5DMzOcPyZ+HOX0uh6cIuU
4HglSIs7l3Rna9EiYyQNEnWm4vR+GxaNS0PVmBsJgXRNkEZSWqJiyp+SS32XRrBWbzQ7RNkQZlVk
lH4MOFt5SbPWzCUtkYiUM+6bCGwq4bSJzqxLifWaAjwE3e33BgTKgxsk9M6rWkSHRm2V/jTrYxEt
p0zV6V9mY5LPpxy3PrfU2DZ34YiWQSzGSTJxL0c4Sk9uo7ocDCLbCBFQci6IUEwqabYg85LorBFe
UaRvkh527iFqm4YRfEBg+rjE+249BYXlqtcUGtag+ikAISbSsRUr6DsSmRQQrwy36h4JCB/kDcKc
gUxQOeR0hwBX5igQIvwqCB8KcCq+M9rGeARtokcX3kTi9JDnQ7njrNhFpwTVI7FZ9JZtJJKnijIG
1jrkLSS6n3yjYGKLnJmY+SsgMwg5+awl51mdPlPRu6wMdrtShjmHMS0x2ZsCxynwOS30aaKsfyGH
YaRjB4el1U2oPmUU3RARMKO68Fs2gLtCIxcOMzWrGYzmkH1jexWvoC+ACiCcLHxc9LRzaAX5FsSG
jF/Q3ij6FXuf2EyxIyMGXl56E6hl8yTmKGKLiYVYeqKhGlFnzFiVtWWyA7Aq81Mn6lUeQzOODFKn
NLahB9zoRPS5Fm7rSB8Dn/jiFKaJl1306OCXjelVF2Xb0jqzgZJFi7q3tQsePs2u0bt+VQE7udHL
3rtv1Lx8Zph5psvSuVPDRIGomhom2aAy/6y7IXIi02hNjL5qK++Z7MTybEjM7L5UB/WqCmm1C4ZR
D1Ooh6dhqDsCihmnS7+yvEKipxLrPlaujLKbFmhFsj0x7nQizNFqHuHHlRdZ1JuPuimRAOh0PAOE
RjNOKZuMtdszEW0Uno15r8f7VKgEc9BqNQAh7ALszgtYarRIB4po7uYXzo7Fim4oR6NJve6yhqFi
q9sHPPv8CVOXl6ErLrsaGpSemcMLE0i5H8dCX4E1NklVMFN8YWqbXtV5DVWZWCXgwKpezUNJouft
VSZS1eYonQH7SXFdpSeVRdrwPo41UmxdcnXddecFdXrMVG1IVoZdRvk96yDpv+DK8Tw/r+GTH7su
z6plboWK/RAm9cjXOw4orZgzW1Rm0QTZQUxZrhynIajhMCESdM48KhcbmVlPi6eY0uglNWymu0pg
l5ed3XnncETks6uljTMrlZ0Iq2CjN/yluLjxFBI4mMApHS9CIoW+B7QlxEqqnaau9LSZymUBa1k/
r/smAvZBFFDtq6Gq3/daJ7GSagaFIgQzfF2pTFJnHZlFLJ7yOkrlCdCGItkqJTyYFY4LZm75FIUG
qCqvj7o7w65cUmrSrtB9ow2T6FCVLi3YYJD11CxkUNnZV6cXenJullVZrhujkFLdTviupisKgkZB
S1fp2V4KBNRiWdPGC1GIdL/NzPuZ2hWl4gxZhzmItvZ9i47Zl55aThswtSd2wBdOohbLspTN5zdP
0p+gLn56Hbi6+Ohw0eJxf38dq9eGyTHITMDbWT2XUT8+azLqvnWK/zYn8qNJcBYKW5gRkAkTPqfb
87+/aThOuOQyGzn63NU2tkaexByMMnFJKQs7q0zr0zHgpvj1W/vo3Tfmq84+MwyCIENee61vr5r1
wnP5hmbngCDRZM6KWOQq01rTmcgTNJOYHB0DYVxReRXzktKAJ6Wazu2vX8fcTX1bE8wvwyEyA0Cw
y9Zof/iIMQs4WBXRkIUipCGQhAcetbRL3VHufn2lH79MnXM47xhEwCso4P3H7LJvxoWGMKQJhXcN
rVBbT/Wo/VmMLx8rY/s50wCtJ0yAjyZv4eRJhySC85nH/VB7ek0sjAgOyE/Lb2rsv103P3lDGBow
d/PJIXD7aIOeRisJLVsEC0sG2OpG7UvU6+H615/aj98PS4SqjX48pk7op+8/tcy2VI5wiUddH1D8
kF9KnyRwm3M9zZrxz9+RjU5kvrPRQ+OZeH8xZpx2F3qqR558da+o3czfS+PfrIOfvSPqUDJVgEXQ
5v/wjkqrMkDr9R4pm0kRLRgTNuk+7QSySlHU8DF//QH+5FuyMc9AZkbOzWiLQvvtfWYTZDlL9mmd
2DVxJhKUeqBMv/M0zy/67W2EO0fDxMl4xJwdBx/9II7Xe70pTG8RWfTO6o4+ot1yc0ula08KoX75
9Zv6yeU4FjCJeXXxEePx/k05jQvTq7bBdiVKfDdwtN8rmafvZesVR2Mczd/YxH7cIgm7oNFGUh27
MTED768XTnSnqnqkse4hY8ia8AkYCe37TjuONuN+vct/c8UfVwlXJOWHBz7bnPGRDU0KtMFAlStW
Otm9k1PR8eBzoHsImu7XH+ZP39y8aRi2C/7oY0ycZYq6y2DOEYozICBI+36Nn7G9dlymSiRbxTdO
3Ru/Q2z/7A2y+LkLIIig+/+w8Uo7C9lBIN1jNOo2xNvWK71Mq3Vdctz/9Rv88RbACcPuzv/Objjr
g+mO5p8ApTtCyGMuto9h4lNn1t3211f5uCbnJwlkJtdW+Q93woeiQBBQwMwYTqTMuuh5ZgtuPAwL
q2bMurOcMcz6P3E9x4R/g8t+3oDfr8mEYIrRTZjWeU4CJdWU6aaNzfG+Y1tpF7S38t98jD+uE2oD
BqdgoXhw49d4f8G4nZTOITVqofUCoZ4gYHuhR056bWK4Jz3CY54z2hW66V+/0Z9el12FgGKSHQ3n
wxtthk6TY4uGsupz8zorR80XGco/Ia3m86ip3ZVSoB779UV/XDM6sCjAVHiFKQs+1gXkXYPnrLFy
05llxlFnqvGsg7Bc/voyP94FzFfwaOIDgwLDcPn9Z0ojs3v1+zNZQ2FHWssX9iDSDD2c1/+JK/GV
0HDhYuQTvL9Sl6iSLq7mLQpVqxkz0dBbmFNtbi2UL7+Ddswv++3jgCpkxiBRV7E8Z3fR+4sNdihb
za65WJBt9GwC8Qs9vw8NOnlG+cd2Osx0s4GIjB28oc6HnSRxChlMAMTorXSqrw4BrWKLMNZff36v
G9L79zRfxpuBU7MH1fnwAUI0HLJIOLRyg6kPlq3dMzhrR70dl7ZSCA/1tctnmgBpu2euIlGwqDgE
FnPET7keuT0sXw/ICcYzKVTnNwvpx/XKq5tLCiy/FmThD6/O4qQZ1MZrBK1d+cQEqevRDobffAg/
3oqYpB3kCdRGrEv7w07qln0QkUniLiIsn4diGovzUDXSpebW5dXoNNV9TFDIH3qmeezONTO51TaE
fd7f+8XUK07QdqCuYCoyQCXjKF/WXva7gOR5e3739eI05SIwWbjDdPIr3l/FyTDhKENtL+Qo5Gcr
HlOgxllKJyrG21wtJc4g5RhVSW4eAEoQBfPr9fXDLaMRoAF4htwBnlHOx+XlIMbOG7vk+qi3Dm04
0bYwpYZeQ4xMe6cGCPavrzgviQ/vGIbETA6giMaF+uEmBc9KzCPb/KICXytuzKAIQL0WbWjuJmAj
3m+ejz+sUA0wDAefmc/EdWdL49tCVC+x5plk0y20BquyR3wu4sbhjx9S81XYUSni4Re+pii+vUqG
4cstI8MC3ZzWa0MU2sZKTfDRha75KEjKLxXg8998dz8eZklVtxhkYfKzuPzHJBwxNQFsBKSXqYfT
Az71fWxrt8Jzjm5UX1t592wizTCd7joqUHv8+nv8CMSkpufWhzKIgZKYCePjDdI0U9NrY2ah/rPk
SjGhTERh0oJItYZzu6KN5lRNclHVbb+B4VxvW99i8vbl1y/jw/dL/ajBnJxhh5zn50Lo/febaIUQ
ngF1MHEEbpgG3A698OE3xerPrgJbiI0A0RXe0Q+bAYzRcSpj3IUWNAM/rqISx0yq/eYjnc8Pb26N
GaNB2NxcAVCiQhP7sBnEQu/ZiHrpe7gV8CGCeH3CKxDLlSuMoN82eDqKJWyuPlmPEKXLNXw/t/oN
3/DDDTq/Clhtc+FDUc6Jcd6N3zRmLD0s3WgiL4vRrnLJ86PDfmTYg75WGAI3f3Yu5WrYeVWqSSBq
YDc+HgNsGmWhGOzGb2YedMoXgLMrTUDc2k7vJstfr5bXavH9R2wy+uGeQYZnsOV9eGANjItlrJWd
rxquUrArdJ4gAUzWTr/pcHs1J3DcPX1Za9IeryuPF7RC0ekqOAgzpTqa0psS+LzMR+wnqQaaszQ7
NANLRw+1684u8mjWLzllyqSzx48wRlpLPgljo8cx06W6SlKt9NZ2oAH2XTTUzwWCBNVMnl7f6b8n
g/80If1y5/y9FHNTZE/iH1ft8xcASzL+3LyVZP71299FmTSR5kak8Xqw+G5R54lB1Q/uii4dTKrv
U0LD+MThGHMvzBGEmXRHv08NsahTKPAMx6nCsvsDMSb39PuNADGmCbHTQxMKcpiM8w8Hf3zJOFEB
WPlVAA6/ym0TB3Ui/bpvdx1Zf9hVDpOj3SHVO5cmZn/G7WPhnFISm6uiqfdWbm/zAk7IlBPBbJ8U
nXnkYbJ3+/Q2RimhRtMNBI8BCohzkrFBd7LeamRDeEJ/HtXwRJrqZWGm5DGknvDN3PqS04IgKAbV
o/Ziu7PksM77TZYhfimS5NlJU/tr2XX1PLDStZsBYsbGsipxBMZqnXSu0yC40ozdEM2hBpnd3jZp
ZS2IVhke1THAGICVyCdO072IhP2c1k9hClgllPikkWRgXosHHL6WthxlnZ+EXt+tBalnZ6QWRVsz
qWnUlhTrc58E2ZeRZL6cNdt4qa9C1So+Q8AmmyBsNLL2VPPYJK2FWMMQ7VK+ar6jCo9HKlzkTsK5
q/ICJDcCUz8xUZPlboYH15IMCdTyXJJXYSQYHon7TDdOK69K3YEwbtfRZ5IfV7LgZ9hSTtK8Di+8
vNw1FXI0UiWxtnV+UKQbr8tXWTHuenIxAjU6GTFrOemeMMW9myBHNIgcyhF+NbvCNRhqCnbfYuFa
0zGOifMYo8BPguh2DDt+oDhGptssPUnQUVbWz1borIXenvPVPwzlBP479DX3npnsevKqRWySGYSS
sTJ8xUFN580gZN8W+Jd5TybTlcSzD1pE5GA4tOdgmMVDiVMfUn3noDIjlqD8XBuTRThmNK00s6x3
mi7SW2Me6mQiOOZluoMMLteDUB8HQtxuZnMTtg11OwRJclalp4ZSnFhB8tXs9pjl1txsayeh8a7o
gDSB2lx1THJYwJ8J+8zOdau0tnUbnySd5acYUbE1dMoSg2DqG924TjWMT1icv7AOFH9ysFPxstK1
Dtd5n2fZWRY4DCz1gGyRyjoMUs93hjkyW1NxCTpVTUeoCc/MaRKLMI3w4nj9PacO51sh8Ufb8n81
5bvGKRduNJvQ3++51614/seuZuP9Ur/dbv/1u39pM6xPVMqwYebpx3y0ol77tuta1ifK9NdSgJoD
5R9b67/yx+ejEVMvh24FZTy/9JdWQ7c/UZI5ZKdxUNNoN9t/svPOxeKb6gDMoU33c34ecLKn3/qh
ANP0nNvDas2lo+I8bk3yooroPjHS57yNkP8W2rDOqt/MTrQPBdfrVZmAma+9ebwBH67K/xHbONAI
PS+xrjeuYy0iIztJxjg/6cz4OMoiR2trbJI8Ow8tWL0Avpk6y+gmYZdd8hzBQyeSv2B8f7RW///0
cvy1Knns/v2K/h/P7T9O25qy6xssZ/flv//zX7/3fTXTJaBIgCHI3OuNqYPVTFI1jSgYeTP72KOK
/o/VbH2acWIcF18PnnOx8H0180/8GYhGPKi45xAl/UEd8Vqpv1/OM+yVzglUeA4tDnfU20peweiG
7i6C59KEJwb5bxgdA2ynxrRUeUajUk7SVW9FVx4uL2Wy+23HKBT5CqpjDJpra9LG7RDaOzFxP9QW
WcP/LlKbcV4p9MJmgiXtwTnRwIXz98uS9X9erq5Wl7er5f/6xx1Goq+S+vUjXumnf/J7HYvSQCX1
UWWewuSGvfp7LTujxeZtlV69DSrr+zqklqUYBtFLC5g9lG3o+zqklmXwSQXMoOt1vzX/ZB1+G1S9
WYg/+yzeLkTZtAbpT1LzQ4h0C2lZ2xBjwiouymkbN7FJjlcXbQqrO7Uy5SIxu9ugtaGDa7vaMjEF
GNjlZYtMVVrQcIj4o/nXevWRFLjs0XWHwO8UEB85vUdskaG+oba9MySa5zhLiE/TqFZdOZpnKnra
VRJPpFiFD8R3ifWIzfCgZETzioHUxyy/xGCLJgAJ3EXbjFgpusLclVoGw6XBzj/2Ytl7HomV0otx
XXeFrC6lTnEcDSAj4zYeNiN6NPKjNUgwoH6KwSFNrz2tc9dcex3upCQqz82Y7B7LpR0FlPi6MI2n
SMZHkduXaoSIy1KlbwDU8fnhY4HqlVDz28aLL9AlH2jHnEaxvkEnNxFRV7f4mlxEtJbRL92knHxL
h3ggHW9jqq2+gl51iuL2Bf0WhqAQcS02rEPeTodxUrFimbQ08s5t8emoX+soe6oD+xhGA0kKLp4n
w1RS9DrSWg9NT2lYuzukye2MLgwPorSGldYBlK7TvVHiHA2Ed5UG2a7wEPnr4bQhdXr4KuvqhRln
DewqnLtk447go2VNPB6klqcyGHZBinZPXyLDSeh2Ljj+AAlyzsjjemlHSYuwhK1lixzBlyPLM3ti
SthmqrlIEngOBjCNHMdwU+/0UR3J6FTMo5BkTXKqlxtAK86ixSYLNXzYFrXmXPXasyPGBBRFHZ8Q
oXUVhfpEhS1y0F6NhJDJd9wWU3IHIfsmjwgpj8lL8wlzX5EeXZxDdSoOjez782lWd3ZKr5xMon6o
68jb5CUrzsk+d4I8HnRBwMX0YGVanXNCDU+AAKaTfa2NsCBVbAPdcINpBg18SrfS18vKH3Rc2GiT
Sz3bek5+lib1NT2DFXS4JUowlNEv6NHWmD584AibiqSKRd0afiuiVVfGiygsd0WI72N8RLu9SNtq
WSi2X6OQboS2kUwRuhyoZKj7Qn3oOOx4ybCyZL5SyNoEUbIIRLWsEoubA/2Wm20cea5GJATPvji0
Ose0JenKZhxtgE6wToEIrQIXsICiaGdAY/UF3JKV6khfdN1G3vxffHLMFc53Lt//Gyw9tt1flBrZ
85N4z9Lj579t7br2ScU4SmmLK3MeolFIfNvaNe8TyHMUMGhgYIMw1P6+tYPfY68HXaojXWEw/HZr
9z7RUWDXJ3JlVpvwT39QYnwoXYn65s/TWgf1OEuMPnbXq7aKK7ShePSTqKPjheln4ZD6uyrgpYjf
tEcZKb2vz+muI9uyTLojmFRpuX8oaMhmTMxwTAmvkIV5P3lN/Kxi165wdrfFqauYbbPuXcFYtsj1
/rk2cjyoWahj7kyQ7wKhyRg2YFFLzgaiNbJVGNWtt/SQtF6YLYKVJQmBMeI/w8v3tdnkhZ+Lst91
rSqEH8Pe0BYDPej7lGA++KCofAdO/boc/ZCkLxw/epLfWpFkD9FoXFyktizOvZ5OfG1gZOdoGTud
bzaEAuL5cON7GZThrmcMhO9kcnPXr82kR/sbl6W1UKXQPTBPgf7oGYpT+ePoRLc1w0LNV7UMStUg
cgxhlqUgPp2UxsiXnLoUB9td2R1DmRV3wLTzfdGXyWWIZzTZJsZodn6GfrjlBq3awFc7pOULpa2q
866jjbnSmlHrviZOWtmrhjblY1h41lkURChfR54D9xi0UON2kjyNmTTQM2edRHWrIhyMt0qdA8mZ
6JhfOGkj8qUY9RIcbKlUD8wTgrvYG7JiSe8LJKEl1LpfhOrEIwg3Sf9oqhBkme9r7p0+doOxGMFn
Pec5UY3rwhz/N3lnslw3snXnV7nhOSrQJoCBPQBwGjZiJ5JqJgh1RJtoM9E9vT9UlX0lVl0pyuHJ
b09u3FBJxCEOkLlz77W+xXYJhgXG/2gGeJWXLLTuZyOTztlV3ugl/mbp+3J2BHD3WUuFpLMI0L75
7mRiwhMa0NI8BFc8tR3+tmENHxHe5DsIjmV5D6dEY4DlWHzM8TTbSKVt95MhSS2Ld2BfdhDVmg9w
Y9b+biUO43M5zNALdbgplutCLx5y3nHqI1Cv9pNrephWKnJvj1Pfb/kJRz8Ri+08r0+qA+HH7+/i
0BGumG6nNMfiOE5ywLaVt2QuG7j3Gqgiy8mhT/yNOMG2ObiobJPK5pG5Dgb4ErE9BOIr8ujSitZ6
NR+bDBl+YubDsB1WMq3Ms2UO4yG36km/d+d9q7LX3C4j0qeUfagrf/7IZr/0UboIZ8QJOVDsZ8Tf
gv5g0OxFKbIxeSHX0a0vBNDDPOYxMT4HJULexDaMUe1PHYXdqOBrcekUdkUVrECGF+om+Gq50b91
Bo/FwSGeqDla4LlqpL1IOBBx28Gd7Yx2QwxmiFq87ysCVDqPVNDDtDnAHXujGO3I7HYfhLaqUUbY
4ueXUJfEQM5BzdvMx3j0nGXuz6LIR/9Ao9aFr2isHfY1cw2N2Je1so52OOtHusawsFm6UGVjJAGo
4yH0xMewBDdygfd8yDev/4pdQGP6TC0Nwpl02vUw+IX61BGbAgXIzLCMwkKrP86r4txu6y4diEIu
/OzgbpnzbXY8qd6UHcCh49INY3vacqvwLkNjyx7zeiYB1l6aoTl6Ra/gkWwMQfQkTeeNWkfkVi1M
PMrIIdfIiccNoZ4ravFxE8bAGa0c7FuFNeSZ3G/zkUzN5iHDr4AwGiHQnRfCKCX4EhRf4lUOybT/
F7ff73ff//FfrdlFS+gnG3XzFXH3Dy0B/v4fG7X1mx8wNOIwxRydQ/w+L/1zo+acxUGLfZLJEaf+
fVL6Zy9g36hRSLK3ExCBm30Xzv7Z2eI/uXsCAj+InQ7j0D/aqMPXIwX6WcTd7Tom5tO7WvfHXoAd
whRg2ETEfdqanwswoHfu0i7RSiEdbybztpHt4iJVfvA0+bUiurM3ntK+u+4dk1Sv2jiEClM5f6eE
fUKFNweROy3F8zKwoRSeGxxQDwRH5N4Nab7TF2kOHzfASAl5tfcpTyhsHVkfFh2Cr7Tb6qIWG3zV
scEAnUFRGKziY78EH0hcLpOmda6gKD6ZIneOjVrzE4HHV4SuGbtd+6kTlgbHXX5L2QT7FnoLvN3E
rGf5rl+n6TD2q39p2606ObZaD5a0/ENpjAHe4UV9cQ3zgY8i30wVLvB2HrDlc9ppsAqjg1jt22wL
iqO0CBxuePFiDo3svbOAzW+0ePxmdaUGyziCHGwOcKO2o5oH2KWt8xWSTJoUDC6jypMnIIrTY1l3
D07WfU0r4507pTZ3uvBeDIz4wVLkj2k1uGcW4XPYUuozbunjTnbb5QYl5w915z9q6P1/CbKmjvzP
L3XUjhTf/6Jz/a/zt2H7lrUT5pDv2357h+7Pl5zqGfUv8nMLzcheQf/vlxyutQ2bmtcYtDRvLv/m
f73k3m82Og3aMuCbEcLt3Zl/v+RM2rFyIPijgt6FI/+gGkeL8LpAZoK+i3lYhZjds7T8+JYvmvO4
nNwShx72FVBtu4s8lXXwxjI3kEIhRv0PatFZFW0MiUgjJgxAMEuBABmBikZYUBKQuyUuqo1PGQKP
J7LhJuLG1o0g11YOQ3lYyKXNsDNBwQYurKjzPbvug4tO1Pho7WkJF0iZEl/VItJxuAH61qRJOK7m
C1XrXPNP0Ygd9IRvn1m/UT8bHhEpEXPXbIvhN/guNQcWXt9WJHMXLKrPoeEW74Ysr66HUIfEXNcB
EOQ5p9DDAA1jrd0WeQGfSc+H1AOzzIJgW2eLqO4SrG1oXgZrMA9vIEQHtCTscbgKptkxIsap4pAx
wrsCrBm+NWVovSlW6ABksfFjnSYgRUqn5U2xwsaIdTlRc1AZSAQKGgu4qkgY5tNX79MsG65q2RrU
noIdPC6qGYeHuWHAwE5CxR3hlqdZZMzqZcwbmV7VBMW3SV8ZoZmEsgiLxJnrITj004gnBhypmV4j
6S0mRo9merB6sw4hjg9gDf0uLD7OrkmvaFY+iAWo0KAs1Oyhhp/q7I1RjuKjMUhqCO0TttVWpv/F
cLttjUFm9VcQpZY6QQ3hn8l2CMLICWQOzBUK15MPs2uIZvBtfjKZFd7yQKobNDymEdnBtNQgzVOe
Mlzu84QP3bKvRdWlH22y6teoALb3bA+GeQGgn2MMIqHhLPGtE2AebHRxtqqhpLKkWzwhAacq5L3o
nkpfZp+bXECA0GmL4rGXcnsng8HKIolf0jj4q/v7pU2TE1/VMK7G6evdbVMB96PtmLEkDaDz5ch2
YqdXQmi7hhvbDv4hSIV1VeJtzaJugPVMSHyZWztbXb2dNne3BfrajpwVYFs9rDAdMaDqzzX51De+
2KrPxWKqm0UIbOxyyqzrba5tErM9kb5V4ZDR/2lGTi6T6+u9aLNALdqGnlGPKMHoWNLTeqMaw6TP
40PzaLdu/jhmKJriDarsFruNRGGMGTZ/axARsUW6WIMvRTkZ7wJarU7k6HK5t9vUutOLSeY1hjhC
2EObl+5IW2w9NYiiu0T65WQlxIAIh0zb0tkuaeBbz14P0IhUpVE9BnbKhj2467okqA592oEyR7Vi
rH5bJgSCdAPlv5HtB9dlcWLmBu5Xkz4qYGBq17sKRcC7YqntL2Eqh2/wNXvrQCXOjVur+7GZ5/cS
ANt7XL7VgzPnznriFNIs8bjk3XxqCaEzQSKmwUM6MRHE52oR+Wt5SyY5L6xCHp06GKCINqbCGw3U
+X6G5EHAabaZsa/QKjq6e8exY/tCqV/R2MPyiwjcMjs/arvGwL9IywkPc5tFCvr/pULebydB37hf
565yP+C67oDfrZT2PM+AKjmFDHD3gcG5oLrV+jSUFszQMqjyLUFVQRp7sOoOd59hNZ/rVVqfs8rB
HZljNp0Oi6thcuM+DsZDN9DRvPLS0HoeAKjSVx5FUfBbhvmzREYFcjWtMi+h+Syu/VYvvGh2T3Z8
uVXzF/YJA6Nq29MM9Ez4xka4tUPMS8CZwxZlnR8McBvvxtZGtxR6BQZhtdKmjLoZE/I13p4V5Oji
cBI1lpJWQMnsRt7IbGi+MMAqbTrYs75fwl4Cb9lG8WD7PW3fpXLgzm1IMBMROOwGm9qgT3KyZcxf
EE1fXfrcjSX2O4jn5AcyV4oacwNGRChjS8BmF3qs6ZkwzqO/QLUtPJ4u+pCZ/cygofZPOVob99w4
WfDWICAwJBGkq72jARzthgcLGYJAwNDd90UqysQfx2JAr5FZL1B17DrucdKWb7duq+tLvJeG8UT2
FH89Z8MKY9/olXUgNEYFV1noZV0ydxZkbs2m/TGcfU621lz4Oqp8H8yGoQ37xhTV9tC2fKcJ1nzt
xxi0ls+6aep3AmexPrdt6l+lrlWrqClG/UXlxXw7GUr0V14DIT+awtvc1M10GIxc0v2noV3B98vz
X2jy9n37+wHK7ylbOGUQC9MM9O1dOfidJg/cLZ3ZgKzvUJXjnTSy/IJ920/gUGUHu2y8pEbIdrUi
A/+j6faPasb/N4fA+038SVX4rf406B+0DPs/+KMM3OdjzG2xhrAUI2bYZWB/nPVs5zcy2SnAwOjt
GgaHb/LPMtAT/CeIfYiefSpIsQcC/lkGehatXHSfqBLp9KJw/0dzX86dPz4unCZJxEGkhmfGwnkU
vnpc6JvRaEQ5zj5gZuK08rYOUcjW3xwH8JvfbLwXH9EQ6PxYBCp/4FRSvvSdibd48lZ/iaiSKpPu
11IsUTY466c9cQFEbw4RKfVGEC+9D+U/ssup4NXPbXTyoQqct5s2DeQLm+U+Ch3Ix81q9RArNU3r
ITfCuQDYySgjYv3qP2q1aRBcXcZ4R24LPanQYfh26Dtbss0aOL0jt0f1yj47Bf0N0qHmpipNo042
EHKP9PPmD2jinffEzlWPxejo9L4Y+VtRN3UmvRswQtC6yqZguldoGkKa4WPkTbq7pW3p2Ym19eKD
6bb7J7At59EYLDg7k0ZYdnI1pRuU1yof45XC/lT33JBTmTriHgv/TDktRVWfJIb6MkI2UoBft6Rz
vXH+7s5Q9trxgCBUvvcUlVQM5cP/TMuye1vrTABfH7QC9ssp8EsoNuPeZ1spEDGp+l0LenaM3DFF
87Xk5vgWoX74IjLLu/GGaczAp+5pITg6ID15IyXSIXWlmSftQF4nUZ1r156169NIm9KVNjaObkon
JkXzAlV+Nd9ItkCDLRWIwK1H+sC7yVoyMgV0D4DZRJnWIl3t6ysgs+0niAX2pZIT8rLC7k0RVWPu
vJS5X2YfiGnpGSJmlrrr3CqcLrr9U8fblPspU6ox2MnAtXSwFcgCzL8oqndrqub0UFU9dLXGWQz/
MCrb4/A70QPL2pJWrBZNtUbjWHY0JlVrPzckD1TxAGMaSMIWDG40UpIZqHM7VR5w24VzUoa1RYFs
+rMd1bSFnypOE1jVJuluuOZHIaKFqVweLdzF28zKnY9btYYLcReWc1/0tQjiYbGaG3by9O2cecN7
rW3TjDVw1hLaK13NqLJ8sztPi+R52qyOWV2qV2kcTWdcblY/83aMNPTboCrr6aKqN94Qpx6d/BzY
raSdOpZK8oWQVU/xYRk2fEsCcw/Kb9IPuDCoOAg1q0+/n+UutKgGVJKjVT7a5ooJhGhgAxhz137Y
y9v3O4n9fbHN4jTNrgEWLxutT0MzwpdjDGjdIfRIe6og3dTHUKWafVR4CJ8Nj3NEtJ8l3heBkIyv
hxDaLHyrQcVp4NHDzjursY+NMXvXY7gKwC1bVz2ZmTS6JMV7msWw7fsrw2qrfa46h14MtF89zL7k
WCYqWu+UmTaUj2JQ0C+NvANSY5TVgzW3XpGM7dLUB6N3vK8QTpo7QiImM1qKwKJH2ksrhh0+dYdt
8Amqs6ZABXRrqfqOjWWuNVC2Og+4zNK/JZVp+2jYuxkhyzwUgppWuXt0K1W3x3QVlTgtPnXpGPbr
iyTbhzviS3Wv9Np3SeMwHSc7wqjPKP+ucyj59xMuv3sGbyNwtdxyh0jhAutQblrDo900E6MXk9YZ
S8myPNNZb3Vcj64mMiNoeL6syaKm3+S2fYZGY155zGdZfThngPmxc/UmG9KVr0J3QIBL4ZIKVLbO
Q7Yw+r1AaqTv1LBDkefCNjl0tu2WcPKkytuCjfg7vK3FCxAq/wo/JiIBNw9MedrwGS0xV87P7A/l
eFhsWVgJhNPmg8fI5jFn43kRLYom0MS+za/WoyRL2mWs35L+tz8baK+Hi6krWZhk064kGLaFkNE6
GeD6rA6rxxk4XPA2bXV/kxtVXhwY9Pv2IXdnnu2gMqjo7WboybvyKuNyMHhQQDz07mfXXOpvyyyC
6TTW6DzAkObl87wC34JOXbO2jAhcqO2Y7BRR2HbE/9BS7+eoq5zAjLFH+FcKwjvHyGwKipPbNG1x
6Odg+DYiQRXxlLbtiz3U7A8hR1UzEsy018gsaQkeZb7AqG0CUY9Rn699c5h6EwmqDambp2jlx/a7
Vj+a0YBSt4pKaY6NK+tP4I1sBNx+ebXukPKE6Z+DzF/UpYUVYGXClDroH0ItevNgQEyaDhX0EJb8
ohihnDqN/RKkpv1UpVbzVBkaj2JuhcMXVkp2vXQb+F0Xz6xuiPkRICNFzVuzBhrBcLb5JqJDIj8A
URJshSR35tFpfX+bQc0j7ogkd0+xyqWdcerrbfnCSY6Vf6xYNMps8OZ4UQ0+dbWa7XGcsLWiTqk4
UEyVtnpOLAhAY8iFQlwalkDaIbOw+ZDlXdUkNg4muJJF5ZuHMfAJDG/sdcnjYiq2U+p4RkEHFKBg
hNlZOZGAw3YTkJbhHoHHLG/SoCw1uoAi+ECkIYx76RjZtyUcwiDp7YH57eB6zxgo6uxYG7zpScUh
2YpxRLjXjTMRz5sXJVldG+0RFdWbHm9Fni3OEdccHS5mcs78wCx0ewRtW7AlLn2NWr7mBiTdLNik
m6Wxrztnyu3bcTXKG0Xie51UTm5/65ZVG3SA6/lxBVM3xk0+Oy96pOggacxdvzbF5LDG9ENJTzhj
EKOCbqGvlQ0IHZiLpeKwabIokiqV2opqHt2bznF3tD1rp6YvXKs76A7ZB0rJDSaSkH5Mn6gnLMm2
oCQ5m+4Be4t8+EDnEK6eh7bmXVj4/WWxQnQ0R9T0EfyOoDtJzWe81EDvrkUH+4DgEW2O55Lg2joq
rCKcYzclQfbQBxYdIqspgnuUX/p6yNK5jwYfj9oxD3k7YeLzyeK+s9o7B1jyhKoFGX2cTjWhFfk6
MWKXc0ARRvlIQNc05gHZYqbQPeteu8dl1StIjCWjqkiUU3ICQl1ff6mzcGC/HvlN4PQ0loiMpnOe
fUBgNo0D8DpRGu6RJxvEpfcN8sSMH2jyv0HjM4K0OSoPMYXBtN0ODjFlNL7ABx6XFrD5BfOXnCnj
kqkHS6NxStZW1xy1XUmMkhyKO2132RNlaJcnDoAhl/yNBUm5u3kDsfAtNrI4kGb/rRiK8Cqo6uIr
uGq+STGRd3o5KbCFp2Lh6T/bfUMfDppSTUTg5HHKbilZ7kCP7qkIg1KPdhEGd0zU3erayeBzRsbC
5DWmlp3ZhRwkb1EPXGSNXVhKgGWbFYu61zn0b/RKSnweCBVclula6oiH3XmU5IN9SWloYbrYTOg0
veyXe8amdHIcawR+OTUSXmbhjoV9oyUGSwxEExIEmkNBPpAFM438kaMluV9zpx3vQlQhleiwO+zB
fPjDE4oQyFF+Rn832vyZ7xzWSvnUUKaXp2KrthTapkRWclkIwxYUfS7Z2B2tlOVYFvQijqK2Vo7R
07iJ+sB0t37og2nC1Z2N9qWN6Wm63VynmBMn7aXaRUb19Vi6VgFreSpevIYq/jRNk/8lDf2sjeTg
9yFl2Y6rnMxgoyFEaqGOwsJBETZg4z5b7NUue4HFwhWkE6szna7gAc2rfrtCdswO01w2j7gwSVdq
Kj+41wQobfS3m6huO9aXatkznqBM3/fNRrpI6QRtkDiwoD+qMKTxF2xy/KYCe+6oK6bwcvQ6c44B
PbFSj4R6iGPNylyebWRa903Wmt7RkvPy1GAzA/FP/gMgI2pY0kZ6ayQyDT1dzI7YCUiWDUopLT2/
iZnS2eURyLHRvUdIQDZj5fZsV2CJTOwsoZORRs6hM5mWuQsPu4VsO3bcEKA6perCyJydvaYPcV8Q
SUCs2oVVdSO03XwqjorMKsmxgm/ibIUKhHHLcYM0A/yKjLdCQcPKsYtCRv0YtsZZVpMEESYYXYOP
0MUnd/C9/uAWAJ8v5qbK6SSRxvle46ECgsYyiEdIqu6qLFQqCDzYNyJrMqqjJmh8jKRVsaRpo+vb
S39cN152ikAjJovD+jT6JZeZeJSee/jrOsmJ7BPJaurwovcxtCQqtCDEzDrgM8zlVBKOYdKjFXkf
6lgPbdvhC7Hdd2pP50BqE9Dv1XBAg0/E57rDeXUbD6atmyPT1FOoNjoxyE5OoGG9a19rELBNFwhW
xs4YjCT3pTPHjmHYH8Andre1MXnZiUNN0XGWXciSNa1iJVd62QkoJTLJe+JQevs8tV1XYhBZqNQL
3h4CLV2H8Xwgch5N5iT9Q2+JyUUZVNEazbzQfqDpZhmxYO+dY6myaj6bnKg72GWiuWr8moAqlakr
qEc0eUzk5qz/Ep3szjMjTHRW8nF/5lNI3gNOl4WmBD1FFnBi2SZ3JAJk5CxygsRIc3Wsi1Sd9dig
OKqXvH+i4M3fL7M7fg0XA09Lir10jqSnU+fUef6QvlFWmedxOqTiLVCUaY7tTYn8oiym7FF2Amum
HJzu0+aaxpOxuuKtRxvkZhsMfs404LGKQkOAexdhtsKka4RuYk916WdEom1zNOuJ6tCvyaJP/M7E
77M6CGyojEqijAigJDYwg3AY+b2hPqSaUI1w6pxPtdnthm0Gqkasq8m5tpXbvpcFa4oYi4oMusyt
BJ8bjUdcN27W8yewOqgti+pbNWZbFVdTThfbaDLzgA2szS+tsq1PmVFOeayXuvpW2CvBOmErmXY0
rkZNChOQmBWakaS+eKW5ko42Vv5LJgAzRdDHkRnPY1H+CYL6R722/2p6iR0R9J+7aIdRta+Ujfs/
+KOLZge/7e0wzs/Cc0xf/FvaiOjR99mNcfT86bP8dxeNCSyVKApGtiqc/d930fzfsGUiDMamjRme
Ltg/Gab+jt36rucKI9bmWMH1cWRjMQpf2XI2u7Nxl1LhN9q0r2jAvO8yMZ4MQgKuFc/HZQFn5woT
aXgKLNrbzrBKng6/7jsaYH5IFz/Vl02TlU/f3cK7Pz7Cvxot74AUqvG//ze0oN83g/cPhqGATEcP
g0nIC/1jM5hiyijn2jWTful6yMh674iMMx+0GtLYM4L6jx4wOh1yo//mgrs25Mc7gaLct6ALEb8A
Eo3R9g/dZ3MeipGBD69uimJjCIbLwTHU889/rVc97p1zZfuUN2zbtOlRlL66ik5lxkkiYE3V5vWS
bg71fl+YBWNT+6lB1/+U6d6+69Y5/8OH8h9/wdeUFa6NPEa4gOVsRqaccX68dho4/UQKB2TqTVQf
M9nWl3C3CEbESIAkDpcoMnYxH0OBNB0dSaOiLdf2SbqmuKn9UdwqJsUffn5DXhvDfv9UWJM9AB0m
8t7XhAW/c7PQSbM0SRfHOO4kiHNvtSPDCINQxC7c8odymW+LXo9XyMyYRq1WfhZiMt8xHeUBtMJ7
Q5OBlgxIwH7FKrL2L+T7x2K/aaFwOLnwpsCve/WF0YkINsZK4MqzMDgqoNuJWbrDp4Wh1hlosfXO
pYfLvKtozZNllSoOBw8hzyLaK1j76hfsstevBR/HQ48cWryrkBpeo73EJpY1H4f84JVg5+nnSM3R
Ng8ObDjG+9wL19tffD/otl7fAA9RFbwPhF2oql89NQzO6rLIieMOOc0ct0X7NnGAg/l22Lf5fEfn
k+k6v/R8BeRAjop4aY9kD9vqLo00N55MyrtfvKs7neHVl8KjzCzB9lgZnF268v27yqHYA0Yq0OID
G7wfFEKLwbSnBLr5cuY4O8bkfoS/uPWvFwiGFkhigFcgdEPU6r16EqgfHbguRXloCSs7Bc44nTav
bn9xv//mKviobDxJ5CWhsdsfgO+GYA3Cx7Co0uqwVCM3FHguxbV25MPPv9a/3EGkdqywTG8ggIdk
VL+6TMEyUZUlOi+x1m9a2L8XjUjpxFRapadNF8BqDSnufn5VRjyvvjguy37HrwaVDpbhq99OuQ3Z
cGbhJq3cjPRs5J7x4lq7WrZd+/woZ46AMRoUzyTOayCQLW1aORJUOttzHAS4w0lacwH701dSbyuj
z3FUOTNacNQMBIF5NqIYpv7dw+A3PjJ9d1seytLLrnmUnNsSc/597zmjd+gUCA0ChdLxOtscXEw4
5em3dtJM3+RB2hJuw3JwgqVvtzfcRiYqEzXWQTVOd+xp+C3RsBDvQw75uHM8cks9590ibkxDzgR4
k5d6yXNScvSnizHGoNDJlqhAidMQ1z69yKCoUWdbmFOSZtbddFHbdLrul6nJzh0SjODkWBjmmV9P
9UflQTU9hM5aPxP9S+YRTUhjSihoOXOmJqJ4ivzZ/0wG0EAOn+QsTx/jYuxCWvxF2j/XbunHhaRp
nvz8O/27J4nlCGvGLhhjcfrxSarHkuY7c0TgINJI2qJOT8wUxUH0WibOVk83eR00h59fdH/Bf1gA
9ufIdncsFz8LhO+PF53TNNPIDb1EOgPdKVuG2JW6DqF28yt41N/8ftQEXGxnSDkYun+8FDr8itIp
5FK8FVfWOpjHNGdI0zmde8lzvh6J/6x/sVf/3UVRxAqcjkhZg9fAnzrLppThiUisNlRvqnW5TXO/
TlwL9bUJsysWCsrKP76nAoguhSCVIFyQV4sq7ryc/EaXX5T45ePuxSG8J2iOTp/5559f6i+7mMXq
7VCC0HCjPWS/Wn3olMjW0sj/R7HIhF1ruDCbAtOiGW5vLJDzv7je7w/hq+cl4Kwm2MJd6mrv1fNC
0FHf6ir3E3LYKHBkEL4EiJs+F/lWPOpK2u/doIEQYraDtSW4E7YHA7PfO49Ie+ImK4/kgQ1k9knM
QLQTXjLzrs8sWnAQPteLsTEgU/z8Hv3NIx6wQIZUioJb9doGlI5hNxuq5bSGsu9a60LSykzNWHTj
8n9wKYrSXYUNq8B8jRSkT8XMqMn8xMolsQCBUVyUBgEHNUvzL76Jv3mwcWPtr60PY/YvMFs8GSO9
udKHEe+l13rvxG2UiB15SAXZyKour9Ab/Iof+jf3ku4NLBl06zvKa990v9tU2zAsltzY/ET7VXOo
ciKdBntcOY4v9unnX9tfH22OEcylQYrvEtrX+Nx8Ic5iHSfBwC1wk9Ilt7rfNObMkrhnnI/1PyP4
obMF5eDC0RJAA/n/r57sNAe8FjLaTFpoZPD5V3Udss3+4gn5u9/KgavDlVjiQQP9eAP7QhnkxuI9
KsQKSMUq9MmRub4BANDGNICCX1yPH8lP/PGNZYFBfurs39duwfvxinUVoty0GzNRYjKcpCyWhran
5U7h0VJL2NDpdfI0Gde8uxyXnpaxnhWzynS01ilCalk++GkQDsxzhFkniBrlY4sjoElWw0mBBtUe
7pNxoZaYeuWcMTdtj5TuTG8Yh9VfirRdT3nhzC+jLCD0aFXbR+STbN80zJnmtTMbbDQGHp1ZXGTF
zbLJ4eNSmtQuhu9y8O2GEGCdN9Yf+nJZROSa+3ClNAf9LW93rOrUZXURzQ4uPoZ6zAFCJKGKc3XZ
X3FSM7+4Q7csMV+9fBq17p8qvu0XlBrpTWov9MYIkUpJTRkUWtGiNxoZV70vc14mC6c4/cz2s9eS
6nAZ+rW338R0vWOYRY+WYTwxTmMFizFawXnduMawEM5haJ/Qh4rwg8hQhX/l6Iro23DJlm+2ooPJ
6F3IT6JTvcTk0NmPnBimd1id1yxm1m9l17p2FiDvCC8/pxMo4mjsAgIsevSlNAvnRr3LJ78hYmBz
OMwtLSqYY1X0xCxYOYNHRhN0tI+oexi08aFYkBZs9V+2dTQeuiokmrftUz4IJi9uoR5W4ZJOlfEn
1IXeF+J58xdhTzO/V1VkBPMVc/ZQQ5LrYrufu9tBGN0z9RvDRCMtEGEU0wZUb5S9vVOojDGLZga8
jCCYWi5Q0S3m4OU2KmTUarcMC6cx/WsmkKlGuBCop7qVIidOTGCrc8AIXSq7cfBGbEH4EJJlE576
RcxXyMLpnErLzde4C8OR21og/yPopkmv+AbBYVKCzm20boQ6RmtGis3+3fIX/c4qNlBIjr7RQat0
HDJFfCzJt+2Soq2C4A1zrPbC8Jr8q93aYXVi0J5ebApN6aEq++aicJoG3TMul/tJbPYjFzLrGFFu
+zwvzfbAc42AO8276Vvfoj4/VegWgG9LNrnIC9L+ViCi/hXa/K/HAV5yTLpBQAshoMP840teLJ5V
4wyykz43vVOPDzBhH7bfaGHMB2oPHPL4JRM/nQf6E+7Fz5fqvzZEqOjAmgDuxbnE+RbLwvfbQmNb
fW/L1k6Q00JDsuQGi5SgswTgPlnNyuuO2iUkbhTIVbtxCG9Dt/Vvbb7wJPD0fN1ZWER//qH+ulXx
OiOb20sVyjHv1ValDLTshrREwsBpiVzXqu4MfHlM84mX+fml/tL8Y++g9tp/eaBDvv+6xAir1tnl
U0Sn2GK+IONnTdayba6hNrtXq1jGTznznGQqafNbQ0H0oOehmArQPPV7HqqPsuRqCtzm+PMP9tfH
wvWgE+1nYKDiTIt+/F6IqJmRAjV+Yg6tujb1HM4RWS7GsQ06lkf0TtFUpNBj+9qKDUWkzs+v/9em
j4UN2uHyrF6w7l5vd1sJh83LZ5HIdMpuuoKln65gd9FoGvUiFfq4Oewywqj8O9yS/sU+sgeUhq/3
IyEs8v3PPw9xhvzGP+yG9I9RQKJtYUJtkdjw4x2xhmUxnAlrbr8B/Xcx0XpHJiuCddUBNRuby7qj
Mpj/3GTMnyvoCjxIaC5M5zLb4yOmlRYqyM3Gv1gqNOSxrPMdc7dhRCdHlkoz3i0m3QUnaFY94t6X
y6wLAC8NVg8WpMsc77nSpnm2RTWDU7B6gg4lBMmzXYJhiNgva0ywpcWGmtosl/G8euIdJIyGAnpd
rRGPpu2kvFa6uMFWkI/RZFuI13cV5hjTRQN/1ywsN0r2CPgcUQ8i8pmjP7Vu79jRaHRGEXfunF1Y
fA/vHWJLVOzMWTtCmpCI1nyPMLovfdbiu5WrNoPLel3Q6xPIGFgjqm6cuq1LRJ5v33pONz6Jbd7U
0cJ/e6tZgZ04VcLKjm65mky9FjE8jj6dBfTVi7TOc2AbW6I8dIXtIJq7idVFRcsC2IDpn1k/9zpz
4pxJmjhhGKL/xURybJLegLXKfEf1MCfIq/ViR/fqbmmV97Vsg8Y4sUPW8pucVlM9FkhhnKctzD37
3K9tjhZmHUrz8D+5O4/lyJVou35RKuDNtGDKs8im7Z4gmmwyASS8B75eq96TCb0IDTTV7MZ1bFYB
mcfsvTaxS+544grvjzCy0Yn2jTNdWjf3rUCZyabCtViguOTz0HaoYQeVxa49dfoTutUxFqlltuHY
eRo73IxUrMAem7YhCrNPb9nUonZFYji/aHKxEYOk7B/4NqXThuvYkdRcZ43ehpDmNCPuTK3/SpNk
fuLKll8uDxGEF5XZn5S/jrnzfezwCMHY/7JB48qsUHf+pr3EhVXkXYKnpibw8+itc8ZCv58nRnel
YnAA7AD1peqFFRGzNLz0Pa6PnbmsxX5Ya4wHc1W6L3U7k2aNlXOJmyyrc3RC5ojAoE8UCkOxAOje
Kh7Tu1Qdy3NqTe4tXzPy55WNr5O8oyHFsmAM/Rv1Q6/tRO5Lb1d3WbmGG2+fHndFVr6SgiTKKJln
m0JPTM33vBKTdmisBg1cWenGSGqVIsGxGLuCBNqCFWy+dbg1NSgqxoVEMX6Ou4r+UC1WOpIqvhor
h3rvoDbAR74btpklMQ/h0lyWPtFeU73iAWQtIj6dOQe3WPll74bd1tvqcGdVfkh7mQ+i9D0ZZQlJ
q6GrF+bHVq3O7xGpHxyAMQGlaSh2C+FKMCugwSWD90D/Ku50BW1F47xWy59ZMFdEQ1IsH5vABxFI
IrKZG6EU3rfdcq9xpPchaoGdY+wxxISYEFpUEU2vvY79IPsg46E6LZuVf9tuL55kr03M7Its+kS3
0WkBDn5yl1tfvGCidbN7fSmeysGczV3G1OaZVz0ZQkynxW+Ve87HZPjji63n6meenOnayQYvh+gb
1q0gB7ZXw2/kZzG4rtiN2jgCRFYDai27S8kN5j0bS9KJkTpFRat7XBXNAnOBFnu4L66XpQ6SZMUQ
OKPoQWDI3ikyLKkU0bWFjgp6LPRbQXmNaihr6xK3UWb+mUpCwoNCtesJN11z90PJ3DgK0U5VNA4V
kUYG0q+vfrHlHM34+pezW7jWFG/0mI/J0s4fS1mxCDacyntVJHef+rbVzdAgry7nZt/kVZ+wMe10
5epr0BbY/dF19YYFK6dEJdVXq2kfuFjIrsPKa1RHWSxadmxGVskRAofsoUSOiJYDtQGTQI/o4qhz
5AaYQneSp6ap6zc9TRE1Z76VbZFhTP0/VAGcZ8hKxW3ilJRM+KtxCpDRQpBADcZiXSxKe5sHQTIF
gdUCOuDGvBNsu5W+aYlhkl2/dWA166VZ93Wm1YSvs/6GAUI6o8I/PVRO6CE0WPeb78sfk7RA5zDX
o3jnm+5a1gQAUfkIZgpuWxbOFKSTniH+8HT/Y6Rb2DWtBOCWezlDgqLMIWr5anRepwSvdyCJbPtH
Xr1WMf501fugyfap1dg7hDoWF/KYs80MmgTzG+AgC4bWYN0zKfGWiS6azQo/S+fVy6d0jJrgDSro
j0Rvt88uRZZ7SOuKW3SYEOmEfJnjZbHampWTazO6HQAvuBEa4XB2O5MgvOFepyGS1T9IeGu6Q1qZ
jgw1oyTsKE+y2QpIU08YCJfsEv5zYPj/tFX//9PBcsf6/N9378H2/ZX+n1Sh+3/wP4zMHqRBJrfM
tZjG3Plv/9PBQvopsyAW7Bxm/wkl+N+79zuLCAo68ykQ2hYDsf/lYLG8/2Yz4NZcC+LgfRVm/r/s
3hl5/tdCF+cjthqkzlS5XCvWf1lyr1J5AvIi1J2u9p7rKr/1y+YfoCoCvRT9sV0B2a45w/yO+gpf
gPu3VaT6EUj43lVaSwVsghgQPqwt71OzFPL+LJILc4DG6i8TZn3aeOu61TaIYss/E2FWBWqZOeUr
98EdU9R6fX3cKI4s5EEkfy/nAkpyk+r2bvOj3CbE0q85iOurqHL2jfXVt8s/Tql91XNysIbupxf+
1e3NE8bEX6kxxaMVpcVb6n/Xy3ny34aNtPLkJOcTSp2LzgHYmg89ehOUgwVEz5V5C+qlikrW/vKb
T/50wSSv2NaYxMACK7PyccBsjdEy8jiSMnYZU3VEdxtR1rA5PpNFH7jEIubb81ZcDaYC0ITmnS2+
cqW9bs52nP0NvW6zW9ryIPyXmREJG4tb3v1GyBQ0vMwYYVHfggJOT7iVrzBzO7LKXefTSimA3mQJ
ABpzJiw8P7su5oMxnFq8N4MH2KG3v4UULwOZJAyXklAX/Usn/xKBA0Q4kAU68jQojPygt0u80u2y
aXucYQrbKX7NDswd8sVNk9au9C37ii1mv6nlK++WfTl1JGgvdoiA/OJq8y1dux0b4MOUZeQgxYv6
WyMc3ymtDFYKkUpkYNj3mWye1ko/+JPgXLxZGA4DOZfDkcVm/iT5sYRDUjWezOmxM95AnXGpMZWY
HwvAZ8B6oJnFFNAoC1M/PaZjfZmUTvkkZGAnBHkWWeDqj0llR6lrhkXXPUpneu48Ne5ae933Ji1a
Q7I4T2r5e6lRQLrO+iRr72xOWgE73kOkvsUaId0BRt+4mbVfvc2nuyn1Qbk3BAadprXpP7r2bekD
cPl6uq75m9aXezkVQe+WQTe9NzTTx6FRQW4r9vKUfO1qvPYJiV4UtHNpkDzvMlA5+rhs7aHC/97m
wdTXN2e9ms74k7vLA4knIYFHoTfU+2Qkg139LpsunMY57L3ynI2YlLAdps/csOi5h5DU3XUsXjsk
tBJJZMGiy9amR2w8MJa8S0+nhQUuQryF1vpfqm8x7sr3wRifk6w6cuvvps1jkdnB5y5RItpPvdsE
elMcC0scZnO+rrX2Bd3mN1oHnoOPu6r67kcZNtxY3dGq34a6O09VWNfVCSvRjk35eTIWjCV+uis1
63F1poOnkqdkKn9SafO1DKj7rVnXeb7R4RkwJrdp+Osa3Zff1af0P76NIaZS75iIYcgSpOmgSgQp
kP/mMnz3PV4PiO0/va9964aGEdSb/KiAqspWHJhQfjZEEY2dDHNZPqLbiLTFe1pG0calvTUY4uF7
6/PyfDdUQRnbQtkq9yZWejuxeccUrEiwYlQI8RrIeEmLG6vTOtSn7nXlReoWTgWtOGiMyKrq99ZE
mW1/KPWo5uzQJmwSWvM5G750MA70kFiaK0TsTfqp46pL3XVnUGszptuynSrcOsgEazstsbZbMdrL
Lw7ROdTd9aLjuNghqYCHVAOrco2zUbjtc52KS2ZpFo2pb+3b9XWsCP21jIlFkEvRULZgMq1nhTzC
3dhlWUPPHLpAKa4l/fOa4vVzVuOp7KtbTojT0YMjETsSOGjSuWVU68KJt5R3Em99ThmZ/VFGf649
Pxrr5OZNNfgy0qbhgxF6or13xfrIAv+cu/aDXvVBYp1HITdUfdn3kJL/PicQR33nm3CdPFiorpmV
5+nBXw16q8LLod+XCyby5XEabfHbJFz5nlfs4TG3wTL264iuucvb2Gmd0AXKxjQ2uSTz1j1kLZF5
AAL6XWMVF9dO2kMyrFjyGqYMD0NrZdesTJCJ+JhLsC7uNFNMR8Ora/hW5qvbyPKYJ5pz9ChXn0Vn
j6ELMosTW7uSJZd8DGPVs1aFu0MhNcc2Q/4nHgzMIYPMLm6ZLWeJJTSUvVUf8LrUQeU1bVRIHOYl
J2vYAknlHswBbenb1e38uN1o0FbBazeme2mKgPPsy9bmcafnHZugTFPPkjln1NEjg8xr6qO+NcUO
e0IzyGddiIPZijpejV99VpuXxBpkaHTNGHUcVY9As3hdJt+pHjrTGmIzhZuGFxQJVWGt+nF1KXDv
mh4OWqN6IPVjo+2b2hsaZ2INnBdBGvNxyV0ORhpuTAc/5v3Ck8Yfq9K0MPXI9ZnhLahmWPYFvhIL
BW9pkVG3Lkod8dVZEawOtqmrAn6SanGae/1O+Ol7IYvdqpkXuTTj0Vrd50yt1dVyc/U1MELeNWLO
TwnjagBxthewrGjCVadPtlrq/jEr9P3c1k7M504h4BifZZ4Df5M6D6zTFjEO0EfbElOEIzAJrEYM
kd2UQ1y29/8bOrcdi4DyVlXGX1PHM2g3NGt9mh7K1nth+3GzNQ+Ncm23l1GjNHDfUM75+02uZtDl
C/nL9fppgEbldFiys2fP8Px6bz0oZ7MOoz62gWiv67LX8D+CvZUDhjAm5FpQON07Pqd/kyOfFMIT
UGYlR4BRXMEevZpZf4TWf01L/WkTbmya1WGwxxejgzBocZUk29fiqj91S4Emmj2GxTDLij1mgr0D
STZb4sS6sNlhS3+vkuxT1tt7X3WAA5Bm6TMqlySY+/S0YWtnvDDui+SuOWmvta1OxBDcJKLvYr61
vX2oKvGA5hq7kROJSSF8plTrLT0SilfD0psHPntKh2cgwP6pKSoXV2o/nbdpkxJ3Ms9/qk30r0KM
GEXmHDWzy2BNlZ1P869ZyRHcpLdX0ljiriI5fEhrYe6G2aqyaGg3rQy32S/guvXYwZA3ATB2WRWJ
rM7ISO90/9Q2JvEaqFw/laBkTDXCadnxqCCVg7YHdJw+IWblSkT9UmDCQhAitkTbI1f2Y6O04EhO
gx2ZvaEH/d13XPntdp5SS/zSUz/fj/NmH8ZU6Zepq/M/NG/tHV1Q46reKI/6bEuewQSwg6OrJcxA
Q7AeVO0y3VBdqmPb2NohL5b2vbPQnFkgEtVOm+5kGVFVh0Zr1pd8W/UrLtDxBPrS/in1tA5wvQxP
vib+2nPFZVq0+fDgDciHFmTd9q6koXzImQLEI9jNF+bR2tHkV99NqeY+1SPVST5J+1jobnOAOUFX
K6Yu2BJj4OSDTO7MgCpmfS5PXUaCBEkM5hpzfphEQjfmYSkceZr87MPo+8VivanZ73phZNiL9TTs
MeU++s5yT04ue3PkjMYpliOTf3UmbAWWqDa+1BEdZ5dQnzD/CHRgjudKzetuy33z3czL5KM0++Jk
mvNcBSBnqBERU/7dGG7sRAuAgsOpH/e4WscrcMD8gymWd1x0gCXcmyUjrapopn8bnrfDAoc6EOnw
x3YGovAMU4SuGK2rUXu/wIfubSabWFSzsHO8uO3wL2jiRFY9Ynl8RwD+U7Ezpbii7XrwuuXNUks4
r/ODwfiSRwmz6ZmCvQ+Zr7D0WgU+aZX8Ma05LpDvMoioLpmmX/yUG3D1iqM21i/eXL6axRbjH+FS
wmRl1S/cqyez9yKtmu52pqWIGNz8FqOO3ULoMQMpXPhaTXJI3j8aYyGDFkE/kCuMmZyXMJeTa2HU
10ZPjz67EAFErlBzE/mOfKvVglgsufVowaj8tP6I6j49AVMhDvhuBx0E7uRSWu/bDDxpnAw+fDjB
yvA+/cWZuAdYOTlrRtrHajUvBpbzHZnk1stWZISIOThgnZmmz8p1IwYS0IVN3r1uxeb/Ukohj4Xf
FgyFcypRYY8AGeMkQY3YdiMTOMWD70kFmMlNmmhpxEm6Vmw0/q9V/1NnTKCbIWA4vCdzJeBGiVxU
dn5qBdiro0YOFzh7OyenoPQNwARi2eN+CDzd/qlW3Kj+FA/CO4HtZkWTX1v9neFw+8/Xp39jb+d4
SYcqTAutiwt2fIFua2LmLcuI83X4AGgGSIDRthH+NPgaFE1qDEfqUe4NUSL2lidQgQ9S9EjLtfGR
dHYoRvAI94WPXjrr0z3mltDuLQQATITY+lf9EmG/YFuMTaaKuS3cq5pstd8MmR3szDTftY4jAnMi
K2nwmk4MSsB+KBhQRWVftLeUUGCcKkXG0kd65x6sNyaaBNOEIQsA51phHUgySk8iK6rXRQg/ItMo
fSyMIg+G1HTfzWJc947WdfuBnYzYLdviv7ee3B4dhpmvOUrLZ9cejYNmT0M8MoXOAq/w7XfDRhaS
Tm1+LSrhP1cFwfeIbUGz9h6bQC2f26OuZeX73Kzdiyyq8u8CvfBzot44gZcQJwiCeh+PrT68+pM7
3kZV5SeResUfRyqYCJOCFWRVHdNZ2y/9B392hg/c3skz3huJ0TDjYpoYfG47I8nKl9FcoQZg2VYh
jA+dHbzRJoA2muUw5ioJDKNyX+yuNWKvUsuDwkh23gDQU4fwoDpuqT8nRnuXA3biimNlPd4dcA8J
OwID7UHD0Z8X5oC6AzTFhUtgO2+WRfvm2V31PijuTd1egXjhnH32fRtjj+8ibDTTtX/HqTUYMcpO
440RwnKE9m5FqKHrSNg5S2/kS4vEjY/BqTN+Lboga6eiyA0N4h75aCYuaq8HKutl6VuRW1bUOpV8
9EFN/YwITAh9wnCjdkm9jTxaUMD2kFInEkYNcuVHlxbRFc16Vr7kjvCVhwBlYqsCuLZqezPKZ/z1
PLWZvxz1JQ/gmrLHZgGmFsYS1uC8lKJ75N4leWWiWkgAqOWjBZYtpY9RSQioPzvoi2CS24o7nm3T
//kYcnZmlwBSM/E0L3n5vY7Z8ABb7Jgl5RRVdOrRaOs7mQgvUr76qBODhFg3jSHORrnJGe4q2Pr2
3ZftzZRh6ndVL1ASVuOjK8uH5i5+GYUmXzwLs61moz+eqm6kjkB921TbdC6Q15bpz8a0xGKOPo3a
+5gmR3/E0mbdOVP9xEDV2BBGJkk4FOZpqVr2bzM2ubKYL9Af40lhUffpwgAShHSl9z7yycMoxt+c
pwP5qn64Tk/O9npHZJAnh3aWws1SYT2mL1pGotxm1gRKqe2oufXB7jod8Y8u6fr05mo034Nx22oq
LzYlO+BmdNkwGXTl2CzntDoQMyMNtwVJ7IU+1sA2No224B1iGdVr8htXc5yX7nezZMVrVYprv0DP
dFukyT7srINu9FTdAMZ2oN9g1ntHPsp/AiYqttRERLIfYiWXv8BwIFNQzCvMfPy2/1YWBlrzQUb8
GmBWZSiMBw0dE47r9t6k5ZPHgaDsvbNp/PGZYHNRiTcWLRHyFBpTvzmPsAzPmnL0+K59JsTAjzpP
LrBiyilECtbu7ITvrmOL6V3MIpZ5/rt19Bs5Y18iBR+SjdyhUiisZCLxQgAI1p5byENgUSlCvcox
TlOmKe3amFFZl+0BZYoISqPunyTkLGyVHkdLuWv0/gWVyAX/IVWmqt862YZ+4/2FzM4Woaqyva4p
8KMHf3SfR/ZyO0Mh7+y0XVqWYDX8q0w0YP7loA5tznK0SRBm92bD3MVfP5NCuyC4dx44s+dIVv3Z
QqqDEKH2I4z+kEogYhV2etEYCEV45PK/cst5CJ22ft/q5UefBzve7o0ouOA8YiP3wLbo5EsfgUf+
F2yBdrGkcxl7UTFB0/XbWDn+dZnN5ab6zt3PNYridD3XTRKN2WhwK9k/2j1CrHD9q8NzgBPq2e+a
+s2cNzeCrQhqVcCu9hu4J8uUdzstbdggFAsRA4yenrE0TlhVMfcMOCU6te2dTD6VFSW+ORlvK703
O37/wTQknxdWaI3RDJjFHpFFOSmeFvmKbKPY+9AFz46RUMBX6bHHs+yhkom6dHnUi9J+KZkzZh6O
GgmfI7AKoh3qunVjo17zPdoKsnCy2nsSqfpqZ/lobNaJP8kbd+L1LoEqXe+vX1QMuFaDoxCLZJTI
7GhnbBZ15JNLU2kRoXePhPcxZ7RRunkq27NHQ5tcDW20Wt7ZpwIiRWL9w2VFsDipJBMjocuoAEGQ
tpyzK1q7x4moyhulwVUn04+sITME8oImZc6flC/cU5/Ib31K4WQ725djZ8aOHb33vBQbr72qn5ij
cUh2yxjLoqufUCMqag9M87sangoat804NSSrXdbCl7daGNmh1wl3yOaR2cxa1UFrmQEX12PhIBLL
GucN1dt+XpH0Gm7T4H/v9lWr+Qed3fBtsNnbVpzBLoB93SmfcfJyXpn/pmb7j1uJbyRZ25BHVAUF
pU1Y5e2r7S7qIEmq3a1DrLGNKnMjhEP0Zjp/MotZtFw085aOR0nEtms8TSk7TO2vYB737NX2veHx
2hO8lW5HJ2Y9s0dWe2/YppcqAb6xect4yytTRHBqjmR2a1c7Hdcoy73fo9dSKGbdW8tcjEE7By+r
MRQ1cyF3hY+2o8WXbLisoHNtUcQH8w9HI1XntEnCSrtNhr2cckG2XweH0HOnyCCVjn1jpDm1hZyW
FyJ3QKIMYi0oVJjOYj1QfnLUdHGdJTpFdhaNh7s6e6UINoKpQ9vQiTyy7SHKNxpk5q/vKP37a9pD
P7BKaIV9OxLpgcum48xVOcKQxPLawKD7N8tDNzAkaRw2Fh+qHaCztrV9rup+hE4+AuCz/JQJAmUX
SZH9lesSbsu0cg/mzQ+k9nCpVYvETCN8ptnyGHs4oY5FKuwT+0t2EjZAEnAxX4Z0zyCcLozszKMa
1Ue3Su08jU53Umo+lkA7D7lWwmdMtkntAAGEbC223Tz2+renFcN+NsYL0QcsU8FR0Ve3pykrhkhf
12gyTD7L7tPXk5ytTsJ+srLny+zxkGeJe2JR08Uk6kyh2RnyVOr9F87d/iVPnO8UHt4krdPIKHlO
KxFPY8qNJAFkjPnIJVkNmh4uhDN+tp79VzWtD+N5Ml8ab37hMXiEoJCFjSm/qX5gh/jDyYQWdl5s
cZZTXgaaZBTsI9GAXkW04rQkkVZgbdZza5eOYj5KkC9YqGko69K8qnx5pGu4OVK+i3FlBGGVe3uT
+b7NjVMpwZZ0UO/Z4aYXI59PVunMgQDZTRvP7IzJ57hbcpOjyo7KMj+pfgbXml/T8eSWB1e9VOrK
VvVG24pezYV45Drc/U4Ruy3K4LoMKkIhduDujbCkG2aGGOO0vFpaepss/WkUzDdTcPtDtwmKG2iy
LtmgG/jP2C++BQkTJQ9+rdV4+ZdSBXXWH0xteFyG/JkMUnlE8XfTu/bUzZAgLWN9GBWLo1b7lzgZ
J32WIWHMBhnk/As3d8Q0rhwgWKhjeM/MNSzcP1qn/VBqH1zh3YXIyHJW79lv8wtt1Q1w1b+KyKSL
11s+8tOyiQxpz7dVyDMyV+IC3O2d0EhcQ03Nxf1QiuLJl8OO0WGQbf5JmOuhGqw83Px+7yz+afZ7
n3gbRgn6XO3ghT9NnnbD4XuZtVfCDyjv0gD66558JQAPhYzKrn/mayXniY1SMlEk9Yn/uN6Xjg3W
xwnYiSw7dbPq7UxuQoja+CIlA7Jq49ZwE/SnKWoGjJk7QzMYCINSl7b/7nJt7ga2kG6nITl4dO5D
el28j3bmRNoKBqHO0SLc0SdjXm83bMdAisw6CdXo2kdmLB/4D5/qid9lWXyUeGyl5L7dBJLkRexL
2/9t8r8ceaZnk4DNYfw3ITED+xkS6lQ4D75fxtJJY3ye1zZpA2gBcUHX2MA8K/TfhYEHrHQ+5zT5
A3Euckgu2CqEEvrL2l2dSlytZTyxGg48TRxGFEVZlpzrxGu5ivOcEjALSk1DdsHs7Rn71kAek+GF
adsyjsNTvyu07dlnx/vSohR5blximZAZ6y9mPUOM6W1JMisDrPpMs3yyKk/RqiUlEgf6O2w5sEZ4
inP6DybWVh8aLYpkfRNHWQuJZdb7JuSZton1LdKmrQiLmkCxfFrnXd52iPRhjRlY/acm9+CH0AQ1
4NKObZmH/jTeEFNTUREiQR0IPCqpxZMau5Mo5FOXp8zXrRvsMHXq0nIvlDbsLH84G4aXnnxLzPHi
yXfVpLe1U0dddshXChLBGOe5O8lgiUCtgnxZbTmXzBRf87r90TRGrCsafcTV/AAx+88uJyB65oGh
V1VYe5x+oGGN4ZBbRVhP2y+QLQiiy/JpIkDmKR1SNmkws5l3kJH8YPji0qR9XKrhtrUGPuGcGmdD
OPY1oF/W7F9VnRzGcgpsJOfU5eyEIacZvbG31uqX1zU7Y/Dp5/71QxpT1h8GT3GycHQdszyP0cbs
iSOKM8ZvIDLYczuxj2gHWtqOoJUQglyuT4Fbn4eqCVPrxVH9zeQ4l2n7kBkiXAY6MHMmNWcT1m+U
4X2ErMoKhlEZb/BWJUp/SS8zY2/DbjTy22m+EWfOSyrXQHVvVrHGqDTJwZWx7I75FBbL5T8gjvLL
pw0foeK2VANiRVvZgdwrfvD3c9vCulR+hGD+wxmW2By+UguSX/OBGO9vsopHbb7LDMxQQovYUiZC
qoy64VIoI9Cyv1VaQOv/XnOO4XaIyciNhpyrjqFM4fwuy4LjYsqILfZxJWYnxDFhA+YpbO0seQGT
MrLHZ5KnLEA8zlhox82j1d4ljaP9ItZMPsNyaR+R4vCDt3Y69p3w96g6jMAw7/AsP7H21cgTLUbO
oaDrZ1I/yglfAqxjyR4y07yz8qAaoybgV13T9do0Y39KzGreg3BvAFRW1hvEbpq3peeoz1GokiRs
YbNNm5sFxOm37fIG2806MMgt5E9vufKoQTGLc0ur30d9QB09kw0WdbnX/FoK2DAboSyF1EFRZvnd
jG1562lxMc/nRv+IbVO9LBT12KOLELYRiz37o/WTg1vWz3knXl0ypVj5F78xnJCroLEFKzhEa2N8
6jXL47J6Y3Ne7+sV/0QyA48vaRMqWDOOB+CFWXVyMnyvhctVfBm588jy7s2YrKORpj/YI2gxGiSG
XcGYkE5+dH4NnnfyE+a8zWLffFAA7CbNm5bxtvTIs3CS8y4lH5zyWahqMFGNGZb0L5PNWhAV/rJr
Nd6WGQ0kWw3LqGewBcPTOuNu8WpiuufhsPnmgyysW2u70Apt4NjiBJLzQlDyPrcR8kNxUHyVmzhI
lT8WtQOSOJPPi5afSnP4sLhdd2ThcYNbKaK3QsTMS8FAW+lzu5iPdwCoJ5hS16YZzAv7x5G1ja6u
98wPpoTjp61+Oh3kmUZxH9CloiVh5Guqhfi30f0Z0FjycXK1SfRrrt4gUOMv1oXitJjguor0wTLH
J29A7J1syd5c1J/RJ1Wkkc33mKSfplZTXjvZCQdwtTcrcUikPezmFPO50Pem1cbuJk8+QDkKyZrN
toRh6L9RGD6YusipELLHRfOpN9cHQpR2/xGxlZXlJTe5TmvT4+0D5uVA3trpehkitg+TGYRfhVb2
ULf8oljEP5rN3RO+cdKt5b5gTHZN5Yda3RTwbmhZkuHP2pS3POm5+730WUsdgkUA2jpT8ms0idMt
jD+VtR6tYbwNhDhKZhVYQH4MS2ixNPyXrEZE0ZPtB7wUg70WWmO79yrPPLhrtcZDuZjRlhPfleLy
3IHreFioFIfSfJzK/ujkZRfQTP7FVujtNEf80ccVD1Cv/+Q6NrIq905swRFueuNjuug35KwPhiZv
Yk5Cpx8+DNHfqqmLhbv+cv1Pf4yxTD+wPmwgpKsIZhjoH98Pi9kOBnofpU0HYAXfNutRHWk8iKRc
m2Rg4BcX+rVgYW31jFhK44i5PUAN/msdnz33iHj+gNvkaSmfDSXCYXDuegBbsjazO9TrZCSsiTpK
fzm3ICiidCYxakmBmEHdvVNTiqjVk1ue1XRCOlOrDSB/QASHzkSZ4lYbeqTKrbvPXR8Co6Jz9+Hl
a6SmkBbq/IMLfkEG8myPWSQ2naCXcTJ3GtO6AaQq8uQ1Thfm5hN3GrTw4QP6zwmJ6T/ZDSdgEb9Y
tYVu7l2ZcZxoV9edubLnpL/c1Q6cWjmVoFvaNXSreg+eYU+uqMduqNPDfIDwgZSZATsKZx45NpKU
YffAmekyeto/K4dHZpmvbVN+Ei9+Xv3peyzaf0Ike1jKMrzHOgfG2H0NXv4kbItZ1Nj98myq7ck5
Zs2M1kpe/LxnLYXlaMzZ8P1o2DYiy/3ulffaLeoB19594lUaDx3Z08Mw3NIZEH5JRGUz+WXgE5kp
ifo91ykjyHrBn9bkxQdF7lFru7/FmH7MPaAnOsfzMutv69T+VCx2wXSSpjMp8aLxausMoPbb+r3Z
PaSDmlNSGl4wes5fxsfQAjJrjGBdPHIXnwxvffTAjlJg7O8qDbfQY5b8M0r1/87eme1GjmRb9lcK
950JM+NgJNC3H3yUyzVPodALIYUUnOeZX9+LkVkXIWVWqLKeuoGuQhUQmSG5O500O3bO3muHqMS7
ZCYvS+/tSZ3FeUZUp9DrMAmLlTeUZ0aGhClMjGIdyul7RMIWCz7OhsHtNqlgUps25SYwgrO6KRce
E/V+o9qJ0QY2X93RwSsm4+BWoGIdlDLcyuNpBLFl3Vt0bhGoyF3peJcS7+SZnwC14hrhEXRAZhJa
NrctyqjwrjP0nnAQfmMfh1szccNjFE5cvpIpWaDMgvtRHiFWxusa18S6rUv63TyrbA+YEtD47GsQ
X2tfgbSLvdvJ6mhOx4q+Xbb3gv6pdbqNC8KyZAQz1VzoMI42uq+f8no8szgnhLuS/MCVVSLRcOwH
5P0bhqY2XY6m38JbjVZTHj4bdXxvI5A/5rANyH1L7RfTEN8dGI5DKJ+HgXNWVpZfVRSfRTg6mEYE
y1TqpW3U1wIZpM0kNW4JA+BZQFUEH6t/nD1kE0NKEWWq7AwVNsKG6GC56oqvi8QBNGmMlK7i1NqU
grtJMZNI0UBgFFxN4WXXnHvhxdg+RDq2Nq3jHGJVngZzfVJV/Y2bpuVBlDxatvTv7NZBLNEhipkk
skZvOHXM8dGOK2gQo8JW3YrbuZxARWRHOfYXGCvvMJ7tPRNfEUl7Fh2x1QBPeN+CyTMC86tfXNcG
orfSm3fYVQWTSeZZWXhDwsqOltzKCr1ribKxDcYvgFSfCN4z9yTb3DZG8q1HeejrN5OyoWHoO9hw
Ean3Vbs3hn2ZHCa7RL3AFDZJz5fHIi52JLOtYTh14Dy97iaiHzBA7dtMNedawZADFtyCaDUnNIcT
PaM2i9RpbndEzgzJWaiRhrliex96a3lpLxP3LKflfF2FTngXVaF/UxPWx83QiFM1tdEbPuz5BLi0
8ZZosNBp2Oe3MzrI72bossMoXDkJO1E2ROEFjLhh2ihbWoxep/YLJtDhAkEt+nxXTCgMuvg4Ga17
mObK3Llh3pxNlEBnmZ2EL34e1mzpnFtNHz+RZKa5y3xRnxjaxQjAjPRxcIJn30PbYsfPumKWpFo4
f2aNUWllQP1FF1ie9eFcn6dYqy60mYmDbPqHZomXFD5d0K1p5A+6TGyG5aozTwnugV7eJa91UK9Z
c7dhYOxmaW1GEp/DXEJaC79Mbo+YzXloIjSmMsqr5RB1pWFAbYyc9Q12RnlXxY5xTT7FN8d8Ligs
QDJoGC2CyL3kqkqAcHZgVGhAnNBHMvZMmLNtZc3mSdS3V1WkbxCyRTeDU27wm6GfUvl4WqOZJgaE
4GiQfBeFIx+jqD0W6lvcASDuOYEwmcGXM7TM5+Nkn0xo1plRYW97dMX54Hv4eM+kE+w0M5fAuSp0
f8KQfFVR2Gn5RvTPIxK0k7gzNpNZPZnxC+J/esgPPLdr+sEe4iFQ1lE/7TqDbl/QGChGGiQ17jQ/
m3qxw6I9tZ0C6h0Dd6pFfZoQx0Sn5CKIF5MaQ9wpQDiooi+157fL6aViVQk2M0hoC1cF/kHkWcZV
QZ57zcKnoo2lDkWWXVWLNcONuq2ZCv8xQee4MwsKawPR45CGm3EuvoT5HrD4sYim63hpJo14dOGn
u81hajxOuKOg49zfpp135vfECgUgm3EOReNBzXGwTXX9tc70c4vRPIVl+OILw32gNxjuzNmj8i+x
6HmD2PVgddctSrakTFCFkmy3wbC6lclStdSRs65cNtd0dPQqTbF32OF5kMy7fpRf5rY+Ni0y3dze
R1OAYDn2Xj0wjxENFuOrlviJJ+x357FT0Zw35qNRDHuMHvvEwCdvRImL9XjsqbQUZijszCvt+a8h
EZX4iBblWH9edeGZbt+iRiDVsSiSLMK41/AEn9l0eXgG9HDF+JjPxbbIUbu6bOoMy5PVANkaXz2l
WSa/6fhbXZKTSbPvfNCcADr+YCMeXdmU2WkJi70U0Bj8NI1ZSgZ3GwG3vUBbt2J1xmWIDcrwu2Ib
eMHd1AbF1nVN/ZbVRNUIOm4bPMqnCADO60g8MOOGeGilw5K2k+F+TpuMd8Gg9ofN4G8ZLv5fwxhK
ga/0X3sp9t30/D4T7scP/O6lMEj2QM9ANLOykDnAyIPI8HsciOHI3xhuakniB/BX17TxOfyRB4Jj
AqIME3qoGIoMs4UI9UceiCQpRC4wPKkwWvCX/lYsHHisdx5Z4oABgUliSRysQfAwrA9ubqLiXDwD
fPvh2FP4RSRGI6BLCqtEOuywaAEpnJ96luH7GX8DiibXiznyz1XI2W1se0BJS0LsJBPzCRZ0dCVU
vaiKaa7fTclsvg5zycrZBDnaf7+8YX7Crc5cc+hXhVGNR5MsAWarZh/cFL6l9BppVnLdda19Ji1f
Mx0da/thpNXGUW0GDI0+uOTsgnnBwkSYyIY3PAeCUAaBW0H5cfDYiK69iMIoMjfN4EuGR23AJ9J+
0jxK1D3Uo7mZVVvE3/q5trrgGkoMQ/iwM5O3oAkZvNdFAEh3GJO6Q5vQMvCvm+aZDRlhCFUbHRTb
aVz6bXmuj5Xy7WCTKQN5a5mCywGnxYttJeouiZJNBl/bJujO+zZIOd263nKiC7LpmlN1ZO2dcGhO
M8EBfZNlvXFZzyTO7RrdAsJSlQchIdGdRJqIiKOHkZKy7PC9ZPahJFDkJAgcXV4MQUiUBUZH/VXa
S/A2vZjS2Ph4EMODMeR2tuooaW2u/ZAHqwBM+zIuqtEFsZZ60LN0Yh/Mwb5NCo66BnnaSNvQzlHZ
Mom8MbIwoD2lXX1u8f6CzQBGuFsHpp7vEdFpCw9k6B6EkxEsGGvWYCoIn+O3YZEpvOYaYldJM8N7
cerRDNelY7cvcrRHoiUSWfYnSmQc5toIcYNrpP3dgOCcM6jVTLsy6NDsjohzOTMhRMkT9GcQuibO
fF553meDTc4RiXPhmsgQ+d01TAIvGHaQQIi+p6GzF6R4OsVALhTiYkVN0Ma1w9mu7wlv4NwgLlGT
TK9mUxRv/eyI72Mxi0unpjza+7nC5tMKfAHrkt2uIqAk9ZjMW3TMNxl+uRem7e2wiDhop6du0z8x
+SmfqGJC0Gx4HysUytZ8kkJUsQhYHM5nMQLIJ+O0BjMPKbgluqSun8hoQUPvwD4DSQG4WZJUgdTG
1c6p3baph6jc1xyVsaNY26wCTcZBEWjKCx6a9MKfvbTbzqFuDl0UMKqgWsqsLfNx294T64BSSTgd
rAbV2EcZmxl677Is7yyRmfS3I7rDtOEcJhNj1OcC6XCSzXuSY/rr2pvIccON5SHDyFPc2+yO7gsC
F5BXtRWR9uX1snAuRkN1FMrxzNxHVogaAbikr610CVasPR2eEQZpAmkQ4wj7cVE1bVsTpS1tTL4L
8iSK8rvI8vCNI43/GDXF/GxQacRrhevra552HF1aYZVfmTuSU1MEMXNVMUyC+VRMDPwKJQDnwckP
xztapna8HpAWXvRlGOKwJAX8yWZi9jwk1gTpOSbTg6ZsnlxC/zae6TaCfBml673qBpYIIRd+g7s8
0+3BZPkj/7lpq9ucDBJG6AbRYY4qS3s9t0USb8lv6Suoep5RrkfTiR5Idohyyn5uXOZ4QgW7TodZ
sM0LVXbH1io9edqJchgveguEC0dd7UZrf+w7OhQFc0fU5HWVrjMbH+q6wyqSYYecawc3N7M/+pRl
5Qh7Y8Uxi5zfZcW4gX7RHQchioSmTxPRgwqpRDZ9m+jpPB7CwLqUWSBejFgrROZp6KMQTGdHrWcE
osT80e0eaUS6RXxSmaVIzgq7Lhi8OaV91aWwkq6LucHGZRGeCoAUlIy+saQRKsYcWHBOjSoa/dMa
rDkw5DlyZMfJq8dcMAJIphG78sjzRZyDVeqepAqn3kwzrHZqJT0IRNEG93cYmnl3oVxc/A/aFm36
lqSLoptwLZdQQ77Xcs2E3qUuC7qSVWJKrS8uHbOrhnuRlqXi5zfZqORLYBfGS8Zzjx/Q57taIQWD
901gcHs3cG3mTWoBC9vFFeF0O8OKnBHTRxheELoxYCL250ca1Qs9bvbi81kKT+59uPbgv7HcVOsB
wcu3oA3mb3aT1JdFlcRPZTXqYxg68ovPA/1Nltgr1gOGPHPFoqPrzZDM+lUPQ3dv2iDjgQv0GViG
3Geu1pH3TttUxG69qRsfPwJx6O4Xsx+94uhwwm3WSKOQn1Yt6e3KrdBJqYolByF4aBLcU7DaeNDE
5k08zYWkzSHwA2gg9WfYybtbHNXWdDI04O8JnKdCjsduuldlyr3XJ2D0GHoGFi0AZM/kObSmUjsE
8ZiDCuFyAat6DpBVRMFIeAEspXAnmTBmq4QcFeboftU9CGdEHgLRySK8FaEk08LZRYzQDWZ8H+mB
huKkEX2vWnLISNTA3QTkyfOTs9nL+Dysxwj67WBR4USFelIgZTADsKAs9qAk7Xdx5tnoNO3suw4Q
X4BkcEqanp0Zo88rxgdbxRi4YL85LyRztHemMkEVoabnkJiqxlt6123zTReGd+hbr3l1oym58qoO
MsJg9SpnAtp42RZCfIotMIqBW7Lberk45lnpP3Sxj0seVi3eftST3vekyKbvvQi87xy5BatTZl1E
QIPJMUjq5tLOjeyk9KfivMnG9jF3AR8w4GgLwslsJvwzjlVCFUkgOURoe/SJa/Smvc59tz5LWxM9
SB3lZrvV5D90hJMtOdw+BIetBAkAQIMgAGbFoSleEc7P0wYPFzafydbAD804QPA99h6Q/1ipOxeC
zR2i/QB/AeyaeDUInEVrAzbkGdpL965t4LSvI1wZ5krD+SkghmTiUeS0iDyRt+Y2cAifpbNu0k2W
pj1f0FWT3abpuuYQOZGLjapM44vOIub7AmUCDGooEsE9O4pIDrGXyAetKxSSJgSHXdg4DQ0qQ7R0
T3DtQFsGk2PuFDFQ5IDltXMPRVmQnkDl9FjrMB03Jrm2dzMG96vYGSKkFsIQDeaDJD1jUQ+fiZvp
X7MuCV6pZqeXlAn5k0uMBasQk02Ct2Ap8C41XzVAiiUBSJYlQ1fH8duriKH8PWBrFysqM094Y3oi
7Ms3kuRuiDsfwQ8E7q9TF8/HPIjsamebg4fDRLc0TerBb+WhifwS71YcyIeKwdsVoIgiO2HQML7S
OQ6bjcnecZQg7aEwWzlT0DroaIWGfqUPLaFOCmlmLE9JHYqZhaHZRvGDMG3dIczuV03YaNAokK7Y
NFWP9L4LSh/Ebs/aOCvKA/rwNjPPkoifVVCM8pEaAedCV1AkbrDdN1/C1jHIevI7RDhk7SFUaohB
xgcaRUZ8wtALD4th+XTj8hoJ/ZTPdDUsVw93VlyFXwq0zeXayHK/XhW5Cr/kxjS8uTpOg4U4TimU
S7tDQVMY0TGhBXzdVQ1us2AYNNkBMeMG9vjgIqpdhgUAdmjUe/k4Ym1MR37aLUPvYtYyQh7MY5ab
nfHI4EjTtzTMGX4MrINTY0gqWrn2ZB+SyrHuASXiQx3qiV9Q2I1/2ZuK98Ak0AMeN8lAIZFA7bD2
MHIH/8EB998kCvRv9MLqt3+cP5fNP3Zd/vrcMun4X8tZ+luBJD0KwvZ/v/9j8/ufQbNvntvnd3/Y
5m3UTtfdWz3dvDVdyo/+zjhf/ua/+y//8fbjt9xN5dt//9e3osvb5bcFvC3gAD/+1eH1v//L/eV5
ePdcF2//ODQpqenNxx/741Ts/LaceMmUBdDkuUAD/udQrH8jnhLVm2d5eoF4wh7440zsqN9MWrs4
/l1bCRuw0/+ciZeTtGcJmK9akoMKveDvEAbke74AJ28AYoLj+JLZ7iqYue+xUbC8Qml1ubVms2yu
m9iTB6sO7ny3RYrZTwi3a8oX1c0o5EvD3isM9hexn6rTKE4w69bDxi2d8DYQiXUy04p1B92eMbtJ
rkepP4FDm+/ZoL+/W64LfQRPeIijl0/zE6VzcAndLYzcXI++bB78HD/Vuixq9640CwbAHOSZesfe
QakSC/BAw/0mxFg4rlod4zyIoOltYXJmuzg03RPTTk0GrGnLRMbrUNjY0dzRhZxoOY8YvERF2ndc
wTIrJ7g6nIDi+Tp00GkQNIw+x/Xp3VoeT+cq9rMFFpmJxSLZ++19WNlUNwr+15VUbDdRqtFZ5LWf
PnlJBg3+pzbM1e+cr5+zED7ga5crw/+UAzcbVb0Fm+z9lSHGarZsAIXrirw3O26nHQaODM2SB1pI
azpv8ZK8xnxQXpQlQDJ0yfl4V5a6QECUkzY10zdGUDqFcps7pYITAVgIO7edbUid/qM59i+jBpaG
D/3jJeVkeax+vGHQGbxX+j5Lk+fDGxaWbNwGkv26xuh12+Y+m3Zhq28tKGhQfsDVToUq/fvIXgbn
2ldI4nzzTjULmix258VOYZFnE3cBSq2ggvczmGJ6EJXZPvjMgiKKs2QgxslvSHYFiQs3u+tGSOGT
BJDQT+Xapp1Jh98c46c5TsiBTH124HbpIYECGFDtcJ+Erx1hCP0axB05SoJU63U3tVO6acaxvJ6H
tt36RonDVBsQJyC9hHcamdUjcHA4Ak6Y3TDMKZ87wcfAroCod/bKDtxTEI7rMaMRGzIaPZk4M742
KYe8dkxD3nyR1dOGw7l3btrauBo8XV5SdYED9VoZXf/6/lmWtT99HYgYHMF/l+draZ399GQZHK5r
WtByPZhVBCYODMFKx1wSQsh9BHUBHs7toFAnw892tyCovJ3uOusmHmCxrw2Dc3wjGD7WPfVErLHb
YGi5q/oAm2Xqgk9j8AwXyDFbBHzuEMTn3lTSVq5mn6yCQZbTOXH3YEXymtZCGfElYUjtAVB2AWPf
/gwOO3FsdtotvlvIo2s0yekWzjaLc250ID8KSG24DHgCmyA8z+uUzlbgJPEtszni60Z/qtcmxR+R
gH1AjPuIYRys3GBMZ5qiVJYWMyyiDhnWUFpuTYGqPmkUo8Aga851R2LkruqN6mJKmmlT0GE+dsFE
6zxCt5VssHFXZ2GWoj1AY2heRcq5JCNjJDgl7/DtJNeqq5gjwj3YsfsHu7z09RcH2htO9sIGHuHC
Md3oyEDSRjLsugrA1mXSfcBCvQxLzfRGzR4i6U+++7/46j2lPccm5sUly+L9Vw/NMnGEbNW6S7m5
IvDlZwlsjIsKLud+xiG7YVLfvBRzKD4hE3/AS/6+CHhsjZD+6QAr8QFamGFQ9PEhq3WjygKzQDl+
jZfLWtvq2NDOWXQn1d62MUsKxiApvYaNIq753PAqa+uV3CpDI/JPYhzUXzwMjqQNyHPAJzc/Ejbl
aBWjm06SAQzVWGjpfh+XDTGxaIfQRAzzzgQrgkl2CcscalSthF3eB4XfQvljcuGYvdjj3oPfFZj0
CCLtMOr3AzS1hB+v0tz8RlXAuLmxx082giVG6OODDA+ZeoISwRPmErz984M8dT+G6p6kfLfiMyeP
p3HrSzXlJ34ib3M/bJt1HNfeo6A92UJHqy+TEsF7Fi84Bjskwk4PneYMi7KQ/88ycWklskIAj3Jn
Cztn3KXDTBAg+Xec8xHvowXNB7AIUsIpiObmwsyBAvpkLGxtruOX1Cb+T3po8oYCGTuHJVEeC2rW
V/QDNVazcR6OSPrQIQ2XM4f+YS0cHd0pRBZ88YlXX/L30meTVNB6ZchQn8f+GG1ykhkPJgDtGztN
R/hmuHUWZb7FYoWXPpBkXk8ouRGOukfPsizaaqqMdvDF55M6YaWyzGZ6VC3Kp9SPgXLR2BtXkQr7
fj0bCmtog7wij+ln+HhICAzEILKRU+Ns/B/7RU/rZP7kcVzinj5+g5pHy1GC5A2KnQ/Ip3hmA5oY
s6yX3f5OddI6AQsMZjNPe/AWdETsuYnXrDziaI4zPkABpIlAs4kcHmIvMxHQ2Ey1WBHFUm5b0MBb
x3Cs/a+XDfMv7jQNAov0HK1sYWv1/k5rgn4yOVWwZfRZ8qWqTPdo0Ig24SHv8tghKpCUqj0GELnt
QqSraPu/Vj1tJs8d4r2aI9RtYvHVGIt6GK8U58C+wiTqctQO4p10Q+seRwoZAHOrOYSXEz7f2Nhy
tLG/AtknwxSs8j7THWYPozI++yKW2vddiWIR9QqTS/LarraV+f4DGsi3XUCjfECZqKsALeip6CyS
n2iTrmSt6wPkbIBVBbIOYW3MdNV7Y7R1nJ5P0CHCDzrnVbCfffaQyz8tULwzor3YQU3yH8THqr10
Mz9n9iDXMrfiK0uTOwrwq1tLTdK2K9MTzFKYbdxHR7BFSut0hJD7CYL3L66OFoSM0QRnrsZM7f3V
iaK4HSuA+uuyHL7h+nJOenriu0wF82fr8fKrPnwRUIhNqn7FEYqDyvuXGsHSGKmA5NsEY3pF3F9z
ObGmnRZNhKSxze3yCtlC8wTkM3iAGR/UREVhvettnCow33BtkqgsXxCsLhR32kuE42KWnSfacXOW
zgsMG/dBAcYv3jvYtK4B+8R3oopLnwN9/ZynGmk2DuvqlA7c6G4tM/4k1sdebqcPn5LRpKds6K+m
w5D0/afkkNbTQK9AYlLebBBBZFhInPxsgLx0jyzS2prB2AdsQAFt/GawLove0tkG1CjZLlhWbwGj
2NSsWc8ozcdWSK6yN91Gc30U5EbeLdEuzQpIA7nnU+bWz8hA3AfqAnvXGwHDC5kmFNN2360G6cOH
jAeQlF4VIeFySPC0+olDeabNU+JNuoegcNzHdEjco2ko/TIQKFyvSs+2z5JK0Qk0CvyHzBhwhTUh
ioi5TWHvVLhXkXPeOW03PpajJPrcK+45d/Vyjza/2FsyvkQ/42/tsFHR7zft35rJ/5sti/Itv23r
t7eWnsX7zsT/lY0Kj+X3V4P7N77ct+nnHsXyE3/0KNRvdCxZyHmSwSYQmE4N+MfkXtGkMCkMGcIT
xMLDzk/90aWwvN94KJl4WB5dhHddCv4VqmRBy4M6ihQk+281KT4ud9rSNM+XhBO2PAcW/Psng/NK
S2hGMLLoht7RMfzkwai6+IJ+dniEUGtu2sgmzjMo23NPNM2iX2Lgbkf6kzXvT3vz8k5cIi5Yg7gS
rvlhz2v9DEkyCimaDEnBnCl68pEYL3gCiYbTYA1xVfjkTnZI0QTyZtWZ2t7X9rDMxA0ErwHugWv4
OdZJ2wNlhZIuoxtQAfMnq8nHIoI3igbD08Tl0XOS+gMkvnca04eYihy/7+KdQQtxjy+NuCnSeMNq
nbl++ckqLT9uCMtLOg4iDgyabEs/Wk3vj5Bu7ytOZwWn12wOT7QowltDLrNKZyqwVk3mBpXOY5QA
PS0ojVdmy5CImCuyqd1pGZhgEB4Su978uNf//1P/X1JSlf3rx/7w7W1pTf781P/4iT8ee2n+BgON
cFG+LfrvpuAr/edjb/1GCCT7+9Jq01paPHP/bE5qVgsKM8ei/KAL+RP+1DF/Q8DDWZKfUcqxyWz5
Z2v26vetjq7uv+wRfbyHWVoU/1keNNp9tLfeP/ZTPdkCUVe/1UV4Se5xsJ3iatxX7ogzZ5pTvNPk
Of90ff54Dz830pAovduEqQ5QJyk85J7kDPVjAfjpJu4cG2o5UPZtTc/suSf5AiChvM5JtL/qB2F/
8nIfn5nl5SzTtTXNXgr+HyfRn16uFa1fJGbVbHPtWfvGKkmgXpx5Ii6d3x+Cf3k1//KlSNJYallO
FR+PFX6XlqIDa7MNpCGYC4GPR5E8oXoSBS6nX1/Gj929H5/L4+S89CMXSdj7r67J6kJmZHRuC7PG
jWYCNouS1HyqiHG+RZPjLCka6P6V0+G/taGP/Pr1/+prBBzPasTuRTj3h1unF8J3xhSAc4AI+IjT
i/lKUtcE1nYwBSqgZv/B65GRKCzFmstD8/7zev5QKiaT9Xb2/erGnavq3MHZdRQoXI5eavxHL8eu
K9j7kK5/2BArtFGDHVj1tsTQDMgurTZtif+h4VY74bSbnvz9j0cZKGj7sJVQnL7/eM1URnk0ELY4
uaOzawNHYghMvXOK/epyWPRCv369j/eqJTT2ajaTZQXiaPHh60ttt5thftXbPJ6tq6QhKLtRjJAX
k/zXX7/Un85SH1/rQ9ntqcEBi1DVW5AHzSFZEruDtMHTk9ACNYJgyctQVwxA+2ur8MTRKwZgA7pB
Wvzrd/JXH5obVlBakOxC1Nr7izzEE/qllDcyeRkKFG0wwvDCCJJANbz8+qWW++PnowafWVlo/1ir
0Wk61ofP7NqyDOwZaZcdelhKouVEPcvxlgSF1Fs37fAN74edIUqv/E9KqI8rAxWkzZbjWi4gE8Se
H7obpUw88IZBts0ecDJdWLQdHw10p5v59m9+RlY6Njc+C1pUVpAPFZBZGzW4GYhH2ipb+laRfVmS
eYWkXRtgayAzHVzSsrZqENHwyVf5p+srGcewFCxiV5oj6sNy0EcUhQYdKHgvfXQ0Q0eczHY3nrlh
AG80kK9DaLWHgKyVT9a9P11dKdkoCXrjPqKVu4DOf+7+dSmj9aqhL96nOXh5i1QDWoXx6VRNAtgL
6lEosf2+6oHumwFU1l9f8z8/TNTolPycIRTrLrXD+9evvMSTuAnDbTPb844SD66VX1kLTM6RW5U6
KOnMyS5WTtu6J9gOm7N4CuQKxmLwyX735+/A0oRHLu1b4lB+zF1/vhRNSjswbCvYdk1Zren5vUZW
Ya4rB+W+rIloRGvq7QYJgu7XF+GvX5gjk7bk0oX98B34cD1iH3kFH7fpT+whg7VlpPmepJ0cb0Jn
3TN9uiFY5rNG/p8WEA4mvKAJpJNBDrv8+4sv6InIaHKLLT6/ZmOMU7kTLtQ+yC7i7G9/Ro5BPL9E
obPh/Rgn/VS3DI4Rt33NpAS0Jm3t0CNY0FH9ocw8zchGyZvBbdxbsnyjT+7wP19dak+XypCuo4sq
/MMdhkxLj40Ysq2Z2ROEL6P4yuz5gQktqEw4B6dWy10e+rl3/euP/LGkwHsuXcnXuQwsHfXxmR6A
1aX8/mBrV7VG4Ut/RMy2eXQn85ppmHH49cvJv3g964dcnd1giaT8sIZEYIgwszQGgiY5P0Nzl1B/
Qmx5GkXfiTv69ZlvaHpZJdY9EoqxJ2nDMF/azq23VYT0ukc0fiiHsrkzGMudRMr7PAbrx3r9bitR
yPI990ftQ7Xnffg+NEBkdN4wCH30xyBh7L6en6QJgOo7at6sugDQnY9n2RgZ4gh3N0be4sezs+/t
EEhVOQ8q3o8gVsg7joq5JlQgsOimYhxV0VPnEyh14ZnoPG/9sMu8tYUfksBDWD7maTLmYXPio2i0
n3o1FfmJwPtCzFEz1QQSxQWAmm2mU38+dUMzS0+YyYphPakS/poRp2l2gTjGfW5QFTpf/LYBTFJa
fQ1HvTAx+yXoxpfEw7Z9EaMzKaBmQf9AzqCi62kA9Vp0znCehCINNjDHDjbpuKjXMohY1nY0F0Aj
8CX/qsIvC+uzoEjb5Z6cxF3nDtZbUhYYwu18eoRbnNeoaWvSBrreC+6psLHU6Kx1AVuUg7uufc/I
rxA9Dt3BCCtP/BDfMxGYS+Os4oEMdkabNc8owcifDknF2mce2/uBdBR4FLD5cPXPOpweu8wS13Wl
K2R2ZKw+TcNQ9adBbTCb6sdaX4zuaCB550yCONH17XIPqgmdkTGGGpiKZRqk8Pm5hGMaFEvMY8Ss
pMYeaa6bSDXPeZ3VEu+u0T64Xd0ojEcZpGajrYPxEDfx+Dy6eX/RFdoZdtDQ/P6y78cqWUddGWLh
jjJwcgTsdQPzW9c4pLR3zuRcEdfD7wPw5Mb6Ip/D4ruJXDbfq9r17MPkIFCHQjxESMLQoAYnvhup
A5rAmcA6hiTThnFFWZ2GgTC2IgMdRmfGbgPivQxIIDmyTmttt2h8N7UfOBc69fgHTt1WUJAABMRb
z+2xG+PtxjcCXM9VuwExXXIaWQjf1iFUjR0bsOkvxKoq2JvkFEOMn8IiQfw+DccRm0G4Nao4aA9O
k+X9upNgulfpKIvu4KEojxAplv6b5xnDBQN1wYQOYeLANN0I0Jbpub8zYTD4DNHwim2yQYXVKmnR
um18py++pImlIMvXrQSvysKS76zGTO5MdHt8DfVilZgaH/r4HLXFjeporGM+VUF8LQYToY+djNlR
THOU7TMVt+5lW8xufzA5y11AHTGDY0Xpczs6RAOtwsIrNGwe4bu3ZZvXZ+U8VubWC3XBK9Tw0TZt
3HeMKbIpWDK+IrPe15MkRTlHobjvbMu/ssDRZCfs4fCt0jLueZwqnBqwlkrRr3K2IEiAyHFY7FMR
38vG8x/YW2hxM5B2/ZXpgR/qRh/ViMOgn/zMNIX7gISlE6s4mIoXJ2jYL6gUDYvZpjdFu1zEVX8V
MowU1ypMMcfQbEivLRXgsDULUe7obObZNiV1peVyiA7CUelU3hUHEAa3SM3NEqeaHm+LUklI3Zno
zqJahvUW7Fr+DQdPMqzbEXnzBnG5f8ijUc7rcUnXWHuR1PzjRAE571Nk6MxdK2gUvm+OBVS4DCxb
VqQg3aj8ewNnrhO8xq0S85aBuTo3Ug4iG3BOhHxMdE7ICIPZ1Nbx2o+b6CoMa3LqIt9GaZnbHGIQ
5+oWlENuezTmYll/CYzIWfT0Td4D2ywxQmBUb7E0kyIabemyluFpkg1lC7J4yAHlFETk4CPsi2Yd
qHRYgPulFLjmPFIiaCtP90mfWCBGWWyKfdwyN7yx7AoDj5WKNiZTzHbfMtH7mCUcjqrbyKkAE2KO
YXIZwyaAzlDOt21iADVycjnuZsKkgMoOuiNUtx5AYCT0OcFU5N6MIEuHpTioOI4v86mEnpJC7jMv
O2F1D1rUWpwEohuuIZaEaNkm5zHLM046PQMQGMrcNicJ/GxAkL0PGTAckxJ7PaUZaCiNh3br6HGJ
hyX31NnAKAf85PdRObPvDEO2hsmc3yeBb4PP8/P4yqljxm24FCb8qVmrOZdXbnY7Fu7EAjo58lbn
efCt8XoUpJRo9K+cGl1iMlHRHQqnKaZDwnOOJATdLGPnru2bgwU3djcU2B0xYEYd25EbBW9ZkMBq
KiCiwbZqpb5n5Ph/2DuT5riRNNv+l9ojDYNjWrxNzAySoihxELWBcZAwTw4H4I5f3weR2ZlZ6u56
VvvatVk2i1QEhs/vd++5GRhCdpQeD0a6EQgeJNNCjGIhmtKR5tSDas7BmFB2wepSfe10S0vOkFnz
NUI09GaDoW/gMaDT5WhAwgJKa0PrmxyW5WdTY4/aOwRlnBNl3NF2gHvsb/Mm60DTGKmtDUJOnR+4
pHgspaRbb5dYYrwCw2f9cDJf3dddbborMwGa9r2QIBuoPowwa5ADB7Blu2fyyCDs8hK+MF5nkFmH
hBkar/bg+bQyCo830di0ZoLn4oTgXWbpk2ALCBGAApyskYgXQwf3h3HfZtgJN3Y2xG8+mNIeMEZD
S0EyVf3BdFIXkP1q0dE9kS9vqTORX2lJfuhdGsxLuyutMLjr3QsKsQ0mHxM6WAT+owGIrWi3oKAy
G870M3+kgrEC93YbfkITHx4UULjXMa2y8wC62waW34qVb+k3b/5UdSzpJpHe8hYcALFOJnyjtnIg
StQ7XQT2AsYNSd+KYJspiTxAh6b38iZXvT/sCyOHW0HH70Ma6v6lMsoeqYEeIvnVhOStjx1RKjxo
qZN+WGNKv6Q1wp5+rOVS3rVLS/AhFiCNMPRVLqMhoK53g1X8ig64MdgnQeLVR0jb8QOkGSNgOOCn
3uC35vlB4w7hjGAq35Ok6Fes65gRmyBLOZ/bSa8jJzjMNXOBi4r2D//aYA2rrsgfDNVhXmL25srR
L3Nn3FMXsaAGhKQZFiq+cPaXBv/WfnKi9DHV4XRwiRB3eyhrzo9EkXXatpYC+IrIFX+mptDPTku4
Yu+ryo40rYsZWI2uwZqxY2KKzi2tb7QZSHqMO1HxbQ2RI7mGnEU6EFmDYThUYxfxz5IeQCMAZcUI
UtBpUgJaVhbutPA8qGJELXMespP7ShVDxcpEU+cMzko24tS7jmj2MTe0TZINF8jBxY9uQNhX8RMR
GfpuojemSeHdeo5PbfKSxaB/FTXl+QJQEhzf8+RQXkJkGu5bSv6yRMELAUxOSuhHC2D9Xkx59NDQ
9C13cZ+Y+Zwxf38AUjIIM0HmPjTWRNp5bob2ZJH0eF66du4+qDNzjrFQi3eIsSjWt00SUNE1xTh1
4FG58DsTQjPqZliy4mZUg9/dTT7LoYKgT3foaN7mKWZ13gyFay5COgVMfVqsmkA9REy4ztXkkWM0
/hQ0ZyhMVFcRyeSQb80rALmEiSwPWaKs+pOc7Ck7RBYh0+0cDNN46uZe0+Y3VGV2MmkxezRuCVFf
VV20YEStZ7b8CGHzS5X69Ddo7IDsl+dR5SdMSwtBVIrZFiz/kXolpIc3F5MgBaA5TLprl6PbQEhK
1kw2uHNPNC+Ql19oh9xms868kwUwkNf6PFA8VTrO8GZ5o/PeqZQ0vUlXYFfuS283jw21U7RO1LRZ
sQJ5sIs8N+R/6EPcVmrNni527pDDIPKBixMHyiH0+/mT1cdwcrSMuGCJ/MCn9MXCn5e5Wcz/oI1x
B+AmU+7WVWU07bVJVt5L1xX3Ra94JrrgO07uwIvx1AEeA5qBg5e4mHGjD5WLkKyLMBpOsxjxAcme
J18oZqApGXkCKncKqi92TkbJ24kYfF2z/7NssRFVONOiWbt0u8qw8L57hHxepxJd5jiYAYMEoILm
Nq/IDex1F+ZA6yavesbIySCpSskdmkcjqFovnd0r2XmKsVMw6jJOOoIIVhiMApJYHZJ2jPo+PmB9
hPvpFmVWM8XpvmEQbmRxFS1OeLSHuIDdKUpf3ZloiYotIl3enSg+tZhC5pkpG+5jCjsm7MzeEJHy
dz25w2dsP7neZdKBpyp0AKubVizoEwS1qSQCRNGcdWVPIDoY9WZC1BHUBK/sP2f1GD6k2oayprS0
DuWccNALbD0fWuFb9h5gKzOkG+SjzXBGKd6Oxp1m78WyOlG1ByJqtMbxqUSfWN3T3ehui84KpmPL
dpwvlI+VCzOkkHcT6qULaElwp49iRgk8U8Ex2NcFJfbeRxQpcwIi35K1rvLmjXBULw5jouv3gquU
O0WM9JZaTeh1uxL/ZUivEm+6Xd9CzdyAnauguHpqOYaxUu4+4HOyKCJNHYBVjQZDSFOFteuAc1xZ
JqiW0xTW1jufKWxs2roL7NUdZ1/6Oqb4DJ3BfOEUC2g0J2C0cUTAXeZYri7urCWerqRbxzSf99h6
yEmSVx57z5pP1kSccV8Vuv1STh2o3Wj2aRbzR76PTZ0Ps4T8SXNWK0tB+R7n7sepYE7gx01c8CdN
42cqdpInK6ggaE2sbGw8hW5yPwobuGHT88bc5/Balh1FFoy+mU7qG5JoKwGWHddjWds5l0lK8mvV
WqlpUi5UXLeqOJ1pblt5imkQGAC4Kka6rCMFzy3YMLE40eRqxnPaRzDUTQfJkW5l67m01knozV+x
0jMyRHADH6uoTncT8KNoP5phWo4iGQT/Z28N5yH34/iKMB1Rp6i26cf1NZ0/qoNkM6aUamxsrVx/
73iahDgdE8i/bMQoVwy9Oey3tCcsp6IOhp77SlAelMWN8xaMOpuBt7vhV8LVVJkIZep72P8EtLKs
WDEcrVkT2U6k3J0XgmY/e8gi6R17oeBBjIuBmytT71YMIzhSk7pQKxkK6hAjIMLFtVVXpoUQNCbw
8OiSmPetUfgbu0l1n7I4HM1VhzkbfIst+OjyIWi45Bsiqtdun4UjoPBsmbZNQx/LcW1cxcqXxsGe
TzRJwF1TAMEBFQMGoOFaDAe/W+DyjoE15D+qvEh9yKUjz2p6X2pgkiwbOGyNtaFdgA1lGV/1RZjS
wtwXhTn5i6KLWgFZpL/LhZ12RHSIaiSwDhuRbMcFm3lCOW8bjeYpIsjqHmAuzVcJ4Rb86oTkg62G
3PB9cTvrpEkXU8RFBzp4u7wbf4hyWG5ScIM8RoSfzzf5QlfGdoBzQoa/bAeHTqfc11QTOHRDIdqP
am87AwvoNuIxDO6hTayrLnILiDHl1N8nNq71bcvbAzqdxRt8xZh4+ScgeVl8iHiRWbDJ3DA9NWPK
arIv8TMfKmZjWCttHOa7xZKGBN4AZTMJROqBbjZAxC1P1z9FZYW3XezCEveAk6XXthQpb/yJFraA
IxbhMjgF9tZL0Qs3XAbDS4gcFu0jyANmy605OTsvVrN7NsnSkxMMmdCAa1nBo17q0efo7TpYBul2
3hbsiu9D46XZV50JabZE3HJ4VcLBD9fQiwu3LdDuO2kF0q88igs89g4VARvYeTRI8jOAviCiF86W
+gsZAT+zQJbytqo5/aoEysGguvQRe19jbQUwv2zXqAEnvl9GimXYMkfZ0fYDUL15Ha3pvt6aiavU
NgUvC8n3EIILZ0iOFhCwT3NZ0nvtMHpelR4/uiuKebxFS8CszBNkxjaMl0nvnK6h/wPYFw2Q9pgT
b2Ljlr9iGxw/UTBEZK5dPYFMzZOXUnzO+5KDNJmCjWOW9MmhYY6CCUfrG1mlZQCfJgtvFhgJNE0G
XfIz58n7VqsAeB1FWGJLjTVG6VxMLD8WqNPY8krfnBeYxU9em0lyiEEGXMfIdjl1sbHcU8ZJkjfK
QF3Dtun68I4JcTGnYMprTfR7wd3DjrDrdoWg235bIoHw7FkiSY6nUMOnghgELeRjK9+IFYbQh5nM
fkBgD99s1bd32JBGVAsdRUzzTaCg4FSoLtctwg0wuAwnH0llzn0qwK171fed/SR55TwLGBQrpn4u
H4cwtz/60NHup65vkMimjAz1zhb84NUCuvHYUs8cHDIqs2ADpS7rY7QyMBiLeGd1d+x43QCgTQHb
4ksnewL6hzNsKxnsMTU7y2dazsWVKUz54fWZAxSyt5w3Hh+Eu5ihs+A0wL4AWRkyQOzQGUqud45j
2d7BtKw3SEMUE3FG7j+gSCV6y6m5bOjBdqgngJ0o90O48EWLBfzkwNGQAzNNluYYGina63ypqF0S
9jR61OsxRHUIJjRP0cpH2+swWOJk8F/vuzHvip0NrgQ50ZPm4Oc1WgPa4zTsu9oNOboCfFXbMA/V
t9oryaJa8GeKw+RM9tsYC94QSJgspnwcIV+LQOCsTKSeI4JnYM3hVVXzClXmIHkdkOU4pJRRsRRQ
acLBPg3VtJPees8aS05nXkx1eeBaiE7tGsPFo++Vd5W3aOaYVkkS/engJgT6yNPRBBiPgExEwClq
Qi7+zqOORmuuh/RTSYvNDxIOmcPQOxQQ1uj55SvrwxFWHLsf0Hspt8N2FIsB00yHYsseveaGmZgw
RsqzWBSVfI1bWr1pC3F6j/OURzcWUEzi6DD85ehUHLEB5yHfhXJr+ql9sfJCLIeACpQvTVhPBpPM
QiJpSCOHEq5M6ytH1YBy0j6o61M5oOPxG6h82pRN2T2lNnuoq3jiof8VwUbG+3oRAWMPMqY4TMvo
D4SQYb3uRdyW7YHOCZMfUUI4ufOkcMg+ibYNYYSoVG0pnek5uDQdtrXCmqbqyEWn7ugzr8FIVTFH
w9zpYYcvRABF0k00/S7ZgHIbLW28zckQYbBtg/pT1o0ZUlTmL09oOSyyIptywGyhRmhnh8X8bRDg
6pUbZM9jPE7+1i8CWC+KcwhpYs8qGipvBsO3jWqcrJ0FcDgAz3ofBQ8sRKVQmGOyFADZKcTqMdTJ
/pFPx+m2nlVl1x1bo3gTTou6DltGILiSAMJ4IHCSmWYyA9uurqJ2F7WLVW048XXZvupibkerC2TC
vsWlU4fJAoyJWfqRnjSnQ3lvGJ850YB3ofcvXdjsO0tNQJMd5DTeqDI3d1aeJPHBVA6RJx70U3tj
tzzUjxExt/ikJ5uoppsC1d5pn3qmg+t0/Qt6bskJaAl8F/x0059gSqApzzgepqPVu9WDKkxWn8h/
h6cMG45DI+sYvZSouZApCcrfB5702+uistNbPnuld0WUWHeAdz0qoHgpJPCsMyAMKoXWurUHShtz
kxCeDnw6YIGi93m5R+UCYqmwxPYbnKFBvIHQmAhiDi2EnzxNyy9xWmecQqpofs1yqjI3eZMQTKxm
b3rSOQyZ3bIMC29ZtkG7TkXyG75rjtsG3QE6DSvIZkcSoRl22eBzwnKCMkfkbYfyuzTS4Tg0DU1z
q4qFq7CNF/cdNgj1hMZtondqTdwHscTUAKxaL0xtV8OIKlK3BAiZeT/CQYJYN83YPwdybajsI6TE
OLGohO7Cmjx6xvxG7UnmEX9jm+xpHEXzN3wG05ueZ3SShJLxnTXMfXWs+4UObF51PJ0TJBBvk3FZ
ptsxrqoA2Bts+b2y2HAdW6vOz+VKXNrG6dJHp3ow/hcQjXnBc3QMhs8ZJ2UHOWhI7xG4ly9+PIAj
7UTW5kdDRbt7y/S3siwQ5JJr4a3Mppz9xLCrqD+Zf/ZWGVdUUehwCB9Zt4DLqwyryGPbc79eW0YX
2b1bh7X3adR6MncRJR/xlxbwXngjSmqdvvtlTClA6RSoy2wph8+OX9YgaYTTBf8/e9P/WO3C+cCV
EDheGOFr/tXYKOrOkIoBg+sl+XyllRfcQQGN9zzkwEAsXJT/epf8v/w+RxAn8nFDkAlzf/Hc0Lsx
yIx9ws5ik7AT8UwlrqiK05BBHKt4f/zuDviP3/YfzLV/++hX3MAfrIBPrzUYAcTYbHxt8td/ctyu
P/O749YNfsNdKliWeIHnYrXHwvG74da1f4t98i0Y7ByXEK7Pf/nDb7ti9US82g/4En3s5+6fMADf
+y1iAcZ2c3Xf/5s2+19ij+Fq1ReY+8g7YUMj+LhaL/5m6hAJMbq087tdSCVkvOsaBzys3Qj31YpS
Rbka7+DnqsumB6n194rH5NZe8rA8LAxJzt4QzKPBjiKU62koqCZZhpp1MaaMyKLDJlUNFVn9FH+G
5maGa60dy+zkEOinv33kn3/3HvzdwsvGgD/0L0/Ceibln4BrGCtMgPvq17wA20E4bQxBwOgQXk8A
fLLVf9riAyiD3iGvWVb5R+7K+Drk1P4j7zA4rJ1bPL7yLqcMmbJmT9C1AflvxwCRPjJo5FSSEMLd
LhRHXQNb8oodGxP1xU5ZT6ObAHO/0r6JykPv1S6DUBRVKRDZQPenFd3cbwBVWfAJ5pSAnuF9+w0c
in2e60kCLxvWjg9PFjNmw3Sun4RZIVnxYFe0BS+QscCaqOq9A/w07We2ABUdVqx7trPdssyTuZr6
TQED3MNBERT+vpnJR5LnnYhN19b61prwS4VbUVrsUXKZdp8zD3DANu5KhK8hnKLuMKRw7zf0dEw3
OlTRfRBVOQI1csW0L5yc6iDeRuBrSN45wymIU5o9sDLIG94qJjr7fpN0R2fgcMpAXnWAhsL+DKTM
vy5kVG/pI2/kVYVJ5AUMkgRJU6QeH5LVs/GNAASG29ijy76XY/riI9x8njKFNlVpF62nxoX9iePq
6GzsES7qzrUWK9g7ZB05otUJUXPLpGO6Cdgd3dX5ROp7ipvlI1GsvqklnL2ffSmJoU8sRB6capyQ
c73M/ZG6PSHErJTw2YxVfHIyVbh3rab2qJ+DWTCVttwBM39x7aUS+0dIpdPGt+flofRSb/4SBqla
oHNjdDhoNjZ3dp3T7e3MWC42LSUP3o5kvU9zD09p/ElQZ3dRPda4D6Twn4CkRe/5DGBsyxKC/H8x
NCXQl2ZVlRx5gVamdMbRjuronm8vM8BuOfDdLU3GqcRaV9qgbSdg25aFTeeoq2KS170slp9zp7ma
2Uk4FGCUcTscuBJteJID1VDgyubsde5qDtIeCJMXwxqd/yYg1LN65q7BMd7N+EEKFv+umo5gKFiz
0w8Ih5g96Tzi8asAxrLZIOaBDY0oJnJ5dcX1Z2iwlPQVWmK0Id2ihRYwtJP5mRcjtgZZRyMcKgf4
tzVxsiSFG31h7ljmB88dim9FhUeE+kc9fxcIgpptISHxDWd31Fe/aYLsylhounRrE2ImFOS8j/QO
YwDJGnOquzaKjuzMq5+Nb9RtHZbtQ+BOpPpHqnQmniEAQLiJr+1Ezm8wHwEP1lA+jik7e+SN6EWF
UTSclswkcGV7vuyMduANp271jp++iym2NMPC/W1Nw9ntisDeDXaXUAYZouSBTCLWZg199C0ex0md
skzHABy6rqauIp7wDhFpDPfs2dgkFQl7dlpNk5kpyoJ3tS8nxzNXBrndYWfSax5SjhX+BInjFFcT
n/cuyoI2h5EMimk/+GMU7WwpqceweHZjg7PdhH6mFtrbZonTIdlLQZQfl8fw7DdpQwIHwvF5narL
Y22H4IpGuunb3QQYbVVtHfeBGY6b2QTzOO6aJV24TebMYk6fQ/NWJi6dpgnFyQUQtvS+9ZwBEii/
r6TWvG2oWsZQgx1VSEp4CouLZodAAaGbRyt+FhdtEwbUqCkR97OQCTyfZu/aDut6P+T0U+HAmikL
D5LyOTeQGkihs37aQGFluu5oZP6SxXhMtmDXdLqFKdI017Ftun7D4pmsuaBOJYc4lyQ+yqsHnU8G
Gq51QO7K+ZwmDkU5WQ3rZENyom4PQdnRMkWRjwgPqkTlOVAlu0KbcB+dLDQuPqFwDqObOi5zKt1l
Nb+6rsweIm8Q7M2rMviAwCT03ubwO91gDZjrjyBHbMy4xylBWRJF3aTjrZVf0o2XM+M35SsQr2o4
825jrtmwRPVujmz9WqLZ3YKXoNmeBzOKCYkZ0HCsEKibiHlktTkuoc0YK/drjLPimsncPGbGqyou
8qG5pxo9uguz0r13Ez38lFHLfnxqtISU4UF95+6lwSgZBuoe4Va7pPEtj9tfJSqQe6qkOUesHMW7
og55VbSz38A+5eriYJikzg20ueGV0H8Z7hsqI1pORqsNTHadQmpUoXpkacWqR2MI5mKfQt+cOHBQ
3NDO+dgfIjOp731mUyFh5Epno1Uwh1hAOc07AhRCXTNFkHT6dkiKHasS8QAJlf/vqlZTdFaA04C/
cn98DrwaM4mfWpx/ehQsQ3Uci+kNEw1VQimXGKHg1IU1ms4IJhDw/fLGpSr08yyVetC0xpC6VXPy
2ch+9eRg2eMI26NZ/m5h/c94/A9833+b1f7HeHz+IX/JoF5+4M8Qqs2bg1cM6Wc3XiNm/z0cWy4M
LS/Cb8y5es27MAH/lUHFeUJyFav/atBdHe8Da93s//2DDCqELMJDUAr4Odtz/p0w2i/TMUM7WXd+
Rbyacom2eush62/TcZGMKBgSUqQkDe9uFqsd3E1ltd3eiBmnWtU25QtOi/HkRpzCkUdZz2y4kqhQ
mmf9MZRz/6JpSlvLBsoHbOK13PRGBd+SOUqfEi2pZYviWr6QT3oVCALvl8/6P5cdlx3f+v+dgjy/
NoDnzI9/ArtdfuaPKy/8jcOCj6Mc6BpxiMjl5PNHDjL+bU0/Bhy/yKswwtv4m/+49ELw5CSUILDB
b7PJGHDM++PSC+3foJ1zHf9+Rf6SefyXGcjVtP/XWcYX5IHAvK4ROt+Gs/ArIgf2dDf0PDB3dbCA
qcQqllLr5gj89mF5yqoE6TudclKSBF7GT31KQ9C1vdg7vLwpKExm69W6kCZe6GywErHMyNRcMymL
DO00DOP8efJZwvIqCefvFd6B8JCpdZbWhc0rTlPXyqHFTbFTev5EpBlW9KZzO+8zfhs6lK97DEts
eyjEwBEdj6wEjguHTCjQomte4ZksiIBJMX5VOPZVaCysbBQGPM7sAzAd5XSezJa9rN3tvOCHBfMV
lCk232vXZHaeA794d+flKgJCXm8LV6fnTguNlBV04xOJNfqvSCr1xyGf9QGgnlMdWVZ9hd4NeQ2t
bHxIgxoLk5803ysWTzg2grY+LpR+vLrSwRhYj/gOTT+4r7or1PcGJ8yJnBeLO4W0/J/7UJmV6kYe
8V/dhzevavpVGuEH/pBGot9c4oUB6CJyt1zyf96DqzRCypFgU0hAVnAw+PMW9KPfbDIZTuwG6K0+
oIE/b0Hf/y3AccYCj/cGiFFu3H/jNiQg90/34aopINysuBMCiSG/iZv974//UoemCfGd7wibNT/r
WMUvTY17a9em47HCnf2DZgHGSNb+0UuyVOW4j8yob1czszg42PqeArx4HZO5JcNNUrCB3htMr8di
6VibyCgUeuvnZWjT0Ow6AzTDqmJmYUH4kjiBj1uEGyA4x3oMoeaNk9uTbShZ65V+gvF0NHZ7cHxI
edeeKmnOLeesfOBTUyWFnYt+h2pF/0vtCwX0pIsYG9N2jUNY82wqYll6tQr7eV/s2z53DmUm7Hnj
a6je26Suim+Q4JhZRQDmZTOYXnZ7qLSev/Emy6MqXUPBaXSAZLS0Qtondy6tMxqy2fjDvHye4Bb/
xHJmnUuU8R3FsfpLCN37nrrKMN3Zi0sBWu251WsNwm18NnTbQ/Ad7fhWubX55LvG4C4shKECXfvZ
HrZRdhUzhdcHkKrOCy0nEyWm5DfiQ7+CrGWWdtmujJvuVZeDDDa4i3Fcl0A11Y5nd8W5YrIIKkT4
lT/kbGG/XPB2rV2duX8bjmsla8/Eme7YHo0/aUrJn1LBr9lXHubHbTOQviUJlNKFVtmzdetgnVjO
WDXTR9MJ6WGdm5dnupxxBIKAA/Y1RsNS7/LUGRU+siF9UnbBuUXWbdwfJdW7/YW6B0claGd1ztmF
KjaTvCb2TZWVuInLlX+YYEK4mk3D1oUiZudjHGPv7HUWxVyzIzGZTFM5foImmLnH3uWfw9frsXgW
c6L9A+z58Wxqd6T2IqGfjabAfBZbx61xq6shpN2B3XgnWTyMzrdYQc/dgAwGfmy5E+xLy4R7whm1
vTGix4luszO/GTFZNTvoqvwNU9in82kMOCB6lt98E0z2XDO4Bd5EZ9O35QhFNnsUIst3ChtXslVj
wqUkOUngYiaJeyNti0rDLB/6e2GF5TMhKHsFX/vlx5xg8dzyngoegS0H2b6MICPzVVG2sZ/mhq6O
yIm/qQkTPjCwKuBNEa5f/VoKhyAZjxSTa3aRz8LQtHeaqjH9aUflbI4NU1mwIwmRl3eamm/OWrHb
UNWuO3NkS0EAyUlcuiADznxPyZKiJRWiSOQxlYiImwK6/1MnC/zVuXF7bCvY46AGSwm+LmMLnB2s
UoxA7vHO8SotZnyY7HULskaztDZEDNR3jcPqGRS2TGBmL4L2iI6WkVsvKidai7wyrI+knIr63NZh
I67StB3lFXTXmpR0RcXotna1r454APLijkPzaJ9m7K9YWoaF73yl14M9lAml77KKF39r8jCdd7In
d3e0IkaKbRfHHMl7d1j0GcNM8oCtjTvZXlpUNyTS6T7iKOmcc4sy7pOWWsxfNSZq5zvcblHvQ7Jy
vGUrR3c7COrDN8mFQCl4O0+YFKWH4R8YN1EeRh+DBaQLANHBgWeH293lZeYn95yCwxxtwMIs7SoZ
zzcjJ0vnSAmsyD5BKMx/UsKY4QKns5zqFo12Dcu59IbjFCz2ExHJONrHnOffywEtk6gOQfNdSDQt
fRM4sb/jtEg/JiyiHzKrV1BWMwrcP+O0ej+RyJ8a5Ypd2/Ec2cvAgX4buaJ8dvCF0KidTRxrJTWr
z2HtDv3NCB2KQzB6x3PDZpuw0UXzUBPGIjKoqxbi+wUtqaLF+7n3EjdI7128vMjYXbOvCaG9AUFC
WZGzh8qiL4pLF/moL7g1vYcFI9CwHW1nbGkIXLWaFoWvPLqrhKPwBoLDR2977leJx5tLhdpzUX5g
TNAsiNSBIjQoC3VIXpQiyuRHZx/+riCtYpK86EqWjcTE0InalBcJyhPjJipUgsvL2/uzw/MqvyhV
w0W1ikQf7qOLlhVddC2MemhcfhbM6oRZOvqW8wJABeNc9SYv2phz0cnkRTNj762WU5Yjy17RhqHe
B4mKt9Gr2GY5SfIwXBQ4pN8XK0SUExd9rlqlOsihM0YQqlPHi5JXXFQ9H31vbHX7IEWkbnFo1D9X
y2F0tFdJUF3UQaj9uH4Lv/upL+ph5dghL5O5wopCZx5vsrliTAQTlurvPL7RIEMu0W++Es78YK0i
5RIF6jm6KJdTrsfPAIzQM8tV2iwvKmdyUTz5gigjueig2SqJYlhCHcUxglIq+wDVtAkLza72oqZy
3kBZddBYhaz8rywaNE07Fw0WMr9NYWnDpE5vOjLtdFFsRZxkr8iZK3e4K9B0l4u+G1203umi+/I4
QgK+qMHJRRk2F5UYghyKMeWKqMfRKiRnF03Zv+jL6UVrti+6M8xGNOj8okf7F206u+jU/5mKf5+K
+Tb+1VT8pa1/3RhefuKPsRjGFgHblQa+onro1vrvoyljMVOvw6AcYbgglfTXWCyYpSGLI1YgjOAC
/bso4v22ArRIh0MeZ/0MZeLfGIv9i+rx1/EUigR/Q3gh/QCqZO32y2o5aq2S453tbruE1T5FtzlP
p67j7XYKgAIz9zmyNP4mpLWq/mItfpzSvjqUQOG6rB5AmCxjWzoftW6lc1yPgd2VciZsXridEYHj
NE8wruPWpFeUmUDsWzYo8asGhEw3D93a/V240FZzY+j9sE6K27aiViSVJL/KKhmtW8yIIk435H/b
9sYvoYNumzx0TqDz0wBIYNs64VU/u+prNM4h6P4g+uyN+bBc5WMpnlupoM7quqNewLCYuwsT9Pzd
yAaup8qzwez45quFcZV+D7xFN0lIYBMLkedo+9FGik0+9RGS9DHDSB1ASCU/vOmhDM3bKBx8sYt5
Mr2IrE6Cg4tmTCKY9wypviKukj3bGHJHy8hMvyNdKWGNU0VEP4DTMIJG7FbTQx3MtEemadh2OxJu
c3pbqRg6C27Rr11JhoVHzTDf2NXcwnjNp9Wj0kf5d6UW9QVlv0LfzwfaAK0JLxg6LITnekbtPogC
AwpkS97SG9tLJ/ouWRxP1e3a7P2Nx3hHa2bOtnRfpTJ3Nti/qQlKAUP/yIFkP5VZtEsTgho7mQ+C
X5sG95WW7c0S1KHYSAivyZbTRvrBYQr2opVYX+rKRieoBA1kCUBuin1T2n25C24yJZZnE9mbsCfq
5FP5dcaB41JJXWTqumDPAmDMldVjhg0XB3NU3WpYiv02QYc8O4zLbxApzC7O6TWb4Cm/2z4k601P
OlBvSyJ4d5hUHLxyhtfnDp6tf818XnyHB8NVw4Ma+2BXLx3/nFlHP9N8dO0NO1064WiSrLKjb4UY
gj0OM19pwcAWKMn8HVGQsHz3pdfw2XCd3i6Wnhz6mdZOhjAugM77BfLPgeULj3ffLed8mw6p2S89
I/zGZlzut41T8kJdjY80Rtbqi1Yt6Q8nj+ie5205882Wy6OYK4nVMHcoPFNiojZWh0Hzqc2t9U/V
gHXoP53kQ9Pn+Ufk5r7all4xPc8ZtcZkkDzzMCItYUiTScCmq++VdTK5olFtSGT6EcdZ9igdtpo7
Ngpue0x0BlNJz6b7SfwHD3udyOK+sWLmW7Qr6578WxHuC02/HVvuoKKHyUzVC3GEkr1d0fIFuFbr
XNeqYDHTkE39SBiRzI3KsHJv4twL7p2iTB/RZwVJgaBIjllejCWdmon3jdg5uUM7Sq1pbxOtvquq
dQWAcOP/rDMrhRg88t9wZYWalX5IMWkaCu8hr4r2ixwxc29EOLhXZQPFCfilGJ5ZbzgKJvhoOAIJ
QV6APo3bvK78dlsNfaF3dj1Key96Uq9bUQf2HYEpnG2FKinpdM3cjWe3F1QGhaM1fHSzNf/A979U
V43CTfnZ7/qaFhyHXek+VjzD3pbE5zoefLf5nvI3MBYE9K/fUPttJVuNo5OdsVeX71FKqu4gnQ4e
55hb4aPSUx3CNcaVzqDWruWuk1OCD7AMhzkWzM869iYEg6WI3mVjms8RGSvAzn4PywKbktce6hFe
BkGa3uKXJ2LYGEymDxhKsc/b7KGqg5W42U8XwgNtcGxVvwVpqoaziiZVb3tPJzcNnSvRofMdSoy6
4EKAMYkdHVRQYtweBo/DRlTMfFNBoKNHz7Xoe00rUxMOcCZMkdyxMdSCyT0lunDFJnV08bnvQk4d
HrGk/2LvvHojx7It/Vca884CvXkcumA4RYRMyLwQklKi956/fr4o011ZQPfcehhgLnCBLCArJYXC
kOecvfda37pA5icrXlXK5tz0TYQorcd4Bj7KigJ+6ThzqFLDcNvFioxKnY+td0cFs7fXyOirXbUJ
aS1gcjecdmJtcxtuZHLYYjPNfQNrO7WIWDNvUqIGweB669uPYUVgFynubEdqerP9IHAXdrVa3RAU
Zbd+AlQ0nyp56L/WwlyPuSFjD+6sKHsjHQ1jP4LPCoVGLvHc9UlYI4DuUfbQWRK2r1ZWgSqsljQa
pALWywOzOC3dTJqQYZFdjLJ1ERkw5EPKgsJEtsrwFkRrFqmbYRS58qnR8SBSK/xhknU485mu+Nha
dAaSY/AsnyqmV/shMZnCF+QkFWSukRa7qbtMvIc+ZM6eCbSsdOpUHbbLZMiVq8vAaVBPzxOacBVz
gtY10kMuDtEJQTQjwIXUxhiHT0WslUhu4EntJmAUJsYwNlb0Dj+YHU87QgAoOhiO452W5oVOxUKO
14UzwY2Pn6nGS1POyquk97gENDKpFjueTGjg5mqpzwP09XsBrw5rQ5dwuRojKVGTRBcF54SmNDQd
qpusnONw4xB0qCLbLBXxXTTUVsIjNZWYGMtCP5cLbFF7HRq1OyxRXjPyJhDszCAav2Ermfh+KqaC
14HgxgsWUVPw2bko/BclkZ7YnqpsBxEXV5/WjivZ74lyI1BnzNXLoqMn3rHr1n4VtQsZzcRC8Y1M
Gl7wnQ0EaumqcGcVFilfcIC4aoqmJqnaKHTzm5RG8j3jBpktavihJzxM6IZPHgNdNJMA+TWiP3Ku
BxEIfQ5gjvsrXqVdMWcQPM2aCZEbmlryANI4DrnkOyaVKgeF1pXXstuHiEkYf3ZWTew84HIsQJKY
fawkAt418w0+oFaNitJY5VN067TsL+Ckq2VXZBLA+7wzG2LD9EZl3rzobLqhDKLBTGXctHEUZi+4
/6CwC5LWHPJhYRMjrJFchgK+HwcK5nLPGuYc8jxpYz1VkKHWjWLIq2aXPYncfjcRd0DLp4tVj5DN
abFn9Br4GOIUFjH5lOR/UzUb+O25aTqXA5P2qCdrpRC4yvvvIOq0zqmlJBAikd+rh5mSevY0Q5cH
T2sBotsT3nqKq3WUPwZhLiH6Uxm9d1kUvQFnkJpdpiEZvQmeeyLdzE64zyUca26MroKhR78kAzHj
9FRsGZDqJY6xVe3WphAM3M2DPh5a0AvcSsBK4DC3YnqQFlWlz5eMGiNus10EeqUjOKRlUe51JKZv
k1EY5F9WXbrR8Pmlfl2YeYfurOJqzQ1Up24rll3pF4kZc5SdUJ9rR1qipuor+pzph5W4yuVERjrX
ozHRl/megB2UX6skmMPDaiUyyp2EuY1xQMUxxlfOxGm+CUUw/Qd5WRULv71QVfddW3eTj99xkjgA
m2GHD0CSQmjeLTl3Rder4gPnCUM+aEq4qPcA+BXZwTixyv8XXO1fFHsyij2kjYj1KHNgp+m3r/9p
uBqm5F3WaUuxy5ePapslLmiR4rcJ6L9FYN7gqH8aplGtMMYDCykyA2K11m9zvj//Gos86I7zYObW
6ryUHC3y+UEyepZOTpUpWiBJrg96XaUQKxROg2I7EWRgJO3j/xS7f4yA/uMo9pB8fcb9V9kRCf7z
OFbl534rea1f0MbCP2TgyfyUTjqjmN+msUClGeUzCKLghSwvK38qeY1fZIMJDRs+XTxK339NglTj
F+S0RGmB8b8pa1Xjb5W8PK8/X0Mi4yZ6fwyVmBPrqqrdBrZ/ulS5WZgS07phBMpMcdCRsq49LPYs
RR8Y9oMfESt1B39psHu1mT3EbAyNyiVzRXHQHw2cu25TqsNxrTqVRu6IFTz6YAN7wWjaOjICNKfQ
tRM6/sm9bTMcKg8jUTbksbfPDHboOuYm59XaqFmN6wXvNiIjr76lfNlNEjYUGUXFuCKvXbXChzIX
eYgBZVifhKIqEzuTjW2dIqfXDU3nwG2WPlJV9cT8k/ybseg4dsRnQaBnb4oULpk0kY+ppMmmL8vY
t6Qy3oQ4NO/VZlDdv39nPFYFf/7KXOcu//xnVNx/jeG++apuuuzurw91k0z887H+/8iZkzQu2H8v
YThW+Y9q/FlWfvuJ3+4YRbwpXQwi0VRRI0SdS/J3VblOt4d/tEiKoB7+VTr+h3DGhP0M4pi4M81Q
ud9YC39XL6jaLyRzyaSL6LLy2yj2b/SIEO787D9guWXsSLPpBoymUyVbf1ndG6NRhyQGrpNa7UGA
Ej56ake0bpo1FGbYURuoS3V0FmQ2WjE1JC/JhtExJr0/ZSpH4ACZm9j5LUfZCgxO3MuBrhvKM4gD
y+MBfyjUxXbfp40vkjUAjSCi79DN2lWUZmg5bb3Hyxe+pKJibRYrTO9Xpggu05OjpgvWhtyDbid2
tFXaQviGZzMfJX150Lv6B0RzTBmJOEMrLjHNTrbUDRTvYdOs6i5OImyhqjw8rVUR3ala2LkGcmDx
DPWDeZiENCPjdgo5vJkNqLPPakzE+HHoLe6kCctGkDTYE6s2Lx7HSnrDuwLURFBSpHRxNCnFr+wP
w5fItQ3o/APPKBdhQMRGroKTrIvltHq1HJkGX3GJC+1GlpfwviYCa/XGWSPKNxY4AMOfSraSMGCO
01O98+DioOnr+ie5iOVnMxo4PekdAdsYcfhiRPRlpJQWmRcdAdn0HKjMbxOaaXzP6ecldluJozc0
pXHKxwLvjTGHOknhc3jq4qL+MOmB2YVayBzqdGD3mhCe0JvG466NLO1J4wAso43nJOVxjp0fLY6R
l07NcRX38GNvjZnU1fFDWsAPmm4X9iTFlG0mp2TUWRRMwzAN7xpwv0PcCdoOEAd1OsQpQtwsNfUa
sx4RELbErw6VBR6kLd+yUKO8iDKgQ1qLJ7zQBW1PVLS2j1PSh/qs1oftZIXj3pgKIPT0XJ9wXwf9
oOtOH3Ws6N2SEXQE+vx+sc5VVEULWuTRcrNeS99k1CrObZaXd5l8zMb51vesm4QJn5XgbmuxBt8G
8wtsY0cTODurVCh2ZEbMIGnz0tfPyca4sUkII7X8vp07EN0Vmphi2EOTeo50tLmE7CGWFDkja+Xk
C8gofa1V3ahZjnq2KHZCbrRXGXCu60nbWEIYso3g3+9NqAo0dlo99dUFyYHZEUnbCPolDOWLPkfG
gcvLxUXNQSgzUoYZdPQqSH02bVmAZeX6SpqbzJCXqyFel2VTI5pwG3X08e/RO5Fw944hA+6ViTWh
vGKyraP0MPXhzsouE6a0LeMPIp3AcNtKR4x9Gfb9zmzUyNOVQdj1iAbsJLMeNHzQG/U2Du+HXHbJ
n+8Dbc6vjEYctSfbmFCa3KtqQlGo5cltLgQsldjGI3fWaSiBBCGtiRfBh7zsBbM6dUtyWmhUhFV4
i2jsJ19URabnFNAV2nghfyLrN3maqjzZTioV9ig9GQunbWz1oOvM6obpkZH5GXTMYiX5XtNbAWlO
H2ttkHU0tk9IiZAXN8ZlMeKXyKJLWsHGRFwE/MDF/UA5PM+XuF7jc9ksyzYqMpeYMdFPdJ3g5vGm
O1cAE9tCyy5dC33QCKZ4xbXGHViW2hMyh2KkqUa/B6e003G7faNpoomIGwN/wzDOckDcOQgYYu9K
Z9LIjq475BZTmNytK7e6w81LAB4UCTVGoDLmT8taA4SSh64ml2/M+lNpkqchZYccl91BXyaU8l2h
4U5EVUULykFEfVlHYb1gvjCdZIq+BryYuzzWpkCQEn2Ti7qANkDW66COjOVOShBJK2hY9k3VBDnc
QmApNTgNuRqqYzKtCiFbXPBXDTN47qawqR56A0EJKrCZiM4Sh4WP/rixlUaFIqxl6YULBXDZ2suv
qriY24qL25unRr0U3S3Ht+hrxMF5W19rIae1k8QstbdOEyNhsnh7YjoIo5EFk+bUbDD+8yY4BZtp
zXPCPuE5AbiQtrmaDMSPk8eIt5GZeZVXiCj6Tn/HwRP6a52DmYlLLTAq0CehyaR2ZUZZsmRhAEKP
Lw2ik3PmQk5tFRtxrJFUj3PIxodJZcyMm2neqg9CMXdO3GdAREdBPSDmoC0ossjV4xQdqkxu3ahV
Gd1XqqDcJ9isKhughaq5/Wgkb4ScGadmHixf1IrsCF0jdPDe2IS2akdi2l+mZTvSu7Q1vQ0UqfRi
OJPHWtfP1dBUXivyvWE+rnv0MfkJao/KFRi2gBwqYFE5M02oyWrhmoMuk2iX6j35XuumV9GP0B1+
LsNI2MViV50Zx2i+lC7hGTKZaSdK6RG34NIfU8EbVIek0bhWi/JUjFgGWoyQwH4aPxuh3I6TK+Y5
250guJpGKvYSj4qHQGM+hLhz/HJAvC+mXUOjst8RoR3dh7jBDUN7QPr/QZML6OE4CkFnWO1Gm7E8
SOstObBdGKR49NHPlsKlt8T1nW4aZ0W06h2E1n47zIL6kObNd5dJ36MkVYcaG/7nsg6li+e6AGJy
Z5hzvGkq1CIaV959I/Ci6desD+WokAk49yB4wZj5dJLlwNLT4oDQQDyXepHuTG0etjl8C08u4OWn
RKqfybPiuXeF9CGZ1BJVGY6+WDHgtVL1mBjWo1Uu1assNXGgdyrX4yBfW2Fd6dnU7F9Jush0uTRu
iTgMBggmrC11c2mGNnrISYi6Lqj96Ylkjgy0APTGFN4l9Q2GZ8k5Aw/QqsAy78e5vj3kEAeM95IN
DAjwnZDfQStqpVvFaerWs9Dumn4SHVpo3bHU4oNSwKMFpUqueBy/A/OiWTxr3SXLpnqvo4/g5i/X
rVhzWoIJMZFgSi/MZDXctXQ1Az4lCpJyYajEimUeQrXGKCLOuwr/+4HSXWAT062tnhXjtlrW/LOb
aAlX2cLsQJqe6sq4plHp560y7Rgw3qwvVnk2xnD2kt6ovD4ujacJ/tOp5FR8ivPySTLRshrQwIB3
QcFjX7+nQ554YjRWQSVa1b5lXXmAhTHv1xqcSFJFcwVRES8XUDsjeW0UVZDcnttD2yRLAiIOSdtD
3wuCpy2ZVjoFuvY9BM2icvs2m/bcSZRgul7l70CjkDpVrfW+tlb1IsGcP2J0Nqdtn8eEtyn5+j6h
oEJBtHTDW9FF2r0+gzLGnVRdC0R7ZxpsQC5ircNkZzwtvaAFCtv5nvFvY7dzLF7wUVEM1l3M+XKJ
o9dJj8fvbI7wXabg3yGssZ9i5M/u1gEMw4qr6ruWyhGMRsncs6HACwVr8WK+/KMwhmaH5jn+xk34
lRZD6JSTPgQtAins5Fl/EKNJv+8VrUdConGq6ajqXcSN6IkaBc4stGw5WNQRD8aqmcKxR2giuNCe
jMcU4hl93IlVEGJGhY6s1Nyxsyy/7Age8HqtbVhQhTTdhpo57+ce2rPRxXdzQlSuimSF94mtW6n6
1QfIodytbSN/Znqt8YwoL8t+7b65SdCCqShb/KQxcFf2DOJ2oNWeZ3xWaZtmX73G4lzlin7tG9xy
XH/1eTL7j9QYo+0ccV5IDZinAnlmbiMwPeW0ODzVVpX7qpm8GjotdFmyBt8cRzeKzSdCEcGJiVs6
UDtNHxl6VAbjKrmrN/V0M1Blh2KQG95BsXuE/vMA1MzRq/jIhkfxIasXkN5uHeYHCFmXCMXfpP2Y
184xOYXkK6RG+nNrGOubuezOpSkOQWOs75Up3CVMKe24lDu/htrjq5wr8Yai3oRW6AlqxxlbNryO
uUhZtBuOIcm27MZjmyr1xjSGyDPZTBzyL37UXYfas9mGCFmegKtEngAV8yr03H9GLtB8v7GwF8hw
JIFKp3CMQuSYIoZUY0mfKybZzJOtzl/W0goSfUxd/IoJ4/H5QzEEyD4TZCVOPmBntJynskqfsyVA
/ZAsd2Hh8ZJB7zemajjKPHkN42Bf5NBRiohqEepkOzih31Ja75o4srYhtYQjLErxgE02ZIxBgORs
kQFYZGO+6+FJMfYIrd2AidHP0kRgXWOsvK4lLWQ5DD3YeEmgScJOmLnKFXouwajBjI7AvUOE0vAL
iu0HdBAVBstsg2chHkgrkaWtU3ZoBmV0oOeilC/MqOP4YOoObJx3UZLSYwGS/cSC/Fz2TftQphrE
lV7mwLVk+c5YyExfq9nlm9jX875xR07Jh5r33Ia0U+wiYOLM3yIMyfN56Ezrpkp/zGPGEXhMgtYy
3Ip5MOLlbRHiVWb0OvtNZl17VhVLEfSDhKaSQoy0Q23hDW8JNPFq0OvbVpnxga4Cy2jFAFeLhRt3
qPwQGh28FSwkvJ2leZBkNTyZ5vJqEmUdiCzSRji5casAd3hGDXTUIJMGdPgR2BWEsE2zwkxYhaSo
K7GnAfDxW8hdAaTDhomX1Qb5Uj+pDDyYhcCRs7reN28z5Zyp15sVHROzl27618nkN43jvsyWye11
KOK3KT8ZwOE9W/3ooz09SBMP3NUj+00YWBEfiTRWyE8FrxkqPtLySWtSdrroZklrmqACneeJ0+DP
LdEPOt8nSwXq7Wzx20y55gBpkV1M2RYv+LAXhn6i8CT1W89k9kYOGgYkskzqdrOR+nIGY8hY09KP
4pXTt5U/Mrz2BJHTfliEQTt2Nzpln7owO3pPQq2QTCArhMkk4An0hNssMqNVYYg3azrgt1B58qz8
xNfHjBeB9qaLrtmkQmoBA50GQwZGcVkqz0tet0G2DvBOir4KlrQLAyIEetZvdLXyUnHsNDgyr14X
lcs2ZWqAli/p6QKmP+BgnjuV9r6eniNNTIOpKWLwOf1LW0uCQ5zeW8Nrc3MpQwrL6nCwitMwfjGX
vHUmwFIvN65OKrqNFLIH1y+ZzvhVL96ytK6CVa6CKZ9o5ow1Mzn9R9UXb4JBOISVUhDLxfCE+kd2
KkqJrFMhNh2nwbpLTP1Zmc2PMLISb8Fi7uaavu/pqtpjOh+ZHM+OFaPN0JGBCxxPbibgdasQ/ACX
BuoY+7rlxrE471Np7n1ov4otymbtEKdDJTEw5ydZYOSGrhaHzQOP8ICBmfK22MeiiF5T6y+9ng9O
2o93pFW+GkgLHCCeD8DFVY8tbKS4VOkuQTYqxQbBRZUA4RzNC59O5/MuREzOb2m3WeTl5rpddc3L
QDsEhtT3tBHQu3ZNrHKoiKUAgHABKXLBNS7q4wt3xN2NPFDNQ9AzabcnvKEcLGuFebpp0LXpGw/U
KUH0RbfP+6tpZZk7jt10lmlfseJhoFGlap+Hmg6c3gJGBcN4u1SFcAPVVHupmC1XiAUONV1LvVID
TWHMIWiXhRW6BIwpNY1Jxhq031locN53p6KeTlE+UPyxe5oEBjB9ngCVGwx4wyZyDWQwt47dfmRS
VViQhNG2c0yx0Fco8hEKLG5RLR4gj0yCvRJD4wBcMr0YcETQNInltsu83ON5PuUtW/FiBXFn1h+1
DKVSbpbyONDywcOUfvdVDgy/EVNwAlnsWgQW2RVNaqemzrK5bL7LjEmqlpefYzxRYqS8V0mvCjtJ
EPVdgT+X3orwKdHhd1a1WqEooh4ugQTbSSUXYDwX2Um0FZANbAMvVTAbDUk/n8JVtGB/4Uqi2MiO
HN9vlajywO+8mObgL1nYH+E+CbQ8otELEaEwbk/BLUnyo1GHxwkgTlhpn7TmN1qKwolKPGj65F6b
OlqOYn7fQjnYyzle7yK6mFUJh7ModjAZmSZEV2yTP8Siz3wprxQX5G7roBObbOQD8ElVpsj47/UN
giG36p71ZFH9WE6B9AMqQ2h1bszlIzfrLy1GAYyxVwQjKZd2WiPKYN73DY4Jm4CCyn29q4r5EElG
0InlrlGnd7NgJwAoOW4W0mc9SPwiYNyhcDPAtn5RsibIFL22tUqviiSUG1UWzl1sYrSSISfB6Ucb
VNl1fTZV5mwpqxQIxYZ20rB8jw2tjUglGwDa/PuSh3vA68idW/izJsZtd2g4FslzuG6KamGMgrs4
SFBL+sMYvecKdOl4juGjNbu2VTYwFbE+qKN8P4dMdQc2cZs07AtqfnZFU3gdzfwNC9KZtjMZD0ZO
gmc0+KRNuAuEE7zHYFdTRAr9eKXpgPsF5b09lwmsch1mhwEABHXPwi60ZuEmW8pTD59rNp6XqvpG
UM8SYxADHcbF2dIhSUWykZ9hvgi+IuXNJoZVbK8yONEEere4dJuqxr6id5Hl68TNg5ZAN93i1oPR
KSb9ccgxEkhZ8zXL/TVqOx9pzPtSoJuSQ2RwoSrTBEyMoKXX4iq0uRw26cZFRb8642KecOW8MRb6
wBvE6xiM+8xiwD4atcEFutboKsfeFizOjUDXMidsAIOUcu8vuK2ZLWnbPhJmZ5Xae+xCiPHFJvIq
hcsbb8EDUn2yDEq5As+rD7aADZ8OZjM4s0TbNyS2BnuJQNRT3jwJk/iWqWlhoxhQHnOlvlKTgZjB
I4L0BT1CJTxUq4oisfw0SlDsEikLuoJZQFoSFAS0W5zakFtQvsYPzJiTbfY14DWC4VokmfrS5+4c
6QmTNc6wiVReBH6Qpq0cunVWMPsudxh3aICCcXdGfh3w0hR9gDojgloWySOnUOMgnsHNXAk/WRcT
RD64QL9phB9qCAcOrRwGfxM+mqGUvKwqhSNS0iyJZXgGssoOr1B2U/nIdfOtClhq+hjFekfmsYO4
E3KlKAQk92HYKlnuLNlVox6oHu7Pm+HiRuHD7dOlZJEsi9XQvxW+jXTcCk32hXaEbUI6h3O2bY3h
PTJhvIKKuiaIdpBFxacFLlwrxMEw9/u845ZbpWZ2xH4Cisc2f8qqKgzABvJvZSr6MNkKdCjx4pOi
YXmEaBSA5ipoc0s5Ocac3dOSsDFHuK1ab/E06dd4aPeUWB/UztMmEQ/jPG5iqz0nkfo0Z4u6H8fo
1h0OdzMH5y7/WqTkE63/DlnXyxDxcTXviWw9gz15G9VQvxZgCF3DWI2dJLLHVGq47ZsYFjSLD5KV
Idtk6GbtBpGa2xllIJnrZu71qyarH30vXTMEg8GNZsq7ZYIoZ5uvvkzOTzWOrEjJM1dul7e+7XTA
2PILhWLBnELWXKFBL08PC+h6ROwO17476cqu0+vPmi3PteRs3sF2TTYZuoWtijrYpoTQAl2aTpi9
a1ytnPKaor0sg0D7PX80J+Vi1sKLhujaroml8mSCLzxUZvT6tfVHLPbNMRwFPofhzayq0UEghCLT
DCtYhmHmxZDt+QAX3Z9XE8KcoLZ7uuf7ObcgnlkHnBSSkxgrHnOB4MwK5m5lsAdCNctY5oTmCyDz
vNhhG/st82PVkFMkm9llHnpGLyoha0P0WIXqGT30eU6jMwe82Rs70dHMaQ3KQiPshcA2MkNI7BZr
lU1GJx1w6mHtcpSwBdJFOPxwBsMFckELvPLLYRZNceqil3Y1CKdcXNhpgauhoekMQB2oiyEAdtY9
yHqMGeVUnSqxYdLJMPR/rO3/6z9Ohf932SfR8P4PIn7/Yb+3H8OPnybE/5wPC7qEGZZUZlK6mE1p
6Gz+mBDfvgSMjhkwfig2zj+7ayUD7wHZXqYO/AC31C1m9PcRsaT/8iuMgdhLGSEXD/l3NBXyz7oc
xBm6rjIf1lUC8zDg3ybbP2kq5Lo0OcOj+kbMSjt3QFsKwYM7o1rFD6W25MHWxixkYioNx3IFz0pN
vyBNy8bY2Mqz1Vy0uaX4T1b12YTFwsm2n4EFJ724fmRyiPxpFZDo32rauz9N4s+/mR1+4o39PN7m
2Zs3ezFGY5GMYgur/s/P/jYcE5cKvF48aMs7BbD8kOkavRLO5ExxLau9SiMy7ioPMSRivHRhzPuL
SPKZrVmium3nAseUwPy+Av4OTd4ehEx5griK2lY07gzJXM4sxdOL0krUUM2qCOdxTlafacPqodZm
NJkWQvmCwLQUObGXzMTE0lwueko4XCiX2dZaWujmE/JhOjGMMXHLi+PfzDD99a1AHsOYn/dD1dS/
QDKkQWUYrNPRUDnSOwQLMaidRQHEmKg7//lt/9mQ/du7Ti/QQA4k6jLzvp/f9YQMF6kviG3BZspY
pazFHfs1R05rNOmsh8YmGsrL/7N1ZvxqKei+AE/U3T98mmbvPebX/xZKFG7z/6REKd8/K5QnrD2/
S740fuA3IYrxCzsRBn6y53VgAPAt/1hn+IpIFBWMQ0Ibb3qTf3E0VOUXUiRBkvFRythUTT7JP5Qo
fElWwXIg2/0dsfE3lChAO7gm/uxWEk0UhkAUiSflvpJ/XYf+pN0yYlqJsEpHCuILg6TIHfYXzV2c
1Y+d1B2DIzXGIHJQe0DbvJu80i02ycY4rYu/ctpDorq/RngEi8rZKJveG1t7eZlbezcAkXJTf3oB
V78bvX43RYGm78TBpT7u7q6dhwI7KAKckv7aHiAM2TV4Cz2Qi6sIqAwacm9TXVMa2cVx1O7rxB55
Yosz+6NL1OTsh5MdvWnu4FwGnsUFFqtnufkm3upevEnczK728UWZCKc6DPsktgf7SkLQQbyTL/lW
5OXQSfLlHfrGjbypXe11L7g5DyK44rMatLvckz8SP/SG4AoT4AGdtH37DbSwjFPGKf0Q+kriJYYt
3o+v8nFwBvtCuI4nnW5uC/u6u1yvln3c3/5ncdpDvu28N9UBQmy3h/ZAk3+HrJ3nXtiF/eI/Pkb2
x+zWh94dvOK+4h+zawP2nfAGRnd7EV8rSHbycpybcvka+8TxGDy2Yb8l9iPvlZ1ue7fn32bX+LRs
zNMOR6+P9lVxs/veBV53KOzobrFSJ3mS5PI+oQlGNhnaYtzORsnJ5dJ8rhtxWwf9/jbyZ8Sk+ASL
4HWJDtolOUdOvekCTDanHh1z1Hlx4cknhsJsUPzRzdNknNuX1c9d000O0Zbr4Dp7IA9c/S3fgYMg
ihGyNaIgSo/pDG01Pycs9Z2TXeoPdWKiaw9f9UnCRvKl+c1l2ECTcPtP6rk2s/dlwsemaNu3uWTa
CI3KXfisKYvWr/GoweDbQKMm8sa2niHE26MtPim8Gt644+iEste+McbIsQtsZ7uKt+cy3r628zb+
HijFiT9T7dSPPCLutuAJD+3r8jYxEGe0iEyEmr4JYhWKd8Qx2SW1rxFd49CJ3jg+rwTj5HfWJbVJ
GtmYz/UxPshH5aE9TJvhSTfOwof1webtimbiYM+mrOIv4o4weFc4gRV1UuE4TZ7otBkTblvUfBwx
ounw91amOrX1ejMdjC3FIA51KQbSjVmVfu1R6bYDTEDdHr6RSVATShZDEr9+HN5jNtRDf6Lj31bw
EXYg66o4UNxwF5/TbXpAJDZ8hxce0v0AAWafz4cdz79xxAfCFVgCqtkmDC9+oWytHxG+ECSY0LT7
1t/0I23CDdMG08dxIHikj/oCFxgd2YQB4CccAK4BaePSE4a36YSVDw4PXvRo64B3yUN44aprQEI/
SySaO9qri2QlfBA/U9/u7dIeN0OgHkfFAVtqOtonLwxXux/7g39eAsBsTpTtMfjy7oCoYNp0p5zC
J3Js3NsdLCpPy3OcAR+0CTU6FGy+2DpeNNYNwxlfkBycMV7+wNjXfAkfeKcoO2hodYrfzIG2KaPn
hrp1eaQLJAXLkdhIxyd3xxs5LGxX91T72v4DLfuR2ybZpz+yO30nYAZ8R+NmZ183+xCNdcd8JfRA
sNtAfj1HR+sdwCE4jfQs3yvnxHpSoBbKr+uy7R3pohzlV/NQt9jEKhuI5Ke4ldajefJWx9iYL6Et
HIsDch+7/pDPW+V+AxvxLv5W7szz6KAMeFB2d80WbaAvNfDv741si45BvaotL6i9qzubrrbLsuy9
v8cBHWJrK9oPcVCdd6mnOM8eUab23eJ6GhmQ3ifSBjdyuh/ygb/Zoqu+lO+vCos5Uz8ak37vDe7k
x+8M8WyKR5s8C2/28kBzVm863Mm+5NxRgV87vEandcdLsJPRKbbVYXB7zzxVW5FvQbJr1/bo6MgE
bYvvQXyo2/mdtptcnhB/ng+QsKGJIQy0LWWrlk521F+zrYrJ/1vTbP6af78am1+fxV1/pW9EP3hT
2/nVALCLtslGJNQdmgNkVpmLnFp4/E7lXeeWyPlae3WgKNr0aW6vqdjy14O1GXOWGbaqfidoNs1Y
siDsXtoMiz+4/AzTo02u+YSFrqYzc3mKR/UzoqlUa77iRWdt8wr+hNdgqS5sWxhTG65K19hIXuW+
K+9PqZ3uHpzgW9iWgyvv9b3pPxHhSvfKQY+lvWsOfQ32TeMo3ZGcuZyZRLqD37gk42xu//WecDEg
abyxx/L0DeJJ7eixfM9ufqtNd+BJmS+MSO/wuWKes/FDxkereVtCR/hBt8+A+RKRv3EKvYvlMq8G
IbhBEzZGgUqkAfthzlPGsqRQNeO0EQJlDCxXIktOrXa6Jdh//yj5XxA6/3eSMBuc9v/9wfHuq4+/
2pxatfvp9Hj7qT9OjzJ1AxAokVM9hafIV37TMSu/IJ2AcS3KEKB+xV3/CwGl/AIGUqRsVFTNQJBA
7fj76VETOVgqFiWZYoJvY7j/t4rUWxH6p8OjKOI7YNJCYUOBYyIP+rngoPnUzQuYCrurG+Fxwav5
f7g7rx25kS2L/tBwwGAE3Wsm05T3KkkvhCwZ9N59/Szq3sFUpWqqpl8HaDS60WjRZDDMOXuvvUqO
zZVKRGE/cNOOEh9hV92udeP4ALE+yXeGS7KLPVqS0ujU72LwzueeE/pflmQqnmtir9FNdkBX9nB8
U8SglR8+KgnQhSMTxdjZnfcv3vobx9X1Nk8ew+ZlcGoHLCL/2gObavZqCb2F+i4RgZUcOkrREaZP
iZ12LR3X9yXiwCMxPekZIDnzg3ObfH3Yd9f3yDnRpA6x7sNR87x+jyszKG8AdFKcypLLJjHTq27U
bCK7uks2hOCiLm2jITyvUs84uj3I2DgyHjJifM8KwuCGpUEYACSau2xvliGtbyx/ag9jU/vEYLaw
cPABAQpoC7TZRWWg7JQQiZXjf0n6dlH4i0RCj95Nl739R5z651XnWDHef9Xi9Rn1z6OuHHJLupQo
FQfi149aRC4qPkCpm16n1X2KDvi6nUzCL5al8nEvlst0PXp+4mxSUngoj1UThtpUhWRj0hR/9pED
fHMxYjdYt6XfskeOVrd+ZPe2QW82YcR9cMvmqb8FF4HnUNfxbQ5LcNf4CF/WYkaCWDPRAZPp+jq7
FmL6hTB6QUAi1Y666HCRoyU77/zpwZrUcnTz0aTB3tnf53zIb4iGJI2X9Ic8IJunPoR0WaprJL39
hcJH8rTE2vsREcjY7Qh7B+EwN3n9RCuJlIzEH89B/PR7YkzMW8o/+4TG64Gfsd4beecERdXKw6TT
+ns6dc2V8CWGGAv/Wyl9474WOZIKjRgnDCuUlUZLnhSKyZ07TOkWDEV7UaEKvPHmwtuVGOYeXHvw
f1JBeWpSb/mEGLJAvFIUnww3Y/GBtERMWFZfaDyUO+JfZvpaRQbWloN+S8dqOs+XxLmu5qq9Kpei
uGkIR6PnMchnRNThJWZoetZ+ek/WSnsddnqEoe/m1T6FGvwgSXKhSGqEZ/Vk58SR8odt3GEer1zX
uKS60p2RDaaviba6GTIfyYLNUQgCm9+bX+gwUFBK4AAHyWTgki2A3e5U5pt35AuPBCcTGn2YJlBe
OYksVxEMo4DgKDLFfHbEo4PTZlM3bLa9tHr2ZsPfD87Q3dYu+ObU7M/rtBZ76lLl7oPxdTr9CGxb
LlhWCo2rk8s5AYZUTkRwlj2z0/KGkY3FVPmrdXWoDxbNNs4llnkEncpSnBAYM5ppczU77nNnWAbG
yHSgOwbTwUFppuhaOzJiU+OX+jisX7/lYl6aKTT8K9DifzcOnhQOIG9ajnSULbCVYGNZ6xovPwp4
kNJ1S1J48sowg6SSa47ZQuvTpGNNe/LJhTb/SxBVdEADK1EVzm3gZzr88v7rO51Q1vvAcubhOPdX
H9rJ3DlJg+A9Yt229F7qR1/z+yYu8fRxP4u9hSvtUVWi++g3+/uqLBbYpKnoEENhWevbeVE2oWEe
WUZPAz+fLXRF8TDWn5XbRD/6FKT2xsmjYqSxvRCKnZY+zTZkyBX9xj78MtToM7rYV1/qvm0vDd/D
OCeFd+HUU5CS/rd8MIEB6uZuXi5wAkfTurw5aOx8KkcnE1gzul6hDXh/2h+Krd27N9z893iupNxg
fQsPPlAS0dRYJeD8lYducC4oz0YlvDIv3qIfB4RSWN8wF5TYeLLmOrUg3jmNpQ+kJ4tgVGHzvZDG
EXmcPh+Gjna8XTzLuWavKGq6NEUbPjiOxea6zs0DoqOnxohGweY5nA/KJLUrjCrvoQljPyjHCMO6
QBKHBNztrz2Tf6GK6Vh4bwx18KPscqLFuDFUTq2DsvhmqYf+GaEkWgOFBdoWOAAashyJwgqJtFzM
Jf6qfXc+Lx3491C1yTjzo3CfRimBcrDt2cmPtfPQIhQ6GnVMKxvFKXtxkN+4IFiZUal8sfFbxyQG
84cviXA+T6WxIB3GHLtRczpeFoahjK3rtOfNaDW3tg03oTOK4aeKwEcynaXXZmVFmNTVsJwTjARS
NqksN0BXR8lmquVVbFsQyhNixCxZfXbCugRzHtnXdtvrWyOR1nkUFuEuYfN3hoUZlWHJQWUqV8NC
msc07JrlvAHwd8ilT/wlqVvM2WZEazgcSw7LlWuTdeNK9b2tHbHrIofGHzwQQGaJHMp9Lyt9KMg6
3jQQErezMloEZd6883Sqw6AomuqbiMDqdLLbeuaSnOVAX65nPTqBp8PpMum8M4/8oH0e2p9J15UX
so4/wfYkFp0O76YdEPrO7BTrfHWtENZ8nRl2eYkIuTsAwfc5LrvZoXBqD+EaIRNrH7sqkcP3/M52
6V2REvW0II24ajE53Hh/4HRpkV25Q0HHXlT2oXXNW7M1vsatnu5n5CFrp45yYTUMVhDXiE9gpzcM
eesARbEK2iT8HKWyvBtHKliZsyaTsBd6ov0vPq0u0rMySoDwR+mZlIt3EDO6u9hL50c62cYWiEJ1
381TekEvZYYd4TwXBl0+x1DjbeNUM6xPQ58bhYe6MWc7m5UesWrDuK16bBoBPHcMOrSfBfxNr2CE
+ThOdTGujr3uK7/h+JDZ3dewyvS5303W7QD+4tLO2/KcZQ5wRApKMEGSu3ecPAzyyEgC2dNuNmb4
pmU/ESIySewTSZFZuPVRouYEum0Bx6CxreNfJRYi5C+5q/dTak/cjHgMC/QCGobVVY/rGz2gVRp3
HR/M3SiW9HtRRlfCA+vfqKb8wV4MXS0gVEaQ55C+itHtXmE32y5e038qausBuJQ6Bwxokpctc4Gv
l4G86BLhGu3pLiBncz5m/ADXBWHO3wST/rOB/v5YMvc8edlS3VStVX5mqxrvFpnMly3pseyMUeIm
ByeZOJ8jsyt2OGdIi7UROEdoFwVlo9SPw88G8n7Uron+1bgNNsIuzosrvYYq6lKNZ1lkWQfGWP3d
mOofbl1wfG4sdLTuPG+z2HcOAhPghQvn5UJnerlpLXLdXRvEvucuz1I7v0u++D1eQqAOrr+PTCvf
ioRST0Z4ce6jNQsz4Rx631XfBu0cSx+cvllNyP8zP3U/uX6MnmzwC3KvBvAPn1wL7mUw+XYW2OSx
13sNW+xmrMvox0zTHKHTKlprxxRpQ0EObx+RFtjYhFr4VYf8kxA42tOlvo5jsN28qNG4HuuheIiT
wmBaqFp9yNg7sL82o2OIyB1PCpKUQXSQb715Iq4j8i7qqiyuDG2n1dbLvGTXYVX5qZ0q3RK5mT97
RYQ2r3HU9x7q7kMMRVTOs9qFreF98wc1XiVO3Rz5oClk+JW/GwE8YfaxXcMJkLYVzvkwFYpintsn
26iwIWtoRe/yQL4COj7W//ILOjniJiFzNeeCeSzZ0sww+AIWwJRVRWWLoOLpaIZmfqOz1RNZEXjr
7wbwDPNOk1ozPWnH5nRnFnlHll6P6qPDI/xz7JdS3Aw08qt/XSkZE+cqkqQPb8gsFI8zBojzvJ5N
epC9iEmyd+fRumuwqJU/ex/ddMkdXw9lKHOK1xKYa+SYyyUbdRSUfGu7tu08cL42C3CSDPpQFf10
OxYzuJiarJJDMi0CO03lBQsk/TNgLuMGT0GeIx0W023hlhYTMSoGe1dVUFX3bTMpuR8HXa8OIfYo
F6XuM8Zrl/N2zVQfRl3oA+pr75J13P/ExbP63oQjknwPpyKSt8qpLVTSbEZSdsFAfEAGh2ZLmopX
9RTG8+7nUEE7dvJWXFeJbo5/bhVUkzqjQEkInTWKx8rMKS0WmbjOe4axaCJxTY4OSS6CxZjDW+MF
c8dSFbLKXIq8QHdSrk+vp5HwSZXO940/IyD1rBI2D4JBytck8y0bWQ7TbWfztozOdYb7ycgpdS4l
+YtsJ9W3BOdRtAGjQ9FQGXYo9gkHSnwpgMIOLZ1tTbc3a44tuuZL227RL0mZfQFJxX2AwUXraDbV
F79vgKE1pVfdW5VP/jQRvZ239YeEAVvG6qwHaCa3bbHwa7RVQs3MIr9q5J9JV+LnRDZF+266zRpO
RISMj6tLa2yOTWvZyDoEMaqZ8HMSfAsMNdlkzuST2ob/yY9KXt2UJsumaqz2pypd/9O8zIBsTPRP
DjuKyf6WhcJ8Fv4AC6gkWbfaV6UabhGThL8Xz0iuyOn04LtHLqxLnwEaTwHU23PouOQYwlf2bwt/
MXZ4fuxgdNW4po522d7XBma8YV6lTsWd2SzqW4ZXdVWun41GgXtoaQvcM1N8HhnLeB33MZoior4p
xE5u+IiQqJl2KrF/lHEnyEzhNIVzLJuPxL+kN65Mqjtcqupq8U36ThmYmayTzTnYJ70bAaZxUsPb
Qk88Kvcw6d3voq3BL8iKIL7VPXUhuhkybaizny1QH5aPA3GUfnIpZ4+dStXnR0E05G8sYdNVHnbm
YxXHfUosmINex+kaofdFXfVflg7DUScrERNRJFhBwlTTcchrgTMRBsWhqeWRqgpkKhyYLbymcsmO
DvigmRVUatK9WaZdYLJnSaaIfXcq0fC2BUFlSPJFeDSn1SrUGtMv8mrbQGVIwRuJK0AkUG4S1Vhk
FHDyP5Zqia5UypeNjGj+hI3+mT3mgxtHd01saWJiq+ainU1xyPruXkl32Nhy3lP8ab5HpSy3+Lhs
bJdudFNNbKRmOzfujBFNyOTp5jAvxl08mj6acM6SBnKLHaxsyHjYK7dErk83EeTdi7JMsP7my3Sk
iuB9ldhjbvPOL7fmmMqbBPTFTjW52Albo40A3H3VZml47aBAuSviOnmCbf5claY6SvDV17LovxlQ
wT41dkU30YgrrOWJ1niyO330w/YT0eTOFwyF/rYFNPmz0VAPSIRtGQcdTd/FGbF5N546WEa1XzwN
dpuO5B2GNbOlaeVRIqSrfsDup/j15U+N7de35isQTyUCkmb3H/jSyjFBTLuxW++awwuSzFERwNR5
TwXbTj2bNybmc4jInNikaL63Tnfv9XSUUvFMkBiCOrO6h/z9kBrJYxwjN031Nys2n/6cVf+RKOv/
UOH+/4fycDk/v1MHLxukzK9L4PwP/yZ5kCkC6BEllnQVlRLFAf9fJXD1n0ikPFCwlgXlxvJeZOCs
QSTwNZheyYL8Nwn2v0vgRJsgn6AwDhIHnIvr/ZMS+Hpy/p+TNRVB0yZKgYr6KuWwhDg5WXuqIHO2
qpZAxaK+IwWqunVK24WwaFUrqS0R4/2LV/NGsXqtZ7y+IlBuiqcushGMEivI9mXlYZHujFNmcZho
jOKJXY6Dl65oz96/iivfuMyqTZG8QXLK1Fq0elHg8IveqIs4QgoS5v2zaJXxYMNcvCl11lNe0rb1
KLvRjba12XmchfJOPWRdhSVnqFu6bZA+2STkNYX3QLYOxg22bSUusd6Kfph/Xo7TMEcE2TR11rbV
rBubvNAhadRmTsLXnC1dEK3Z74DAS3OCSDjAr6VIwWE762Ko7dYgom1ppvSU8RNj7HWpL9Hak5EI
1yJh/9PUOteBNZKBHYAfEd+SeEke/T62kGG0EDQvxrYYH+A8D/WujrX5qfM0GIlOUK9F3F62PumG
2Js3iWPnw3nIqfBBZsmIdDSk2Ezoo+nntyVIW8JTvDR2j4sSCLv8OBXnDZlvalvjO852IKvlssX3
H53NdaVL4gLG5ppsxhhfBU509NBRF6ntf2CQtTkiNg47u1rdFqmm7JHXY3mRArtNYR/FvCltJkQF
m1LrKXj/l/97RFMBsSRfBuAcScb66x9+QLcnhTZkUIOF3/WhIbCrNHQdFYdrDdD9g5F2okBaPyGH
b8ej9bEON4DJry8YkyuYumkP0mKpCpyYSZm5l/SIBrxyskpuWs5l9a5blHHvD1BfyfaBwHsgHsGJ
t+BhEfbU2N1VgC0OHrndx9/JfHcTxOH9OB5BZInf6ex1ek8Oe7YHglchCqmwRAyt16w/Fbungmg4
TLnT2JxFAwnq2xHkIKtomGDdbjF4+vswIV0jo5ou1vMeh03p1xVyFlEan9qhrRDm577fB+Bhm/M0
r6FN2O7ch6xRkf66FCVq9Pd/qtdFyH+9OXhFgronRULzzzf88hudBd4jGhZBPsK9c2I8sZzUnSOo
lEcLd8yRFFdx9f41/1Q2T+Yf0p1MVGMcU+Fsn0wMgkMa3PVIADGW7ve8pNIQ22xOwFijhW7HPrnP
1tQJr9doq5XEJDLQQaN85BNAvyZiuKndPFUG8WG4OmJ+UHqZY3bI8IN8liEY3a2fl+aerNZ6R+Os
+GCAW3/PoK7p0cYRNu1Ry5Lr1PfitUWE1kTFEsogL0oPKyL3fZEXGdvPfhr8lI4/tIZM54Ozs7WJ
/CzEGOsBYMr5VnPV5iTwxVNeBUkocEjUbESQEpU9B0biVWhtFXXbtzhl2G05kfLGzVCFeO3ozVg3
uZ7M1TjW9sV2huvhfFCZXqf/1z/PGkFps+jRSnThTL1+OKdVZBRDyg+SbJp32VR85lRVX8iGCeX9
kXCCDlyHn+ey8iJQdBH7oh58famUu2ioYBqciEyjD+J0Iiic2EPyTO2Weim1o5kiaO8Xv+pF6wtE
1ZDaQD6T4vr+rfz9ISBgZgWmD82q+KdL/vIXpcqVzWUcxbuZ0/wOm83zUhvrrMlZaBNNiaKa7Mf7
9y+q/r4qsUwePWO0m7Qf1qSnl1ftiiitAVeiwxoQEm+7XK39ua6qrmVoNBUmwBE/os0hfFu6qYc1
JmPEbDBajuqQEHuD0SXO3HnT+CU+nBSA1Y3s2JRDiDAxJ/QkfoWX9D7AINdGTMnV6g3vnkglJrfY
tJILiT0SW1iY5lyiF8MNmV1Dvc9aFqvzppT6GX8bVumqBM2zc02YpQERIj1zqG8ApJk8qT4hpS7K
M4mzLtpiKnLKq2Tu9VHkIbW9kQgR4lSEBlKSJDn1ZLuzOanMy6H1QfZtnN6HIR1X/VJ9MJL/Woiw
Ha7tpVVcoFxxKpzu4gVMOiHtIEIG/1feu925Gl2iVQDf781UfdSHe/t6tuC35DelVfL655xYDSzL
ybOdhpm0dxsPfwfhM8Z2sDu1Axdr1x8M27++VXpX6CZIH7DoJWEneH3FebIiyExlRh1vyo9YOMUB
9CtwJpWOj+8P1j+K+1fzwnotKJIemg/6QKfbxlxkLaECOtuJcRovp07LQ6+Sudyk2ICfK39AmKsN
m/I9cdUPS+x4LU0qYm2RbPXW7w/u5q8pmLsRzBjsz13aNv76W7yYguFe0I9uqmzHByq6s4zz3PVI
cZvi5ZBeVhEe1jJJl5/A2XFo2037ZNkI9ZYOP5ucRXRZNro+FCE2sg/ubN3enL4nBDXcm0tGg/1n
t/LizmCuhSPVdNJoJh2mB2IZxJ1HIE/CKRKi2ZpKgiK3HlkStiNoSdjeIsu/kq2ukedV/uJswzkU
WM4B3yfbmkL9LaCTyjvSd8HwRbsgw402u0ZzeP/W3xhN/LyO8unLyvXE9PqdhlO9JHLEP0yYuXOs
XF3jbw7Ne9Ooy3889ZO76PBycKdIer/+ybUA/sD6xgkZlDOZzh2ZncdERfm3mT7Xtae66GvsLM5Z
lcPWH1rL+27H9fLBxvGN73U9ETKI+LnYOp58PYurpiFynDAgN07RtjBV+dgDFzosasHrQXOkmD7Y
cK2S/NPRwUNb7IyZJiCSn8wRwBLr1KDwF2Q6ps3UtbmZkDykkDUXns6fCpnjLAuzrMerD5PQRxhV
b3tsPv4aXI6MeITU5wQRlCkZjNlc7+feytClSu0+JUu/cF6oTIosYPCq/fsDRKwbm5OxvToH2G3b
juPIP//9xdgucS+sM44b2GaKyjCrJ98kGL6hkjWGTtLTBqBMhOoxM4dAdTpElGxKyI6EQTg/qN4Y
+d41R4nGEe/38MHtua+71OwnBCo3UJiIhDi6c6nXA1hV0aybasBvQL52eA5+bDaCtArxF4ajtjar
V+rWhotTBYM5GhcpPxLZxTReDFzAULjBpRuACObYR/yYDKBb7QFDYkBVKMkCQ8TGiP29qa7JhMKX
N6ZF88uYRMcCaQD2CqDo4Welly7ITfBbwGeQwov+iXj7aQr6HoqQY8ZVDI/bb4cvI7qN+EoD+tuH
2k7S69DJRqIiOuuHAmD9G7labG5qtu8g0yqLCmNfEee3h9aYLZsW2ICmlm17N0BelofQGqZfheTG
rmyqqSqA2dExXoZkhdlFesXrNrJgviFd5FaRZYVgzh3u26SOnW0B1+vYIn6iExRG+RddGc7PFJ7J
L0GXzdyZZoyFwF367FtMeRXrQVuwtLmR7DT+SHIcDl0H03yDBEcah94jdyqY1tyU98fgGx/tKhXE
m7TWc2zn5Dd2UJzJSlb4LJqpuiopfAf0EeFGxG1xFk3sT96/3t+bVE7bJvKW1UjDYmuu38SLMd9V
Q1LoOTeCIbSbB9qYKsgBEID4zuJznKYcb6PZlXsOne0PG7XBnkKO/cGq8tZTrzoRGp88OBua1zdh
Y4u3iq41gjxR83ER+XJmU0sObOJXplnH9+8/9FuXWxdVvigWMilOXrJHs4Lcci8kkiXXW6K5yiAs
xPIj74q7ZXRw3L1/Pb6Av2cWYungUuOoxJN3Oi/ajWH4zA4GskQfHiWAWDctsbbW9CPI+OA0xKmp
h4JBf3Y4ioTmFhgC1TwOSY6Ew5tC1znMhclHTRoDfdySrRj5vt4EnGbR6tGguJ8E3TKZ38s0S9Az
GxBRjvayluEX1fCtyxhG87bJU3+iIxQ7R6hfGkSO7et7SF4RiMXEL4xtnXsteMvMzDmj5UtdBLBd
FiyEsWgfhU09aVNkEz6WyGiJi/AUar8uvwOdmNy2SCAICfUSyu8dDWdxqJoyvIMLWcUHFxjdT5tZ
MsPePKbXqjfi730m52SHrTiW6OcSdsxjl0FRGwG8r4KgJbsCfcb6hbwCATr7NxL5YNGTa+j6y+Kf
D2M8fm1oGVG5zpX5lWhsODPaSjtqMnE5fjfrEI37NDfe/TwXE7aKNkGV0jlVf7+0oBK28IdQsKa6
8zdW3eqv4GdLwemzQhXXS0dfudMIO4HAQVmDZ9U0rtq+Tkj/WCOIo8laOzwZYfaonZASbNABEFhc
d44gV34Ikbw4vcwuvbJpWENo637WoY5/1jY+7C3aMeeaDwDnxTBCv4vBtP4yhynH5oPU7UjX0f4t
IBgXSPlUfouywnmqINTeNqqvH1rDHT/NvgQVqrpwjLZJnLKut/4IGHm0DNiyCNAiwlEtPN/JgER3
2yIfjsgfnYnUIge6eSajwGn3uiMzdtvRD2u3UhfeY1IQHoCSpzKulI20Ezoiuyvs+qV5qPLET88d
ZzbNY1LmCYYvG4KAigtxpjCrg45M11JkNI74kd//nt74ftcTCLI2ytOYik++33zIUrvUKd9v2nif
tJel195oiG3UoAmkRuV/8P2+8fWux2dczWs5nV3v6+lJDLKns9QivEKCu/XyBjJEBHgnL1hZ33+0
t+ZjZn42UBZVe5+/vb6WpSMjLe3ED7qQfssGK799VUyecTYmICdc6DRPi4ralNxRPV6wxWvvxrSv
ow8e+Y1tPopvXq5Jj4AD2MmyIEtlLyoBU+xZE3rFtiGlZTemUEpommpzM0APSPc8Qrk2YpGFf3D9
v2oHNDQUmzHKaNKR3Mfr1+A15N9InzhTnWXWnd/D9ewH1w2qIQz3fmTOV7ExpR+cEN56aCSmjmdj
HvX+OiEYTTva5ZQxriZLjoeYYjpAkETatEK90mTD0jhwSHsSXf1OfyAYfWNQM6Z51DWfDzb7ySCz
SkcgrgV3GCGr/KGbDvGT6HpogAnt9L5qqy8fDDXvjd06zRmTozXkdlITTi9pzjn5X4B1yMVJ9V40
i/ktSvsWdUWzNCRZ+fPkBY6dRUXgTx4aAhGj/r4bGokcyVfl+JOlGzAiarXy28IZBCatY6IM9sx1
pisMzWJBbA5pbBmGBug2BJjduiDnvhf9wMYZuXB1lUnm8wCIW/QZ1gd1i5E+KNG74+Q2e1KOnc8m
GTAoZ72JJWEE6CpZtH3sdWxbJzLRyvS59DtYiRhFfEmPtVs5LRWegg3R7dHF4FKi2DnKo9ToEw4I
tUpiOGr7KGMKGxPkw4bAx7fkI9UqTf3jR9HOYYKVzRq/joXj0UcKYUmNPH7HAwGL2hCjWH5zEYq3
+xBjvdwu5JSoDWJ01oEpStNwU2MtKIMept61aG1Mwgvsn3Lnay+EWCKXdC3wWsYj4qYK/1MxJTWE
OxLKuLXY+MZc22EqjGegX+3EH79p5hRsXEUN26CaT2oG4bj2fSNF8pv9ncYTR0JX9KATOCLBGIfV
b2/WuPmylrSdABLU+OB0OjV2KCVmQpBaoepNHqc9CbtdHGMMrXKNqbEdm+iyGk3zLg/9ChRX2LfH
kaoZh3eKZxAESXvJDsvgtr98LRBlmeVkPhf0DqjiqRnDbMk6fB7WuKo3EqUmSLYltGhe1bKqn6es
Hn8w/VB4dNOshesXTxVgNlZ3jhroERGuyLIB41Sqn0w9/Xr0ojl9gHebZzcSzm+1o5nmREHYkURF
tlTYqEsaIYs4E1HSAl8Po9Da51aJqwsRCAx2s0MaxHMqz96WluaZ7agevo55lhcIIlHHbGKAR58n
vQamZtrwWR2jkDeEUyPDUGoW6m4gkm06OqMxfddRE6ImMcT0w4wn+0dEZiEMbmX4v9nG2O65h2Cy
PGivdzUEQ9OuAaCJBtNx6ZW/5bJMaBg5j1/awPuGLeqnxggaEDrZpljU/GWw2umiYtjoKxKkECMh
t0meO69QP8QSooFPaoOpSDsT/S4i35v+aEFLBsXkzWoJXAOBN4IRe4l20zzAN7SbWQYIkdEXIpiM
Oji/ZbkgsRIGDJ8oHNugAS1rB35aFI/cSVYGlo6zbCuMZZJnwuyUvmiSqLX2FTWM+IOzyFvTkaRP
TbWPCpP64wJ6cRSJ4KRP3kzRJAMZQPsodrFuD2o6lF1Jq8kW9c6tnenOzAe4N6qkbvz+jPjGOg+x
hLSstfjGcn9StXFJVu8M1JJBoe2CCK9SXEXhwjftx1/fv9LfyxvHLhf22LqjoDu1/vcXj0o+Z0sY
qPIClE/rVnkgJU/ARf9p2Ask6goh3jBH9geL6t/PJ5iDfCloRwhXuCfPh56uM03CzQJyTZcjc/R8
AHgmn+gbPLz/fH+vpFxp3caQeYOQ4LSFNE8yMwkVdOGdmuVVSsZWAFCk4QwtUT/lvFB2ik7/mSDz
D1a1v5dRruy4TLVr74UJ//Wb9TRNTeEXbgChkJj3KnQ2M3kI13as6Gr6+Mfff9K33qnHsiKoxdMP
/pN2++KXzONSIZHNKcrk5CuygQ8f68bIP7VCNB8MzzcGDcZE+lYUgQDH+OutvLgUTPImyzw0obop
KKjlQ7ieXcaa04005+Ssjcr4kJbtR3vSNx5RsgVUjo3P0nX+lM5fXBdtYySSxmSwOiPyxRLB/BIr
79PCEP1gCnijBIdWiQ2wb9GbWzUjr58RRG5k9qqDOtmRx/ClmrUZ9AORCNuMPn9At1kt57pwnQUD
RdOyL3HMLt56SwUMmECYoYTWrlR7lsZF88Gx4433QGnTsj1ao9Jkonh9by6A/8FGjBeMKYByP7Xl
Ts02oRM+eSf/eFQpjJaeQj7DJvh0fogTu0uGRYUB9FiKP7mIWyLwLFLrGt19tNf+e94VOPFWp6zi
TEWj/PVzzdLJltkAliDpZkWH3LOKY0LOpuAUbagJ94dRntG/FUAMBxXfrI4Y959PTYrzHB0kfn//
r90vrYBcTJUZBiSM578xqMVfy27Km01OG/Du/Zf7xndEZ1tark2WEcP55HkbinrKSUsviMu5JsAO
FBRJknxYyV4o0BcaYdsnuwvrD3b4b1yX4jHz/VrF4x/U6/dcRTbhXrPlBQ0RtrvRwVEK9s2sP7U5
OIM6GruD7vTyz0+vzBlwpv70uwWb/deXnZzQcOpQkWpKSo53cGdGK/vGoty5bDA/qF++MfHzhCZH
Rn7ElRv2+mKF6RptxfexSyib77yCPNfGUK63G6I5+wkHU52BA3ZBvPqNoXfv/7BvfKAuHlRhsrzx
klcz+MsJ0oXsJVBUxLsINicxC21/Ru3evDIytMfvX+qN35K6A3sFhSlRMje+vlTqeSmiJiQ4YplL
cSlVZezCjJyqXU6ZuNjlZuqi/23DfzwxWDwezEVKtrQB/lhxX8zFNVpyzyaXfCda6f52zbp8Nj0v
OcNHaB/ff8R1OL7uhry+1MkjyhFv9WjREdUYNaxtlicgTmwUVR98Fuufc3odjM5rHYfCN1uv16+S
4mRvmcmc7pIiLi4JNWpvCvpZlwbk+62Lcmz//nOdWKzXqq8liOGjtOERNmSdSkB6jo0kkqbZzh9q
RK9lAkoNhWuTQHVwF1Vdh7oZH2o/9qe9V/bdHTb96pnWWXMIaevgejOEQboIu4EYFVhS2Jt8DMmw
n7PkDFcFzdn37/hP/fv0FXmsiJQlbNSG9snMgdUlq30AzLsZlOxVPDSaeO4myp7iEWPQTU2Jjf5r
2A+gMYTyu93IVuB37+adGxhNjql98LMiPURW7H42EVlAQSqTkYpvXbpfGyJuSVODkP8w5DL+mht+
dpsswobwlOXDU754ij1jruCbWsqGomH36Ko+WPr//ngpdiHd5MeBzIDc7fUwEG4uOdDFetdOmtAo
kd9OXvotBFj7+P7bFG8MbIodrAC+z3run25Ok34mT9UAuC0pD4Ogb8U+lYN323mJvKZyvdyCmxzv
e7aX16r0cUfZOmw5o5Je4qZrGA55LDinQpc+zfv39vf0yeYVdaHJ9hy936n7f6kwOlVax0i6m+Kg
F+9LTBbCeZ1TfIzYBexFFy5nEKfjD4bYHxXhyRAj3G8VP/hs9lA3vn79nh7mBGM1HWts8zlQB1Mc
tZktdeC2ynT3FjsCKAmpkHvS3Cz30SYo9qdl9rUPo7Sdsm3jj5SCwhll+QZpmvvZE1Lnh7x3Iv/w
/mt6Q63BJtgSbFakZyJFsU7u1hVR1JcUazA/JDtFjB2Uo3rK8DYPiW/sqhBMfArZ+MKWMIYJgSaA
QRU+2GBWrl/v380b44mboVyKwpq//oy3F3MyC72XegJ1FT9Lvm8KY/iFNW95fv8qb0yTLrtOtIXr
CUDKk2my5vSmOmI8dmlsd78YwN3eAur4X5yd147byraun4gAc7gVJUod3c7teUM4FnMospiefn/s
fS4sqk8L3nNhAgvwhCmSxaoxxp92nqd67NoF44u3L3j5nazMNd9mQuhDv8GD4/whl3Nj1q1MnYOu
5lowCmiKT87itQ9wn+MIWbnxlEAAOjpzg/cII0RJVJ6DhLbLPflxTIR+3y9pfkwNIKy3f9tFyWry
5QKHcwSuVatpnf+0NlP60Eq88m2ktym9XlGXSPxQYxz0zmqNYz21qzA7d91PfTU4eLCV+Fpe+RUX
RQC/AhYwLp4UVwFjg/NfMYteK8t6wBpiwgC5L4EtYUpDyOm1mPZszm8Fy/Hw9q1br9w7aneOMKgK
TIq3DJzeFCMi8gzbvc7umAza9tJGVK9YI6HvzpkvVm5mRaKIrQ9mHie/IVF2P/kWxh9jF2MaiBVB
+2eeFky5pUUi0S71V5/+VTH83az1Roe/trhkR/TF+McbYb+z7RfSj0QWD+/HwZbvKWVTWODZPCLc
KiEth0jX/aOfTqgji4nUFsfNav0AB8Z4Kga98MJFH8VyM9iZZ4a2mB1Myl0SkCx+Z/JEvTw4t4UX
W+6VKuaVd4TND7wfvsK1MN2+I1sb2saSEhvCrNlXcynf9VhARDgX3BVan5DBIIJrC+NiR6CcYZxu
WPxrrGfNZmF0kzO3ddMdWhq3E6me2C83k4cH+dtr4RItWusm08WDl+jB9UQ7v5AaXbSdxsLd+Zbx
oDhhQw0Hj6OdSfvQ+lVLfmqH6CyRaAUchZF3Mhlf3v4Rrz1hymAgC74ANsHNzUIDs1rfs+VBGnrK
6CzFBK6RYzjNnYWazm5PMIWT8sqtX5yUfHk6lk/MCjgEgETO79yACwQxc+oOhBpZN9VCHn2pa+mN
S1AP+aBufSRk5rusOv32X2935Y7BzGDKhKPG9qCEj21WikCXA6zu4JsJSBbmiKIJMAtIT9nHnZmF
KLA1+8oJfbH/c8PrgmJH5h+sT89vWC6Izx1cow4lvjSPUxDgwGbl+s3Ql8bdWGbqx9v3eXnGrhek
GuHxusx9tiwJaWtxXy4psWYBnup7mVHyxWVGJg9kCf8PoVOYqWSy9EIUjm1HfEw/P7bjBDKfmlJX
V174peJm/T0uw0SdianluJsHUGteMnGodAdtnsmk3pM3aLUhFGMl9lamZQUBoxIbNwSNDirfBBOL
0KlKe82NaQl0xKyku9MldhC32FlZ+QH5STfuEH0SQ5sMbqHt2DmN5ojVDki2qS3J76WAM3QLiTt7
N1I3/qfZHXE+sWFqh8AtpE44EoKYfTvpVMVku9jLfaeW7JumYGHsxtQj48uPu+5zbo4ENGHwxY8q
VOq+S1QRf2LZWM+WNeVkMoyYQOhaTlpv0S2DAeBhYK0/Cb296erC7I6NaJNnxBTO4zKW87w3QORO
waKvnkMtnEyM4yuLkIy2qKdfsWTcyoyhLI4maAuul+1iTFjq5W2QfpIBwnayLDAeqdIxqU9xihXJ
DbWyiIy0m8obi/7gczUaIBroexbrhFgAFtBg9avSdFDeCZwa783YKec/cyBle7DbFIrc24twrTrP
qlLeuUs/wAbOTBCuzvmibwT42Jg2JE5q83CCneSha8+WkwP+cOVc/d/x9+ZijPcYrdKEgvHp2woL
6XDmCLPEzUj3++dBs6tvhV8ZBnDJyofTRs37QaMag0VP6fSN8gjf7qrTijmiNsKW0+mmAU5jQZhS
vQzyj2H2sbb3dW2Z71Qs+s85g1TvRq78w9tC0yfzHhOXEsK4JAcJgY83fEL0WRt7SZCxTQr0gqre
6POKsEndSkJs5JgHThPNKTkkcvocdO5IKwK13n+SDbT2w+S4eDfEkH1IG9AtFDjKQ5gzkNaqwkFH
WxXi51QQaNgVEJ/sUTk4ZchEtifa3uDdVOXtryKtMKLKTZXr5Hzo43tjnnUPeyJTkBDX21AMnUAR
wMFOoB88kRDUaQYkj9EOdO2t1y5lH6L0r9Desu6cUDhl/V+u9QOslt6tkQjh7uKGzuh6p4Dk6SHK
J8B19hxHHFamN0Z2MAntUAIhj/sZrbS7dwkusKJYlRxuiDa8mSyRsTqlJWZDIXoe41fqJW35bIuB
kOGp15kJM0bWb9zBVRB6JicjANYF3trlCGt+Uc405gFnKfEwFL3/deyZV/F3Gqn9aNu83dCGgUNO
iY0H9PtZtI0BOyn3VmuOoP8Gx94emLpb6e/OzFv/40Sqz3RMyNZyofGMcb8rlLSRTYHsUd2QYBrv
QBDS/yRZS5ifBJC3hhm3MaP3ipNMiF7AaBiPjk8s9y5/J4d+fF8Ij9xiPKghYvVZsACFTo0ddVk6
DvsgS7L0qW7U9GGyRGofe1U1OAlr7rz3RolpBHVhN4Z6bJN9aFIOI8wrXDs9Bo6Gsn4mUSbDDqDE
pypu5phykn/wQg0AFI5Bky9I6YxSYYqa2vIPyGrmR6guEc/XheN8JyUnmB7QfQLkxgl5VCL2lg9d
q+vPEr5Kh4GCII9mNIP02dFqkn2cqes+5caEjsjIFT+qi0HyQiRuM4FehfjhoppYHctiDH0x+RK/
hEdLBxAIHWuH2jkl3ts1+vp9JwpZvLeUS4aukw3+D6iruYWuZ5yfcSVwPr29FV2WOWSEwMhZj3zm
fmuywd/DxdnsJ52HWR6wbUuYCyVLuHICTkjvYR71k/lcZEjr377oK4c+DSVDW/hAnPvm5qJOS8E+
tFNNYn0JOa1uSAeDZhj59mR+SdrROb59vVdukutRsKI7YN8NzPObVMqeVIWZ0KGqxHJsXIvmwJ0x
Usm6/oZsPZdZWHmNdvNapYFHkAXxBewO1s+mitUMHVuPnsGK1mNmgTF/4mMwGYsZAi6WLJDoamHc
1gKTgR1867747HtJ1Z4gfrnPXW6P8v/w2KmpV1NDWKn0v+ePodNLt5rdVB48LUi+tHg97DANgJOV
dstB1tO1tfXKMbeOXdBJg5iCLG2alLwbKi3zbHUwmzr70LaQIWDeBPfQbdIrb/iVFbWKslY7/RVq
X71P/17GVispcsxOHRihjx+Irk8IWK9++chE3zMsuwaPvlKmr7PqFbEEEKaOPL+ccNpqLhJLHarY
xI8E4I45xQR3jEEb0Zws+zZCpVzcVBAx3729mC8HvWB1K1oKDkEtjlT7/OJpk3ijpTIswxvdOkG+
KG4a/tt9TG1/YCjQH4o21aIeDySgClHsLTyEPrL/jSFtam5hxeLOUeuao7Vr8Z/Zu1hPRrrZO/7+
yk9dn8Om9lh5z7CnTA+I5kVY8dcMSZG04jjKximPHMMvqObwsCiqGW++dPF2uKaM31ok44eENMWP
0OH6U67i/srauJRv8MB4Ti+caOCx7bqPV1SHNKwBBlaR50e7d0X5qRSgy4cC0me3b/O5/ZgYnXIJ
JMvIQDeIyvqsrMX4KjhLV1F02TySKZT+zJpUv10yJGlQ/Aui0+uxHr5CkY4/2rGx/PvuDIGd9gAi
O2Oh7XSsTkVaud2CRWgweXcKaisuTOlwpzdVcyAgubpdlry8UjKuPebmpTE9pkWi+XbAmzbbhCag
gvo9OJe3Gptg1yW/1I2wrg7iXlkcnDcmnR/zP4uW/3wdQ0vJXI4IKGy1wvAkm/zqG/454tHvRhvi
rTfLU9k2fVQkdttEa9V+T+hv9X94xgDF0LU4H3yQtvOfEZT0vQ7uRwewCDwJCda5k0si94wts/uq
W34ZHN1XGoDL7YqOD8CdeRcjFWZ+59eEAxPgZsg10yorbgqVzD9SpMl+SAuYHIoE97wrX+L6N56/
VJpd+mwkwswWdX+zaWTEIqpSXxSuCgYJ9kMxmSurq5AxQeKMqgxs7VYZrwkXse7X4CtMhY3Hlkn0
f1qujN9Xfs/ly0efQSO+0mGBcLc7A7MFYnrnYTz4guT0WbBHWGu+FpmwENE6fAGqSh8eslxftbSE
ApFnJL69/SMuRe1oTNnFdUofoLdgyxwKgkF2s+aMB2VYnXFoFij/oVlWwd0cuJivL1Ljh/iomhlI
21K+b5d5Lnf17NvvPeGY887s8Wfe6VLKb7E7tZjPGA2ejhPTjG+zFqOCd4dc3uToTsbTIPOUqFeb
EOybt+/kEudgkwXyC5jAAxygpTpfUJigZqkY2vGA1KiEAbB0p9IHuONosnh2szGxx8rsJmeWeai1
1LDgaMLO36GUYgKq45/RENtz43VNeZsmekMJbzWnt3/l+kFv1iA8iBWdXPcVewtvNP2EgQeOYQeH
6v2IxhdFfFVD4YMf/AHtwPQ0VEq/KeF5HkysuK586K9enoGhbnpM9YwXu9S/DiOmZ9kE5W7GMmHo
J8J0LRzJZ0958X3p1ZqPrR2wN2Tewhl3lT05ZNpkZaxdOb9fgNjtY4DjT0dOaYRN+6ZWIQIeFMqE
9cIx1PgPmIyRTJUauMy9g3aLCkmAoD2hr4AoRK609uiY41BTpZXBbUAYcn5yE8vCf6EescbMbZww
D4Wx4LjSzi2ZVoNBr7sLtCqQ4QT8at5YMeQEdIeJ1d7YWqp9rywykNfoXspvPPgIEQPpZdxtjFp2
asvct3fFkPAWJgWdeZZOcofdtnJ2eYq+fJ+JVpwIO+3iqMK/vMeBRWQ3sqjwV2XxxMGuzrGluB1I
q/7u91PzBS9o+4Nwkzz/PMZ2ftNSWbU7d6YH8M3Cbo6zH9j33uBWQci0W79CTLysROHeoFDSqdog
UGxLpgEzOheSDx+6O6cECNK8FXXHIjfrKnp7kb+UmpvXS9kPfLISfjhV1uP1r2U2BpifDXo8Hhhx
t6QF6wbN6L6BxaV2cWabksxfKykfDU2QOssxoIilaabF+2l0stVvbCKSza96pemf3/5lrxw6QIoo
tSgbmWdvZ8uwP1XbdbhjqyXVMLWNqz0KjPbHOHRfMYZZ9m9f7pU61QNqs1e+G5NsDFfOH8TQxrrq
q3XwJCzEyCTe9rh7k36o02aLoVCRV+i1RbA4Cab7gONA7oeyLoxoGruhPEBFIxyyHAYIv/Xooklv
FgvtWC674WmIp/hpgNluX/nZl0vFQzrHWQlAyBDe3szmvABHW4SaOdhDDIiU9WqIlBzHu6bDJeHf
L8al2JNI4gJn3SIqHUeLmM0FWyCj9W7zqSYNRQf3EmBtVy51uftxxFEDr9sfo0B3U9VVpGEzdKyW
w6JX44E48Pq7xmQ6sokTaHa9VxJWTpUZcWSKEEseLPbfXg+XTTjDeyhUKxhPP+ivf/7Xd+HFAYnn
OEIdHArrn1BLvE9TUOPXIZPGO2jwngfo7U7tXTl1Xj7usw/SWkmAJsaxJhJuRCHnF04wNhriFicM
OaEyu1VC1x9lt+T5g1NOehMlEofHo4kgbSTjkxJoVw1V9skxcvRIejH6v8F8k6cmp46LHKyKPc53
6JnkRjXttCtk2qndgF0slPx43cS5z57h9UR90Odz3+zmpSQEUNU2DHw3xoDO1nr/uZazUHscW1u4
n6U+fZBTij2p76pmjXotp98us/xhN8WDGnaMK7Eh7kjUuLItXLwXHg9PBkAc9bUXbBc8hMjENkW6
kKneVoSn1WVzI/vOwDNyVIaHua4mIn/Qrop01xW3fS9QmU0LR4F1CLVZEHPlxAwGbP0wmWNS3U6x
KTlJUOUQmMPU9VsdowfcoS5iNqxsX3t+ez1efOjcN4wziJIAqaQobranXKABT3JCvGjjOON8Z0IZ
mOHX7dO3v32pi28PcAdKpmmzCiFUX+hkbQFFqZI84q4qozlT45dEAkzjGDuNh0SO7v1s0w3MASIZ
PIvF8e3rv7gzbR41TFic6vA9Yh61BRzSVKeREo1xwJ0IhSfak5pJeVC093VsVP5+Asut9pofO6ci
RQQX2mPF1BTHmSw5scE7THBLXZ9uhlggz9MxLCVPrMBvN5nWKG883eyPGj8f31es1nBL9bI4Kj2j
1ve9XuPF69ej2YRLXzfvlomDD7kqkqsMvBovOeELiBiy7K4s7Rcwb3vfNnQPfWXEYsi6vpi/9hxn
NBpLxY5xCHw1Nre6Zhi/JstL5KNKBAjDJJWhwtZEbUKCdbCYD72wmJNgpj81B9nO3rHspC1WuRox
K5SEcSirgsHZ2y/olW9wZbKSOEI/4kPlO/+dqkmreLbWqX2XoMxH6r+shjS+Pz0wSnLHo0Cel2CX
uxAF//alL+sVPnuX4Fn8oxigufqmHEWOVrE99iYWMZVGJNac+p+HoZ//8GjYjvKUwbNvMzGHq+M9
Snz/G9Q5ifiGp+kUorlNr3wtl/A/vwjeJOM1XAhZrZuNwbdEnfk6q9UC1ftQV8N8s7BFYwxbZcGJ
Xq2+JULE3cuy1z7UMNo/tJnuXtkeXls7COn5bGib2aO2nF+ziMeZmA1MFDysX/faUCP38IK+ABPG
GKLZg2vHPxsP34/QdvLlNFTSyU9JDyt0p6NsxH0+Tvon9jU8GKwWFXeIglw+vf3+Lqo6i5YKY0sL
YwXfuxhFmspN/bL2CF3HQ/OxRmkU8tkaH1RLCkVRNMWPf74eVoZrnBTVEYXd5pNCCa/gWCJc9Vub
sDvykuK7TNPyb54YcFD1KqZKV76Oy4MC8xUGRevLsKA/bFdo7aSJmHL7wNdK0GYXYGWgl7mUO2tG
MZFlM8hgFi+Rj7pguTKqeWU1cjrhvMXYHN2NuwXoEV9PqMl9+zAkzK6lIPoHH8ZGGnddlqTxwSrn
6qT76GKM0W5us1TpyZ0NhfXKgnzlRdM08whWTJrWcX1Kf+1lba4ax08d+9AoNKE9svjvHT002aAk
UwzhlMKbu/IlXh6RSOMZKgAP4cR1WcEvwWjZrXAOE7DXLbM8VeHqLLU76aZ2fqVxeuX+mHE6qxXk
SoZ4kfX+dX95bQLXTyUX8xWD6a7WcBAsxMOclr+giTRXKP3by5FeQ9mxKjNYULhIbR5n4EHGVWkr
osyxsJjE+PEWtQhhNcYYO7cJXLdry3i7yb9cEaM6/PnWegMH2rMXiOEJW7mjawfOD/ceK4Aeb4K2
fq/j9YIG36zDzldXOaUv+9TfZ+B6WRfYH1AE30bI6OeXHcwq9gi5J+8yncxHKtmgiXD/n54NBTVu
1wS99cvWYw3XqobIiAN+fsZtADjck0sWB6tQxtCfcADBDG5wO0sH6q7zm8rMkveY70608ZXlNOHc
zeJDm1jVRxfWAD6ceq5+jRgejlFci1UqWyUd2dC6+lpOPS65urO4HhW3q3Cg0zq9IKk8RSxSU4I/
okxvfy9l4ZFBrBIvGmGekGudTerWrFoP24ohTf5LUmgGwKfNMO/0riYWMZhHhvS1Jqlh/E5kO19r
FmKOF7KY+f/d8F1A9pcrjC6G/Vr28FdBif/NKlFxWC4U2CGR2lY016j6wsTu6995IuGyZOzm7U7G
85TBVs24cSm12N7DXtKeiHnIk0M8e9n97AxiCbHi728CnXd9yHI7KAHGrewnTQLuGRULLSYU3ZWf
Y0rQ+hC3Ju6khjMbagfAzdxuVFb+oOkpsg/0zQli5cJEdJx2JRzDDsd9jMA7rVse8f3JllDhV06n
YFua3AlGlfeSP3sflwLr2MAcNBFOVUUvkZRpO9NmtRaWMFAWoqFuht9u51MVYpjYPddAWb/7ocZr
kK7Xh+XWi/rZLOWM5ylB83eoVuNiD4MF/243M5I/7JxGRfiW25ihUlMwQzuPsZGbS5uIFTJ18EHK
oBd89ZRuiFNW6dkpNr0RI0wDbhvm3UkDr1Tqq+kc0QDQm+q6r0JKjon84BjDHqARYXE14NEdRi+a
84WT2YICMgDOoGkmaW0XiDVjPjNVL24sRVATnlsalu1BNRCDgrnu/GvRYwT4I8J9e1eVafGg4HJj
HqaWP1kcO798qCNFiLyCkRvOAdOenXEgNF4k+X+Zk/PlGuXozqHKk9TdmSgjf9YzthHoFwbvvq2D
7AcPDn21o+HvcOUQfGW/8v4XlFlxLODb8894sRmJzI6L45m21PtUBCgIu7rbE1lGIko+D1cQA5u/
b7NtAL7QF+I0S3W43a2cua4trdCTKIaCmwEVOMM9gSDxFZnMK5siIAgGnqh+1vnAppzwmUwvbtGL
yAIeNg6ayON3QMlEMrje0B+HLM8+ScO9Bs6/8jTXfHULXHC1L9oW3DiDaAyK0yTqB1ERUrYYJ0xu
rEda0O7RjBPn2uu74PmxDWPc/ZIHz1TJ3opdPKudK2FbZLSAlXY/1DL132j3G4KmUi0L7vxWJKfS
qtYEK5T0z/0Qo0jVDWwQwr6NY0JtOxdOVcmk+DGv0LidHFwk2hAnnsDZm6LTmrDrDeMzuRNmH3aA
Fz9T4N06qpoJeHoG8MQ7J0WFvYtTTEZ3c5Vbd1pc6kSXVMv8jmGUTdZybFpV5M+Ofp/kzbCaTRQ2
oVuIRzSoV2W1EvRZEWUZDzU0KggzfOu64YZWVliflWbSKyRFr766+Qw1qG41T9sDXDSgE/rQ92AO
IjcxqRV2G2Zz03xUzrwo8gwx6YkQURs4kcyN8aOpPRz9psJkS87mzIPlFFtpt8d4j2CwLKs89h2B
E4bMoc7s8i4hBbKpzeoxNsQ07PUKJGs14FuyA3PWcT7ydQa/ZMAYlkgpRq7hIoL856wX1UPRBLo6
vV0rm5erm9IRzT9bIG0oBfr5R+u1zkSSx5BHi5WYTjhXIzbkvqvh+u3g9VA4JAGRV6ZFKiFpoluU
FgYqj8eQpChcJ1056gsPMO1/V5U1I3JsRqyu6bjKPiX2Oba9u8CXMw24Xqf7aV5I45PCCvHxqUKi
eaZHnOaqeY+19Z9Jq1X09v1dwE5YioLk+GxH6Leo0NdN5K+aTa2oajYGZYRTygSlb3Yxg16SgXFO
OphkQuiYSUBUcNzmjz6JKaFOn8ufCNSEt7e7sXxK2xTHhbmp/VNDzopJvJa/IG4fKvP/BQ3/f7ML
X3kZLqwXuC+rrOGCBeTkXZlacdNEsBKMsG5RE6SQ17+rIv06JPYzN6l/evsBvahQz3dRSkss6LCj
YRDOBOj8AdU+XjGqIbtHdxlhEW8T16cpb/X60GQdw0OZrFExJrOw8mATGQdjViuneV+ZfeeE3Wy2
codRefEJBlyFF+LYu/E7tyXScownSjY+7wzmslf4n1PUDOXenYy2YQjjQmvwIc0+pYhZ+gdrJiZW
G6da7jvcp5YPqk6s9J2ZWDOKRNuD156kSAJLbVJoGuIc/ylb/BZKOF8dSIQp8uFgmm9zs2i+L2Dk
GD+LHtTQ83vAJn1IiAP0M1E9ptrU/yBBVrCoUa3ioZIZ/ScUsjbhbjziD27BO4oCg6S9G+Zh3lca
kHG4daBiYggEJ+SbGgfG+l42pg+BDf+aEqGs/sgk0QG3OCSx4BZzte9avm+g25isMyiOGkzWJSG5
3itUjcsllMOQymJ4bkhTGveJlSt5Y0hXJUh3Cvx0RBsUn/sFe6IjaXQYkvcGe+H+7RXwQtG4WAEM
+WG6AEHRt52vAFkult8PQRZZmZkk+1yYFhW/bne72G2hMw5T62HRM5CfPvM5YRHjOp9riKrV0Uzc
ycIDujX/6wtSFu4HS5rl47Q+DhhjlN10SEPtPKDfzDGL1ktqDzK48BslFLAcI7a0gfJWj6v6XTCI
/oF8gnnck65lBfiSuxqTVqF5v3tZaE9lIN1fllviEvn2I7g8a/H3xNWHOoJhCnnH509gQn3pEYqV
R85UV7fzgvlaJhgvVyQEHJn6iStd6/pNbZ44kyPIHOgK1nDQTUlBUrAchmb18SqTxMBOyai6h6Ao
luPb97Xtjtn8qByYX3Mx5kNb52jHEONSsU1HA7ZND5knazw+ZfduluZ8ZRW9cinQYmulcIDdIPA8
f4SQTZndOVMRdfDRjtgfwkvvXP+JAY12RQjyohPdPD7EEeuEB0AAgHrz+GKCuLzST9OoL6VTRhqt
8bDTYIeeBJh88DgOk/87Nrr4Rjlq/jUpDk+lekjyfqZcmqwCF9Iw051Z3+WLm52CxiU/Oc78Rex1
p7eegrxQ1C0KqtqehSOT275viQyTmiFubHdw/gwmCV0731BYETHvUV9ax161qeUC+DKDF/eh7nTy
81x3losyiyHpfdy5V1MqLpeuy3f0AprCHAWgO3/urVbDJGx6noKuTVU4jIEKPsaept1phaRB1vxh
vKYYfmnIz1/AyuWAyQhUB5ljS0hKy8LQu3GsokzLA0LWe8c8dlnn3JVK028RNDunkuDlHfZm6ret
CXIKJUlQYWBVzikgT2HnYMP5IKuFtE1nWC29g7KAumzoqtqZpCdeKXMuD1YX/pTuwC2Fz0BBff6U
2LcobKDIrRQtPcLnFApRBxfR6c08lLhckjZoyytf+WsXxXIUGQ/G5oDam10lIQHEXQbi4lkw3nHs
Leyy+mrftA44sSfLu95L+uhfv/gAM4k1PcJY/7flEceNn5ccMTJCsSGzHX6NzufKI7udNPbqykNd
S8PzVYD0EnkS9DCfg2PrzmijLsSqqatfEtIPHcqsoC4iRP7OYZjL4LHGLTBEtKF/+8d7BB3mzjBH
cgxaoK0FxOyyczbY70Ry9j8zc8iAHezcjubBaj+8famLr4tLgQM7not3OZv9ZqfR/AlB2WQQ/5XM
+W+r7OwjA6byB4QAJjaeWK60tBejXKheeOoBgpm4W5DuvlkzNseCL7u6iXo8Qj8mcdk5xJIgHWy6
djyWjoH0Ikl6/pxD6xZMtIowjvOv7LCv/QyH+pMMDchnFNAbtKcshgYTg0RGqBy0n5kx+ES5ae5h
dpCCMTcb7Tu7zjQLraFf7JQORWr2q+bKmXL59IEi+W7gA/r0KFvK2AwaRT7koiK9MOYHJYNlz8Pz
b4hCHHV+BVFWu7ff98WSZjnTu69OD5zKLO7zfcIY0M/EaYqzINlNp8Jk2ImsJjuWYloenKAkYEXh
dA1+WFyZMlycn1zZAOmF/kMNDiX5/MqDsmy54E4Wpa7KDbR0prqtHYpbirAsvnKbFzvTejGE3Hw7
LDhGvecX45vVZpTGXeR3lvUd4oFx6jq9JkrJHPcB2s2bCRH1lYu+eoewO7H5g3VDtXl+UTlYYPgE
ZEU+DdReN9Htt01gnoom76/svK9diiMxAMhh5Ah59/xSVY7xpTDJErb0xN0pNXzHdnD4anee+Eds
ywPsweVntbT2KCC3Hiqw+ouyGU0K2UTzbudx6t8jkf+RZInfw9yj8fjXBQphaT152XHB09zNhoSS
WEPt2YPpEOP804vzJPSW2Hd3vgM4vTOn0pJo2CSu8rPjf3z74pffI5JfJHI6hdfqFbip8RKSMXtY
iJTJRuEfEz57tiUzuPf0Mr5HPPl/uBxfvYHodmWDbVkxzCvI2jLKIlq6xX4ghXveTS3AmiO8/NuI
DcHh7du7/CqY2vEaIca9lM2bVbNWlSQuutxeh9DIVe50q1cq3rdKNTujM7S7arKu8ateuyi2tyu7
BZYCSo3zpVpS8kxQETk31exGcxX4R6xupkMAIhF1dl3cu80grtzp5fdhkUaEZYYHtR0y7uZTbLw5
8Bu7K+AKmfk7rfGxD2FZ7QPglCt7+Gv3h70J7aXLAA2W3fn9CemZI91yEY2TMdxXOZ1fXJRYyCal
/wNPpRFK5VXf6AvGAFw+OAoUXUDAwPRbJhfcIG/RiBaOXDHW78Xqp31cSvAQqFHmDdaLZCpg0wqU
ge/YQ1pkateUgfPDJ+qIXPBM//720ro8V+C1MWJZneWQE6yBkH9PoaB3iUpheBoFpV4/VTPiVGXR
fUB0x7LK75KD11naPqil/8+vmgePe6GBfIGFHWwWdUJb5M/EgUR6k+dfho45imPW6iZN/WupQRdy
Mi9AxIMug66MATLr6vwunZ54PlpZj6wpLzjRenmPoEjL02rUeCoGx5K7rFZ+NGYWehEnRtyVG8WX
gjzVz28/74udil/CGghWDxWofNtzHLMgrymdwYM3Dj2oNqdPAO/p+7kTZFiVtnPl8L54vQG6vVXc
BTOGKnFLBymyyhqF5U5Ew03tB4gj93UA30Dr2uYO14L4ya6V/KE8Uzv9633CNMY226T1A691Nh8y
D5uspGzRo1bVDmg/PZeNg/U7Lxff88q8Rpi9fKzofCBVUKj4DIu2AHiKwa1ZZ40R9XjN7daU+CMR
HQBUI6PVQTXaz7dv75UVRWvLs4WPD8jjbvu2NKj02dUWI9IZ/TzZwZi9U8JNj3VCFbybi6HdxYFL
S57l5XPmVDplauodFruYv779U16cbc66HVAPG2YDtJK19dhu1HXJzwRCXdD6lPr8TmSy63bDxCkB
+DEIcarhr/ZPepMZz8hG4MoFo5OMe7qv3saRuvIjMpvm5h6gsKdmLqzli+mxFRza2DKWndbqoxOS
J9NCyJ5R5Oy6qnX7sMKkmLx13DXSXUWc8LXZ1+XaBc1ZRU48ZPqNrbkmnjF94XSjEdUwz2fIVZ73
mUzK+im1vbXMKLJDii3XvnCna8SVdT/4+5ESOYJKnUob7A76zFZ92cMlUCRYLWE+WmYoat+9zZqh
vkKj2J5A61VWyzneHmypixc34WRgy0Rfwsowl5+Zl/5XTW7x2KeB9gAyBIybyGteQRcH0P9eFMwB
mRQSsq2N/+jbiBMGewkF1XwLaDhYsEX9dj/ZwvxkSOzWigZxZAh3Lf1Y94G/W4K5eiS2Vx5lOrRX
NopXHwIlFPU3ZzC2Uudbsz25uFcFqQ6DomLf9V6icXleMwwKHxuKcrCOLfSWK+XqhbCR58CsHKd7
alY6WndT3jhlLEFk+yXUiJfcxVYZHDWZB58quxa/shYyR9ZghtAN+nRE8Fwxhm/FTWHSZWJSND9C
SmujIIZXbHsV0erxAHms7IvnSRC2IQo/uXJeXhjhrr/4JfyNbZrjepsgltXdhNE9tEJp9969S3b8
TmDnh82aJpCfuNJDmVEEOjYOyRhJO3f3JLt6B8/MtE+QPClw+uzayPNCqbD+qpX6CNOPLYgN8fz9
GRrucJUwVzZjP/5nFt1AXss8BF/GpfZv6zTW9D2GrYbYJ5piimnjBKPtykZXNxMTWPBP2nUimHRN
f6fhSPilcVPrialkOuwqByJI9PZ2ua0w19/Lp02vRxNNBb957wN626of8hmmX9o94Xme3iqSVPbK
JQP97UtdDCteroVWC3n1qlN4eaN/QXxj4VK1FZBG0jz1vnDyEz6vQcsSxaB+tEK3d5C2MpZ3kx5m
zeuiRblN+PaPeO1+aTdXAtNacmwlNa7o2Lh6PHtra/mVVAn0ltgIPhl9Z1/NeluHEJttcy2wmH2t
RxFygfO1IGmdEUKzbVqLAl/r5iTUmCuc4CcQ3EWaEdERde7d8LWZxxJK8C6fprndNVY8vn/7trcF
AY9+tURblXIw8C4KgiHAnLIW7RKWoD+hzPplLzK7utX1bsYAc7GudBMvyrPtvWMRT1VgIJOAr3B+
7xp+YzHXW0gHidsbc4Tx/ejUUwfghjpU7fwuhnpYaB21vqpU5oYCcv135aAt3NlrPOAht/6Hs/Pa
cdxow/QVEWAOpyQldavDhJ58Qng8HuacefX7VO8C26IIEf3DGNiAYZeqWOELb0gaNEkCaf49JBLS
KUUfoUZqaYt0mrhpMBlr9OYXNtj6pzCbcvZLWHX3htkZ486tvLV8gAnZt1QyuZZX2Xw4t46BaBA1
vTbPaDyn0ocwzCUunFYwXQP9+fbn2ngFKIODZIHgSDC1DhcxLEjCpCxnzwzqyVOyKD1Ik4VHSF3n
6MRLP/swSXbmeHUyKMAQmZqgCwjEkRW6/GL1EgIWQ9EHa0HdfhiWHFqgnYaIz6h7xqxX0xNDiaqw
QWuI1E+EOm8ugjpcxiWQbIZSW+kR15LxFBfFDJvNMNFjK83DUrbdzppuzo+8CjA4Dx3koctBA+yj
dS3FM41Ocv0PEJLIbxsZPV0hiX77813FS8wPTT0BQQWFz2e8HKpJ2P4TQlq+VZrljwTCiWfGIOX2
Hu3NcXQ2iijzCKnPy3EqvI1Q24XQmQfBcqYaQuHFYWH9dImDL1qQFh6qEtUvc8iHD5EyA2fDRc0r
zBy9iaCzjH+JiPVjitLFzgpcHRis2KFKgbOmlMArvQpjGrUe1QCzHsqHmvNC/jcdIOPM8D9n5zQg
irRTj9/4uKCLbRM3JJ3m5pp5NGA/ZcZYifp1aVlHoBAAQXAg8sLF2fu4W1Nj075OjyO6vtXTOJlB
LXBOcOQGKp8A5GzDqPK6ss1O1axIO0u5NTVSdaF+Ar8d6P3lR4ZMlmYGzAq/pxn6EuWY2xVWVT/0
lr1X+RXX2MWlzVdDZoY5wQCgEb2qqtugBGR9AROIvs8c+2NS58iUT9pvDov22GJB84zg1SAda8lI
DnLadf7tgyMO/voHME2uPBqWoGtWF0PZyYEVFBijm1Y9PYG/kj4UTV7fCQ/P52We4vOIAlxEE3LK
j7eHvo7cmDwVGEVUpDhOayEW0tqyU0yYrGPSleXB1PtkOMEowTuboDu4q2XSrjNFCdrJEfJP1inQ
8xHXZTC5+t90KeqjpSDT/1Qvmf61nqnNuu2CTH+IOiOSp5CCdm7sjWv04hevPleYF1LYkOb7OOq0
L5Y5D/ew3xK4sDqIHUSpXwadqPz2Om0NSqeJg0a2wKYUx+PN3W1ayZSQAJf+4ATx37lpkORSUgSH
8nb8AO6uP4bAJg63B71O0/g4bEua2VyqEHlW9wkSD1QFpbz0o1pxop+xg3YroUEYFKdlUSBXBgmg
S79qBv0+i9r0V7sYXXyA+T5NH5cmQA3Lhq72cvtnbW1X1oDwRiRP0A0u16LMEhCnETHNMObWEVO/
6WAjIHevppr6KcUUHeh6redHu8r2rHi3biEgGYQHOLnwWq+ufiWJZWonWYUZmtahbygjOMPqG99s
6t/4wdb/vHuqwkSdj24jsnKFUKnxLssiYNF+m9aq39p6gqZwGXhYc8qHfIr+lLKW/ECtcc9HYGOi
9DEQ/KHsICRHVtcfcjtxYlCM9fMQa0FF7/L7Pkt7X5Uk/RQqu1H7xptq8nyLGAGKEH9dftPR0uug
DEIWdjRT9djbRhHdI72yK6MivtDqrkM6gohL9EyBOqwGqlCKCeyRXmygCXzZMifmaeiD9nHEZQ8J
m0k61VKVekFEG9Udi757MqceFYAizE2XykTkjoqafLr9nTeONzAIkRLyN/b0KmdJZgd5vV5B9hAa
wHOvdqknAda4K5qg/Qy6TntskvLr7TG3lpwQAFKZaK7wxq2WfEkztZBjUoMRv5oszMwnS4rqnV75
1UYChIQbBV1G6pMMsholTqjJSTRbWOki9sBH4gYblBBWp14+92CVdt6yrfG4FYRcP2YKFLYuZ2VV
aqvKg2V7Jf7povTonGhQmk+yXdReHY+7CGHxaS42FBMU/D32FKBU0E6XAy70DCx1UhlQleDaSFlk
/bss1RQeWrxfY79CrOEDCChsSo2lQnVZDVHwiuBJqEhzxy30YUAgp6RUG+0gYSbrmRl3zNGI+6g4
To4dz26tIUHtzpUcgSAc5eGEj2nruFJoVXvqF1c7kemQiyDWAUdB0de1eg31/KKoctuzDQlSmgps
FRkdqIiHYq7Uk4II5VEz3i3wh3yURvxBfYAGENfV6r6R6XTNyF7aHi84ikb1ZGIZ1RXa4gNJc/yp
nR0qXtWed/nVGRDDovBnEAwAsl9fO/ksI/xtMKwuvNvu7MTCfAL/+XBPEXtrIBQ7KPRhqsajunpJ
K4lMupZyB5Iy4HC9M8fPZWnk324f6a3NT4dFGDpzv7Ggl3txNEtNzuYZ9L1qdZ+VESe6ss9K1CBi
+b6rkae6Pd5VkEzXTHDw2fj0kuhiXo7XRP0APyyHdVWk1P36oi0fOySLFbdUy+b37cE2diaXCGv3
ujudtdTGCEcnTlIePwPs4pOizX8XbUxcvUr7e6fI8seMzbsT620sqFAwV4T6HAXGdfV/RsOMTMNw
vNIeoLRNtQkicuJyxjT09zKou3j8jduEd170ZWk7CN7m5YpORlotJXAKb0HjCYh4nuNcQaZc9zmp
T4p0fZhJ0aFrKMxPjVVD4l2ckzk2wx3CjHuKH5vTJ8oSP4fbe41JQWIoKHs1CgSIoj/lA5HVKAqs
eWT9ILCOj7e/8FVgx3YSsZUN3UKF0Cm225sg18K0I1sirlKpCAz1TNBrPafOODwmsHp/L/oi39Wt
ZuMzovTazthbuwsKpI7PrQhD1kGlzi3TDRbElSTAsdlAN/mxjuHJFXnTvvR5Mn7G13jS3dszfm2L
rV4PbjyIBcRZoNrk1b3XUsnH1ywLvKIJjfkB1Zi0/wmQHmHsvpSmtvRgt87ICthO9snGKHHwxkHp
/pWWFg/gVpesCdofJMqTbQk3SnUK7M9BoI6NF5OK4NUS0XZ2nS7sag8bFSf3WVtYeHUwRervJZej
L8mAFQVlPhORaH0wkcTVEe45VGaJWi+Ct07xkEpTk0HQDCPpPmykRntAlmy4K2K5HN2mzfOvZmCg
2j1rdpDtNKiusxDRmxcNEiAZ+Ce+AvTfbItZDuK2TCZ0pZrZRF4DQcW/ZlDm5xo0r9+qS/4LHRpU
t3qnuleWpHWTyhlfMokWiZuFc7Xn8rFxLOjlw6gmxkCA5Ap509sogLST6sVB0X9f6tEUj2MyPCSI
DwsZ5DDcKbRclQgoNf0/HDMhItzjy5NRF1Vdjk5CxDC1utcvdFWBkCunOQf46A5SR8k3qWpYlEQi
DcW2GObr7a26MWlSAaJTomZMqNcGlqAJJAp5jeqN82hBvumKFkPeTHYOSEn3zxIaIPl7a4c4dTJd
1N5ElxDIwuWsS3xTaO9Wmlcm5fI46nXu4luRwersl/v3zg6oPHVfBsGp7crFQI3UnoyDhmOWjOQ7
cjEfrT75ndhJfFCV5L0aVVyoEOS567A91QlUV9e8KY2yFvPHA8SJEMM0RKfKzspvs0L1+fbMrt9o
0ikC1P8LVcVZ8HIR50FtwrIyVUxnLCd1pzLuf/d9YVpH2kVQem6Pdr1RGQ0dFBpxPBd0llejWXOs
jHmkET6m9oOd4qXswlOaYzdFlvW0xJHT+l0qQeNV0qr8rWajtPdqXcdaAsqO1DndF/w614mN0+hW
H+oj6NuqkR+WbNFe2DX9zkyvzwOIZ6ToQAHD6TBevdHe3Eqjgf1olUHVS6YS+ShzDjQ/1aAYF9SA
vi4Ot+7tpb1Ce4hNIzQPNNEwhBYjftGbEeWmRtYqziEUVY5dHpVJ7Q9d39pnA4X2j+AIYFBlZpp7
dT7U3wPaDkghFMHPMKvVj7d/y9amgjCIqgqdM5K61f5t526opxEOVmdGOCmWeXQXd6Z8El4JO+u8
MZSCxhOZuglPgHDzctbTrGmSBS3FCxIl+6An9gspcvDYhtOX23O6bm3DfeBKp9qCHgKd0tUliykb
rkhJo3vW1BSfKXxVXwICoAqLQbtqXKMo4+kurcN2cqe4sTBJbyExuepi2yntm7o0XcOEB+spNfT5
9x9j4YZKcEhRWqXBd7kMtirJbTYAKc9sajNeX/XBHaIQ+Yikg1r6O0shsvLLsERsMrIE4BC4+FzV
IwzESrq217wcAxENgYZK6Rf8mJQl+myn0EW8NAmbn1PmUIdH6Wf8L7dpCi46/50n62MZ7m1+8ZnX
v4jPL4Sg4RjydS7nL54eOW8SGbu7KDugbKD96fHEOOJkJP3bwVNuYTnkuDgARoixpijk47x07c7C
bFxvoOq5scl7QBysFRGjYhHikCE6QFUwHVpnVv0ZxYY/E2nk/VJUSe2GjhRHhB1D9pMW6d6TeCVq
xCUgIiHQdAA34XuvNmmM9qYUWLnsBUU2nmW9Sx6yRG6+GngRn6lO4oGVT6UX1QshYCaF6q9Blsu7
bIqHU9G02QuIm/LXWMrZ2SiN5L/bG2fj6kWmn21KzYO0cA0stHUkSvMylT2zwvxJQykclZDGjHYU
WK8xDUKXE7QIuS6UTCgBl7thtoOynkMcwapaNdHaG0EsNB0cCzecqho2qT59qcjcVKEAIX9IFkh+
iLSGO6HpxhtAdwiOl1ALFXXay58xmvpgWXEjE4zl0Rc1jevvuhrH36Aumw8TONKdUyACntUhgHoh
NKJ4dXhmV6+rgr6NU9lYhhgoDHwobCs89GOWn1VnrO47rQE/RdPx/vY33dxykNg4fWAo0fYRv+rN
uzMym2ohY/JMXrx/RFPqXI3Z/KXR4/xuipMig7gbBH9Nc25+5ELFCoi9MF0hP5ef9XAykVEM5dxb
Urv7NOYlxki3f+LmulB8oxZhCsCA2JZvfmG50Pvh6VC8pWiie7VFj1OrgugMUw6NPjjX9SdLX5qd
zb719dmB9KKAb3NTrkubqdOPaZEr3qCWIZaw9Rx/IuDB62PKzbj21GFAKub2TLcOGHBAwd4wST5e
22lvZiq1llzp9ax48qwvL/jEfcP7cvx5e5CNJ5c4+P8PsrpjUnwuqolOlDc3wtYdjtmCAJ8TFjki
lt30vywj6FV82uh9Uny8/HjB0vDyFzhLoRCr5QcywX48cAhmTx9rGl5ttKePL37/+hgJKTLLIAYi
QBTzf7uIi65IRRUTEsdqfl/1GCJOaWsce4x07nEm+kPdozoXgK/v3r+wUChgFFHlAKWwGtjpkiW1
WrQLgOtCBNV0A33RZniG09bubJTNOXIYeKSEE+RamzMBtiCZXP9e64RT81PJlWB8nBI8oWn1Fhpy
Vag9HUMNNylPVabwvYbQ4p3iUHBhcCrBfaz2UFLG2RjZZKwqolTHcEYSoZGX4mONIMrh9qpuBW7M
EOAD8BJehLWiXUUjq8RfSfUW05ymB5xpx+kDwmpj6CGMwCJjMw6muJDTRnoa4lHvHvJsVqWPWYe0
h9tVSmMdrS7qv0Uyl9rO5bR1TaDaS/+U7jap++qaCExskkNUOj01hN1VKTF+HkvUPuIq9Af22bKT
NG/dhYJphSgPbr0IWF9u7q4HAGJM1LDQpYZ2mGvfBuzX7oI+y072WFt+oEfdzr7eSk0oEtL84COQ
aDqrORaWEWuDwrVULE1ffLfTKTrrjVNPB7ydMhrCeVnTuVyk3u3jQtLOY5uOhStF4AVdUuWo3NsT
GxclmShoR1J60t81GQsYgFKy82QvkqZSOsmhoXRHcMZ1+oNMYylPYURu43eVtoynKIzhoxHaJyzP
kOk/EiVXB5JzgMquPOE5BPJcCfc27tZvFDtWeKjAw1nTSDtVykmXW5k6Xq1QswnUY5bZ8/H28RCX
yuq24/+OJClCB5izvyL339x29Dv7ARd2HDhJK+6ncjG+5X3/SU5q6fTekbhU2QGiL48l1foZdpyg
abqwMtEOGPNTHNooclAp/yeph+Ll9lDXu5yhaE/xGcWI63cwKuJQa7XW9HJLRtw4luQjmwm3BAkG
wCwp43Ey5mlnJTcHBacnun3A2dbCCvWiW3AWsYfjSeooYJhU4qkB2EcHoenHONene6eW1Z2b/Pr+
EG0PlauAGhv4ZvGr3ny/DAsZTa0tTOli6KC8v2ijTLJxQngnP1klVna3l3YjuIYXSgtewPUU0dq5
HBAlqbFPKfB4zTwvX6O8ovsN9Cp7gf7bHoDyBk8K4nuHpFG1p2Cy5i9tOe89lVfWHgLJR0Fc2OaI
KuA60YkwfRyRizOJrirFStG9EipSYTINaARAtK5dRe20c9hb06+ujNQP2SKUtowAgo+rJmb9Vy5N
+5dRJFWHTvhYf0c9Ac3LyJjm0m0HafpT13btHJ1Mt8+xbjTaGa6H9PX2aorFujx9TIOSKcsJhPWq
H61Es95p6GB5llKP8snMldjGuE8tKcpHmOIBuZ6mY88Vlh7SXotLr6RGoe/E8Nc3DYUDmo+UNlBS
Rsfl8pM2qtnKgQZ5T00aGI1GEn9qkfzY2anXN43IjKGYCygbhYrVKAvekJW02LonT6NSfq6HKpN8
XbguVwsJ9c6jszkaVTDSLiEUY6y2KbajfRqaju5pVV9p59xU9OJpUZEl8iyzRTLw9ofcGo4iFNoD
KKraV5z/RZ4E2wpzj6WL7V+mnRSHPojiH6WKX/XtoTa+FqAJYZ8Mc5p7dFXy6nC2E54TFll0E/2r
IKv3rQrjnThh41phEFYO3XaSF211rQAFtsE4MsgiV5KGQ0KZHinqRTBtpmYx73PEHXZMPLZulosx
V0GhowIHsYfCwjQDMtMkY5WEXtF07OC+f6ayGb4ss2In2EKO0ymZIvlhaKfx++3V3fiQFz9itW+M
oFn0YeZEzuhGHiyB9x7jqPlkA+B4/xalowlRBkQ+W2aNDQHJ1+bUFG0PIgmdk4FFP0tLzQUlTcte
cWAjCAPJQ11IhDwiQVytbkXbsHKyyvYUaci0UxVl2kfdaBft5Ch5nfpOrKLyanbpMt5Zzdh8C+fU
WXCECcd78K5BvtO02lpoasPsYiZK52i1wzBK1Bt61GzjtDX/QMbM/yGBnwY30dRxLzHeGoyzQhYO
mJYayWqwgRZ+AceBwTLkapqwtr8QPzR3qj33O3TWraHwwmMYElMep9U662EcJ4OSWJ4yW5LiIzVg
j24dNeHsR4Xq/Li9XV9rWasXhI/JE4KcBxTW9TLmJfUO2+Gg2qGq41w6jn3n1V3cx66aZepLvMQz
VWiTS92F4VKchkajAlMAkMy6IfrkRLp6uv2btlYAG0qiScgE0K7E3fImJFlQMAwjBHkh1uj91zxs
Bq+ipw5r2lB2htq6C9EIYqnZ0rqzZi/ZSPrHGaVQL07G5ldClf1cIa0W7dzuYnusFpniv+iykkeC
dV1tn8CaMdMsAMhEhoFlNo7H8h+kd1E/6iRNcxspl38l2HXv3PQb0QHSgqAXSNREaW2VN+mlNucE
A7Y3VrpdoOQQ1ceI6FI/4lu3hO48m/lyUOUq/NI1U4YH99hZys6P2Aq1uDMcCHRQpQVP+vJzOrad
V4FWO15gO519ngdJWfzGAsrrgl6TPkdSnsfeZFohrssAVEK3tJWY1vuoDM/yuCz/zVlW/gQCywL2
poKVs95bVuhinqu1ni23qLFac1LdS3U0gl7RKpxz7W7skvcfTYOwVejiCNPKdZek6MJGVXrwXJUz
Y9nkjFhEZPLypyXc/fbeM4DjCCOB3KDTSVR1uWjtqE3lEHSRT6ege7RipGHQM8wOuMMVO5vz+qlm
KJtLDS47iirrDEDprLSawybyjaGvT6kpVJVtrTilM0bDADb2sDDXxxtargi5KZqC/V7jcCQyKwdg
rORVATz2rsg6vzIq49Hukz3A0/VQwhpTeOuSMSKJII7/m5ukXuIiazvYG5KmFpSNUx5/KlXPWtU5
794bDEVBAK68yKbWYDVnGmxMyyZ6pCXolqbqezdZsH5oba08vndvCCEAIVhig+uB+3Q5q2DQajRE
sAk2AzM4ZhQ/PLTz5INaITp2e6jrvYHA3WsKDB2Jnoh2OVTSw3dMolTyVDVDYC9xjPkQS8EMesn6
kMv639vDXd+TDCc2Bb1SG5KlejlcSKFtBigdkOKXAVIOCAdiN5fNv6cy/zCHbb7TaL4SqCXjlTE8
I06ltg/HaHU3ySgfo2MGxHBJucNcWjpoliZI/+YPaSF3oisZQf6Fv9Y4vdt1hvzTRow1dnM5Uf9L
rDJ5ctrGqOFA4drzTDNjVE/ooWHZ4y5ljS/O7QXaiHF5j8n4QASIduW6KxAQwfa0YiRvCkrzxcRo
5CWlcezWPWaF/LzBDx2rvDMT7ayinfwUxgiX3v4N16+KIA2gRcSTSf68xrJFszHqlLUQKR5NTCtL
gVmPavWYNHlJ/a1S760qSA6ocifoEsGpuj38RsNIhCS8osLNmWRptf2tyClGAKgI+Ke8E64DScdL
kMz/o2oSdhBot7ZuDtPyZzQrzedIX+IjteThD34DDbh3rT8ZkeIcy2wYgkPiYLJ3+wdubWLQvtT+
ub4FteJyE7/WAhPZ4n6rHfugp0FKQqJE2BhF/QmhidlX2rzZGVT8Ty8jDLp2CgrifBYO7LpXmMVt
g2s6Usmkd8b3oCpLnsRm8NXK6vyZkuR9H8ezl0hDtAPB37pjhXoFKou0yK6cWms4wSBFM6RrFQVt
g0S1fCcP7LNmFHtVm42VFb1xYmP0t8Tuu1xZKVLjYtZZWbjOhIfWmC5AxSRN9xRlCnx8clOf/t9e
W37r0DEs4SG0TIu/r3YcRs4xf3ixQtWa7Z9xVXY+rdLel/tZTg6ZmoV/UdRxguOoo1YFRdxw3Ggq
9uScNpaa34H4GIeOSsGagrogcANtFOLpjF9i6Bn2AG4fncf+lCrDHtZq4+oHCYAiFw0e2oHrB61s
LSXo+zz0nay30H1Qy+hzGMrl7C7ZFJz11jB2cpGt6Yl7jYMtYLLrps5QqnJdNtz+tTMCyJGy8kcu
gwxGs6L7fvuMbg4ljE9420SMtTqjFJL70AF+40k6mXOmW/ld0sZ4dUzIlP4PQ9GAFFJYAui8etOC
dqwQwNICL5wSB1VWHXWNPA+LyJUSc++93poXbSATci+SV0h/XZ4QmO5djn1s4Ol6OPR+4Yxyc0Lw
GRvF3M67Yecu3hqO1xPtJXoAKnvlcrhUq/lioxR4Kl5vT5E5pl6ZoUROaK6FO+u49VZj0si3ItcH
Frt+d2IVeZ6+jQkO9KFqHgIjbl/0OE2+a5VS/F2CtG7R7qn151iOLflIRpN8nPTCwKNsXKZ/e8wO
Au7DcEJWnUAGOxlTSz/0yNH/uf3FFTHt1WVMWwjhe4S4eAP0VYUNiskcoUgijk5eIW6Q2RC0paDq
Dklt6Z+JHnvFDZeo+lDVcjT7M9qMB6lHRzkO2v7ZiNG7BFMCVFTqa23c+Wgb77fI+EVCBjaUgP/y
o4Ut2mfFbBA+hpYEyii1HmFfOG4jj9qB2qvua+WE/3M9tIabtVBWbi/PxsUCFRc5Ns4567MmIYRx
Pjp6ApoQD9H+2PTSAO6epzGYpmdIK3tVss3hhFYHDEAYh+v0pjFmisYOlyYWxmfVyAoP03DCpDYb
T8okH25PbqNMRjFODISVBxjc9UOcL7LajjIWiUnXxceG4t0BxkV070yYF9RaWhXYIBj9l2XIqu+h
5RT3UTuY982wWDsZycYuBNGJQDC1eeCGV6juVh16BLAlTxvU5SwMcVGr1du72xPe2E3UFriuCZ45
nmu5AuIfyQkDNfJ7/B3v0iUKP0rJ6JxJ6isvB6947Dg67tyhIxYr/XtNGwjgkeQk6hGvFL351WYu
NKm3tRnIj1apyjHHrwPLaQWduSbSfaM2ZNdGfWTnBG1ce3DIaLa/guSY9uUJ6pRJaPuQMddKYB2A
pqY+RnrWIRj3b71rZCIvB/x9Qd7ntKwrVA1Xt8NJjHxlaZbYA3RiftPrcTo3uhwdVCedHvUpXlwk
i6lGjCmkii6M96QfNmZMocEkY7cJLim6Xs44bp0aHT8z9ONlVE5dSVBJvSb73ROs7d3zIqdc3Z66
ENgAOwPQQF4rW8dYRFnACSJkJrLyvqKJ/aUxpe5UxGl2N+Rt/SNLO0e8pwXW5dB67/WmgqeSGcE/
fQ1Reuogu+wkPRu3CEwaAbIQP4ka3uUCNCAsdC0BvSE58V+tBdaihZF9MPMhOZVOO+3ckVvrTY5D
bkolGE7Kqvyz1Dr4y0rFs2Uq6DuP2JJwP4ugL6Iv+z/MjUorkC/KzXSGVoNRym1Rr+8ZrGxlstfJ
eXSyxL4vC0PBf0brlp0Btx5I6jHA2w0abNxNq+1kjWoWL4h7+Eslq6eh06yTBbHWD4zghC/RB6C4
MN8dpXFbRZ9PFa6kH9pmUPwWcbZzoqFgOYRVcLh9lW0tOnkMdCmaqUShq2c7wWF1tlMt9ku5RCcz
lz73Opzxtg/Cnc8r5rfe4ugWE5/hOANyXhyBN3UpCpnyYhlcIJTBP5hRl//ucAB2NavsHp1CMT8Z
Fvx/x5KynYLHxhRpl1B0g2DEF1+f40Ay9SAIitCXCoTxpmkhIG1jePja8D/EhkBcQMdQyhHc7NVq
gndy+q6qQ78ciuVk4Nz+YEZQptK22JMT2HjpqIZpHMvXfuO6YTAHqPLnYlZ2qARPWhRqT2W5RKd3
bw90u4VoIuUXILmrCcHWirLamEO/iIcQr6qmd+pDMuJN38byXmNi477hSPL5WUEaE+tgVxs64EEx
UQvFcuPRyQdes7mYYjeunaHxA0nvft6e3taIxAvg7TnV3Dyr6aXFlKuFxhU/12Vwsjvk3e3FXtzI
1MIHEEt7hJOt8Uj0UNoQtjf4Gl+egSaUl6G2jNBv6xrxXcsYPA3RVC9aIvtr2trx//D5ROKAEAJM
LOgWl+MtiPoEbamHvjkS4qYBJRhzxtAeK7A9OsHWKWOjCL0JC7nW9U4pagwOB13YeNXV4sdB2XhW
HhufAl6m94cibJJXw13uLNjEl7Oylg62V6FlKBqrixsGvXQnhxhBRPgIvb/QQ32JwYSlDSiP1VB1
HDtWgbirP491+0FTc/OM5e34mCzSHp99YwFpRZjksTAReJhW70Ne2zmw/jj11ahCsiDtkGLS66ao
3XQYpp0lFL97dRkL1ofwzqXgcYXv1IbeXiyacX5qyPU38DT1QxvuSp5sFZEQKoNvCMGc+Ga938FT
9aJPn/ot5NITEeSXyAjku3GxccaC0O5ajSKUOuce6nVS3UWN9V5XQ4JlyIeCQicOgLI2U6z5ppWT
jCyraVXYEtl/+iDOvyAE2t2XUxLsbJitZ56WKsVihiPlW2OvJ/ofmabUtMoUpD/QzCjqhwxswrk3
g9GfAid/6qgs3kldYR16Pa4/AGMsXlowgI9hoeuxV+a19o9ujPG/ty+7jW9ONQ+3KbAaFPTW76BC
I73R8jLxl3iQgUVKUFyidI9Os/HMs59orYPiR/Ji3S8MZkKpHhMTPvlsw9+TZPwyVVITbHWX1DxN
o2U+SP2IKngcV+ZOlLVxiCiicSuQIFEXXgcZsFJmQBpp5mfZnPxXWFL4GI61eY7tYqeatjVP+vUA
vygn0LVZPR1qbw0FHxsMSNGYZ7KT9J6oQD5QvdcOIwr+j4gzJyfCAf3u9nfceER4ienfKJRaRFPs
8vrr20iujIQ50kSN/3aG0R7GWRtwIjbq9q7Pxz0Q2tZUqT1T2mEGEPrFv38TuXXRYsJ9AmSd9vJw
pOk8uG0S6y60seiYJrX9KRiWylX1sPz0P0wVwpxCfAqiag25J+WJUelhkXWEKlzErMevrT3/muVp
OtmFY93fHm5r91A8oAVNhi2oDKuJzqCO9GRComAwih9TY4SeMqFwK0ed+vf2UFsfUXh6E3SIWGct
K1oV6AcWi5z56liY8NwK5Z+iy/KPg0LnVjMzZwcodn34qbBRpIHcRUGfl+xyanGzNO2QSpghxkvq
4bVTPrfDsif3eb2Al6Os4g389dKizFBEaNRM+ToUBRU2peg+TiMtg/cuIFcMQDteFj4USfPlhBSp
mdsoWwRyNbJekG79hQeweecAnH/IimEPMizywcsHU0AFaMGQw4FTXhcQ9dFQ6lQOC98W1hklqWrr
phDlnuVpaVCfwd3YNUYyOGvCIJJ3LY2bnbvtesvwExwqBIAIwHa+PrZvjmEVYAIkI0/kA7KzW9RT
9eqLMbX9OUBI4JShkvNuxUZMc4Rwh+i9wDhZP99DoUcBbrmFL9NXO6RVrJwWO3JoRel7cgxbO4fB
cFWm4Q7+Q0z+zeRavWqo8tSFjwBOR9eZZsUT7L+mdxG5d3bIjluHAcUFkdYgoU8KdTkYMLTODp0R
hUQd9i39oMLFiDXeCwXEE7DeM8LLCrgptJErqbkUbUX0g1ACi+tWp0JlDm5mDiaN6kX1E21yjvOs
ZodK7eaTHQWgDAI1+O/2Mbm+u3kF6OMBnKBcea0CZaWRXdpq7g/l4LjaSE5VgEO5x7o+8QJ9mu/Z
9LMvz/mwU4rd2q5CHZsAi+wD/NDlIuMuv1hBxV3Qpfb8bCTz38xQhxxwJBrJmKKMh9szFbnTerXR
YqDdRLRJarx6kJMMmHQoM55sLX9GZdF7tyzG4nGKOstDmbly+6iLduiqW8srsC+v9ndwqFeDlgik
1FkXF76j0xFqA8IpVBkQfcmNFCCHkp7S2Im/KVIfvr8KbKFbIISHUaYSRdnL9S3iqqM9hFKsVPWR
p0lF+zxHuAV1qFX5WWGUnmkm807CvFHq5zGm505PhC1FVfRyVKmwK3NwUM2kRItqU+FIme7Fman9
4ooIu0PY4Y1+LyEl2rmNFUw5qJGhARI9CPXVdlTfj6ziBwGKAIdEfEL34fIHFQSBfSKj87cYjeLW
qbWckdhHP0vtgr+3d9jm5B18yhE4o4p3hSI3qrA1dDxPcIs1R79K8rRyI7QTKteqGx5UIx4eyzFa
vgN6Jwojcxw+zUbYn2o9cbydH7Nxu4gODy+fQw8CJ9TLiefNBOVNE+LWbWWdIKtnXuhU3wfxSyYl
iO9sbKaJvO383kAJxQ+6sD2+/zfgesTPePV8ReLu8jdwj+VSkJKJh4Rl8lMdGeOTbs+OwVmz+v+6
OJA/GgSIzaNkxtG3SudOOBG9ltHO27jxPNP+FZ4bLAg0idViTIk047wepv6itNW5H1X7LlXy8VyU
QMYkLdDOZTdkHnIQ/dcJCvPONSDussu7R1gBCIVoBPdoF6yGn2NdqasBqatlzltPxbzPmzQpcode
avzba359zb3yTeiL4OqEKp34928fyqyvphg/XA9knwPBV6m+DVU6++ir5/cSzirf9cmUs/fvNgou
yGTAjyad5h8vh+3KRpkwVnDwNOnUuxbaj5/qbfEEr2v0sV7lyllM9QXqxd082uWDMrX5zm+4+sYs
rCmaXrxogDRehb/ezFzK2jbrNFzuZyUG+JXGIEXRCigzqFSDZLmKvRifo3KOO3yym6k4UCDN7t+5
+vwGmsg0FkkPSDRXH3qUwDyoU4l+Y2CE53TuypOl18khSiTr09hnWEjPu7anVy/p66B0TRFGEBKE
q7SkVdouHKoKkUOprBBEifq7oNL7Qzvn36UwGE6353hN/hXjCREeGIcgHdahNcTtQUODeUR5M3e+
lZlZnRsnas/Vssy+hlLUXeeY45mH3PrY9EnwCcdS467vnP6xnGTtVx12s7Hz8a8eWlHwA/pGA13E
E2vQYjp2KUqMzQjUVLKPRVmpeMAXnac32eQaTjp6qYVgmTpgmHp7Oa7OthgZaYjXuglB9GrnG/hz
Oj39e6/LnPBQN3Xjw6pPvNlq9lCGm5MUFVThmyPGvDxkOf1bHUO8wbPMRnpGmlF2yzhR7pIobk8l
4nmHRq0bV6YXuxOrbo7MkCLPJvpeq9M45lJITsUkbWOA0ddMtfJUgOb6PasQe0vFbj5hN4mMKPJ2
2k40vrXA4tuCIKDb+n84O6/duLG0XV8RAeZwSlaSLEu22/mE6G57SC7mHK7+f5Y2sOFiEUWoZwZo
YIz2Kq74hTfwklx/dVjgXC/lAINhQcDqXCaG8W9E3TU9taOX7TxZN9cnuSLvA+ZesHlAD64OMIIL
U9FOsCsA6OfnZYhBSiY44P41ju14Lo0cXYu5x83y/ibaHJaQgRSHHvqN0iZa74bXTOkAuTZfzqEx
2he9mHBdFUty9F4NVfKk2dm5G4uK5iM6wUAFQEatL0zg2OR3NvqGbdoIfJGb/oDlvOHXELYOxCrh
L8MZo4duEXsisBtLCrUE0dtXERcY49dLSv9aG2AVIHZbqMXDrHXpi2uM2W+t0vSdnbtxOVJm5TmE
0SJbOKszk8610RGEDgGRGbI1A4EHdhhV+5T1hvm+KKPmy9uXEk1d6rGEnRJ5ev1tuh4hldPWAwaW
sXmMxJw9ZIaHyoZaNMekCRETnJLircQvtu0rFIHKFBfE+krmOnY1UP1DIMp4OoUo0D2OVRu9gwse
75yQrbWjVQpzB/lZmiurworKdNrWwAlpUEg9J6JR37tjkweJ24c/7k/l61xdxU3ys2CX2RRQ6WWu
i8Vda2HC4ERDoAitf+mVVEyHkSfFCqC7erGP5mLSnGZT622/VrzwhxcN6afM9MLRx1imf9bGOsUp
OjT0+YD+ZvbBUHTFCopRjZ3HLmsd76BkofndW5z8PbI60c8abf4paDsaAP5MdfbNSC/KpMSgnDiY
oLxTq9tMS1s0pQePm7QX5lNvdO25q+PoY4HrgsRt77XVX60kVnMo1ZblppAnfQ1/tLU5WoyaiLMB
6uBi4YHJ+29qWZnliywco8elG9MfDjO5XIYiz/OPop6z8UBNE73N3gmTD+4Q5p5v6QWCH1RGu/nb
lE0TChcWKsf+0i/DX9mgjTtB88bJBeQhyZWcX27i1UzRJs3sOFSmgDwKNjpmcdGvprfq7gXyYx/7
8SByaydPuKn8sDrsa0rnpHCE7PI3/RFDaliCNWOr4WpWzdXHyPP+6fRS39nWW4PgvkqhXGoLUAK5
HiRvl0TrWp2IIc56Py5MG25MkR7vH56NJ4ViJOAzoAYgjtYosKWq3ETtFEJRbVguLOnwYC6d1BWI
5suSl16Qxp6386RsXA4GfRWqdNJgl2zg+tOEOXdevhCGpU1T/G+Yl3g5hYpj0AZAJW4n5tv6QhBu
KN6wTwh+V8UVdVhaQ0QE/FWVZDXAOrP62CFO961BFBK6jGhObhPZH+/P68arSZkXqDkNX8RE11As
AQVvLOF7BFOpdl0QFXbyUcwIQw746aJ+llnpk2qmyfusG5WdNd2aXiB2YAvZ4hTeVtsTKF2iFR6X
h2zWHftmVqMzrYh2kSRBZdx5VLb2KRtU8u+B19/wJwrVmwAUxVPgFIX9gzXXdV8V9l4hcOujpFks
1BWwt/C2r/fM4nl1Y9EvDzCsm/FHrtp3w4S8ADIcKD7eX7ytsaQivEP7lZLjuok+8TpDDQB53FN6
OljxRLjTamrzJNKm/Q9nQQrP83AR6zhrUY8CWUlAhxgUNBrC4iHbI5hpwD7OqiZ2TsLGSpGNcWnT
VJXAyNWx68dlRKGUk2CoaJO3lRlC1Wqqnf2wcSFT18PEA3qdxMTJX/HH5WiYRWfkM51ZrY5pMIyV
5tDUs7rct4a4rB/nzLZ3Yv/bkhqOeoB1iVARN6REvXoEqJzUPEnugPpalShHTrf6G06T+R6Fp/l/
eO6Bf9BEW4GC8KZcPUCtz89qrbS6X7clElRv3j8y+YX/IW9WAsvrKYjzCCRUQS6C3KHti2l2aNn3
5XlEKWXn0ze2KtAqXj5yLurVa6KyGCddUOYYJMvEPlttZ3/pa2HAZUuznaE2rjSLEp1Jw5HDDhri
+qts0Yx905uAjZATueiDhoqQZo3PiqNPL9aSqhe3xtMA+V3jw5vnk86x1BLB+08qfVyPnHTMY2jw
kZY1x89RVhnEE8lYoXyeG/OO/sbWjJLQSLV5Xg1UC68H650kMfrZGbEAbdMvqYARrSqG9QSIVjzc
/66NoyLl7ohaKcuAIFsNZdaWXamD3sOhVMbnudX0kyWxnS1b/GA04x5wbOMpZDxHNpJQjwWvef1p
qae3XqVZCOEW/XCKqJD5ylB/sbXYuDiZNz0U6q5Bljx6q8CSe421I16CnLqGhtqKirhpMvTBbJlp
7kf07lrfnD37OULuo/JLY8i/Zfy7th9VdflZd9Nyz2BxY0mptgHp4KhAu3Tkzv7jSuq9UINcxzxH
Vpr/G5tK+mlWvfm9jWH0XuS+NccUveg90vO8VaK1G8tNIjMmscN0/KE3Juu4GNHwXuCZfYCARFIC
qmTnZt+a5D8HXW2kThPaEtlkQJVdDEG6OPNDtkSwjuPUwWlcJO8Uu/iVk/1KIbj/8ITRoKQPSkcZ
zZqbXDZVrTaWo6P7Yx7KUatOcPAVLF2LvV7B1krCyQATRdosGX3XK9mYUUQtidmd4mG+aAWJVwZH
5NAJWzvdP5yv9Jb1zpVCW/SSQfDfRBz4ARVNN5l94Ax2e1yaSrxbFF28a7Q4/Vk6Rjv4nqjrT3Wv
B5boL32V27Wfm00CwyCzzjJ6J4Re7F+4JCyCpLu3/o579Fbv/9CtWwR+nOQDSZ6lvXr83GnRbYDW
yOLNhfLLmeJJ94tUrT+1FfRsBEm0v+4PuLEIcBm4slgIpmYdR4DqLrpUcJxgi+Ep6Wbt+5ya8slp
ouXbfxgK5pGEDNGSWZsbGCP1vmZQe2StG+WTUaTgk9I5596qB2Mnk9x433hcwNUzi0RI65ybdkGd
FxYgwtpFpFoxaAS2nPPPfSEUhDKL6lKBdvSbCSe9+1+5EZgxMmGZVOWhfrkKzPS5peBtTX2QGbZy
wafUDjwj1nb2yS2OErACRQUJw/AkG1deXX9cg3VFqrGYbGgl1/NHu0k/OE49Hkc3Uo5mpISfxsET
/qTCRooqExVIp/B2XrzNrSOdrKTwpiyhXv8EbzbMlongNVA5tWbkmgfFJccFzzcf7k/q5lCyxo/O
BhTrtWFWG6lWbQmXXerN7gWjgRR5z1Q7cau8GTQgJ5b2ORwfKa69Rri4apTFC03BwKuc8JgM1Iu6
WI+Qsuz6oCOBRna83CO63LI6X0cFuYzuobSCXO2aJbbVPC6MPhgQXD8tuZMeUSRcnl2E6i6wJJz5
VJVmfUpdYWCJWGYlaNlweArVbDwZuhjPgzIi2udEfXzMwFccCrr+e3qzG++hjMxlx4l/cLCuV7xu
3EhEmcapaqPhpU9mwTNReo+w9sRfaDR6B5tO4+X+2m+8h3T5yKiI4DhPaxSHiZIBECe2WdNPwwOM
kOZHKpb5vbos4jz0eWr5etiHT6KB6K/Evb5n+L311ZwyCSs3KHSu36lJdNR1YqIeQ5ncc9a607sm
IsmLTOR5agUfjkVXsh2szNY1IveB1IgEKb2Wh0k6vdVL6vPBYJXu+wgvE7+Pxj12+9a5AjNKuUje
JBQorxd0MvUKUXEuK7Ou26NWFcW/dd7+DkXd7WSStwpbEl1FukHLQyq2rHHzfciegTbXB1Ubuj66
k8pLVXTfbbsrnnUlKuhdmvpBjZQZGdgCUL1atti31+ZTkebxj/t7avO7JXZPVspowKxCj3IY4yHV
5fNghd3J6JR/EKQdPtMBKXeaERubhyfIQquDUivg4NWRiag+N2mpYEyPl8nXtuiVh0IXreknyMK9
JE1pfDRDo3szdYAQGYQ7RUD8bxDHWX3gIrx+KJcaED31uZ9aWLv+ZHX2y5RPu4z0rU9Ebx4kKQVn
lARWMUuM5H/IPUzm06vmqari6QtyI1Qm9NHuJQXVOTh1gZv82LUdpliIIp7SxKkfwIUXZ88s58l3
CyFM8IQ9ksahTRAWKaVyHK16+g9bHtgbxDaJeSd1l1/zx8NZZVpTJaOHa3FMFTbz4uSQiVA82UPz
ZvaSzFO4LyhzvTbpVw/kpMxlr9RVj1N5d8k8/JO7CQBO3FfJO9spnZ2ttnFlyDxXRgVs7BtdriZJ
lDxiSFonzJrX2vlRCzv98/2jsxGhAneQAsQAzYHWrdKTeh5xzuxxfe5UfUYLeMy9pwxI+49q6txn
oaTN/+4PuHFWIZJTwaNcQMXiBmeLV+U4l0YXpAjGXUyz+6wpClY4Sbun0bb5aZQJId3gxUyl5Xpr
mHFW1fXISKG1ECBCMQuSKERVKFOnh14U8c7LtlXqkhGijIWpGuD8cD3gHJuR7tTMJW2WEICUGn+b
ELh8NMwBZ4cGeM2xKc3lZ5ZM4l3ah8qzwgt8GdK6V99e5iL+J2CVHCBSstWytvXYDHg+Ino4NvVL
FubGocZ2PvbtXkz/ZSxw08Tn8CXQ6r/+bADtBmkt81zlUZwHqANYj22JoqJvKOn06f722bqdqBNQ
uAe4AhbduB5sUppMWehgBSVyTT+StE+/1wBTPpYQq7rDaC9z4eut5u28MFuH0dMQiJelA3iSq6U1
nZa/2TK7IJ9CfGa7NDwpfame7n/cRmwkTduAv/B5tAhW77eR9I6dNIwivG48hKNQfTh3ll/NuYWU
pZY+hV2WPI0lrtKhNezVYraHpztBBk+vcZ0BKNGkhAhwcRfkcJeLyapgps3G0Vi67mFxuuWxs4zu
7E2eQrPWDHfOz+3SArjk1BCsA7S7ERhpxqkWnQmmINWW5cc0ZO4xRMZPHMrJozych86o+EPpqDtX
4O2NRMbD/6gJE5mBtb3eUoVrl2URx2OACQ9lmjlXP7R289JYmfr9/vrecsdIrtCVh2KDQCQ1+FX4
MCvZZIiWGgmWto11HNGZ+KAl2LH6SMSlP9TG1s+h7ig/p0UUL/Qy9UcvEfE7WQj/XmmD8gS/zf2r
UMM9+b2tyaf/gC4pKZmskV1PAkCSwkidsKdcEsLEaVUMmRo8oUusqtoYA0nX8hOs6ncS39stx2Gm
vCrhdtwga4PaDgdsx8QXLPC8NK/9cnFnAOSt3f4Ad6jZAUII4mwM1fAzXhDRPKXGgmvV/VW5fSf4
DUhBUSTjtrzpki058NrJAe8Rl0N9btVseE6irvqq073+TLPmzUIbstDJvwd1DuwdRPnrqV6cuNTd
hFLvmFN6wgApPcQNFmjAW+ydI7WxtfkiQB4gv9hta5hOj5iy02T83RnPcVDHQwSoxbWRUCr2yCub
QyFhBjue/I4q/fVXKaIr7NqkHKR68XPpSsel3NOKd7be77oVbo7FNQUoCI1iQpfrsfTByaKiIr2m
WqI17yZrrLxLmWJGr3rF/PXN2wP6rGR8AoOmabs6GXHsJergMVhVY5EQxuazMJYwOcSjkx+0eUz3
gv3btwbNO0paBJr4ePIYXH8dr0BiYFZMcRMUxzMMRHHQKm6C+5+1ceDlhgdbT5TpgdC4HsVsUsXq
JlKKGbXg6RC7jhj9Kq7Tyzw53ufEbvSjqMJyr+e/+XU2wAbiE+L2m4J/pNszRtdcNKHijoGXlMkZ
IIe6B7Xc2iNcsZTtuNTAPMrf8UdioPZQZageU+QxGpC0LUDefDTiIKH8drg/lZtDyb8N3U0Z/62G
SqssFCOdqcCoVATsEM96zIfhX7Mv3J066EadEBE5OiUk3Zw0Avbrr1JQcZCFRC4Lt62DxmzLX2Wx
uIesNtOHclHsJ7MzP0XDqP0jkmT5hmnSHlFuawEJUjgTaFNwP6++Frlsq/NQ0QtiGE5BZC/LqXUH
sTOnGw8DbT66CA6aaDSnVkccx7S8bLIcGOcco4cYjuHDYM350Sjd/n1Xey1mfh21WOS8z7Xh7RkQ
bS0p8FH6w+DQKXGv4j2jaozYGmjY9EsiTpOS1gfI+0NQ21N3fPvuAb0JcF7GHjxB10vaxpPi5kWJ
SXUhrKCtEWEeLOwAJ7N+M92Pv53og14QFHHus9XSRR3t51oF+Ycce/uPOrTVFy8W+UMMPmxnp25M
ILsDQpqJ6wtUotX1ks+dWShLRa+NLORg5nF9VCYHkcCx9d7+fqODZhOcoxHKnbbaKqMaDoiYUFFU
F16ARO8GhLelSq1LzS0KqhSPmftLtlH9kpQcNEWQRAPduAY1NLmVDap8VwuB45mfZ0tpfeiVcdSO
ZTvV/9qdmXQAyPvCgpInnI917mhQH9vQeZlSXEWOkV1o/d87P2tr0jXJjvMkZ52GxfVWEpMVKbbL
7ZAVU31SRjutT303YtjGpVH9ti0wJQHkwFj/2saj/V7t4gTUDlbZT4oG78k3BS4IT5MVO7QJs1z9
qzOmtNoJSjaOtqygoBlPt4OoZHW2ELWZLDURFJjARR9sSkUBsvHm0avTl6TGi5HHSrsMc91TCkcG
9f4kbc2Rrpv4OlEDNkDbXs9R6Vjk5Tbl3ypOEh+mm/IuibR/1N7Wdmq+WyMZEvQC8gpygbc6bcLL
IhRNMXetUkzly5ICKACcOLCWaU/9cOMxlykj0yrZtUAjrj/KIOaKEWUipIzr+V2FrQLBbOMCwkiM
6FzrM/7cNfX0+1Mp/9brLixFSaqhEsxGh2xtAOBQXm2hn4E6idhGoz5lP2yrLHawLRvbhVEcCQ/k
eoSqcf1teBhpYjDBtmj46R7ypdPfxW1q/O0J4ZyUzoxPCEzZh8SLdL9UW/PT/Y98hQOuv1LzuF/A
Zchq3GrDJINnZtDeh6AbsMm+6CHUHHA2YTj7YavFYRDWUGSOTl8p5jGMy27yMaVofwu4tzBie/Vn
XcT1ucSo6DSEYfwwIsz6pVXSxD5G6Wi2J2OMdcVPsrilSjRymR6TsrWr00xNDJaflY3Zo2MpxTEz
Iq/c+b7bnJRAQsLdZdGBosq66JBiCdbZxEd4nXlfk2o4e6EtW7kyKfUUjx5VjpPUPENMygFlafLC
Q07/e57YHzEPeAA/9vH+lMsL4GrG5Y5C/eyViU9ItXo7JkRPNaenDjFnnfiakrp8pqc/PbStp5+c
zs0PStKGX5w825Ppk2t5OzL9MMIaKu1rFc/Kwa8s4wUJotnzSNK99mS2wF6XcHaAh6btzkNyc0W8
nh2QJYwFZmJ9bnPqVxXS412gumF7nia9vgz0D4LO1aedeH9rKLhrUuXDJfheI0HIckXrYb6A4EXa
BGE2FmfTxKM05+ztPMhb6wcugCYfmaCEhF6f2L7QrTbJB7hbbhOW8LY68+881cJvMDTbA36aCCAK
MT3382LuhB2bQ1NflngXcAnrPrphjaVQzZEFXOwYYVrd9N1KDGd3GqOnSUsi1KuazG+nKjrf37Rb
8wsLng4f5V++e3VNpUqLDUoLnljAovO7DNEvByn5Y5g1e+LLW7tUBycKWROZHwji1/ObGo0lLG/u
cMdsM5+K4nyYPNQyc8vKDstg6zvNvs3xqO3ajEY0vm6vUZJkkekHBKqqqMdcgHSvTROrHBdLTjp+
e5z7zfFIDZlLGCNcSdffR+glpnFJpCl8On7q+to7QJEsHxo7Am3SzHteIbfteo6h4Uh9bgiwAPBW
E6orZU1dPO+Rt0UC46Qq2NacYgWGU2D0jvWSCzt3D4bn9Dw9nhK9lKrZjR/UuF+YfxGPo1+0RuH6
btq7OBYU8Db5Q/0vSPLWm1MT+WPRpn81/iUxXs0OSeikISZBA4UX/+hNrngOE9JnMtzs+/09fZtu
MhYoIjJ16RINhvV6JaIxKfKlot0ZKqrynTNbfU/Nxbw4/az90zUFdFgtb2h/cQl8MhV3+a2pTe++
NWSTv4KgD1NAlshdU/rCGVaCQNg8ULNwOfS6K/6eiw5pycpVs6/3P3lr7+HeAk5ZOgwhc3X9xags
ZtDaGmrgvdG/8BR1vR8uQ4snTijSQ5dUe3iEmyiKr+OygjZoUHal3nk9Yh2lleY0NbdlWyqfvXTR
PsZxuBNEbQ4iy2V0kQnV1qV9jFyWZXSqLsgwcfxipYr9Pp0G/XJ/8rbuQGyL//8oq+2iaeBJVbfs
ggEFtkOc6F4QI7p6aFthH+8PtbVO3BBUsOhb0rlcxQhunw9OTgM6UNxmfqIeqX4sCcK/V0Rxpa/M
3Lo7r9rWx1EJkMoQ3IHAZa7XCUvNqVAqOs1ahaVYiCn1Oeld6o4Nmuj3P+6WNseeQPiQUA+4CInt
6uvgslnWZPCCxsNkxEera42POqUc+0SDu/lLGatOYKVWTwk+wd2cHIlnIse3mqL7gpPd7Pi2WWpZ
EEP/tB64LCDLF7o+xH6ZVbbhJ2qmfRBxCwbKyvT0QYy9YvoDYhO/RhNnYX9AVlLfWbLNCeRrJMYZ
6sS6IteyJnZpuV3gOYuOfMfgnDojVc8eXeadCdzaHZRqqeCoKCBShLheK8ctKqewiCCLKZ2PzZBb
/1AXS4PRtpTDaOh7Ke3Wp0lSDw1tbg5SvuvxYnUxEi1cGE+nplkoPSGckwsirPC/bEO0UMDNIUoH
v3k1lBZlJrVGOrtOFiYIJ4/1k5hnSDBtkewksBvBFLUEkkcIzeBJ1w30wVLswZzjPuixPP8dIjNf
+pU5D4GtKvUjsMv8OFZqeRitvo7eftpI0sHCGzRJOHarW7Fp3TQpq4IigZ5Xvl1b3SUFIek72pie
7p+2jcWj7AZAEEg4Pai1AYujzY1RF4QWSRL9b+hK46RX/UAXahQ7I8m1WaUXMJixlKHhhVrluqpY
pTFUbJXnNCqU8ihyUZ1Mq9pT69/6Hot7g+op79dNUsHV68HK5ns6C11RP66b8Xvd6eNAclll/7x9
8ni4aNcCOAMXtVqn2WtVS0mI1ZCdS3B2GNvHDC/oZ1S3tS/3h5J/1c3sSWYidwhUhDVFesJC0RYZ
9RTNS/C80EvvbCxDf0rT0cI2xtOoSI9vLi5K3WAqi0QflCBInK5PNvK6zVL1DAqkJXzqQ09FlHbU
T3MIx3QAc7aTpm19JAkamQt7X2Yx1+PpMfwWB+WngPy3Po5mP37CI9y8sJ2cAg5VUz4kaOPupE0b
96WUzuZO4W2TPcnrUZfJbC0qb1wqRGKnDJeLk4fmDMbPiNyBQR2O95dya4vSMKH3xMtNHXC1a1KR
RCWaz21Q9ktxTJ1evZTK+C8Y7r0+wsZ8wtamz4qxEEW/NdldNhe61lFa3jkAzXFY6d9SM0OVvVRV
WAKO2ihYgHa6+fP+F27cnVKSVlKHGJ0O2/WMcpmGdSOjuqkxpoMrFMvXpqx8X+bmIlX9DV+UVkzf
Jq93srWtbIZwHfnXVyDJjdVAg1eN1/QYntpNV37qOTHv1X7BjyTVoktoa/0DVdbxpRsoQ2NWYgSO
UPOT6LvyoC9N97H1RjTpUXr+t5rV5hgpotwTHN3Yb1xQ/EjUAeTjspqdypiM3ipJlsHAjEfFqvWH
yDBCv/C6+cGOLPV8fzVuoVmIsqIYx8XLOZbM3+vlMBo3puRMXUBTqNUHrVISLqV6nrgXZeiXT9pc
tOapF170SHm21A6jkg4iMKu5+d/gDkQS93/QxgHg93DGkZeVAYP88z+6k1qd4Eyr8nviqW/9rCos
elyaGQDZ3VOC3pprjjaNcuk9C/LgeigDXDeFFkG1AP2K+LzUpJb+7Bgd4E4rj5+FZ2R7APitU8db
SqYB0gV/jfV043qaQ3rEebeFZ43jYHs00nQ6lFW5fGqlHWFvWPrh/pxuDsq7KnsyPOVrEqSbZzUK
dZinplErvmXhgNNQ5daPbpXHAFCj5GQp055e1NZCSkFCCtMohtwgc90urvuss1p0X8zQN8dWDQxK
Pme9U94s1c8e5pb3cE6RbIb1+6csThZbtdbCVjJoiYo6eT/N3i/TG6NP92dya8sQN6PyzutHxVv+
+R+7Uw+XbGxwU0d5wI4vVovIIo7V3xW7xf2pI0m4P9zWHHJDSqI6QE1wHdfDzR0GZTEJRzAPbRqo
VlFifWg0B13j//sPQ9GKkaOhb7jWs8sdu89mLSZQ19geExqhR1LjX2VvVw//YSTJGKLPxAbR5W79
cw7dcHDmnC5gT5YGdMpLfrQpRgQeKr1/3R9qq0wD8MYGHg7sX9JVr8fyEqsVmctxg99ScJtQGkzK
zjsqjYYbSTr2p7lzlQNCZjga6Xl7jhrH3EkWtvaMJGgh4EZ7GQTf9W/o3AbuhM6TrrlFGtQLzuV6
5TT+RGfqUNdoWN//6K1Ng10Fh47pxZdsda2NahraasFKxiEUQFNE3tHG8MXXRu/N2jwcPIlOw7zP
oP60Lp0n5Bya26WA/hejOFIU+1W5Uf2pAvSxM4lbUYPsiuL/Kd0J1zBTiovNaBjEYTZS0UHitfmP
cGzKJyogOWWoZHnnpQjMEFNEO3toIzUheSXApQXEXlo3Ze0pRQe4o3QTD7n2rSiTCmgH1Jj7iyYX
ZRXCM4pk/ZCXIL+xijO7AdCTXVG1gWCgXIACJD8So6jOlTtOR2NsUQmwLRhS+aDSp+iTnaBsc89I
6N3/G34t6d5UY2LnHh+ZG5VNI3yyPiDo0ASG2SaX+1+6eRxsGi6E8IhXvYr6/HH8815rtDri+Cf5
5BziWWixXyiDGUQR/QBtmpSdqd0ckE8jrJbGv+ssVhFJv/DZWIcrkQCmNqsHM1atICbEC+YaQv79
D9zcqnI0UIXy1l498cKqJUOL8co8zp69OA/P8yBJoLzDU3oMW1P5JJa++7RobrnzYLwCGdb7iEgO
2CbVesBQcqH/mF2769JcdyMKjfRZ5oexNgYN5bol/Qr+QdUfSEgdtNd0Jf4wij62eZ2z9JgNcYiq
BP49dtCJWvWgOwCJ9MPUa0t/miZ19Nva0ZXjbLbqN1cMY+MrOFObO3O3tQ9tqpESvYjM95rOM2aW
u2Cawc/XSvOoR8uEkqhi4gfiRbW6xwHfWqk/R1vdlHMptELo3JQNSlwnu55TfxAi/94kefKIyGHE
RDlaoCqF2NFr2NqTlAZQpCBjxBNq9QaOQOHa0aMSoXf1EpCh5RcV2dTAzeby5LVV/OH+nty6Xlhe
yDK87zyIq20RLbnIZ4X2LZhp5Z2BdKTqm/Y8q5A856EKatTxxkOv9fFXwRr8O80mVNf7v2HrIoV5
J4vSoOgh319vzTSJY8VOGzA482J8CfXO+xJhUnq8P8otKoE3iRRPYnrhaEGFvx5GZylF2FJMLct4
Sc8JVqW/omZEtF7hGBg+Juqf8wJ/I6SSs/yQaFn82wndOqFthDsl1cOIhso4Tfl7pTDC7oCs7jD7
o2Isve82+fKz6qsuD1wjrxxftEqI2phtsVF1Rcur56TVNQjmWV1kh9Ht6jfDdNgbdFOpg1BWQtZc
buo/TrhTV2mTS8Lk1Of2y+CGnI1KTU9dp+68uRuHkadd0sdo38KCkgv6x0j1UuOTU1FxSWvL9NG5
sC6EWaGvC4DS91dt696S9RUiNOrSZH6rzYHIKBGNS1XAC4UoAqeqIPUuqKb8TISufKTNKhw/Eqiy
PjjWJIyHrjH7z6VrlM9dVdrsZisacz+xbFKohUflvUuprPGFWvXJU9M248d2ZlJPVYSV807svJFf
yfgABLRsxUFiuJ6oBcjw3ArKwVlqJsdKmedL1tl/o0TtfRFhHCWc63wX3beVuqOcQMlPtvUlKOR6
2MrJ7DqJycAbIzOflXa0DjRB4twvqZ1AI0Y0Gub/OKSBm0KZH2bF8+3GLY+cdf1/9xdwY6+QXerU
c6jOSU/n698C9r1bnMWrA2QjjH+SeNCPWu2ChW2HOd17YTfmG/Y4YD5edIiNa+CRq1CJ0NyBFzas
iyc37YxgaIfoRPqHDmam5z9xI+93FnnjCxmUQjgXC+HguteKPRPaL81Cg2uss0PZ9/qD2atq4KEK
fXzzZErXY+oDPOJU+OXr8efBQ/5Nb92mDVpzyI9uRWd1yCb9iHjqXrllayrl8QauDCblBvi6uO5k
5Rltu0FHMAIoTBa0EJrOdgV8uEq8+J1jxnsc6a2plFNI6kAuDd3x+vuW0bUjHVcxhCJrLTCF6E5m
5wAPSNpuJ9rcHIqwj//wLNxwRbNRTawhKdogzvX4HHmFce68ajwUfbEH+ttKNum6wl2BKgNJYQ1B
TxK1BAxAGaJIOGkpNOKAJlF8nPQZ85kM4UmrLzGFTqrp4Hk0ztUxbXeC3VfNy1UASAUEUN6rmhko
0uu5NZ1KrQZUWl/12OtTybJ+pmgRfVmaykGYP3W5JqtUyaKL2w7wHie1qio/77rMDezFid452kRD
kAqg/TAWjeUdGsTAvtzf4RvxDy7ihKevLX5rDYIe4rpENkRvAhelZZo+8XI0euNL22jZY+hZ0U4V
f2MXwKDDiITCOsHBGnBaqjM4FptaFICdDBfusISBGUZPVbWoey+ZnODVAkjKHEIhkiaOm+/1AhD1
DaExUXKo6im0j8bs9Ae9MQ2EwIa6uEwFFuq+FobYURuzcha4Gee+rVjK6c1TDKVOBgswIjDLWG2E
Cp9RJ5nIs9Rhxk4YW/pDrCfz0fL65l1Z1NHX++NtzjEQOknPUeldrC6tSiVtmBYydMPrbVBmxOwU
PrrHgfrAmwMTMhzP4N5C0YH7YxU9l9Os6Z1tYD4UZd4FMxD8ubRYPeV1t4d7vP0qORSDSAFCqjer
aLLF0B3jZbsJerWYThbMYV8dwv6Uhbs8sdszQQUekAitSV5S0GvXGyf26Owi4dsEag5hXzWH+IGY
OT2ZlZEF+hwWO7nWa1n0eqcygVJllOhJdoLkt//xzKDO6pS00fg2avxGUAyuVZ4GpTEtf+CMvMzV
XKtosMDx9SurM9+VqenhLWC6UYsE/UgOYYxRNvihU+TpESUp41Hk4fBLuLl+CsOkSw/NNGlPzB0u
hBWCzR8iFD7i4/2dt3HxUrHk8QJtTf+frPv6Q8JSmW01ZeZS0xx/U9bPH0p08B6KHD6a7yhdd0wn
xTvXGPE+eG6ofrMqq9nDpmxtFehirzxotsqaWR6XZdfmWYIJhh4nH9glybOwjMx3xmrPAWwj9EOB
giIfEEd4QMRb11/sNbFhKPJCwwDcel9MI+UFoxPKpcpi383EKbbN8cmy2xJ5HW84dWxZzdpVRrqN
HvgZaPLp4M/pIq5pFeaM82nf8boakTniB+P05ymLh8PYtETvuANdUlPsVfs3zgmBJthsCoE0UtaK
MRXJ0ZS1VhN4jQsZyCnnp9BI2ufRS9MeRviA8vD9DXZbJ0DHEbQlzFpOy028MjpqUYbS7KzOFLAC
tToH2agjeV7TCUsUxcJablQPzqDXn++PLMPm1RGVsjX4ndBCkVD/63WmLDhVY0Uhbo4n2QMrxXt3
2ddn2BwGqhX/JaNAL+Z6mLpv0yWcPK4es0ZtIrTn8sFt51nWjAkRtDmb9aOC6uExmim/ikQRn8c8
0Q6ql8YfO3fIylMTxvFpiQ334f4UbBwr3jCgw8ily2VYvadKi4SlnqQENKLUP6PE1R6dCADMQQup
9x3uD7a1oaXuE0QRdJhwQlxNBJVzKmYMpqhdccxj0wziznVeOi9FlU7h0baolO0MurWh/xx0ldFb
dbnkthrTie9Tm/6EqA+eQrxg2qH+MtAC2omGbrczR1YyJQFKkbWu83pVHcUYpcOrIfL8AO6s8euw
UY5lky5+70zjkQKmecaxec+5++ZL6UdAxaEIRF2UiHz1pVXizDa9f3gxSuK0F9NsohyabeOKwAmX
uboUyxTtmbrcbCCyUcKg/+PsS5rsRrVufxER6puppNNl68y0M21PFG5BEggQEgJ+/VunRp/tinLc
N703yzpqgL3XXg1aN+gmwQz7DVrvAxu5p1ANb9Bbi1OypeYuX/r4di7i/n/2irteDHKYq98HcNjf
Lem9mVaVSHl1UCPmduJJ3lkylV2t5/L9f3+rf7xGXAoaeXj7XJH0P+Y8QwRJE2o5EHB2y54GhUEB
lJQKkHYZmjhAzLg7+McZ6f+mVP6n1/1lW8KlsQ8CxUN3msOn7tdlcvWYlJIAJvNLFX/ZEsl+oKCF
y3/mQRZAFZZew6LT4Ttit8Mr7JBo3VCn6od+XHJ/UBz5liCG98vzfz+SP5bv9XfhRADACFoTXsCv
v6usROzICrsrpPIkKXDVkB7L3Q4dtSjXFqNyoCAxEhT++7J/bJ8Y7V0tarGkwAjHeOq3y1650PWV
eF6Ifnqb54rFwAtRt/1lo/gDxb1eBwGcUFdimp/8TrRFSaEXfAy4jovGE89YNTVx5Ya0ZUmyfhhA
yg6NE76GZds8dwu8as//faf/8s1dR8QJdDmIPIPa8Nc7neBKCPkKfkGg7ErtX9ZjNcisEaWpOz1q
eliWAkjqIv5GP//zGcPZF70boIprGf771Fg7kKWGEhgbHcvtPu6Jf9HD+rcp+J8bFCpIlPvg3qC0
+KMk3tjoceNo4Q3Gpu1obHZGtN2XEFZ7Zg6o738/zj+/V/DK8NmA7gU3bLD4f32ciPestzTDLB/B
6hI2Iv263UzJSs9jmvfPfb4nNwsZ1V/2/z83RFwVkMg/OX74Yn87UYWyaE9zML+CmZIjlQL0E5EO
7TA59ZeV8a+Xwt505TOhGf6dBBm0npK9BsUmm0X/hUnXf3cjjx8tKdKv/x/P8qqH+AeHRNX067Mk
MdvxqDHCJAWSEs7FrGjciYRSBmt1wJ6XnRq/IeoD6cl/eY3/epeoRa+jFZjU/z7x2/PFK6Rgr21l
iuFkE/DGQf+JTmEc/pZG9+cCRHsIaiCWP8iIqP1/vcvBqZyQBPAOdP/VSWV2Gk71EuwpTXX1A+wi
WTXe5+V9NrPiL0PiP/ss0CChXrt+qREmAr8TppJ0D6yvDCg9IUlUAxqHep2nfC+6harwNmTFLo40
2OV9Xs3hZ73VPmmJLm3+v4o2rj8EBiCAvq/ms3+8655Nu+sxYp2EEQjPgea0jflcpX95sf+y6VwN
RyALvPYb4Gz9+rRpDM4pGNxrm2diuaUJ0UefDH/zh/63Tef/XuX6K/5PHw4Yf7QKxjpt6bYJYl7E
01amB3Fcrmo9wgjc/vjvpfKnSv/KkQeX4R90GTOe3+5LAgUk0AmBhaan1DSA+nTR9DwpH+a1Cp8s
NuEbwDYxjHWrPb0khV/veJ0Oz6KfxU3JUqjr/vsn/eszgB8CAh7Q5WBL/PUZSFg9DNOV3yEnbl4L
IvmNn8r4k65E2VUIfP4b8P1vaxbl0BWwAuMJ3iS/XjDfVrGsAfBYP5HhvGPS3fXKT4er8dLlv+/t
Xy91hR7BW8H29Md4aC3DXlQgjWkIxo6hnPkFJIS1G+M9/5/PZ0wFobGEtAMbBIqgX++qEGQbV1oZ
wFUlL7u8GhFFyvpthfd0djWVRdZxtAzREbqM8fQ/3+Y/Ek8sTfRroPf+eu1wFVvMcAFpLTwt7zdg
R090LyEphcbm+N+XggPvvyxNoFeoBVCHol37Hd7MDKIz9AJ6fYlkp+WWuKlCzLHGCBeBMal8XhjB
bdKCJeG0xNv2PiD0CVh2tZC1yVg5DccYPNsXMhXki/euf5FL3xcNfAtE3Pmo13tnKh3XDTI3vT/5
OKe2G3g5RCe15eq7XtJMHZdlW78V4Ka6ZglLwRpjB/PkIyjX2qFQ2fdKu+l7vLpRnhEZlPFGG+Xe
IX1mkw3wtGu9Pqb8G8r7+HWuUD1hUqCqj7sprTn5IMeP1xRcCSpyZgpIWvvpechSlLBLgvgqhMQb
NjYl3OHuzWhrdQbwaotr9QmGxhiF5bu1S8EfeFGSoy96NOooYBEAhliwvu8cH5bihPRO+KukSLM9
sjpUw7mv+xptfjWXtoP75cxaL73hB0xT5tARGQ/uCAsRfq4V3wGuKVKljRBe06fFUvkRVFr6ZV7m
7SMSO3N5SKRQBnpQ+PN1mQ35PQJrEbIJGbB9AEwUk4702+ZaUicuvu1HobIGm8T4bc5XRu6rksXP
oJhpZHQNZf8SLyquuw0mTPCsZBw8dRPN5fhskRUzHioLhl/D89m/QTHAhga18ebxJ3p8DS7YFM0R
/FtzOJMANLPM3M+BIAMkxDN+05bHvbsKsYYf9VxSJKxB10/bzE3OPKoVWkF4hMFj60hhrQXEkQzJ
A0FEzHADD7j5YSjLHnfK6umG5kTkR1Hh829xQmUfpR3Zlx0K2Y/gJNbIIIf/f4SpwOhPYlmS9DDE
OSYE3I3wmeszmtewKxkxLZiRWnifRZnfD1SWGvaRQwxCH2ULklhBs/XitKoUoV4z7d+sCHEO5gHs
c7plj8fsWG6y5tDwzGq6h2VBDA6EsOxGxxG4bLiL+EjXnGU3JHMAukEeyqYG8cpMNZWFUcs5t2VE
unUzCdJXAQvdEFQBP2CihDAsxQAc4YGu9X4Bn35Edg6Nyi/ZXuv8WPRQCjUc4UpVk8Qw0H7e3Dz5
01BzV11mn8djBz9LmZ/Svsc/RojzN3s25ARmEqN8qhItH3s+qrXh0WLuMEtPn/d9iODCvon9c1Fg
3t8mO7jBJ4R28QkcvbXIb+Kq71PQltBtIlgejP9jMFWIkeWTGxDbhgq3yUsLyjNjLteHNaPwx8kJ
JTCTjOgqj9wvGh4om+6/bUXpp3Om+/Wb7JP5DZ1lYGDB75lvVgQSy6OnPv7JxmK885EbsAsVTNsm
c+UCjX1Js7KZ9VK/GErwpUqvJ3N9vNPZ4TOEIhPE26eeKnheO7QDNw6WwuUJkcLoJ2eZzD/NiAFH
4wu7+lYgkXZqyKbNpSx5mjcLiu75yIFMAbphXGznnZd9V4O2D5thVvXJBdwEOV3Xg/0GsDjdmh2o
3XON7I2qs4vYLzSv9g+LJTJqfDb1nwqHr6SbEfW6XCx17Aeabv8pz3ShOyvSHYekzx08//GSo05V
NREtr7b6eS3sPoO1xSZ6ISzsDn6ZBCZHyazQGabVHsVdmm9RaMDHyKIzao9qOazL1OtGSkil293D
m/uwxDNBVmeIAuKFe0WrzkRyjpplZqM+wjB7Gx8Y22AGb4bN285Ps7DnoR9df1vPcl9uhggOAA0r
kZzY0tVZe5EV4ciPWg3APe/gYnEm3indlCwi7jMbqOPv0d1m3+NqZ0ghUWyR96AwJADUpyCX8GTw
c/ZDlXpgYzCmd+Iu1mnpTmtAdNItHj4c7AsPGjppa83H9dFXLh1u+0Bsf9BwkZPfi9QW4iNlfMZ2
6L0mFPS2ooIPxKnIl7r8WgzUVF9p7NdkaNbeLh5Wn/DOLd+SKYfvZrPnYSMvOsvH+odHqai6avLz
Qk4R611Mmtz3mIA2Lk4MtFhg+U/KNzP4Tz5qZTQV0wke+4Z9gX9yxJs1DVX4TmJrdY7kk0Lpc0/z
hJa3fVVju2rjoV6j96vbYvcKtmIPX7FYxvsDTBWH9fu0JSx5I9lo+C3BgZK2MGqk/c8lRRT8dlTV
lctzWrLFj0/g0Sb7vXPMZxqSoxq068aImMixWwA+yh9DHZJ5hmH6KrcXWKEP8nZyuy4x26sCAr4X
sdKPsHTLI4XPJ9row7hrlSH+jzp5R4HbF8heF7lJ31eYonHA8dlmoZzZUzU+E16YiR5kMqUjjiq9
9pWCV0PCyAueW5R2ICYl5rHCAJOSJhhYX8LFJmQ08y1ay1zaN55CHnUYo7nyqnWApcFe97Ta+/Na
TCt7WEVt1Q8xhKuF5J7i03/I9O7zY4y1ASZOBHNcGOFEwG3GHxicGLp0NkVm94Whe6Zd0hfiwSZu
Xc8LAvgkZvWZVbeVhP0sbWoBG5+0LbSSmMwl0IuUbVwGn1XNrPYaDj8jy7YBMlTJ1/sMYGp9z3hZ
0saLzfRg/qQePlIN8kzr4r0wA14KWGpkn6ZmdfWmTm6qR3eexJYlZ1nlJrtM0uWQkEeyHo+qAFGu
yfi1jpUk5XMbxLZFFEkENWXfqzJY+qDAdkyakAvY01FtfdZE2wYzKUMYBoxJ6v2juVpzdKHnqEkV
TyXSo5JdIeYC9rXiuDmZZq3eYYSlEXO6DnWHwEGBAfk0xBF02DMCQGZEP10PyNCzDuFkEW3yeOOP
4IPDwTls8fjKVvDAW2nXnJxScBsf67mgaZNIUm+dtcn6FoV4tQ2HYhBhHhHdL32SwGt6XkqHydWA
aJpumIr00XNnPmKcv4d2y0i8NGiDenczq7rwHfQtG4geg06GA3ww4HhUlCsH/6xP8PfRzulXkcN2
pVW1pfPZ54HfIYxUjF3qlLxdSRyx+x6yAH8ItmePFvseHhyYth/yK8mONSGZigpnFaaA7TprjsFE
if+2FeOGuqAcy2RuLQOy2o4L3PpaRZFT0cyRMdFnNRmBodxaL6pBlVjppu5LlR6RtWfrUwVTjLzZ
zayqrlwlduZFaZhU63gzSCaINr++V2Ld9WkYRNi/ompMsgZzPj7+YGQfQRlBlsJ+6g1kYu6B7iyd
joGGPZAGQoNdf6xmvkblMSBfO4ERXJ8vB22KnR90TGvyNbZL9EktUPkncMXX/hLty141BWjZWFfD
OJSHCFH2pPHQ9ghMf6pkvZ1NPp6jPh/mG4tkt6qJYZq2PcXRHkUovXOvOhr1czgUaOaWW7867+Ae
pJMVNW25CXzq45p1SNJDxG4sakC0hXBhbYrY7nBSBv34ggAoFrpaznl8sMOCkqxBJ73QB2zG8fSQ
7AWbnoZ1judHLxH9eRhTuch2JZV7gZtfz8+g6pWQEnKmWtUPKpyyAQDbXY33eMp4yPFtZCh4D3Aa
ddOTLHyaHpjS1Y0ZSfhRKhAenb6WpDMf5ocpF8sbR3aXaUodoUTRDrMHUHZ3UTRVOoCWCpybf8Wq
Wb/mUGRETaKDKu5UWNV2kJEofhbVRqE0K3YtbtJJlj+tzQzrKDbPO7nA+a2jxQQ2t0BtK9o4l3zo
nK7Fy45t4jkzeoXwESAazmkxzP0DAg3SpTHbBPcXGAQnrIPjSfLs1DDKBpWxfBcETreLYQlOWjWP
ob/BObzA5pDNKGDXhV5NyUqPH1HlTLv7Gglk95O6GkstC7FTgy1Vy5YRPSMdYxDmM9Rq0xP28ipg
1D2LVzdNfDhhJbCXXuX4R7cCUs3WgduLyswSvxz2cYBzmKUIIjwUq8flDeyUzySJ97LBgHlH0MxU
X6FyQ9CJwbKtbo3OOQTTro+e2DDmI8qqGKF2a2XkLXU2Em9A5syXvtcStEMbq+UGa7I8kQ3co08F
45Rh6i3GsUG4SP9q7Wh1A5ZdMF1N+RI1KPCGz2uh1yPR9ayaxIII/z4UlQh3JlNkaIEAr+sNd5v6
atM64AdDSwj6awqY+Lxm2AXEKOvtqMvF8ptiKMNlWvC2nmVfsbvYYmc8+CUJ8Q2WZj9fAHRI0WQa
oSN3+xa0OVUZBgnHSc/IgiA14B8UDqtND2tZK/HRJPs0f4z3qJgbOLTN4+suSFG3JMhsbKZx1vAw
mdO6B8dJr18o4SB4oOkZh6wV+6bK1tWo74BdJyhwYTmRhKMd+V7dsAVqx1YoFi0f4bjpq4aWQ/8x
wd4KZw5O7YdsXNmnaAr7WxUy/ap9OT94ocIXDLlGfqmwdbhmsPiSu0TkVpx6yeYPJVRyQD8HPLwZ
HkDrF7KV6d6kC8jee6GrV82K2p7pauqvVb8Gc8ppb7Pnehmz/KB9kn3rSeyKrh7nvLpgG8eWmg+o
VJcw8fguL6W8YwWKqgYHRQWaq1bRsxXo1c+wxYnTB7YvqznvCEjHJlP2cr7nJmzTec/UGH8QYVPL
uylGvXun7OBOo3CjAm3Akhu8SfctC9qqU0bkPr8TKEzTu2zLtp8M3MylWzikwk1WgdCFYkga2W5y
REjemoP5cs8GvpSHGC6K8WOfVGSC8VxefY8iV7/H3D6sF+AYQ9LsI5+j+w3JUpd9mKq+y0lW2ZM1
aY9SbM35SaTzTs+DjIZ3xIrd3RZzsu5nU8X9kQGNWe/mfcwvBcQZeUv3JES3Ak8HgeRXEz744sfz
BXPYYrzQOU3fp1RzFBfpOl0nQlX6FkcBiWurBGjbkBUgInx6YZ1xSEyaTLg6mKgNtNtoKiQiTz9u
e69HJNfgGx1V1CcHncTqGcTRdG5xZpJbvehl7PYyRaJCpnHhBqYfy49EkB5VW78OGQjRfNhQ2q7Z
p9y5SVySRcHDqC+W9AbKj7FsIS9x6Ttntuq4JGXVn/IgEt4sSxjXg0UK495YgY+pww6KzQ31n/sW
Z2yYO6ktiZqKVsMPOS6eHraicDfDDm831/CYpsCNEerq7rjs5dJkG1JR0LoPOQ4UOc7yGHmE0Z3Q
5K0wpKxIYLts4hmRRMjnqeRDkiMl4oxgFYBoEbzgsZlApLVc05f5bRLG/NaPooyaCDh1/DRKo8MR
eFeSHy2m7G+pqxPf6hFunscIIAG9ScZ5DR3It7Ar6ZNh/DH38MtvVi1JfMKyTuKTRY0izi6DTewl
o8EPt6N310ibauyzhq9wUkYPSFjVVnhH+qxTVp42n0JOiV0nhsgCjkr5kfYb0y34/HG4h+emXQ9z
LZPtdSWoEw8BP+eAmhW6dgo6hWytSicG6A2NDtZoTXMYnEWATQwurZuBlOULjfu5bAZGBWuo3ACy
VIxqqJCmuSdtAo/8x4Eg5b6ZoFhcHjPmy/MU8XHpAFnF77CJ84+Fr1nWJC6bvzKSiZtqS8DCJWKI
povaUSfCw/E6zRinkD2PkFJ9xq+9Rk1McW1OI+CJTzAKSd8LrD574onW/AD3nPxtrv2gmzTdl/s1
w+H0c1+j7APcr0FWARV/fNiorQI6kgKwD9Az/xmSnwyRotYlrN3HJBruyIKHheR3uV+UTEHc6lkS
P23jFJEzW5DRdpdjErB1sH8ubmfoUKZOzkOtjiC0pc+VIEsN4nEyLk1RkH5B0/fPuw17Tb4DoFPq
JVSxMo9lhujLg94yuh+yzFS825bYvOTYJH4Ei0q1hdGYyC8pN/ZDtMAC/aBAfa8PFY6bGLt/Ze8c
lIr48rFOTpOrOfkg52n7GpJyl93KWaqPcbZzSCZ5Fh5XrQy/WOge1wbnZ/oq4jzQrhIb68+pz/qn
kEiH5QSd1dnvJNKdtAxWSzAPhV6HGQZZQbo66potrDrFa6V4bVsfykdQmgEb4vNZk4ZrcFo6D37l
ebewtGkSBb78wc1RtHTZBPkKqrFthqvDJP0XC8atakfYPU7NUMoBiKFY2TNc6/sJLl0ooM+wJwaO
M+VmeloVtG5HALXL+yWfQDADG3FdWiiaMNsc2FJ9R2/jLiVB/9gAS1AnMSTAHuqVy+3rWifaHKWJ
UnU753QhXwJCBX/Wy7D2reEsu+sXrr5XwISnw+j37MO29cMlJD3lB5QM+dDkO0MQLabE0c90Am52
YNsCZ+xFm123qMgwiW/w9qfteZGJC8cVUibbBewUlwzFND9AcJi9r3vpENrNiHmt09k9uwJHD/fA
iVpNl/i99MxmN8Ip/uT83kfPBYqC7UiiXUPECLHAcvIkNY8c8gTeYGudH0lA83jI9DJfKgwAk9YF
1JD3uRPhtMMYEH1CiLk4JGxc3xKQn80Frq38QXEDRmtJ89WeYmL4uXIyGW7ElUaCJicXEmAXlyid
cEZALN3v4rsHju6BNi8iae2aopzf+x3CK1GEte98Urm3CmmuvJmqMn1HioGhH3RVdK+RU7ke4HPo
vqA25WMbrWjduhI1Pm9hfOQ+qrrP38HtcBQnOpXZh6XKANbZohgDgiF8DQRYwl1vs8P1VSchP1w1
1Z+uEw/WqjCPGUSEW3iaM4EWDt4WcOQNUc9sYwLV72ICGShqo3LDQlCiPFZ71u8PttA1BY0irIcw
boV52CqCiolWerpHWeORqjwMie1cWexxUwM1fy8p0s5eJz0JPKbAI/MSoQH7RD1al1aliGd+UH7Y
7jLYxuRYDdCbj9jyVJY2E8I0fnKJCdvJ+0U9QDtWBAwCkLnxmA4FPjjgzKoZk/FaTNNdyxOdjTmg
lIMJdZIKJOMmsPV+WUEum29zOvRngxPlRYY5uZPJNd8sqTYJirCo+/BEapZAk4PMp8YBz4Q9UURU
ck83kn8FOJirC/r4/D5oWdDzHnQENwAkEXwGT3762mPHAoANtdudj/kgGxRc5pWnAycY35D9vtgl
wdJHagcMiL3O0jYT1WC6qqfRCGmFwPrEUoWPQUlwLwBeXXnnK1pmhxhO5I/jjGDlxzjPgU/4euO6
xQuoogaIU0aahFXhvVpyVBbae7Cee5JiFGPI3sP5HvawLY2Vog1QDywedFrAQFFzwgu4TJHVgvIB
M4xLPnoVAUMNyXgGPm1fcEaTuJs8SKuHggU73BWxwbnjULfpByCUfryzskb7AzviRF1ETFna5WPi
H/sxiM+jLqGVsTlyVtMKWYkP8CbHY4OD3UDaSa083DuRijebowJ75aJYv3A75PkzT1OD1ME13+K7
CpGxN95lgz3siJHBiurTIQOWOhff+VTTuMG8TLJ7pqL9fjUGIxSz1NvHhA7lCAQSlnvIiQ9lswij
b1UBuLYTgrkH2Y92e1nsOlSHHKZ2c5OlVGFog6yaG+omxj/Uvk6262stYOa/7/JTWmrBLhadMDmk
sPd/r52z+GKR/VN/TReAcQhfiujrvvPqDbJU/OhBUARv10Xv+m6TbpNd4dJenTUE5e6WV9P85PGB
+ptUqf5DhSC87P0sRalbhumz+1SocblB2jHILyFKBWnFkjjgc3apET6JPX9FvYRbwY7C4dMP6Qip
zz1gYnKeDUnJPQctf7+/QolfijEtHFwjCpQlVpkkdH6Olr3bbW79gZAx/ZxuqyFNTOrZNL2zejjq
HYO0LmTp8gpIpybndfLL13jGJONBpWL5XqzR+Lhym0K6B5Zr0q6Jh8Rzit2u2nKo9RNm8JBqlZTV
Fw9/seT9lA+YI8UpjLc6mF2U9ZvDAG06A1F29q4aCvPCBQZmX022bWOr4lVioy+E7zi6AI/+Dw14
Y4Mr8tukxno6U4tM8LshqFwBdoSy8OJh3M3fG8aWoUERoxlmOwFwqkGDV7cTs+mAp1h6gNnF9LDn
ezY/1fsqfyJePENkFshd2E0FJct5xYhQnRFnihvCuW/waFgc8jOYJ6VvJUIkz570mexqeGBdp0d9
f4tpT45+YJjrezjrIHJeDPUIY4Ra659pho6jS2eDWNgibEW4ylDkE5Q47lGPfHGtgi1ijxNUIRKj
wHQK6Dc21a2jlUzOV9YX5Juq3IZ3mLbC1Qzz8v5bhI4dvh2iJBjsrsUS2qqIl4cBWZ5Lw+IhfMHk
F9NBJIvmfQOXUlQqoJaiZr3aVN7Kwsr0bNQ0vhVVjZ1DjIF+M0L24oCeG3+8g+MLc1yI80KjNqDn
x1FU/fdQiOVHNmgU2/sUD6jT5/wpgyekftBDD2jdqJQcUE4SdtSDnten3O7qHKO+C0AfeS4bxtAx
HYG95+qEeykTQF/Cv6QWpOlnjf5bn6zbyWvNVx833uo6PsHfW6vLBOt400wRc+8qTF3Gw5oEOR3R
p/sd9iUBLQvQpDVC+lmMfTAYE/uPqXcac8R6dmhOKw5JgEP2uGtD6aLnjbnyy6ZZPLbhn+9jhgqE
dw4ca4y/wx5PnQUt72O0BBZjkmH4tznuYREtiYS2k4moONnKjEOHf3J8oZro+KWekULS7Inh5lgv
OjVwFio9EJ4txRhhQkhbccS4LBsB80eQR+xQ6YYml72abzB+gncigsbccqzUkEXdRCX19z3MOR9D
6kHDweYU/ZxNye84eN/biUcjouWmwhWHEVvKFYoUmoOugmXOaqitWrXsyQgHsxQQltrW6m7KK0Uu
qYrleEBe0Kzu0XrSrUG/j0Y+FcXUYZrn1E09VZg8J2hNMaauEisPFocAAGRKAMzBfe7LkqYTBr7V
vKoDmxONTmVLlGhmq9wnmDEYnHsu5SdCNhqwvYpsONcDHQ1SRucUzyG+frBcOdoVFKXXJQcHd2jT
cgc+ZmQP+yLgKPAjgNfYnMGBLSkkrDJY7ZpJshphazigQCJJAxY9mSH9OXC9qQc9DZhHglbCqgaN
ifqE+nn0DRp1XjRxiZKsm72UzzNs6avbcS/RBRGTI+YBttzpESocsXRhLvfxLs+1Eoea9hUAlNzR
27omk78jSIi8k2YP4O+uCUZ4mWPQ8huqN3nGMRV9kImIfuSJR3IFu7JTgeRIgahwHk/43kjvJpj3
iVwdDE3NsbfTPH9yM0cRb6c8ejArFaDCuxl62yxZYuCrxJulqSTD64AzELnAQASThWzPeQZ7roy9
TEPG4+O69ZhlobzZbjHF3tnJxBnGdiGm+GtqQMG5OFB5SVv4bFVNgCv0ggmnt88UwyjTckE3/A+9
xRg+DTBM9KIchyNq5r0Aho8gvAZ91n6p/ZSXLcZsk75aeYRnO4Hf31HogqozZ9BhXAZH81eN+eTN
HlYvW4kxPUXJtO386NVMSMPRTFyzLmL1QQBXeZ2DD3lL9is7wVYFX7t+MHAlgox81DcEA+oXjbIp
+4Bu0Kh3Wep0+QO4OwNDoBwwvBEAhFzHdxYD4wENEVUv3eXXaVuMgtDWJCjd06i/9GKEo5zxkMZf
0tgh2AQcTuzVmJr3/mdBAv7Qogl6AUmDo15PTUgb8H4itEa6ro9DxfIS+6nwyZlzNb2MVA+f6YY5
MixcJAVXIa5tgLRzHn9gphFjwBAwixuwnbvKHH1Qa9IBKwAHAvX4ivSbMhRw/6zX+nb2C1LzSmSD
gBwlctCJrFTqKzoFlAKhKvk3ibmZbdwAFOoQi9iGWz9N6cEjAN5C7pLoLgf1XV3Qa2zmwClEBh2C
CoubJLsSDyzDXt6CeeFxwuXMYVKu8jlqOeJOl0fpYRMBbAwhdI1U2No0B+fgbDeJ/bpaivkdiDw6
e4oSvKfPhQo8nDfs5VVjIsuKl7FSSXmArQ1G2A4mLuwBcw/sdZgsA4RLTJbU0PrCda2hgLmwWgs+
A2YR8Q7kjaevmBzh6BfrSJfXYse2/8azgaMFvZ75ON9T3271at6D8N9PB7fD9KzDY1Zvet/K7X6Y
o2S8AGXB1F/8cyshqniGF4xa54kOKcgGToXxDUpCpptJOIjuakVHOPMOw5hChR3UxTmUPFea9VS1
ie5hB2Tgx/IxA5SBLwu8ENE6pIHMx1hkOKpK/J9f9J7/P47OZDlSHQvDT0QE87CFnJxpOz27XBvi
ulwFiEEgkBievr/sbd9ol50J0jn/GMyg6rH9Fsql+rHXUhQpehP7W45RWF5yNVBCB3kXTgdn7fu3
Wa3t37hv1LYn40nM971udULpWTyQJuqVhPdumvzgs+OMxb/WGuMyI3yNgEfcjPYLOxDacwJykGWi
JAogamNEWCJwJu7vkSOd8uO8n/fkwxV/NKqotwkV/cwfIJxwF/sDMKTyfcvdqaQr5t99NMpXuuwT
9EnbWDQHCqxddAVlFe5aSWQ9eSLDQFaR7Sj0A9uQTDTr+VtZ3Y9N5C6pqEne2nnFCHg/AE3ebwgB
EBWtS/APyS1hwESyD++UvCliSlS8vrZh7zgpd48Hc10Ts3i/9RyJu2ibQhpMgYfzh0GNQPzjsFjR
vifpcv6tTWf7mRFK2w/Q786w97t+q/aulTfXeOzcBaSq4RbLR7I0n8PZCtEDq3UezmKxGBlUrfyH
MPf0uif4aip32yISe8/x1ttpGQdU1AzQNXsZ92rbTSXqths+u9538eiEB7Ma4h8rOfTrvrNEGMLz
rc2HZVAGAhFoPvN6Rvz3nFdRwoGt+/CSMye85p6P1stLUKwacBpsJ/kQzockUdGVMUR+QXh56jEe
a3GabHeZT3LgR5OO0dSPji8NiWZD31+tro7+hVvDlADhGncHeHj/qhh9vyALkO3jkkFgQ1y4O2RD
v0RxGpQIIO5yH4TJKgi+/lt75bamAnUI7OjcL/WOKRPpy7hBgfTtSGzIMHTGJleWbK/ALkQM4WGz
MqXobphB7R7V954WXO5rCnYmJtEGsmbfBW2B+As6/2XAdxRk0+yNP/nKMXYRNAG4u9xpHLPrb5sk
q6zQDNZ5UV31uLTqraqR+t1b1PO93fSkWxr763YKQZXHL9bZ8RuqtvUepyZf2h2qmTzYW0yu95uE
R82c2druq3FZ/BQ9RBKkJfi+vicvSr2WQUDRGE8yR9A6BRx/9PX2j3IL6TFFf7E2qZnX9nfY6qA+
c58F33Ouq8eVKJ23ZBxCMsnXAKE7con6ndx/k2e+DeKKksmOn8D4/emhDLl40l6VSZhqHZqfrfKB
5MnqKbZT45b1w2qLCpUUXD7AhhqRQ8RDE58Z0r1yVzowILs1LNq32dCWfSAkQtlXURpOHnZJ9dOt
i7i2Krd4JDtO+2zKm/rgTLS0QCCCxH6uHWH7ZFRR9EyiUr4+ynmb1Z9AbstVu56Jjwz3ubOf8skk
yBet5PfW1wELIYUAoEqoipw/kYdMcF8bTx5v/RlY1VqvZPSbk6TMOIrm8SK8YplgDwi9y0xYedfe
CvR/XLvzSo+MJ5e9OznysxBbjf5oTIBUusReinNf6xHGc2iTR6fXoZ+teQy1TD5Y456KZOre2b1b
KOmlKq4cAgOhbMh7v/s1El+eKQDjb+DYp98O5ZvIpRdlBZgRfzMpPjyMdR0f8rguq3202cV7Y5fS
OYUTkiPUQ01OhlYvOVCLZRxeoD6SNJ9pFUZEOnqATyOCVsaHuPzV6KoZ93Wc9G85Rphwh2IgeEIX
i5DL4e97bkfqpzkqCtGmWg3++KBbq/gCYKWR164qScpo0nPMhkU9nj1/W9ZskRUZj8TnLX9B9fBw
jkSuNpkWENx7ktLmkJiaMFG3XSSyX2rdSBe52uKUxKtb7eOW1N4vjbXCPZvYmc8sbS53GreKObr+
5m3PNeDXfyJeFyvrdcRWwZpZhIdKm+hjI1daPC7V5hZssE33FaxWpPdLyEfCGVttbCXVKO19tEYT
wE/ZCH0SGsstSgqvuAOLFt2hc0JxCT1Ex3DiDVdqs66g/NvWuP9Zi59Yx6JpCv6cZHAfBCCzxVM6
q363lcQjMXm57q919JrwiKR/PrksAbd1Xw1P8Wy55X4MAp7MGBHWF+FxwKJz4XWoxpvypVJRUWSD
1sGfNoxQHLX09r07bee8VrVlLFRyIek+c0LvbDZEjB4Hq52Cr8hMzZ+qcswHIRlhmIWSj5c5zdpA
sERiUh1E2z+D1EQf3XCw2No67d03aAZ/Vaj4hsMMjROh7rjRzpByGkcjxdo92m6mtqrz+zVDnFUw
Fnd9c5nyaO4yNbrinZIoZ81m4mSs49beKH/6gMxzizYK7iSPmg8UPL5EjeDwQblVGEAZs0c8VcFU
0PNaJfN/xhacNhZygPvcRmF5mNc5nlOw2uIrr7WNgNYKHNKmvKZdU0vAvDM8EivVFxVefzDS9leL
kBFp1uQ0dBD5ksiZ8RascwIgHTnlndEFNRTFc85jja68sgAqRtXFSFr8sCMJW3vuqdSO3Z0GJ1iu
IZSGyCbEPlFKeMoiUpJmlLrliUQmLYIV0oV2kzZ5iurcekEuhSijGCfxbgwcXZcattYzUQl1h75q
rtA7TzbzbsmoCHFk9f6RiGt/3U0qSgZ+YIGcDv2D3FKJfnhKS5X3B8B/BWGYrKXPLmEK8zshhOqP
8PPoL3qg6OKpACDZmZnr0elUYbKLE11O+8JbXPcY8Rm8RUnl+ntEcPpOE5czPdK+Vf+ZB6u0HxFj
BOY8yqXR19Lp42f4TtllvVHuk5hJIzsb6bS/O/TeSK58m0q51pr1I72G4ZzW2qvuEZlMA+3wrfUB
Q1giOUajnrl9yE3hzm3zLHsr+p5lNSV/EBt600EgOPfhM2fxgFYe8LHXfvIjTQys5KEs2yuMpRSE
uLUkyctMvnWqVyM29Kvr1p0DUnqXYzs6bbtTqAv9e8iQ/EnH8P+HRXU9MLxX5PZhGQXkvoUnjnID
rwIOYmt9tdG/NgcWi/Cg1tJeDrfGEswhWx8bFGsaYrGGdOv2S4wU5MUMevkqRmmuOoyL/qBzPUAQ
hGrIs4rWH7mvA98HCTCWp4gSdINLMSP9S+0xkVQCNJw+H3Pn1+qb8HfuubUdhLXbkLXVD168dsNL
0Fbzkto9wwKafVM7qa4XvQsHltyUhpzKScMJRptUcHQXhz53IpiYPmgei/hW/Ykozj7QqeJigdDT
eik6w1FPLgTSMCXb4qfCIx0ydAPPXHguvH03d5yFELC9i+544AonIr5ZCeMOhu/ZjbEb5XJWfhbi
XQf0iY0uuTWGenh3JhdYh0UVdnG+2QxQkQ9Te6TGTtannDrsl4Ji3vpe+ZXumKnFfEHj0n+shKtf
1qbwHACrimPNHrBDQkmt8+LsfG+OnT2tNpH/EOvZ7o6To+fu1MvKXnfdxCQM0gQQnDq0JXFhY5w7
DQEybmzGXo0wSzr1N0uRj69IOfO4dyq0L6jwS0pYUVqWl6Cx4ITKqBQ8CbG3PLQdQW57hGjd3q5C
KVl3455fpVnUl4938TD0ppV3idvDKvNEwIfPfBvj89gXCDFV4/cPSc9tkRbWWoYpwlGVX2PjkEnS
5qufPJUJZTj7WtNe8BAZdqGMio+EML2maDvGjbAxu3IJ2UZrxEv30M1SHtlg9XOgffRphY/tmvCi
2FV3HFvjxKom5d84AthCbz9NHORbEndZgJopPwQ0HqE7aWzp3GnQCbohYk4SQzvYm6qa+ieK4Mn2
FKjx8kbDqH9ZwOwepyELX4oKs1gPEqkZLXW9GNFqOaZ5d6tyLg9t7dkOiYtcrnur7AOI6cHM3DRd
QXV8KPr4Y0M5wUCehCXoh1iQ9s/oBtgnJMLcCnkukFmu4f/L2K53q8nbIJuD1VwJfOiXPR71SmXb
plcIAjN1zUMHedSnVeIKuas3OmPTjc994b2u12UH+YoWY7JC62g41cxhpE6nPJSbf9MYLHP+6C+m
B522+jJPB3s2nyLo1PMs1cTaSP9plfVI7wMoSzwyadDW1ZJ5tW63u5mnGTC3XfNfAf/kk+dF02s7
EjGz7/ggYAwjg9BYNZHqzx5IyQNIliZd1L+FLbhcHVc1b7U4xGUfEe+/VgvuG9SPKisW2xa7m5sf
2pRT8zvCNODtw36aa2KdXcE6rhdadWJJF21a+RLxbOJzKCAyHHJWbIMoakCDowmdacWrZapI3ek8
sO87V8dAaw4uxhHdI9hBIL3wYkf4r/A2zOKFQvcRhi3qxstSm4iXGpTqu85tGR4AoPlvec2lmgFO
TK8Tc0eeelNS3aKJgnhfLYFXX6Og169z59nLp/DKwr2bqKNMvjsTLnfN6CkLsj4v7Z8Vpkw9dopM
rB3qd7/PJqdupmPuLvXRRawv/jrxMIf/7N5eZIowgKhU4Y4OdeLxYD9RlQBQ129j8Lopr20/QtZk
BRxbqdujvt0emX5tgd4tFR/5Lb31hBNCnxuvLcJT6DUuIttoa/cOiNiyx6DbNnBPBDTeFTicFv4e
BdueA9r9KoqOs8VCWf+vK3z7h9BBxEfE9obXHPsSUPt6y1AWQE3JUc/A2pkmiWaCpm00MnJb+J+g
Z47a91EvF2hYE/wkU4+dBNkk6mkHQfTX1Pf271ypJHxQjdn058xF94trZEt2fkhuXYaao+ghddrw
G2cMMK3C7Vw9GjbWYi+coVkz+sCtmK+lnk9+D12EIqqsw103DOAe3djbr6qE4zzyy6CEZGHpPxsk
weMONNcd9y6dTWLPItD8HXEqin9WmHc/dYeC4yjGyJt2kh7hl6CCbRNqY//3gE2CCaq5XD9sHmt6
hCv6nbMk2barQOa7nnm7h/6jWiJEXOlspPkNTDJMRx+CfGFB9SfqCTH2TO+NLlzxMvVBoJlKQ7T1
/pa0/+Wt79x7agYios8Mg1obkxOfFzNosrPaznpBgthsmdga/TJFHUYP7s753Pmm0+lqtUgkYQx5
V1XicyJ7uuHsUXoKn8qwWZCyW0X8MHpyim8PzATTY4ebqLPCU0n5qxVrIVJGSIqfYW8cUoYqvg0S
oYpLhaRQ3U0mGtCyjyELQR53zKFUainG5L5d553l41BJY+2olYnFY7bgl3CfFtil6Wgqe3nj5VLm
JMQk7GPBxXeCKUNINQ2T+0DMqbN+G+iDfM+HjFDUJ7QarZPW/X1Sk3GycyL2obsFl6GP4oe223SR
i4taTDjb9t/kU0x4dSnCyo8Gls6/75c2PjTCuM7BJSr1Z8ao/gDUhBh7AQHaB+LG9PDx2pDG0fz/
o1iYEqxZ6n+THW/vtULKmjpKV68+qVfzzm5GdbVWf5XHLmyA/zprbsnlDQowOm/jRT/oCb3AjqJ6
uWS14wfddxeNAxikM+T/AFlqzCXuYOrDMOIYyeqKh4wJpy5+lY0NicbMOidZ223gLSICd84KiWDl
PK/gRLodQWkXR9jQDD24PHuhaJuTgMvynpQ1b1dMFp2XzlO4Xhp2dK5kisW5tUe7nNINgzXTmt/i
o6xAE8PHxWDywGjHgRAPrv2CMGJpdg63c/RgetUNdyutlljLSGRz9uxXy5WZVNQpOQOGx2DGiAj2
S+IxGq7E0zv0t7a/CyYg4109FeYtFozMZ6cuWZS82covPfclYQWh/uzHHE7OCxHaHFixEaBNMSfF
Ibdc+3NWjGhpKwb9GmDIe8IFD37Smbz5siaTv9lAyOBw61TLbBhU8QO2xzZVT5ZGRMZM8Mf2QFeB
7pjkoVyb9WnYVsNDX2OOOcZ2Z4e7mrvpGdglAN7WOHePcZwH76snOus9EV7OONxG8aeU/fZLMjei
stgqpi4TLAR22B1Ry5axkRYqpx0fGx7Uhqgo3I/sZXNY3RcEQMAZ8TsBSlBiegYlCeyDr2NbvzdB
GxV3djMVt++nLbGMlIvHAMtkBylyC3ILh6h6BYzMq1Nn1+UX9hh7AYfrFPxhgGXpwBnRddeutYNH
OnUq9KNkFb61dWf94qvp1gyZXPsub5xuJr0i+muoTv4nlc14r73eC3bTFqvmR3eTCG4nqDtLSOPe
flcuVX1ntM1b9wr/HhScPFMMdiNIqvohCxlLL70PA+OvKB0Gtdp2M0LJDIKs1aJI3sR1fckj4y0v
SG+9s1bENRIfh7Lg1HW9NZzcESCe6TXW/gEUoUIxPqMYgkoVCYy08r8n22u4ZwjOItitnKcnspAw
eAoc6W9jZdt/vLFYz2Ph1ICaDdw5EsFtecL12z8jVysksAbZMs9+6Q/vlXStD902yss0c8fVGW0r
P/WjZT2g8cynd7fDd7cjqdScknEFxLZaI16YEr2Br68wboq3277Eg4yQ5SY8QakL+kRaQLDYp6jV
kTx6VbEOR38dzLIvhEYeGvdTIJ4SonKqL08mKrkCDCzmQSmGy12/hMfEurVMaPe3vwn3FVrHHpm5
xzU4lrntVqcRY4O8kV3uv6mqcjDUXkzPwGN1eULUWF3rdTPlE+BDXKbVFs5/if3neCoxqi9WSlhf
pQ9+5UQSnK6rtmzMI27orsMdlvV+5UfHdQFoOgVtEPX7ZvX8YzvRoX4oC9o1vlyyI8tsmISCcxZo
x8C3gAJ2eo0xeKNwYEXcrbMs67um18Nfju7ibfMmy+ydRkBV9d6IT0bQ2PzPYgq/IJtf54uM2Hoz
v5qjcq+dzdvPbh/Uu6GNRXzYnLrCTbGA2Dc1nyv9KdzAQbC2Bpq3dTC6Ornj3WFSrz7RkMQ1JssY
rpABKB/erNXqvvFsQP/Qc7SQCbDq3sMoovB5VlLKS1MMjnOIJmoPj/OITfuDtO55ggoDw4a7l1XI
EB/4DMrNijyo9RMedfSgfwrQ84WVvavRl+NXBh53LcSJeAyQ5A6Oy6+ilrg60FfQByivTVKAldn4
tBhH9S+Ixea3xyXg8ICxUCNCFsUhGMjFvSkEojdoiPJxwZRDT0Uz+PIYBz3iWxNuHtR33Pv3DpP5
P7eLVuewxfAL6UBGzJ+R9b68g5yr/7pVgCqxMMZ8c4j0Cxp7xtADNjn5X+VUUYzPhUMnxePmqnTd
MMTuGvZCnDxBl0Ms+0n0G5tsSyZI1cYOTFIrv6MIu7QCb40ywcB3yYsppjhN+eoPowAaMjn7QULA
RSe7Ow+lxEtHdz0vZbMsAThlLf8ZbcdfvsbyQCgSpK5bLLz3ieVzM/bj2MdHtdpIWouwW76htcVw
QjwXPmI9r9brNiE9ObHMQzASP79pXJST/YPvDHAMn0Jxbm28JAghnabJltJbnD0GVkyZ0RTGFwf0
rTk0W4LVkPABNH6+E7t/+82JPrXq9SM8LRB5F3fmfeI9bnnLw/aCGQaxW6dxSYnWg7Ow17q6ziOJ
O4d1LHyOkkKhtC8Rd5+tgBtnR4uYuhIR3n/HleP/I62nvmwrfgDoMl/C6GF6/Efhm/fmsZfClsb+
aB2qaLJfttqAMrpet7U7owkAR69YIL7hF2S3RTKxPfFWqz8oHikCGDuYqFPt9OGJAYAMhU5auJGs
sUOHSGak2JWD5wZfCWuU3oki6FyikZJyPXnT5pq7uam7cxfY1a2Xq4v8E9y3bLOC1EGSI6S9jb8C
a3WdO+Tk8O4EG7SIlxDMjUhBePDTOeqWe7a8Kjk7rEjjg0GC/CwXv6Xza20r7vOY2XYf26TzpUKY
9cGbbxCMI+Yk2s2j7/NDrKirf1cbPpYjwDiPeVw7lnohjsiXmZ+L5FJa1g1wy0NxDWhd/GsjIrH5
v1fRxS7j4jebQLIRfZo34R2BbV1z6RvQ7BenGqzqrttUte1yFP0IXLvOASLC5hIJ0ddPqp6FkwLT
yN9tkkA7EWUGizg79BTup8Ix5a7Gbf6ICRS7Imulj1k7nJd7PJZw7xGDh5v2bquRpOqIeMqxbv1l
5zpLHXBpUmma9aM2924+Vj9uPPnyKyoX578FXqgTO7sd8m6P96h8jIG3muMs1wRVH1UISTZxUF8R
Y3juH96nNr+0pXQfOSdLDmcZzNO95EDA0Njw9zn3DdCad67DohJ3AZzgdS4n81+EGunHZpd8mYhZ
9PfLJsZf8VgVZl/6Uze/dAi+dyW2W1z7A92MXayj5EylZnGyZTvDehaq3FduLotdhKK6OHi5H7d3
YK7dQBt3wunL768Wxq25ftfJaE/Xpq7EJeLZWeGtBrCG3FCAcdSAwGRFNXWTOSjq8eSRCP/hzDfh
I0r05L2L8fGm4RwNvwtT+jcOWlRTKkPa8bIEFrlK/aAu/pMdlAzqCbBPmjWgK3ZcKsurFCHvVyWw
Y6YW55q6y0VufgXMq0+F00imB9+dfwJHzW+LoIaDIVN7hwSL1m+hqrHdIR6zTnY31v/FamIhr71u
SmGzXELUkS57uxIS2xxyvyrljopn+xeKJ/mfFYjxwhMxcCOWInpp+8rOLy7NBxcSTRbvroiJ4z6g
nMUSSUKQfiEOud92GPcwpPREieQXtickN1EL4Z+uEA9jqtxQe+xBMviClEvKk8NjzxVYR+0HMNJo
7gvkec0hpI7UHIhH6P4xuAceTQWJa3NLucTO43aI/ZNiA8JGNw4SS4i7FG4mxE2tJivhtPckz5n5
UCeTB4PbNfK5hYUEGnJEjKx/yYPtoROM0MwzOvTuusFNJFOLW+eHNQCo2M+R4x5KkGv2YjgIxHF5
O2Q1dl+6PetpxeW5utbdPDOg7OcJeiq1wUdQFKyyJGjCzJJti5AkdZnMTRDuutw2REmPEXKqHBsY
+kxxpXoWLssTiyKFZjaUp7X0eB4I5t64axsiX1Li5tTveR6bt3zs1vbcrN16HetcPzIHQ1Z6vrsi
mxz94T5HN4rF2spHhnDP0lcXp7+Lryowl7GTyfaB+397jOypL1n9XZTTDLMKwG2LMZLzSrwsERlI
ByvcSATmU4kj0l04hc4i5rY/BlPbzAcLqpHLFiGd2JNj0F5pBual5erzX9iV/e6U9wSakL81dL9U
k0eXzeG4Txls24/BE+2DscJA7oomnw5sYTFGNkCeOwZdFEy1lETp02UWHwLG8JAFV4bQ1lE0bD+9
9FFN9Fsw7KYqzx/JMpmKe6DCoBSZau2EP2swH1ZdBOcekzefKhTacWlW3+xHRIQ6lcClAPNV5LY/
7kzDwEULDG8mtSp/kZ8N6Sp/2sFDPWZNzuLiaSfzfjZ+sKSd9GR0YKRj+BGECNQpuYQDdFm9okuE
oHeKfWty+yKd8GYVwugnENRbHjKEm+oxqxdk53jgXB+UdiJlMFX9sga76AbDAMz4Of45fOpbOqBE
mh6tFa3Ita+j8Lufeg+NPgOC2m/+ktif3HB9fF6o4dugzjl803KRCnvYElroIQKxncMaPqZLrdlM
1qEfmAh3kz1wgndoOjMbb3+RJcgXsQ9zN2ZLFZtH8PKEF2tgrjuoGp9qlnTO4l2QU1FBDjgwIDms
hPrJQz0V7yhHy5HwlwnZySQHgoVi2C3M/bVWOG8xEJZPOnf7F2REBj8su2CckdWR/PFnHdd3kSzN
T7us5YOOTUieT98GV8sLAve/mggk1NElSpW0h93Qu9vQzlJQ1hgPlVnDmcSA+eYiW4vwObTpAuBS
t3qAUFeP43Nb457nH+uwjcXhUo37uBr8l/xmhWXitv12zw7r404ekWbgYCql/Yy4AmmcsQv5ePMd
3S0tUg+glRaEo1Ul9qYhqYaR1buLqiNjE74GL1xfw56U1N9rgQPMmCRun1bpl91dmZeq+ztboP4p
FgrIfQlPPZ7Q50YP6NknmLHBxduQAKsBA+UJb36LdPAZ9p/BRrmayJ+QLJ5PFeEeSb01WN/Awv1n
pdXyXcGCfi2W5XQfXjKYO0P7L2Ys1mAQmr5rGQWi5p9TFOtfGyInT6dNj681v9UNGoEC3tUlFkUW
ssr+Ncood72UopaY91PwJxt4s75NYEsnGaDcZ1iCwyX+mCbNfoaWAM7YOwUNQiXK3emAfcg+F1vo
VPLIwaHKM+fJrS0OJXO4dxETcnXa3vaNsMhsO7qa4/hc1+CQme+r5TK0XGL72q2LgXAqV3qvYTOU
6hx3uf5PQn9giCJV5eNma63IU6iWR45Fhq6o4oY+qLIFe1YjKzuRG4gt9kiuyvZ3afUcvNoWKrkT
4+w8lyv1mSeHl6dIi7U2j5ZOVp0l5C+waQR0aaIwUNpkLPf4RyEGZvybDjnECP5l99cpyRxM26QO
pr3XUV1FqneBOYy/JAcDc8PifkL59RXBasAMVCUh5P4UlcmuIDClykQtlidJb8Cn1a7b+DZ5PCY8
qrz2SEP7Vr+zxQv9GYXo0/HBbtO7RVbPJ3jPzcA/lPIpL2r+GrhSfU88x0CVDs1lfZp0U/BKbR5B
BHMlNq4GNnxEkbgP4iwRdnxNnEnhAl+Q/BrIg0qO937kxcg1nGJ68vIoVAeHoIpP+inD//i4veDk
55vN1j5iXj3Yql7CEzpbcXbyMpeZNwYOyBkIAcFQE5LfbKORHhac3Td+SJqFndjImB+7huEaXwa5
zveyKIbxPFd5BI0WkxWTgSTF4CPAD/hg+V/AiSDq5QEzAFYhQwFVleED0Vi5anubd4yx5HeUq8sr
t5oi93f1WKLS1apABwCeytzak6CMYIC8NGe/YAo6IrkYwr2Fn4/JAKjP3uGydNt063wc5Z507edh
zLFjc07KPQbY0sq0RqiQVeO2uZiJYqFO8xxyyIhGFuJPy4I1EbxDCW1q1rn/KtctkScEfn6Y2tNQ
vFWhKd4NTngIzCCZAkoFOvUfeBWfV1zW49fY2DYUEc6SKMVMpO7h5qEGJrUSxOV6SxkfMRgOf2pN
YjWJHvGap7rqMH/k2EXXg5Zmft58PkyY34JNrwS4/AxDj3ZwHGROwbvcxR95yHdxpsDYnRtOOBuR
pEUEXYNCyQrOMT7h/lw1EWEEHXP9eGR/F6/ryEGfFajZJpLtAZX3Eab++dB0xK+kcUUi3M4rk/xV
t7Zwro5swzt0Abqic9AtDiQy181ppVC1uiC/42ob0bTa58SAWadwaBNOjYQQQeRJ4RFeUql7h5Q1
J4uVkW/j7CdvDnZq/6B4e272d2kddV8NxZFn9Hbea0txXuu+PsDvanREixt9jmGL4HBcLKRMxufF
TLTrH+dBo9xoKreNj0aOOtzNmEsPN+IWxwtG1BtW6QOKYnW0+8MyzfGLpSTyj8rvpmaXoNr/Wsnw
inYNquEXNOnwTjneY0TpdDuqVPdu0BKNUqJmXpTC3WPBmSTITTFoMYhVrGxLgJYQo9FCONtNVlgO
ziDSiUy2H8Pt+r7IjdQBpEjucJ35tx6dDSfFnhgNq+DfbcbTinnKugDWenQN40efEenWwV2OVVXv
mq4EOuX4mJMUH9v/D+Ihrp5a4QKBDvBUqQPrmF/mVXf2QROyntyScjz/7xj58WM8TGqGmCdHB/Wc
GHsnxccc2VmVJ/qZL8800Bqd/E7oB/7VI+2JzpGXC/vkJPaaMEC7bnfvLXoLeeUC9zdGr+iDu752
9hrtJ3tv5STfjrKcV2IC2INHOYN4tGh8FRbGn2QYNzdrCZbR5y0vnOIInJ387cO+L+8czy4IQgeO
t7LZ0/22H+giWu6Jn/CqHaMVE3ErjfrcVO6XqbJiiZXZKh2kLHHA9F6jxjB3TthOvENJ0y4HT2In
2PUFOP8+DMj3IHSPQl50ALkVvZLZgA0jLNDhHjZARuC9YPHvHMDgHkrGJ4ItIFDxrOOCDZnkMRIP
lmVcKPqz/ZhzBOnisxgW4cNMaxDvEsHwxYuxuBMK6xIVJ+COSO9zreU/slbydy+0uuqEr8z9hjYi
nZNBbSaLU7vufgWFc7IwHkcJ4xVgI65NTfJciWOGC902dE8F5pZEjYSY0S9C+d2lBAF3/3yMXvIc
BUxpmWi5//cUf0W3KL8SxybvVcL6TxKJfmfs4luSlDhuO3+NHPFlD+G4IF/riUYpyq198hJqIo8L
8zBPOAhB+0JQpwS13HxQhZpj4ZfVoD4/IZQdCZVsI6BF2kg6FNmdG+a4jiObL312+KivjYKkuGM6
adw79qqlPiPfoa+0AIYjfzRoyhiHb0yEAvZsiMCtHbjOOSy27RI1usM10m5N/IiJdvofZ+exGznS
rulbOTjrn5gggwySg5lZpE8pS1IZldsQXUb03vPq52ENMKikEplQNxroRTUqMhjuM6/JHihFq292
SXPuk4YejLMdqeAxoAbAC4mLqYAkJZNo2iu4qlTN2tAvf7gAIO9SaFzjCcCbmPayh0G875yq6h7p
rHqPba7iHyJr6vADcHAQjOzBkWIlnGPyiVJiayLazrK/S4r/0R3cuTDa1KlPWBGzgDlUTwNQWFnn
jXYXGJ74HI9Yeh7idog+ibxB7KDL8x5CQezDGHKcMLnnw3RPbp3n4ZY3KE9/RDWBz7bWwqnct1Y4
vgNZjgD5qFfqaxADNMR1vOXY+lUdAIa1/eExm3GW1KKcDwKhKoi/hox2JXX/nuYLrYQPma+AYcAo
iNtT7MrB3gktzfaTIBeCrStKxClYjXtdL7pyjTKaq7ZdZHbOrkNQFeS+hXo/BIyozY69dKpvSIAW
NCskb9EhG9Bi3/Y1Kc4hQh5iO0Zukz+6VpN9tcIp/uIgHkg2pHvjp3GKovxkDADrtsQ2jrH1DZDM
G3+YfG/TOCN4zABpJs6GD2qLGrNOz4iUkE7/4BgAClNMrAOEhKb7ASmhdp+7fmyu+X5xB8vXH9is
eZV9SLSo154BGmPP60bYtp1sfDK9LThkgmeoR6RLet9nyYFsLq7e1VpZP4lBFt22a/ouBK8QBdZW
RwPzawxGK9zZtdu0e9oswR0KdqReQ2GA96BdkvIQTlrUbVu3LE5S5oWJoow9JfvaGwxOsQWelwxE
S9t/GncAh1VYqAFCRned/QSwMViRWRhklpOeSmQg4yb/MvAmAfzQtSZdQRXK6KNRnR/gW5lRigCG
3RYrwK1yeCIoNIo16pCUdJ04t+6MCKj3savyPjwWrAUFA0CwxQlMaN9vJ/BM72Kn863Hvond+F0/
hANt6bge9gBJw1+9ptkC/66IRdONyThSR0P2yVDZfMBrzXrJgq4cHugC29Wuno077wYNTiBthB46
OE22xt/qCH8iiVWb4rOWWy01kUk1PP/2SNkHBZ0IAqkKHXgLVjqz1TSsipwmEygHTvQlqcEZvv5Y
F67fo1imbGtboPbNldAQeu30guoR2kVI9E1S63+B27Be4ryCie2kEQRkmefjOxhwwS+ikCKdCfDN
xu0HkIDzXb4h/xnozwaD/yGvIiq9wDioDYpKyIh2W1b9Rrks/BFNGa0kj6Bvb1MNCE7wxjByyMGh
tbh0NEn7MexzMrwmkN77uNTzX/B00K8p4cgP21ivsYMN0onyhu7ouDHY1D1dVB0MBLccLg0eIogO
n4O0zJ07z8/bz1M2TR+R00CJgZD8N7SpnMvHdusCOYbaPcgaHBeyPdP4ScSlNcMaRrCBit31vpZB
dAg15T+RO9GKUg0U+rvEqkmWZv2xfI1QGIIKZqVr0cppOt0+Fk1c/WrLHrKkUUGwR5S2hMXkUIcY
DwJeQvG5SFCi3c1eYf9Y8dC0dxlndw9v2WvuhyaLX6gt1gKYGRZoFoCNBiFS2CgvbgdvipoemF/O
r0/03TmpLLfI0+XuqpJeuncj18c2KqUkcjdEUaLT/psMKrgWnAXwM0X8gGqZnzwgV8NVnHcxAgxK
UvzdlAl545zJdt6dI2gxboUx2flWVC7CtVYGo25lIiwLUhOee/OQc9K+m5Xb/Crt3DshASTAN/cN
yJC6KPVZTZ70hgBfxdN2cgL9PWLQgKAqNyneg5Og2V2zzIcaUTBa+SSK3wVI+HgDoBd1ZzRk0WCf
vEKPt1os1QuLVenrDCHu4GiGg0HdpkAQce1ZSWzd89S1/h5lIjPYw6dkCfg/u4MTZQkvkyXt+uQB
jp69nEaPLVhnzpeAGKU6+AItaz3LtN+WwM/kMGVtaOyGqJ3ymVeTvgf7SlWWb5T+ziqTyqQVN9NL
miK49w4hl0rugk40P1GzD36T1AwPISDH92afQwDMEr34HDu6fObScx/CNm2+ujAm262vuQ5k+dSE
t9UbX3wCyc/WNPX9ykcRoSFXmyLszxHDPsbgm8DGhcLkORdjU29i8gz47Y4D/r8pWrSZPdOzHhMA
9xpXaNT+JGmmj5n0of5PCFrze9dK+5soOkwj9AjZIzJu3/qYGC0QqRw7X56pWPX3KGUpuU6oTuTi
G82x1Dvmue/025QCmLmOoDFXO+pd2sfJC6fvhqiqaoNptfWNgjnbHKciMiUkaKunEUUDxAyQbqEJ
DjDp0fQpia8IYgxCpUwPH7QSZObKbfy837qaSqih0RXa1FXotLTW6UUAXDX63+YYJU/4/HrgnXnC
0KzyzBoInYf38tqy+yE6ocopnpuOuEDrEg9P2W6giCkcOm69ZWfa2nOlqx6cydXR36wt8U3BeHgP
jicI1jHAVLxIM2zmUcXy2gO9EQj9Wak5XzBVtfWNRgy4o6yJKlGbdMiO4Pw0BLuMFw8EAai8NTyp
KtrCDqOiaaWIsn0AeC9gzaErAg+taOlhD3NTIqPdC+kigWnUT4be7AMABrM2QJ2Qc4V0g1e1RZcQ
RYombe4AQvXPmE+YzfdGjkg7AtTRjH2iD/gteZQiJTjxQqWfW4WIFuhmxn5fqXoW0U35RWNZNb/8
ECkdWni9XtwRS+WnqG90pDaGvvg9Kk2cDAo1FPVplb+TsVG0O2d0wVjHHFh5omA4RRtLFi63ruTF
ftBHwBPbKQ21dFckrfOF3ACbNlEhvLiixcRbGo4TYn5lVDXIxhAB9rvUmQi7Penk1dxl9sON1cNt
2JiRMTd8Nct7HtWYvDQZUfqLpRPv7dAk1dv7tETqZoXcH0L5XUk/cWVGU662GQ6SPd0G6ierIDSt
5z4ocjoPjkGVPypDyOR0hopfo5rSAZ3GuO43IbTXboUuWWnhTW+o3ylov/tqrMXLDDHyV3pHTsDt
Qwli1aIzOLOPAO8jDju6H/XU7+KnXnPa4D6sCwWlDzo/x7GC/lrmeQRBqvKbfYoDLNKippuQf2rT
9COkroMMXl7pu9xXjUldxzFBCjZIKr/zShR1Vji618mhty3KWjDTRLXyGs36GCIc/KtRqCMj5uL2
j7Fbef7akjU3rBdyfndWAGhhl1TWaK1GWeQP6O7SyddQakFJdhBfVC3rHw1a5GBrDMLQvaM68TvC
0yh54LXNH6A14eJde0Jvt1rlCSDTCVRFJuBHFEHR675z+ib6hBAKnSnE86rnwiwbVPrHqPuJVleZ
rzoMG39XZi68DQIUtDTQPnOemkQFRAfctqjalWb04nIE0QE2uoj+k9mrU08ADFspaO2fKWK2HcpT
qOisElJBe4UeE5dAloi+h3tfwaxzacDeTSXhBqnXIOIVKj3ql6oBe9dRVXlrI/F4PXJZ2e/AoUN1
AZPkfgFdHhyMKkSXp0p7SMmRhTQ3DnQ64BCkyxugO4OD72hlBOAudFnG2aNIC+NnDjqgOLpIR6ao
ldfiF/YemlyPfiYhj2aqifYC3PqD6Qxps3cNb+rWSUWXcztipyP24O/GB+UMLQSWwdeHTRpbxT+J
74ffPCCNz6ZyByTfhorD9At3Q5HuUYFq65VKhS+A3bTt+xDTCO8QVXEcHkE9EFMDt2uOjpnryEkB
JP8yZKHzxUFfn/il6wYAMGmH3rQ+df+EqSRan5oaHF9iknICjbQ+TY5pU9FEoAtCooXfCt2YJg4e
qYtbz5qbwArWYjOZ3T0pdLdoGShQE2mlQBZTcprDAKye849WM3EpFgWcO/qedVfvVJdZ31q/UBDN
jUl+UhPQQmwTfLGN6FiD2UBlw6ALbZKdcoYCC+VRKBcbgMk29MsCpiClDbfU6LQKMGxmh/jtyk+5
WjcBNbBtj1JTy21Dz37d2cC/H0CENCiX0Q5C41pAhzDCNWO55Va0fZx88tEc8RC8HmhDgqJ0uy3K
uzAQPBUPNOY8Z0wPPMihv6EcYiYHKcHVbQujkz8s2uvZCT1/guu00mZZqyZHcj0y8YNgn2nyq175
6pNHWutsZapPCTglOG4baQPo2ADdIUKFxpifBuxSPqeAIn60eaVl9P8c8zmtxw6pDAjYVCb8Qv+K
AH3ywemqkQI/UK93LnoUqABmmPuNd6VQuOi4FOFfMq7VEdhbHjgoKnYFNXd0sPHVsJ3hOe3a4Ws5
gXjXnCgGh1xP3X0VDtSYpSlCBHEBeT8ngPGM+wEjAshhhFeztgBcqz2eTNWT3hnsjR5c3aexkDn2
hTkfCOAQHGaUGntAVQiMw8NQwDm1HSgjxKUaTBE/okHnG98tVVMz7/H+egi4wH+aum+MOxWhUP1O
g2JCrXh0nYibFZl36oCpdJ7MJICD0MLiKLcTrrbtKgpGOW58cJhHHpM2QZU0Bz5da6b1oU2tlkcs
4V0qIJK2q9AotZhQUlV3qgtddxNlgU18gkyM3NpD032f7FF+1oMxMzY1rVl7LbrSYUf7eNshlxuO
VI8zmDUS7FF6P1pCCuorrtd8C3o43CdClfEOErPR7CpJTd/nNoBnTw8fUXA4vfkTAFCyU/q3wXPX
29xkbuvLaEM7yKEw71Hu2JBNxV81RD/KNbqVo73DOSz+mgW1GlCg0Ya7/5TkJCRCdJnsxOKBETlq
HV1VomT+nzJw+77MEpxoHJmKU4WPyA+pBxEF4FTQO+k8CAroc5fyp9/APIWLBoYNsYLe/1BYdHRw
dYmo9OGQhj6IIHcH7dIiDvid0njrPJVVkLXv6GcbhO955Xuf9HYQ08YIJ/MI4ShModuUQbb6j9tL
OWaEdRsANtE9fQUX8XC2erz7j15QrCioDW4C21O/aNg1z5mMwjl2AosloCd/+c80wWgUnYQCrGrD
I6IVIBY1IK6UQYpU7f4Dg7Jxhe0l21wZgVwL3s07EWPCc4gAMo83bKEu2J0Zs68af4stUKuYrZX+
ssaqwTrGoihnAy7D/JJYAF12Q98M8jC0fnKawNl9H714PDZmE93/93/9j//zv34O/9P/nT/9PzvL
/8ra9CkPqXn97/++YEllmPS/CeNNU7j6wuuwJ5qxueUYO0NifvSUvQ2R/qfOPaOs48bZXh/vgk0U
47kmEEfwJq6zMAP0o7HCO4gMSjNotaLJ+KK1TfVArjHcXR/plY8kFwYYdFNI8h+LL3v+Vfso8HMU
tvCarbTwvp9aY8+D2q9NDZcIK5X/VKpH7hy7jfvaan9eH/yV5yGdOIbUbRMPWEWP+nzwMuj8GFY+
ThJZFR0LEeJhiXDHrvYb+IJmF6DIEydv/bZ/BmXWQgCvM9zFWk5j0TeBBQZuqtvis5DIZGdFqT0i
jh++1V2RibmWKR2J2g9GZotlpGs2NLgdQDcrinqX2W62gbjabAYPe6Xrn/LVjrFNnbqKbvFfy1Ji
4fZlekZXoIiP9KStPlZulLwbZPlipl368PaByCdNTOl1Oqli4c6W6MoC5oR2AKq59WqgKvBocL3u
aIbD1bw+1qtjx2RMR7mWi+OeA3H3fH/At8V+JXXNtY32KMrSo7GKZU7TAszwCnuMbnN9vFdGYvN4
7rxcXDAGzLnz8aKi8ZE9Y7wKbP4eBUhta7ZT+v76KBdmhcOn4dKoEJQ3zMVSpaU/8aw7BJ34kq29
PHJ30EfRyW0EUiiyVx+vj3dhaxi2DdPXNWy6QssjrmuwYlMBIi8RLY70lqKrWyJWZPbO9Pn6UBem
BtfSsNjvNt/QXCxYN5cH0hDziSlL1HNUtDQd7MJ8aZAr3INeDW7cyxemhhs6yD5KBBwwY/7zv94E
DXcAXkowdRrSvIfJz4nKAVStecZvOTNeGgqraoazFQ/M8oCheNDMNAbkZ1AFPWDvwgloaSHAZGvX
17/i5aHQpZ3/ddn557MyPHgqMIrms2yWK80IxdEDTlhpkXnjgrq0XtwZ3IUAb7n9F+tVGEAOh4Cp
VAAa4OuSZPf+EO0Dq0d/bSqj3b+YGZ1TUynL5VMu7l6cP/qkc9mKGc7I+6GX/sbEPGzf1NHLvxjJ
cCXCI46webrPvyGUf5x0bGjicUVrfmp9b1vlmNZHg1/9m0lJyJWCT6gsuRjKJ7Y39XDgluoNVPPQ
DThaHiQMZCDsG/aRr19rPJ8R+aS3BlwRd9vzWQEsB33jITCMMk4GtLlHQ2fnE5jTlMc49KWvKsB7
jaHRCZlAKd+NriTp/Ref1hGOa+qOI52lc3tOAp9VA6oPhqeVOCLBPadgWR2E00c3LuQ/f9eZu7gN
m1lgaaEEHWBDX4Qnwk+bnKaYXGdTFnzVKro4q2bA6KgAc/YogiR+CqvKvKdBVp9wxROPPLnTlna7
cwSTY/8e46L7DUg7c8jxAWnR4Y8PUahT4NUgw9x4sF7FqIufu1gfTQO0GitHrmN6Fn4W0IX1BowQ
sL3YIt4u1unYhCgPIxtyfU3+RKDXPpRxvjPQSYHw0jNyjZQjoAd05lLnUVE8W5e66u7dGRZAoeDF
q2R1EmEaHMrWu/ErLl1cXP6sl5ovLmdxHUMlMiMJzAfeH0qTXojieA34/4hkeHljqPlQvZovcgqc
cEDBSi0OHWWXqIXIZ6695rsFYnNPYyajtYuqbIGk0PWve2kwOTuMgvaADGEsYh63iBtzVsOl9Zj5
+jrXzeKk2VG1t/ohoR5vwkG7MT/90pgOJQMiEkPZxtLX2IVxTRSBGSdyLjVKvzgTgMf2iqNNuH4c
8f4CkGKoHeKB/RPoouZxlD250BRju0c1Uq00y3e3I0DwcgOlRuxKqub76x9mfh8WqwDPWEdRxaHo
xztyvuuyeQ1yVLXAyMG1dEog+CY9uO31US5sK94ml6iWV8oQYrG3vWmgDYsSwroeBSq7JpoptmWs
oOOPu+sjXbhfucN1XneDzy7VYgMnvezA3hEA0iaqjlOQeceCNs+aosrci1DZvqv1AHlIVzthJlK9
/WYlqubCw1abW+KVG/sAGTTsA2vtarn2vlECuoUYi/wECzv5en2qF/aXheGxSbrA7tKX6TR4SWjB
JWMZAIUPLSjlVUXBjvJrhOYHYcEto94Lq6h4HllC/Lot2nrnewVfHfQ9LWr7oNfqOzzSkQMsGudU
GY57Yxnnv2qxLRnK1Q1iG9LnpaEzxj01XkEeL3Ji0wtK6rBFtTQM0AXHZ23bm8J4h1mWduOauHAa
FEAmR1mAbyxLn//8r2g0yYYSs1uE9ywbMyLkuMKNFxTq9OaFozuBOrlBMcZGfPR8FKWhLA/ZlCB3
8sRHsywiegcAkA9wLGMXLF5XGjcuo4tL5yqySt583XYWE7Nko3MHsleE7zflVkNi7B06J1a0CSGa
vz1d4QOyespRhiQCPp9fQ+IErCBDvpAcArQRcY6Ncfe2KoB4Xv+Ul+bFpeW4hokvrC0X84oR1c4B
Iltr6GcWdkNoEWsJZrUtAMTN9aEuPdDz5id5oKQD83MxLZj7QrUt08LyyfbXhZN3FlABOz8gRSPQ
WU4gRCW9m/XkaWP/u6oAwOPsU91NrU5wfv3nXJq54i2jgc59almLF61O8Iiye1Qzcd+1Dy18qN3g
1s9tD0X2X4zkuqhjgfHhoZjvob8OBdkbdqX8AqJFA3sByGIIHxlgX/HHu/GNLx17e87P8Fij9+ss
3ol6qIBp1UAqCiC/R9QZ6bThZbWp6OPcISOtHSEqOofr87twjxKFEJnyGvNsGPJ8fr6N6uOIjDao
4sSHdwsUIw2U/m0000Mxud6NjPfiHGkh2SYhFuqWi4XLITs4xoiKkxfm7Xs7NKM1jjzTAX2N+ARn
EAMKlAtvpInzOVjep44lZ3gVlvKOWsxxQpAOjB1C7gl4VbSPXaTNoFgF4bfr3/LS5BzbYUeyLxV3
3Pm3RA3N9Aa0PNZqtOrnYXKNuyoHyBrhSvq5D5zk1Pba+Ov6oJeOAmVlVEVdkjjTmif/9watMrs0
e9QSoMMMm3zUxrVKNPgB9In3bx6KaieVGGqBc+ln8R0x2Z7ZZrQOoADrm4Aa5YmycrxLSq+78QRe
mBVVcqhOwiZTJKg5n1ULhQliVo1arCvELgZTSSskUUhgOy/XJ3Vhc0D1YysSMFGDEYtFG4Tn1XGh
12sJoOShwrh6gO+Z4dN5fZwLsdkcGxkKupxgSosL1LHLLI6QtwXpUrmHRHO0nUwbsSYwp+EJP/1J
dqAVCh5BjBDs+Mf14S+cc9sWCkgJfTJFhfD8gzpV1lq+LTnnwuo/2p6YPoDnRrbU6bJdOWbajTrr
hbNg43dKXZzKlnSW92bcelCOYzqKMTZW+9Bw7Zdag9gZ0thHxASLyjTq68c3T5KbGgkYKaUQpA/n
k0T+GOF+UNrrzkWgLkcp4lHRl96hCYmuCXnkjTX989UWNwtPIfvTkRZn0F5c2W7Sj3RJa8TV2jj+
YQWp/XO+2H8IG1on1KkKjXY9GAIYTBN0D3Bc/qeUuqPaXJ/4669t2coljpDEVriLL44LNA4knELK
o0JpxnuME5MXGhG4oEI9uEcuwbJXI/wa88Yz/HpTWWwqshVeYAa251P8192j0BgOHYyV8DDEdQxs
3rjBjDK+g8nym00Y3pjlxeF0Z+4subrLU3k+HLKFOswl4E2zDuAnEDzmsUqME7pXIIpw6Czst89v
/qJ4fUGE15nj+YCOmpWJ876G/aPRlYw4sB+n1lTHyPJ6TDTz5sYML6wjpm6MafOOEKwunkdZdmGK
0xL0TzetD6EsULDH3mGjeV58CALNO06aZtw4NfPNc76JqeRzn5PTkLaRT53PkrJsTvOIo4qvB7im
asBoMCbOsfWi+KWCsvwVNTUeAtCLbpyf17f8PLIiHiABVwCvzkc2URcaq9LiwUTDdEvn2T5W0jFO
aP3kNxqFF/YOdVtdUoujgMsleD6U5hlREZgmCIcC3cZqGKct/GpgzlPxMfdw875+IC/OjBWkmgSu
zrQWr0qc2oE2hYBOoDlnu5y4EYC/p+2Qz0lufMRLy6dT1nGVS7NJ2ItNGhkD7I501pCZ4P91leZv
TbR3UPmWn2n8GntEjWarhEG7EcvNl8r5viEZZkjHJXjkiy42a9yPuBOlVQP5g6qShlPRLqTSceNI
vF44sg6KxuxLrppXZ7DT0SWB/N2s6zpCVgc6wAYhmmKHWieqQ7jD3Pic+rwTltOy55SMfpNBTLw4
DpUoEEpuZAPW2ZpFQLVoP6aBuaVQ3kESh0izF0UNTUCJ9FCWKXKlodtsm86XSHv05TuBsNrz9e30
eo0VGn4GBTz6zbwgi+0E5tqHfDevsSky9CTTWvvkx82wRytIfWkaiJiHaJAoZYPg5jK8PvqFJXDJ
Lon6+AfGxuKad201QMsFuqDV03cfCWTaLRhNj5CZuAJ31wd7HSdxC+k0Zzk3liQuOD+o+O0UiCLi
UCEAdR8w5UJox576g5dim0slzT7mfoqgZNs00dYCgPD2KrDNIWJ8foVClH1xnoRV4e2VZe06R8ti
B+Nd/yDKRG7QHqpvBEmvTxBDEZFBIeXxZsLnc21n7kFsgbcxhgzGcRk0+5Au540dfWEUQjDyyjk2
oBWxWD5MhaCzIzy+NhyYuiMOQHdoCnbb6+s2/y3nx8aei47zbGC2sF/O55IjXIuc9IBG66zpNQay
Oyo9+ir7adr/i5EUIZ4koaNOtghlO5TLIK703br31Yg+TeSiVeMdbafrbox0YS9SMScJ0VGqpp++
XJ/AwZpGzfoxMHdr+BGttTMHo3+nG1TpV6ms40/pCGOvtrvyS92rt5eOUaADMWQAS1D0NxfnHpFe
qjopKKoZr3iiCT5t8x5tylgM5r9Yvz9QBffP6i3bgOjAdK3dGshK+JF+Ku2Y/lzaRk8oHt7qR8yf
bblVbGY0w1cEotKLDel4GFXpIzzLUk7yI5p3xZdCU8YXQwPZu+oax92keZa/+bnClxfgGgmlTsVs
uZhI9gxD4pvdegBJeY+5UrHRe9e6cdguHQNM7qj+zSgC2rfnx6AfMYcWJjLtcA3RBp0keq1yqtb4
+b29NMVUyCe5PminUgc8H0o34CoDrwbsZGNbYiPUusUNz1r5EkmWtx+5uYIyQwfoe1uLI2dUNcZA
nezWpVeP+8lFHTugPbxLuuHH9ZEuXVa033hmZlAVLenzSalGpu6U4LhRVkV7bKparTMHjP/1US6t
Eg+qtGDVooxpLS6rQnoU/CJYl6WDdQjK/MhBV1Z5mJq8u/F4vhqKSRBVkwlj9AWuZBElTWgt1arF
31VYnb3HImU8lH1LjQH+0fb6rF6dq3kovpyiNEqkay5eLg0zbxhFSB7FWeofAD77yBA1wRO+bPU3
SPJIErj6zCp787CKKBeLIdoGvDLLW5IGNvugwA+TF4CouvmKdaK+T9LY+I3sqpMjBGWVN87Zq31C
wvD3oIvNbyGHk/rBMCOZTYPgc2x2Y9h3h+tTu7B4dO1cJifBzIgl9qitXGvKEUqYO2jyiMPRiEUS
dm5ViezA9aFehXjzhMBK0p/lM4KQON/4HmiSUA7x7MuZDDizoexqSvR3wCto+6Iz1HdCsPjjYNc3
TtyrR24x8GLXoOYClt4MpnXT6P2OFBDxotCCn6lPUXGH2HqwQcgL2j3ewyc6yemNs3hh16q57saZ
p2VCKfp84mjsTU3l4nQiAjyoVqFA1XLjB0l28tAFiOBllGiCjOhaHP/FF6cBj+wUHTOCzfOBCblK
HZN2ZL899AeM0HW+GrgQ7eG/2JtS2NM+r1xni49ccaMgfWnKdMapBvL8Af9afPK+0Fw98/J5ymD4
12jQh/0JOXGh/Zy6THvqgjrSqODm1c/rU75wakiiSID52K4EVHc+ZZVPZjkigLNu0cCYtlGLrNc6
arIwuXEnXBqIoFMSbrpgSJctN94Lo3QqqNOKOtRsqzNW3n0QQFm5sYgXB6L8NjdOBC6MixmFzWSb
iReLWRgZB9ccE4ap7m51ZC/cAzY3+P8fZXE4gxihdjQ/xBolkGZvKw8p98CdVYjsN9dEwHsRrNMa
gZdJX2bxXiAmVaZdYIC1UbnxLdBG/b3R2jS5gBFtru+GC9vQJqrFul7N3eYlfA63HMfNEk+skX1D
cg/hSqTB+/EY2fVwrJoBZD8qUzdyngv3HAELejdzfAQ2ZBFKCDuwNZy2dHTm0uonpZd/kEWcHnpu
hnvY99nGmmaDOddGWf76dC8toppLXJQTKPgvtwqOd36TxuySNlXjHkY6bowRBD8DmZ23v042YTto
N0oj6hVG1qXZU/nwe+Ap1fk+LzJ7h9nkLfD7pQlRLQS5Z0NcdJYNw6CvnHassHJDSarcuZNdHpsy
Nw/4A8u31rPYlXM1ZIZz2mTGi0vaHbCMw+bLWFdWlm7zoB13OH+Ne9iMt2qgF2dlc3cIQnWLTPL8
jqJTU/ijxqwCrS2OedD7BwTQEfJJyunG03NxKJ4/aoqUBWlTnA8Vh+DzUzsx1jWemEdoC+axwD3l
TrFNshu779JhY6W4EA0iNNpa52PhmhA1jeILSln9jiEoHsIGnlyMO+6mwSwC4+op31/f8fM7cpZo
sWqkOn/K5dRSlgCBAni7nw1c96M7d5r0Mo42Y9mnGax5PBgRoM5uoDted0T+DAn4x9K5U2DInk/T
wr8+6wOggjFKycjTUXHgNnN2YWChOQehUN8NIY7ysLI6nFOKUEdYYXD1Gyt76ZZh2mTuwLvozSxu
0djWsYgKQsBukWM8aXixCAAZqt9TRet/ZnljQVhCkb6rK3krHn49NqeeaxUPP6r4lJDOP0Gh+Wro
Rg+nrjwqN61pDjHqeCvD3cFIqjelGfTbhgre9vpiv34JGdbS2cbmjL1a5rcw9ClntZDcsFU3t/YY
ee9iFO8O10d5fWTmAYB2k0DzPojl5GJnGvGQGwDOetZRSh8fLfRddkNRfnnzSLbJBTCn0sRnyxAC
S3Rqc4NtwEmUxtaNp2DfO26516de3ZjU67NJ/3xG6ToK5MUrMJmvQkvL6hAcvouiusxyhMOFhg5V
5ng70K/aykb9+8aF8Ppw0m4Ge0GaSw5K9+N8m7Q27O3WAqwHYzM8mCW2thUOc4ehgWpbh4CG3/o9
5yoSWTzpIS2m5ffMujiusZ5CFyuYWsi9Q8XFkJN0nFLANDc24+szcD7YvI3+6gwWrRf0/QwXsqsG
DWqnRhzCb+VGTFaPSy9EfTuXeH9h6H2jzHNpZHpn7FKFWy1PyPnIubAay6fjufYRY/rshDb00gKd
U5RI8Ysd0CwtKyyOrdTobtx9rxdU8ULCmZoJJBz7eZf9NWd4tn7m13iqccPj3AEC9jjoCYxxlJU/
xGk53dhAr48i49F0hqnCgJRbzsdLkGtE6ccdsc4x3HdUlwfczwK58c32VmXh9Ue1BVeLoRuKRBiu
xflQiMYME5IY/cYqqg4zga5unkMXkXa9beIWevBgfcdppbr3sV+/sZVef1bGZi0BL5uUUZYsqmTU
0U4dctQ7iqj44MnIO0zYtd710qj3gdDbG1Hx6886x4h0fYl3HGCKi7QQi5xBU6HdbypZcmW70bBC
NQNnU1F9vX4i//Q3z99ne4avusbcR5sbXOefNQkquOiuP27wikWNsU8BD60qE29U0Hyy/dwhjfWk
ENR5BHM7Iu4f0QlZzYrQmBLgqLvqk1TdaJS+fkZsg2tXECDPD9gS6IdGVCsACfO5PYHLIKo9wVr2
2fhyfe7zA7yYOlQta45OSPpf3X5wwrHZ0s0OUL+HgnUKqnYDwqcM9zpGo8DPJGgGyFDOBmnORq7S
EXm86z/hwkJTZplHpzKH5sO86f86r6broRMbO2xqS8QnAoPmICpL3IGJlzey1ItD0TyDZcNND673
fKg6ksQetd5vjElrMD/LAt1cB3WNxLMt+/bGxXAhCKMyTHIlAbvNud1iZkHHSgiUSRA86rVs3Ro6
3Gikc+4krNR11+hw1OUY7qEEOw/1VPlP/qTfonReWmHosXSDHEDakH6Wc0Yq0NDzAUMhXT+NhsQY
JsQLO0snZAmxf0XQ0tA2SQKXn9il/XR9dS8Oz7ni8oBRDa/0fHgzqb0g5uLYZGlGL4O4lBZeBwfa
iawBWUTQ7wm0NCranLxcs2+hqS8tOTkZSHiK82SCizVoFDiOdqiGjd+lxY8Ci8J9QlFkV0bGv7gh
eXjYy9A+qYAseSu+3jqNMfUDaigxihlYJh/6QckdijYh4jZGs7/+aS9NDZQRbVq6ljoh0/mnjXDB
jE2b7VV27vBJMcAGEmNzHxXhLdjGpdtoLoTMQRLAruVOblqBU2QIsDGWhZEfg8xBVQnnM5wGrs9p
vmoX9xH1CN5taK2QaJesVjsZu8LPeeHyUjr3uKFaWy9HbShvm+ljYyFwjaqWu70+6IUPycM9115m
GIXxB4rw1w2EnKnd+zG6ecovelzDMAfaFHJ2BapqNL5uXAt/4G/LOdJQB1sER2RmF5yv2wi2OM3E
iEczAONeR+A8c3H4mzJh76ay06dt74VNjsZyOv5AgMFCTB5VVXR9y1l1pqcm2q8aEaH6GWNj8QAE
uxn3NEB1f9e3aMdP6Gp8b4WNoywKbawRPjFqeq/pvuatrMrvnC3S7ENzFxlh/o6J+wkqzMabaaHs
FUm8Q3jkwmMwFiWmLMirxLZatPcQv/wo8v7O71FVxDTLvktMvBPevIow3sgxQcRaVEjmVf5rFeOW
QxlArd1UqTH9tFDju8vRIPiGyPctJPOFDQNJ3oEUCnAAcshiKEpKSallrbkx2qx4jyRMet8IKzvQ
0fT/uT6rCwdi7lpRhlEEJ6+i2bYOQKa2DEXXe7gnpnY2ejMFd1FCNw5qpXEycDu6EbxfiPUILmlq
8iXpl5mLlZOTUdkeymObNFPZ+9AOKWhlBGFVD/i9aW4BCi/N8e/hFgciS+ZEmvr8ZsLgyj00jo+u
mphwR1y5NU9VRzsU6xmzENvrH/fSOqKEiSwAOSfl0EWMGaKQiqogBd1+HMS3mBLN11L45XMSp9PT
9aHmd2Zx6OmpkCGYYKiA8CzmWOsonPj04zblOIltHZa4d7fyBVcdXLsGzVjnOL68lDXdiOsDX/i4
DGyD02Qx/y9n59UcN5Ku6b8y0feYhTcRO+cCQBmyip4UKd0gSIoCkPDe/Pp9oJmz21WsYK3OZbe6
lQUg88vPvEaBd3N4LAwYIXYfNIqftBaaO4MqPQKR+gVbpL8eW0CU5qTkZ97rif3j0O6hu8uQnRh3
9LCDXaKQbLFmH9Q2FwUaJFcZiD/hNiq2TDlY5PXXT3niS8IElxd0CONBmrGHT9mg/uV0MzqlA7pH
3xW5ba4nXeDZy/DuTH156oUuPG2+JkGc5tbhUlIK+StD1QF10VZGBLStB7u9s9rcYubRqqqn1rZ9
O5QQgv78GSEuahp6S2RSxvLW/xbg4oqGj0YSidEeKs8rDLum5yqVUGhPnaw+U3+ceqFsVhqXS7ZM
JDhcrLbUNoltWUHDbx6/MXJuGjh9tr427Xg6kyOeeqPGch0CxwcZcgyvSfDrY8phKL7lBHWD8ZvS
7zpnrgHZoByyYrSlrqD8d2dGICdSUwdcD1kGzWDWPUoNiaqzqGodAwOjlPqLyUrDrRUgJu9VUwga
rE1V/T4LNPMx643uV97Qj/r6i54KCnQmF7A8A0h+yOFLxgLUMoam0ug812ikm7PidBu9SI3XNKnl
CwN/8VUEwM9vprA5R9469fg0aAA1LUzRTzAFTR27sTAHDUmwKE9Xk6WFFWqWavWQOCBm9SJIdjgC
mD6Far+C555efP30p7YYhS3yCotkENfo4dMnTNiRW5M1gJta7vfIv7tx6ehbCe2N/0F4gPm7gOTJ
DD6l5pGSiMhCkNzPhgjBxsjuNhnTjIusxM/k66c6tZlZAmwTpTs55dHBUUO8JTJLaD5CiUVHZzup
fXgP+ls+AD92sXEZdj32zOfW/RxzEVPg+NBYBIOM+szh2wyNokQWrJ4JS0N/28GKXOHTiU8N/3Z8
LWnY+H/6oDYaVuhHLEpIi4jP4YLIiKNC2jeznyqqeKkqFUO+QFLcRMa+KcMf0UVseTwTfH9fHYf3
qE1PkcnNIudAZ+ToyIyqjOdz0k/ofIZy4Y/9qOwG3QheByjjD2kwRfs2bNC9nsrc3LawW64SHI43
U+/IP79+AZ/3L0kgWQPzewhtn0aoPVqmyEBINP6Q/H+U4Qi/5WADr8q8yp+/XurzWSUJXIBL3KgU
RcfZg6qFvSZqMfsdmtqrMVOdVYQ/7arMGuMxtuMAa18ENNJYSLuyxLr96+VP7K2l5ScvGEhSpWOI
eQgN2qQbhu5FW8c5ugwJangCBEPiaaMRbBwnLc5MOj8fIzSTucpJ7YALkqEd7i5b6GaPQeHkKwsF
o0/NeqV1krPCjGV+w+6o2iSqdff1Y34Ox6xJa97mkiXRPO4cY0qmjF2FGmHdxPFTmqm3TWAX94RD
aasMEcqi1P6+TS585v2e2klEQGDBIK4pQY8eNsww6XSiRMZqFYWjdlTDnZSC40/aJDxzr3/G1ds2
iQsoCqx92EnHfdWm7ep0MLCx0ACAAp4dBDryCcaBdh0U1002Dm6Kpawv1GG8sJRwuo9Jux4RVcX7
tE2TK7Wywu3XL/7U/mJQSbMe3BUJwNGhxk1MYFlAKIlniAVuhMokJhQ56TR8KSO/yB0DUbev1zz1
sUmi6NNAiwMnfdQXEwWWXWIcZvrZ5bB3ZkX9hjFremE3WvYzx6dxB3LH8pVEH87EsJNPy20EipPK
mOb24dZWCsSvggphZDr97fXYKIXHPFZ6RvSqvayjMDgTPE7tLsIHx8kAcsuk63C9DDzuYMU4UcIS
7dbjyJVH0ocTxGgXZ+6E5UMdRWfCFG+TATuh6riXW2R47i5mmGjgju0dowmdz9gOT3/86ejULNUU
HSky4aPjUqHwN9mNmJCPzcbKw5rQuqhy1HB0oxRbWcFOxm/iFiNRyBzSmX1zIjCRqUHyJTumqDqG
+9LIrfqGPpU/h3OJR1ZVXRjloF53GJDtaJR37qiMxerrJz6xZUgnuNYXSBK33tEnNJjwG3GcLzqp
Dfatuo6nBhbQa7k3nuwkVjdfL3cqSDDDpuewaBoYXLiHW2ag51jOPTxCZ5ItD3SAtaLTCF5hMMy7
UuuKHwrSzv6EKcpqlDFAXNW1bMIvDZLHuCsRpsewOzoTJX+3VY53F2GCoQiTUyyYliP9twKILI6R
ZdNOvllY6m3iSPOF1XfVA9i2/C3E9m0lT+ilJkMdvZSUiu8COx8ZMUi9WONrGa9mvAH2LRFoKydi
OLMxTrT76ZgwrFpKX52W/1EUg/JdzpbWj/5gFA1qOeUwpH6Mcs73RtYka21JuKFemqhfvA8ZrpEe
g0p5j+4yCgNnvt+p/UJPWGZaxwAWqNDhm8oEHeGooOlv9HhRuhlZ57pDvXm3DNUpHeNcu5zwU9ua
OCEjZu7k7zXQ/2KljWjrV5aUXwF/1TexVWb7pB5w2esSyTizq09kNQRA0ie0JpcJwfLnf/uecV9Z
Ip/k0RdBMZYbbdbjnToV2Y4b0vmBbDv6uQVK7rzKHJlUuZ2Cb1+/qBOHeaEHqCjYgHMiGB/+AgMR
PiwhmRWHMaHjMsQU+xLPgv7JTG0mNn2LqPYKOz77z68AOFUsuRATwagcXQGirdSe4TxmfICrMBWt
MYP+iGpNgiStgnTAzt3K1Is/fliG4ooOoQqYmnZc7xqBgvFVPMg+bkJ1+SOUpmgrGHVWGxsfgNgN
4yiTL5VMbc887bLbjs4tC5NsUCrATDo+GKAMdSyPctpBdVJW/iTwDMVVGl9IF0t6rTgXJ5ZoeLwe
e59CiJk8ec7R1Q63U4UPnSBLX5gI2SnBkGAf2JU7p5/eNJBGayF3typOnxd6gCo3A9/u4et3/fmR
aUrAnuN2B1uCwt3hxtI1MQ8RnVkfOJn6THPIgCpnIMfU5Oh0f73WicADekUmb13AFgxzj0575FDg
yDPnZFaHpthlxKbc19LI+q53dVNfZfM02dgO1pOO8TsMRq8J0NfGiiYrzqEhPmcAYD6s32wtElqk
Lg8ffIg11EpgWuC93k0AaCol2sw44Zw5uJ8D3OEyy5//LXS0QwlxxNY6H1CbHTK3trtdU2JYgFVH
8+qIXl9//ZJPLchZpV8EToAB2NGeaoXZGWOW9FjMwYe0C4yAsCmFIYWxoRsAqjmTEp96j2Dil89J
GwGBusMHxEBTAYDQ9L7W1+FVMTf5o2qMZy/6JdAcHhU6FGhhaMgxkRz+1o/723ukK9Mx4epwDtPr
7JcoYdI5OMvc9pmDsBC+ztNujjok8S0R3FWJpF0VZZj5bTfYt1+/4M/5OL0oDQgGMYJ85ph/gH50
p84wWHzclICZJqWQnkWmWpehooBMYDyOAUeuBh/k68m5XtiJ1ILVadgg+cP86FN7vpKQ+Q/Vtvej
GE8JDyOOYGcNTbLL5das0BpCJPa3k+FLhFmxF+hl962tuvcsarXHJp7TVVJGI5p+vbVnZtPef/1y
Pt+Uy89bMPwLtxOq9+FuKKJRx8kn6xktdyUdZnR97iWziDaTVGoaxs22BTemH1ANEpr8gKC6cSYl
PLUfuaIRJiXIULwc/YLAzvWgdvgFg4HxqRsFGahZYZ+j4p46ZhAsgd1D9oTMfhQ+EhztehVzN1+S
5P6pKuQEg0e8T6eNM8/VumeMe+ZWPPlgdLIgv8CP+DxFjxsdFf+89/HhLt61LiuubWf68949GTqz
Se7dRZvv+DjDpc6LIiJe5Wkrr1opsPw46/HkKqQ/x9PQRQAmTgsDeTfq6cO9EnCLO3ZkoVbR22JT
DIPjm5EcrYLQKf/4Yl8aFnynpYXMokebogNSl8aa0/ngOhFX7bp2pUYqzuJRdK5FcmpjWMTdRdJQ
pSN0FA/Ltq3t0iD+6pyum9hM9W2r4kquyhhiQyE8Qw06cX8rEI5RkIMey4znaB8ybcjLDhcgP4DA
g7p2Vm/qsQp9dJqDMzfLicCnyqS/QB4oHUjPDr8XeCRN0N/q/dayEXkNZscLc0mA5eibrRo6pO+S
Pq5oHwdnzvRvFPhR9FcZYNNRZJTNsx5tlUgFbsRUpvN1KWqe8mSyYh8rTMtVYnBy26p0lO8IO2M+
LeNcNnnRQHuzmchQF29zrKDYzB0eYdwv27CECOh/HfZOfAVGl5xKrihwJ8fzkWKyy4bZ1uADNDQ3
c5V+LzHlQaHbPBNfTwSBg4WOPncTUFcPEeDGmTH+6KPggVuI1hrNme7b53qD4hByIbc60DDGBIff
usP7eugkdrE6z/LG6fuamlSRVrUu1a4t5/K1VGOX8/VbPHW5QWY06dRT6UB3O9phKm36TmuwB+2E
GRXeLE3Y72oz/uj2kKtvUpnJaEjIreaLqYwHXFY0/S7XyvIeKSE0oAkcXUKSE4Q7QUG44cSMz1//
xlMvBij7MgojoOjH4jcJJoCmXqJaIhTJfEyxQl1pcSetwsSh3yFGy8fC2nS/XvTU9lpgeQw5aap8
0sBExx7XUyvofZvNvBVR8aMPYhoEY9icKUlOnXF6m6Bglh4+/YHD7x6IZobjIpFeOGH+3Sz6lwQh
yk1ctvleavvggg4L7IRKP8cTODEvIV3lAAJAXFxHjvmspT0ErWIuFypI/sbPmrq4jicrdNypmIxN
XLSpl1GKQQdRymFbp+B1hiYHbcoU+xyn6EQQX4oiJiZgThdQ5OFrwE8yDftU4StnTXrRi4aGRCQ/
t1Y9XZpj1Wy+/r7L9XMc3hDCwGhlSenAIB0uhzGS3guYRL6qRP09tjpQhtusNFbGUOF/jlNovAsR
ZLvGr7i4kex2+B/EL5suKONl5jbkJoc/QOXY4WnktL5kKdcpJpffpnAomcsN45lHPbWVUdrl9lju
Evg2hyslWRkxO2YlUtFxlWZYC0tmXawTw+r+PFEH5sjEH+waGelxG0Hk85RkeJb6saUO8aqxDeze
aElildU0WyBt7QeayliFApNWn7/+ossGOfqiDIsRCVwEEJTPVihqWCRZyNpdLpnrTmoXoy9ceq9s
/m3l6bloL0ezOmekc2IjAZ5h6ki0WCr6o+8YGVXKqa5hm4axmW8TWR5coUvU9HEgjfejpQ3Vplcl
7WECS46IQaOfq1BORBDQGLRizWUqhkj24Qc28cyzZylofLZpsnam9MEqe1ykZ7Vby6VTXqBvH/kN
t/Wf7yzQCQvElLCOIM9R6zmIrdoZ2pQ9LGL7Bxaw+iad1JIpUd6duYXVkw8JJZU7H9FeyEaHD5nL
sx3MMtY2w2gZbzU+wZeMhtRN3af9xdx2kR+FZuRZSpx/63AeNH1bAJaYZR2bocQO+hCGUD1c9OOo
+ZBAUizMptwCdiS05qUqtQhboty8GYI51pAzn/sfGczpgfc5D5ddGlceUcKwXZpEmNsJs9pGU3zO
vuLkU0LjXPpwMEaPcZG2HeEc2wytXxtS8SiNw2WKBNoEp1OtXYbbk4Q95Dhf0f6szhQ7JwIw6CFK
HYIS0OHjjaxiIhjVVtP6LY5Q3wmcD5VWhA3gU+ABRqQ+fX1cT6RVdKQWbsUS7j/pe3SVsCMSx9Y3
m5KqGZZgh/Nffk6s5ETwI0GkMvhtKEQld7htrKoJ+jySWl+uOjws8iSLMWsrm+mytDHR/PqZTsUC
IK3LJYacJmPiw8UwVxVG2s9UcpI+PdW2Xud3cxtA3+6GRrtidIJnWU8rAQtJqunVkGCH9/VPOEFY
AfiAagHzQzS8aTIe/gYJNYW+1xRYjYpRjcjmI9OKQkPZBHtzzrXQq0Ot/qZqhZ5dWdGkLs7bfehV
aqu8961h7QuRndNyORGaSWqZzJCpgzU8DlBR46TIc2EWDNRx2GcCl2iWatdZmE+ruG7UyEW65pxK
2IlVIfEuGCKHtIrR0OGbiNTEweJRqvy+bMxn+MmV5uJvNj0qcY2oMfMLZ5dEXfH+9Rc4tayOIi40
LMbVbPHDZWu77sGNIj3dC1tGXBW2zj4pmKV4DmYjK+SbwUpwU505vieXRXsP2DHdOq6kw2U1OVYi
M5ixBc8N59mo1JHKQQ8EsPw6LNdym3drcwzHM8t+dpEgWBAHF8FPxo/c/YfryrlSJ7YqgYpPOFtX
mtJg/d5rTvo20dO+F06tJW4Kt3rbTXpuukqSVKkfDKJSQZpH+Lna6ND6CsLaSCBCG6jx2MT9y50L
Kfz4+tOcCAa/i8VlBM2nOc6EFCOJhtIZUJWqcxWjXz114unW1FDByLBI7OpzAeHUgoRxJn4LgoNG
0uHLAUdW0uRGxkq2SrD2ZNHprk7L+DJrER84U0ic2AEcLhoTyxZgyx/tgG60GzviuveDQBjPTW0+
FeWcXdkY9/pj1ZfruArPZQAnLg005cj0fnej2fCHDzgxM9ST0mJwU0g4sIi0sbDtltPQRQBueK6c
4Vxb+kSMhQgMeXupE5ba/3BFTIj1uW2zmsZVNCTwF8TcbiN7ZJ6axA7iZLMiRVdWqA/Z5TBXuiTc
vFbV1z/eSXCrUaNm5Lzk1EfvOmYaEGR1VflKBsB3smrNlUKLOBbhGbf+eq1T7xgBHObRaI2Q4h1t
IielA8BxrvxI1P19qKTTUyL3qC0wzNnkcxmd6dyd2EdQF7FiQOOINOBY8tXS6W2ABKEgTJXqDm09
XDlHWUQjWpKtuKnKgAwPJb9z5JcTGcGiDgPRj0Qa0a+j21NLFWGoDaOqGAzMKkKIwVds6uKv3+aJ
I4mMI+1qZgka2qFH4TmWndhykrLx06QrIHbr06VoLOFFTlL9+YtkEsXQgJxqWfPogeZiarNe61rf
yY2qcsMEZFVShPY9b+ADTo+1hmEQrr5+vhO7xcE9EZoU8z4kxo6fTxR9kcEa9DUzzq/6CUfZWceO
OZsmdT0EZ/FpJ3YLwhyLQNW/7/ej9ewkQUC/Yj2za6NfuZyB1G1BC5SyNl1XQk7u8kI9R8s99ZDM
GSj0lnyCnvlhEOjSvK5Rmm79atStdsUVK+Ytb9vZyfEQfmszFeLx1+/1d/g8qC8ZO0ADgwIMb4nh
5dGDKokRp/3U0zFQU+QGBguRhfVABzwTbtwrhfCrRtaelNiakwulp5+7Dqeq3YS9TMqpV3KgIZRV
GOpbhkBLeptUHIMLJ2oUZRUOtcjuZg7lotWgBbdhk4c/o7ZssV1Dk33f97P9nBZ2lnlTo43WmgFy
Gp7JHT99So4D1zigHiDf9JyXP//bwI/6beyMuOYJwaHcCe4pf9Rq2U1Lfd4Ko3/nFTx9/VY/Lwkr
nt7EIqoGIeRYiySawSGi2mr4lWjsfjc3QyNco6dedWkU1PNaSsh1LjugNefSw0/hhokmAxfqV64R
pmdHIbxBkWeYptDwG4G8wypcXOXjgG9/5kAuf8/hvlmUBuhLEMMX6YGj8N3YwAjUCrsXREWGyZ0Q
7/Ywdy4uUF8/6zfz6WDwUPBOQAculFrnWNgEjYzc6pBEB6KZa3cJWhL7utZuOykKVkXWcRl+/f1O
rLfkm4uZKa4adGgPt4xq4YquxstLlAMVE+45MqbruZmHGRA9e/jB0XLUB75e9MSmYU5GskkGAMju
uJyoq1J2prA2/Hmcy+dwgjpdMn1gBluhE4Sg/65UKNS/XvTEZyTHYQ5M+4Hm/HEqV+Di2zWxMP0m
qqSnPgQ0thW5hOtMWJ41fDwRbBiLEW2oXkjpGDsfvtdG7VIZ83XNBxaclm7TRvq+wg18cEk7xJ1s
VyHQAjVUqc8rFVFpIxLSjVIY9j2GLdkvtcrQHmCbZpoPVWXWXVNu+nGjxqqKrpcWSlu9j1t0IoJo
vOwErCVXbWVQi1bQFsKVJWTvPD6d+GEWyfT963f5ufPMiEPGyYqynyqZ/tHh4+mRQcaGBZlfhrG8
B6yvDq4zGtmC7K1F7Q6j3Rkrarty1xk1ypTWZNTClcbYanEB0axs+/Uv+txeWn7RwkWnnUWtejxF
lxs9qulPFr4D0mxY8VGTZh1r4SytED5UGXHMM0VJ3gBFcDFjTz90Ch4UGUPc6bxZyGbj1Rij164M
Cj13TSSwCzaorMvrGCJA4sWNELd5JaexW2vm9J1+t4G/N9rwyarAUuRxUi20p9JEx4sCE+T2Ip4H
J0bU31Dg2MCUf//6mT/vaJQzECyHQIomCk3ow48wpRXEpykvfeh3pjcVarqtsxaAwzycm219DhMQ
gRjgUAsxu/9EGq1qmBlhXha+atfd96jXTXhUpoINDkJ6rkw1eOa0ntxhzLUoEpYMAUWUw4fD8g03
dcCovtqKYcXFnnh6Wicru2ghVfY5xJvKlsGYzcZqBrGxzacg8CKriP+NwPpfB87uzW+n9/einOoY
dfWjf/yvm/Ijf2jrj4/26rX838v/+n//0/86/Ef+z//8zf5r+3rwD6u8jdvprvuop/sP7Jrb/3aX
X/7L/98//MfH77/lcSo//vXXe9Hl7fK3hXGR//WfP7r4+a+/oH39bSstf/9//vD6NeP/e0iL/iOP
Xz/9Lx+vTfuvvxTzn6AlFr10oEMkEwutdPj4/SfaPxdFywUFC81gyVH/+kde1G30r79085+0TDDV
QHcQBY7fsNQG5v7yR8Y/IdHoi87L0lPhavvrvx/99t8X7b/fd/hR/Oef/5F32W0BRb7h1/wbZ/b/
bmR2+tI+ph+4GDLQtTiee838gh7IVgwPSM6+aUFnv2k2Rs9uhbxy7jqhpA/eFPaTvYpzR5SwmLSs
8IxZ1waQkPnw3vQVx9hw6oImcKcqCFJZ6jWt5qzxW0MP3xusWVHPsGbpumTANG3lNAhVvyubSt3Y
mkq4nWhDhZ4OawaV8jC6bETQuJ2qbfTSadRNHiXxE+MMhVQa949oPWQVGWSll8GrWopFhbvW0sIt
Z90q3X7uR8JNvjS3Y+Z9wguQGWzdhrZb4CZjNjQ0goLkpgsbic63oTXKln5RPrharvHTc6GaPh3D
ynMae04vtcKod0moZZU7VIPzgyaPOcMXE3B80C5x5osxQbnOK2x5+lkrzdi5NUziV1EU8ZUI2oHr
auz3llKA9Gv7rh492u1Z6EJQR0+uVhTJWpVTF0o7TUKFa2N1fUbwLI0GDwFC8YsIQ0VyDdXsw23l
lBY4tFmMLwDBqnstH5EshScBGRz1uO7FKHUjY97k1C9ZaOjfIacY36xwHH6QZlc3gRn3ra+M5pB5
Rq1F0roEcgNbaRTXWul4cd9x/yEsHTjzttRTty0du/BwBv7mhM2uiIQLCCxzcyVeO5jQV6V0YwUv
2XiLsPIuAHYVTCEDXH2rZ6u8Irrp8UUj6njFiHqK1XWcjq92lN/Jyr7o6Y/Z8/McJeZWLeb2ehax
70CwVA3Ja9XMWsla9jZL6pMdcCEYWeeVSnVjTBlBs7tSjHZjZvPN2HWPcuBcRpLyLW0+RDncVuG3
1Iw/dHwgRCi/xF2+z/rYzWf7pmtbDxkX5k8BxQnif4OubYKIyUeS9m4urmEQb2q9uuP4uXjYNa7m
5JsqmzyFYm6wLosxoYTtRnc01XVW0+qwg2jTJuV+tkHAqFriY2uxb2XbnWLrQW7tCxE4qCCFrfoI
aEx7MNO5eBdyc6Fhh4I40jj6kcWUneGg8hj0Vgp5QVn1g2w9UGgg6Q9ms55diVt71SuT9EIzKKaQ
6n6pSX1l2uKWwUK5y41GeP3QDI/NZGNonqy7oLuMwr6+tnp6fKHlhj2ymw4+oLFv692t2XAna7M/
686zo7zKE3xwm7aVj+uuN8jPDLpWSjA9cxWvsppvahmuGtxOaurOmPEiSDCvYrV9MDPcPrpFiK50
hVywtX+Yen8XzO2DZg1rSZhI3kJ1LDVfQoplENepaawRyPNkK7xpHMkjWPq6M0Lmqtaxbe7sCOo/
NHVsG3dhTDqdS6jRGHsYLb7TRLjj5VtDS7qVzm/Ry3pbtMVDJz1F6bvaBTuNPkY4vagmhp1O9W6J
yJPjXRyka46s54zbWAnfIxPWRhghP9hKOePI/nuk0/0MA8+KHgZHeazGvNhEuvMmSc4ru27X069X
i6h36SpnvpTcDY7eeXFdPVpV2nvyMKpuk2meZZd3GbVpYOZIuJmD5hr5i9m2+x6BEnsyHS8ZxTpr
S/WiNZdG9bzRpXb0g55mOU9mypUb5Yi/CtUzg+HD6KaIjLBT1Tuk31Fm0iZA/yGG3Lq9kL73Y1Zt
lz1tp0OwCYwk9dml2VqJjWQ3ph3TV5YZqv67JRWKa4v+ahLmtTYnzwylNgW9GQ8S0KZJugtjth/A
QsPJHdagfN15vpHj+BLNr3WRSl6hs5P7Jr0mfXtzItttlLlzyyQ2Yler0hzQUz/hCmeZl0lfm+s5
4BQ3L1qv/KiycWvlmXjIGQTrwIL1TLsrrfhGzvbGkv0m9qbs08exsK6tvIbXBtaqL72yqh8s0d+r
0nCh2+1KaW6lqZm9OLwfzH5fV8ll3r72fd6ihNHVD6SdV730y9acp0mr79Xh0hnqdV9bT22Z+LCh
3CzwcpSGxiHRYFMP4y6c9xbJfi0RlxUR38B535PK7lNj2uo6B3No1lN1F+E5VZjS3oAe4qTXixw/
Dt8I6NLrLbLYa/LM1fvQAteturJorVVhyXPiTuifNUx2anUtqhLQFHgLN0+zlnxZW3dq8KsZjQth
J9t4sIJdnjv1a4a/uS/39tYqqxuu6cSdsYXwkr5/oqPruFEFlMadjZCkOTEzrxk2IzbZc1vu21Tf
GLFwuWdnYICtsW+C9zqV98pQY39WrNs+WzGk8AzBbKTLAHmomznp3qrY2MuTeaswe1C1eQ0EY42M
C/H4bVYvnDm/scYbGyv3ubmVM9Uf5J1u966pNb5SRlunyILEhQQfvWpzy7RDGmoUepLmJglGt0tr
qhd5eI3LZl9P0psuyl9ZrOywgDVdTZ/9iboC0/Z11bZE27FeW9lFNeSrLjQfYS6rz/aghOB691KO
Fk9S3mTdEn4LLXvqauO7Pdcqp+0dZo4v5PZtrrv10EjFW4Is0yVWkQjVKS5sVXvVTPpaS53QDeri
JZJqFORi+XYCM+dP862jXGQdHnGy4HAVvlREXskNNmnjVstmomD8Gpv1K7IofOXmZrbVK7UdtxXB
XFGK2W9NnUIt3IeO5Hfh4GxDS15JveMZcvxSSxYfKdmHQ6XcSSl//fRNRopD8kZ8ua9BcHP5V4ZY
Se3aqB3asfq4zW2D02kkpDfpdtJewOLZu3oeL4A8XI1W/cvghkuUOWG+obotRlPGNGyL5VpNSBXt
G6V+1rPMJTA9zaO6C1FpmO3JuWuDWzu0nkeRXNCFW2dB6o7jm41nnasX466Sy5UwOg/rjk2lxZfC
CR9FVwqX5r6XzWLd6W3sdRG03ykfVrWQn2lyvWd1QRybtnXdXHet4sYSx6doL5LJZhtrxho47M8Q
IrVnGPFVY3eXQ5kwforMys0RaR4m5dEwKw5kgMS3tlSjdmPsQy240Czug8wz53orQQe+FjybKftt
4mw6pZdvQzy+hNa5sbKaxc8iwNcYhA7KfYVHO4CYO75mpummPQ84PVCMrelIeVXyQ8P8wbfz72VI
WetM9zaIdm36obWxG88jshP9HYXrCgM6ugHfjbx3x1l1xRhfVzaZYLRPW64C+suyvUVC8GdnhluV
AJ/0yh7fxcuG4VMscKrDnxc5Ic9qFl/XfG1kuLyWJt3N8dah1gf27GlJ5La2yb1cfDMx7xHxd/o7
kWgm6NVxdhNLCneU6g6mTmsVD42kcNN0aggRxfWQdZaNHFCr8snMSzuiQaJnTbiN1epCqDJsGx50
2sW29VJXxsOgysGzUXIfRwKqU7OtDYWOiuKlprRC3nwVBu+d3kzIFfTrMvzZq7o/T2S5JJKLgexy
uY4aHWB+yDgXqzzoXUjybM+Wu06en6iLVrMW6mu7vhtIw+9iMZl+H1NmzKXhDqVBMlxpV2Wifuur
D0kPN1Nx08s7mvcrJ8h9B6XJQejrtHyzx5EOwN7qX6GPTo7tB43B9lI2mUnp8REY/UWS3QCkuDTa
Ytcwf3sB9bCh4+OnU7WipYA6YxYQ6dVVq+sPqUOy1YYXZttslHToPsAAE3Da0q8QBy0MofGZU3xq
CrR2Q2qNpGN0m/exRUXxolUK6XB+G8OTzAEOfIuHhekq256jCpAryCdGkww2U+kK12q1hzwzyZz8
PKm2Aw0cNI28qOL3AZd4tZqNITluLLx8nDxnsH42Zg17VH40Om62GcUEF9ctbu60JAi2pdflVE+z
1bzFiuONqvaz7frhLs8WkCSXTqCvpzC41K0P3Z5+VPWlNpGew6PM+h2Yk6sJ9HI8dcZdPuJgNu9i
Sf2AB+02heQjuEuRQyqUO1QTuFh5HScoCOYtPTTPkrHvqcVqyXdUM3IbaPhdxFSlEo/xyIcysoto
fBvScZsK7UpE9QaMwaZJjU1ff4RyvjKAFpnBO8q7N602rENt8ESqe8ieeWGR70IrXZs1Lf8oXyv9
fWNts+ye3+q4pMleFhnfTG4aNNLuVCdDYAxxYDW/ggnjdnhs62GynvtfWkx9oU6PdWNe9aG8twmW
13rWbZAf97uhvsVVxxOZqFxbEyvUaDVgGdLdZEavSie5lbzIvtQKgowaHUJ6hYo7OUCQ50B60GbD
LS1jbyEmO059tg2FtR2ZCF4kZsjIaZZuHKsj3ZFdVJ5eUus+tXs0VWSP8YlvSVIFWjytX7W8dOk+
3eZhjDXhpSLqW1Ay1qqHJMu8AVzIZZ7WPsalV1pZu4jZh55iTmv+w19zqLjSlHFT+5mBDh/aCNdB
+G3KGx/IYawt7dJKXNG587QxW1WV3mz6SGZIw1jHFd3wI7KJ52peb2fSw4wqOZRfk0QQBrRUXtWq
2blQL0cq40eVk55Rf0y14viDQnETxf1lqlIQUt3s1Zoz2MbxNjb+D3XntSS5kW3ZX5kPGHCgxSsQ
CJValHyBZbGqoB3CIf3rZ6GaPZcZSau8PU8zbW00WjeLGYmAux8/Z++1R3kMHDmFvVM91ZC9O7A4
LGCf+yogZwN+WV/tje3coHn93StlGUJl6c/GrIYr0xutqEob7QcIwz7ODe0amcSfiJcOlqk5fP3L
IZitLHb9bN11HWJra/PP25q/EsfNRuN3y7Xmd7HXV+IwjXvDnQG4L9aVo/STPQa7Uvo3o91/Eut6
rEsRrj62TtVlKaecFmFHfKnT6eB18D7bdTHjuZgicoCtOVAU9+pUpBY6WasAU2PuFpTgBF5Ubb0T
vXtY/eshsafQc0mwoz61he6e8vahlYcxa914SpowYOCxjj9Vftq+v3Gv/E1OXtg51YvZF6sKqXeW
j1mARRC8ki+/5F03ITgfk+FnYtqJeVznuShCxF59skdR69dhUarR35lJq7s0h0cytUcV8IfWGQFz
iDXIvhubmvtUZTIcJB/QqHeBnavkVjDU79kwjOVmWF0Ws2bp8kzqcWpGNXXr5yQxlvSYOkuiH9zG
NfJo6Lr2bqqXVts1qjKuE9FxGEFRpBXEHLDV4sVYvXumelwN7GLUmWGNg/m1MLzUPcnBCnquEOT4
HJIGelVoWYXxQNHEPXhVE1fPMlDZ56LO+ff5aaPi0m2D/vp/qhpckCy1lFKJAPpYmCl/rX/9NZin
Tv1rYPUfdSxv8j/7RjY/h9ftyddtzv8P+5q0gf/Xv5uHb/uaL+J/3LxAqWledzb5Q391Ns0/UOkb
DEnpIOKd3/qXf3U2zT8YumMSJIGK+RCKs//qbFp//EpDJvyDNjR0AoYd/+5sWn8gzKYZCbBg8y0B
N/n3h/tvdDZ/AVD/1tekR0oiKskfTKlshHaXtPGhcITpAjxiabKchLvkh8BfYWML6e+aVQYHM7Pi
xCimO21yDkaXn2zyzve6WT5XhRmPYn6iNuOev2Tddd84H606d0KrXsdY82UFVwibUz9Z/cmtElS+
dlLt8I40+6wsKO205EfFWCw0ARJFrWu0yEa8n15LKTkF9ZEkm09eihhqWnwqy9F4mlz9qHkpZ4GG
vHWq+WccSSk6nkT3dWwILjAGl46DnYBZ+ytT+T96zZ+bmv/+9h3/762Ew49m643Ly3/Vq17//yPN
/U1U/JtFML1U317676+WwPZH/rUELIslgNF0gwTwrtON/z9LQP8D6NY2SGIuCzRhQ6X/1dz39T+Q
MwNYxtv0q73PqOmvJeDZf0AbMLcufeBsWg7zP1kC28jqv1YAghBefd58A0CTiafGupB8apwBqpS6
AbFOzoxDfdaBp4G/CZsF5+O1wdHp70cJ3yBscr0arrWpNrxPf3tg/zRiuBxQbx8DENeG1UZO4Xs8
o78LKQQXIRms3HAYF8HBSpbFDk4NbcMknPI5+ZorZSKW89rq89i5Jk2CHiFiXLgljZex7ZK7LenO
PiUpfIjIzlJ5dsteA3OxdhOVh2eL9P6dz7wNxP7+6NibHAu1CgMWhjaM6l5/5qJQBJ65jRX72aRC
3RLrgfSC4bZx9faKcTdXtDLJHuWW6athFjvVOrfaorONq3RyYeJT8nihlyX+e/aGN7O87aPx2fRt
5I9E5K0zjkdnaIaFNwearre6RKCvaREvmTXt5aAeCiT7JyFNuVOaYRxz5fTMbMbuPYXaNpa+fEab
6hB+w5aecyk8KLnmrEZHdIutAq3kepmIH2uvVfdOp837pPMJaWNOrNDMr+9x1i7fqV8PAbDn5jHR
OTIuFAF9kivDTzy+H9dSegjcLrUpjgp9X04+gYA+DtgqbLrxvbCFf3r8zFFhMG5xC6TAXywqeot4
wPzWikWaWnGtLUFHU970j9Iv8E8Mc92fdOHPYT+P9uM8rlwYxqV+8Mok+I/5HRvdFK3JNqpHSmO6
F6+pq/zeUajfY7PVBtr4nlb0G/S0S8NGB/2zSwfRFOe+MNcxUu5SvbSGMqzIbbv38Mu/8LivXwfX
5kexZjZgC/SH10tmRlanEvTdsd/ZK92GSXZ7VB3JTTqWaU2bokq+5GinI4xd1W1uJ+uHScu758nR
95ULD5CTcm2/9PaiXS9F7uy4Z2XHDsfAp98v7rfv7a99EaMOAm14nhff4JAXDjqLOYjBugBs4FSm
9+MutEzhR5hVUt2iWLef1rV9j9729uWhvNkU/zwnG5bEJSu26VSCWkLme1/p+p5Q5jWLmjFg6gPv
W/+S19L8ZIyV+lkG2XJcGj+7Wuwl35e+N7yDDfyFr3v1ffEJILptfC4sygAaX39fY5EW+rKmy77L
kfKFZbcw0lwbtrXrwarUo6gDsZ5Ndug7tQIZOwVTJ8dwgAUd7AbfUA+yoh14JTrNmD5hed01InW0
veyJ4dyCDftpb+mrca05VrrGW6r3cJCi8ZjVeFXF+GNdELn//rt9Q3iBuW9zxrA6NyUb0MnXv1VR
YX3IjXLa284wHKdxHo+GoFM8Z3O+m7rG2lultTahMIs/l2nSjr6xTO/t0ZcCj+1DoG/DUWlwMvE3
rz8EWzLut2YZ96bbLlwYCbmrwkkvjJtg8D4gd7QPv/+1/+HL5HCFskeCEJIBBPavf6LFRLk11gBo
nQ3IXbcaDI1MAJ6BgAp/1+WKqalsl+tONe110BIashJbeHbMwUORWn+X5lJ9nBStV4SxxccWHFDs
Tc5VZqzMyrJa1keHPtpEinLd2FFOQBkdf817R4RjXJYsRIFhvaUy4uyF43kZechY2aY9nEz7QXLD
2PW2PsRuM8rPtpZ2V0BDnGMSjLgJtbQ9tookGlk33tMs24fV7tt9kKUjwCTTfbQ59ugwOXPYlZZ/
l5CIuWvZQXfvPPntyb5eRlsGFxIO1vTmcrpcRgFuZazf897v+vynZVYFw4h5ZEBdrQ9ZkplHkwVz
Gh2zfvS0+c9ANHRKGkaYMu1cSGvFql1j5qM0993hzmxAXwxM11GZJ2CrVbPQ2UDKcFcswwcv1crT
1Cc3mlUAHwBWWCFOm+CT0/Z/pwZ6+xJvywjEG+oTF9DMxS9mDn7nF8KY9smor9fcuMd4sqbmjkpu
PSWWXbzzDr/9efB7qOOQysCjAnDz+hV2Rlw8ReIse3NZxGdr0L5TdOTEz/XzNz3Nh/fSyP/h5+FE
4YrIOcBl1L74eX07Ie8qx3kPxsb+gP2u/KGpxbtyHGj6/tw572y4bxgSqHwY7KPBQv6qQ069eKBe
WQh4/em6b7lMRqPlpUgnmvppzksAA+vk3WoZ5043alMMaQUd50ggWUmvSDfuR29InxmCkAo4LO/F
yb1ddXwyrso+NCEQxZerbkbfock8WfZBZZUEjQbGxxTUdRhU7gj6nhgRxiXGj4GRYWiZQv6rxfJK
E/Z3EdI//Xi4GlRyrH7W/sXm1XS1nRE7uu5xtC4fdK01vpJ5ctBs3CTxQKtot2jDd4Y/7Rldp/eO
2PEN9GH7XvAG8ldkULhpL14EzPtiY93Oe7LIJX3gMXCee7vtoooEgnFXKPkcTMK7H6Cg5UziTr3u
TXfW6vhEEfsWbc2xTbTQLarhgMgk/fD7HebN09mUvaCnMC9Q6PKf1+vCrcYc7Fpn7V1KgSNePfOu
SRtGTWbXfZ4d608fLdRjxqrai0rqT7//6W9LFodL7KZq9nQcWyzR1z8+l12jrIA5VUFvUnvUmrH5
MEMInG8LyaoCxEs7MErRFuA8KIk8YyTf9EfDQLEVLoUc/uPSnw+04W1wc7iIgS9vtWmiRp2Wrc0+
MTOVnwatDhO9GW6Qjs5InYbrURP26feP4R++BAavJG9tzSleBhpaf7/D1spOlg0qsC9TyUy7CCbj
5+A46rDWrnewp7n+0wuEcRz8gv+t0cz2vcJmewtfnTP4ZrbeAHk4INN5AK8/wZLNrplNrrsfEmtN
cQUqVUTEcOfitJp6d+4bvahPaw5ddVfyj1xn2tTM9xYRARIuCNBrXt6kfo+3+suDffm5NpE9d6Lt
a7n0lebuileWwOd9Um7pTarqiHNg7CHmaNAnlcXYnZslWnkwYicat7YO+SQhhzFOcU+L0CcjGibT
X48BY/NgD1uH2wPx1bq3axHQP+X5XBBmlI8qOcjZZLCFgxn28u+/4Le7AD4POi/cZIEQQoa4eL59
g7+rNQb6IaROJsetW4Isq+hoOWRTtlphIlKEupklB+SEAfYIwp89PfJK2ynjdR3W4TDnqbwzBH8y
anFctTtrXRlg//6Tvn0VaW0SgW2ya9F/vbz/e407VDnj3b1G82dXVqtzGkb9U2dWwY2Zr9XR74z1
mwM0ZXXNfP/7H/7m0NxsTVSYsFnoer3hm5OtlyVlnnt75i/aYynSibi/AJKsweWBSUT3TvLEr/Lp
9euFK37zU8EexTPmXWw/NBika2QWFh9PjN9azVoOFXdeGAu2fp1Y4EjixHbmI2eqH/lpoMflUjYn
TElM2bWhvm2UV+6cdCO61k5L+FPeabHAgR3WqfI/Z15rh/Mqqa9W5nu/f1pv6MDo+TnqmcH8Cnbi
l3i9aDMGbZo+5vpe8IbfWn0QPBvCQkKZGunHGh4wUcJaVkfAdIZrWGoJoaPrsGuX1qN7BO1qD+Iv
Fe/UrL/AZq8fKjkamJTBjHLeYVh+/bF6WiaYYdH2JD0hHruZc28NOwZHH3IXzuenxc705oQAo80i
25zcJkZk414PyvLOg8N8PdQ0DWi0HIv+JljNNEGPq63z1dwFE5LAnsDk69acs/+bD44P5Be9hRHB
JZWBN8EU7qQx+vQXD1UdxCsRl6Mb3Asy7r+IoUM0lBgVRnr0H74RF4Yxfx2lyNPtqEYS4miTkeE+
YPYV0mwnpj5Zms3RuVXc0mAQnnm2pr/3wd/u3pxWQGBQgW+13yVmeG4H6AKGoXAd6zDBUssYXuCU
3BG3mj4IY9nc/7721e6l9pCamXz2m6pAfbmI22JgYb/zXv7Dx9mupnC1SFnC9XBRcQ3WxK2Dmn/v
etj20sRiOmou+blxHXkDlJRJpsy8s9/MwblBlHhbGXin+ZuTZ67pe1TW7fC8eB3ZcV2ynnSeENzE
16/jWjUFEvCFCidvDpWVYA/R63Z+REOWbG0I88oiQmM/DB36QLcfPyC2rnbIUaZYjasEn9Or+8a2
EHXKqXqnbP+HHYgbEIRoH5IEPvJfB+DffICmEKnX60S598mk2TcN7eswcJO8vdcQSDRRZeWZ90lb
teHgoE7U976GSOxrTuxHzvC+hlScLV5j3NAnp5ecOG4LjSVBKR5pZETXZ4U5De+P122CEyJmmn2l
csrMnFvLe4/6H754BgtbNUlzhA3g4lH7LWrHAjXSHnkhGoDMhEKRuv5+KbbEu96R6sYyqSPmKX3W
eCb3Vl+4R4sp9AFl9Hse/TfGLj4FWzpgwI3tzK9z8R66fHvZyM1gn6HhPhW6ELdi4NtAe6+r0B4s
Ix5WSyJAMe04WdaBjpLU7/16Efusm/TjMMwd3m/2Cm4maWDHoCPxaJboDiJCZ2dm3YRhPHvOtIly
s+JrR6JlkxbDt7xZii9V7bkf31lbW+v59dvMFRb/H+fW5uO8vE70BVgaAl+CPWYj4w4Uu3Xj9nji
AlGVL5OHozMtuzY29XxlsJEEP/J0/sYX0e6UXLPHAZDnOxXDPxxD9MSYGrDDbZ2xyx5FgbME/IdK
kNiM/XUPY+Y6530NaSurnYma/OBW1fg54FS6ZV9YN0CCE2q94caKX+VO6cJ+5zNt3+zlU4JrRucR
OIDDF/R6zTP57xadqLc90gT308qcf8egqLmhpp/iTGu0D7Z839f2dqeh5cu7xlyMyQElxeufWjrF
NNYAWnl5UvtA49M8DqLyDgVpHgcjq+urgA/xOe+L4qqVuvtztsqXzJlUEbqCHMbSH/objTwkgeBG
XDmmdG+1AJhsiXU3CwUK30NTT0asFVp1UqJNnpvJLJ45aK6lpnrvnado/Goa/P052nyt20L2mKwx
Z7/supcVNAeOxF9BeQhFLWKv0Z4yNngugi1eQptIOgoHJhLpjk0Y7TPBaMFpqQdJCsTKlTOs0Nur
EPT03H4UZpOmO1OgQIkXOenm7QqRfw51fVr6r6SDL/HEOOKgxNrLaCpMO0VH4j7DElk/J1icGL2I
8mOzYABIx4y02tYRAneZMbTxGFRU7wVoE5yWLJMyHKiPR2o3e74vR6Ok/5x5cx65mb18dYQviY0o
c4OuZgluHmhaOsdTMxld5NYol1FnampnG4sWILxxsA93rl1Vp8TW51vPJPAtWh0reeDR5VZUFH35
ox9zq8BGvZATWU1pOl1NVDnJ0UTp3u8AukvJL6iN5YkKocRZqvc/MYnOQAD55QjFWlHuMR6Y/agz
KowP5Bfc2tlUbL5w2Vh4mTW5ADgKNmWj53RGVODv4K5grdoV4p0OKY2NwRBIgsttSZtRnDeJHhB6
PDYc9vWK4i0R7tgfpdNNJ1mpod9bfoFmNkk9O9YxOt0FEkng2WiYscWlqjIX3Jff6busq/XkMA9D
axysUlaPPDy2w77cHlRSpnrEaoQaZjSu973u0OG/dzt504DnhWQ7J/ODcp0r6yUYoO3cXmRs6XFt
5MYZ4oHYa17PekFgcWOpGpPWulTt3uAQP9uNVZ64PxrvXNff9Nr4AaR1b5MWlwkH6/31QtftXqEo
Vkm8Fu1wqsokPYvC0ePKz2/TcRYnK3WffKnldFPT/qpeeue4eoF2YCgSxCkiKPpAufzx+7Ph8vb0
r09FjQMPi9nEJQW47dj9O5Umcb/W84+qXNpoGb3+fhrT6rOTVs3+9z/vTe3CDsdNjQMWkwZxbpd5
Am05ZcLtJy/2gyW4LuakPPd6Vn2BV2ISZNuxNlJb3KoRAJNUdS5CPZu2a5aRo0kpDYexRZGpj+7a
14+odoonp27lHLWee6PXI3tEVyoPU8PMUEeHZfje/oZW5+KgwLYKVgbWC50XoBq/Soi/lV8I350W
/3cSt8ao3Lixvd4/dVXnVpHfDyNW7jXLzkSyI97VK0s9dbx/0O1GpQf72THmmyX18UWUM7rkHSQK
l/FnlTdfEHLP8HuxFwyZKK3IEFJ/ScuSunsSGAvCzu9FA36lHT72wr7SEietD4k3O9m5k7IXuA/A
jT9k9aYdbEy0saFqPfE5c9XMxjfIVhxo3vlGmLZ6XhzlnA4ybgqCQ+JpnBp1Sv1KDPdBkqw9GlTf
OW/36wDgRG84sejTBiGzmupvbVvk7Z6whlLFCTeJb97Yieq4AOsr8cT3FI6V3WPac3ND2edCJQiI
DL9fr1VJa2xXpnxfNO3672wQ1fBME6b/hsPb5Zsc04zrVAad/yyUECuzdMZ6O7+2nFviZhGl+3qO
KKOY1PxiExtj7u2lKGq2NNeYD6O7DZhQuoj0xFgsXSKXsa0dV9h3wX11IPPD1tR1RIGLwuE9Vbk/
H402r8TZqwJ7vSn6eoRBOKv2MBN0cWOabO2r3qrtWZuPSRNQEIH56DE+JJX9JxuQf+84wdhGQ5HX
O2sRWsC8scCIp9fWkb5Y92Rbg9COSQOBM7IKp3RCIiTl3azV7RJZTikJmQh0u9ihlzW/+LkW3Msi
3cA3RlPidysV8sRESPUs8K/MMfLv6l5rhqmnaJ+mm0XMQx/lFr9jM7tCHqulcIowaTytj5NRc5dY
arow9/y/oAcccqZFOBa2gkbZ19gFnMQD2ehvIlOjT8UTuuuujtVCyMgzytxR3nteI6YDet25j9cm
076XBXfXU+pwZsarkrYb41jtPmgpbM89tEaBMas2e7mnW14tWLBsumTIcfurpm3XJq5WoO7c58sM
gQTc/hw2DUjH7h5lc2VEVr6KD0FBd+mauCsi1jxk4j12lYIISC76Qwgozh8ObVHMEwiW0uD/LMuR
lFr60cm+0HK/2DeqrR4Fxyx5DCJfd049leJeGgPepcIfNdiGi2EKXEO8uuY8eukNRFQTk41a8kec
zLmNKtlPlmtTWqp90lTrbgRNqc+nvPeQXxMcv2qHRTiYjmx/9BiPYXMrrtUKrCFmgdf81la7VAdl
llV2MIjH28009OsfJT6mPNRnPbPPdYveLqI76nfHYKqCJTJyDd2xmXfGGAK9QOes+W05RjMNWXXH
q4flpZ7tFddlVvX7VOtWb+/6PUIqafjtsYb5xabOrYVLHibh2bSlG9UG4TVZ7vXXfJEoonliy4mI
IHTMiZ8HT71gjHzPhkJSoxhQ2e4mtY1igJhPz8SR95xevpS7lDABAp4Nzs2bFnYbJrOUUhYRdZ9g
3lwzq8SlbSM4TDrZVlFlVoYT5fYaPNVytI2zqFfnaZD5/N3px4btrSG6IgrIx5RkPlV1dqwTmymb
RvdRhl2v+i+22VZOhB1PdPEkW0OEmlHhGuI4RQI/kMEwn3SzGMd4nvv8YzmP/o8ZWdtHu+xFFzma
M9RI3JEFXOEKrO1wrGffAfonBCXzOEkR2Tk2IEh3dfEtafR5wCTSyI8u497+gHhjRve7aErtJmzo
/qEi7CeLjSodyvuMN2aIRjKAhgcv4xfdI3ahYlzMMpdx4S04l4Ky+rMAm1XHQ4CPA6kDtvUHHZLQ
ebYTKr7KVsbMtG2zB2R2kX3VagI8UCrn7BONk1GtMFjvh7hzXIAQMvVkSOItS51ONnkB6TToQ+RU
YM9Aag4flOyTIZJTORQ3ARSfNh7oF5gfAkvaP3m6jriquWCROEqR9FFbYZlFaJ3U9TxL+cOyekm7
WU1+FVveMOgnTVMo+FWe9e5j6gRasiMgCorcsrD0DwsV8RQX1ZLifWtrZzMhC+uEe3U5aUVRjady
7JonSR8Aj4o71OvNgg1r5KXEWLgnnxlZfArur9x13kCR5usSK20HlDF26KXhd5gytw/pIQ1eWMME
ynaWA5+oBCSJl2jQcd4l6UjEsy18XuBMpvbZ6s1anDWq08ghbplnD5ZtOKxmbZPc2+rmc+k1Mn9K
SPnyT2M1B/0ZTwPgOkFtSsU2jM9tULVXjJ/Th7VkjcarWxj3ZVa7nycSD5cDYGHM32sjlyfPklkW
yxqv4t1Qqhmvl/KAfJbSZovNbOXiI++GBTheh7NyN5R9Ru0H5ghJVKejzCiMITljBK5nzujc/JSN
Y4IaXgW5dcV7IIEFOdXwOE9eoiLg8bMfjvy5nk1/wdZkLFbrPzA7WJr9YrTBjwwTPoZw4h/RvPt6
K/FA2iqPiszg34IhqD0tk7NcqWmax52/7V5hr1JOwYGKADvhiimfrKWc5lsw0vteZyR1u3ImbXlf
QO/FvMn/ZB2ryZ6CMOgL49ybosN2NWfVx7W1quJqpu+9nnqfAL6oNOu5Jo/Edc85wZRW5Fe2cE6J
q1B/aJsnMxgFzg+Px3pbIi5EvlxbJsUPJdbV6jVc1abCgyqsKuXoUV+7xhUeWMXoM4WOd922PrNZ
VWG2bHN/pUG20GA+J+XCQSiYhFAV5DS8LKncR2RHwxS5TqUHz3WVzfotkOwiuxrT0f2Gdi1oGXmb
A/TAvhcFvYi0r7HqdsNLNtiY4pzR4qdxy1c4mWuvjacp6KfIJ/oHrBS4FqA4ltrYsku3PmIzU0Nc
KW35Pi6e/uIZ1UPKauFzdaOBW01TNJhGq5oObttAZ9Ib3XpIVnDR0dblRtLHBMq40Qodd7ObltqN
SQDKGnrBMmn8jECvj+VU1tN+sRssPblfebu6m9YkTFbfPw/eqGnAkSqejW7U6Yec7mtIf7McjzMZ
HekNeAwkByZdrToy2gbKTUHelHeiJ7OcmiY1h0e1CChrnursH57IFmNPzafpD0rrvSZivbvJvray
4cEOGETFUyl5UykpqI6EyiiHpUyKzfGh0gaz2RCcOVdtuMpFUguwZoYxHYUuvGnPruHKuK/I7I28
IIC44OGp9o94MP00SkbLfug6a+5hTJXacXDmboyIeRSAEOaZ9jp0NJCbTuvbJ0+Q9sSn6MFCBf6g
HcfeV8MLjU/9pnGlpkH/avQqTH0lm/u0dsfkoLduxljTsHCoSceop9BqieCLqH+Cfd5oizr4VT7Q
gJAycw5Ja7t1rDEWLU78gm7y2GCXPyFAS9QNDIc5u8Ob7PTI+gxNP5Srafyk6WTN56WtAK/bOj6V
qbJrM/aGhQFlLQPx0c71wTuK3HBr1mhuvZTcOsaIIDAb5dtSqf521lYqy6a10+5oE1yNB7EzvGbH
Ym8wfAdpVKcj1lFiPglpzaqX1Ki9D1XgC4z77ujqoWlXnXkfCMmezhxNpnimF+9LWdipf9+2ouj3
bVKyD/ltkU3HvMNL+llnVJYenVlkd8NYm90VOzh9GGygy+3s10F5tma7Rd3GiBCH3tLNxb7EIuaA
cVHjfF3YLNRrfNmSWri18+oEDjVPYpNJw33WdVQYWdv7OOiWvmGuDQR7vs4CAL5XXZ7NBXJo9E2H
Ro4uBYbMNWJ5VvbU3LLqR155FC05klg0V3blcQnLOwIlgZ5UV4bJRXM3Oau7BWS287VpJFwiOIMN
4yad9Smh+2L5LwNhjE6crHrzvUjwgFE01u0pEQZeC1wZrn3U9dLBetWZ0GZsBGMxF5YEfIvIagAO
nZ4qSF8LaGd7mPkki+eW8GvqQn0jDVXjHpJn6Rm9aTBES1vwCLWOIxvDrD9EOgqnDnOy0DRsZ40f
z8YK6qAc0u5Hak8MvpZKm63bQnOtY2Kq+ptFMK4bL3PrI5SCFZZFQqu7H0tP/XZq8mpsDk4mPC76
3QJ0fQYI08aaRowK6BRcqaGw17HZ+3AWQ1t20o6mMpHaYy0GNZ5Ltelindrun7fVMEddjQ80Kua0
/ci8snsCxmXkO0e1RRW2hPRa7M3+ouOe4yoW6n5eSIxfdu5EhbSGw9AseR4PGcpAPFrpz7ns8/Kq
G7tSMm4ELThsgPVYt1uovFoRzDMQh2rDchD2y3jGmsxd5XG1umY9j/fpLHx/PxCK8mIUsswPbW7r
xRV77/Awc5Vw46Gone+dmA0t3enK0p+Cya6vSJwVBIuakOPHzmgYQILyfwkw593mC5V3WFf9sk+b
YvafgwGt385XLfMKCcbIjOno49Vyl1WKWEoj6Q+51qZVPPq2ep7SsZ1OTJSS67p1ezcqTKO3gdFY
ptwbRsd9tk/zyo/dYvSmMA+UV+zzlPdhR3JX9jJCWsCbbfR9QJAKf8YqTX7p2vMzZCa+aX8nbCX/
ONr15DJBbpcn+nbZY08A15+8FWUZZ1RIIpydpFUnSvkhu03bTuQ4gafquzQyebRXr7LC1dWoDzyg
HuvO9ma5PCTUFvrONJsBkXSdbZAlozPMA5YHrMMlBZx3nSlh+tceZrs6xMQETyA3A3oGvcdMJHLN
Od3UKZSpd1btBi0UwBXrYsHw0SHN0nQebTRd5PZA0GSfyLuk0wBmmEl9TxVUXgvb18brzNPcY0Ad
Z95Y6+iNVM91kN9rszmYu2bSpiUEnTc/ki9Mw8CyU7keGo4W7wNTHtHHAWpEjBmpFgwYppfOumtL
IlQWqAEWekVAOEdWTPDFQgcaJ8jJOQQoWtQpMEuHDrqpBUCDkqxPP2RpRzlgVmlLiVl75yxY+3Wn
d01qR/0KZzGmvDaaM8C63Nv1KEjYnhjkHX1vUT5tYbpA+Fgn+1Y2qsHqm6NMIivVUvPelkF2pa+Z
/jKTKKVFI5XOeQvWms/r0uBEpumQX29tKYAgc26sceeblfsYrHT4YdLNqFVak13f8Vo5XDl6MjVE
OPYJEymVwiuwM2O+Sjw4BbHdjEa1z0S1tX2RUboe5pdp9iL+Qchr6P3ynvOw9Ec80PSeybIq1q48
tWsZVFdOG+j0yQMx0nHOk+Shl4nm73FOO6d+9sjbKJJk+popGgz7jon/uhsZBXR3GZmFzXPQjVpw
a1VekCNmKTya7QiwOSb9+UsfCE4riizKBsHQdyewF3OxSatpCMfWS8S9T9SSe+oLkZgnbyV+PNJW
wZnSGTLrjova9kyt6hpB+cGF+eSXo9NnIUAg/ePCXXaNh5nSB2xR26p9W5TGHMq2TF6KAi7dfqm5
TzFzQHlPZkdSPHHIuO6R2bM5Hnmt9BH7Cm2zK83JLf2Op+x9yzThJmBxkoI0iK5dijtj2Yg3tVLG
n7VBVz6qdHykD0lLzFssyKoit6jKnYNXNlZxUsu8XRLlUJ0LW5RGaDA4gVmojOVzPoOKiRaopJyD
VYp0IMh4WyPQZUE0C7oHu9H/39SdyZLbSJqt36X3KMM8LHpDgGSQjFlSREgbmEZ3xzw7gKe/H7Ku
9c0IZSusltesyqwssySSIOj4h3O+g/6FWBccxKsv1bJtGb1uN/ctZ0PtwTkCRBE68tAhkuPZ5M3j
cDuMK6p3hDWwLezaUDA7Jg0XI5Rhewo62uG7qjDzp7nOs6/OlHu4uttMQpDI/HCKCzIH29PUK1vs
ZK/lC7upIR4cf+LlcTZ+XKtCsFig657PdDojG7x6TPfVXGNqZ1JFEnbUTEaiRulYMXHcTboLhCUl
ju8su8Gqk5Ja1QXNtVl2NO5pOzXu2ePB8XlgY6p2jdTut4iJn9iXWVo1N67DVORgN0qQeGbS4u8A
3QDEWBhPzpcomt31ockjZOlBhU8l7pnIv+gyyLoLNyY4HSKspuCz03fli7WQSwGcq65d0BaACON0
WEZ9skRd3+TSKMOnbrAzlB6+7M5FlTf4/SllyziaemaBPtFNJIojEi0gPTR4X6DKFj+nwA/wRrlh
9ovGvq6OZGJiePbmhR1shfH421TNZoeu3QpvZcRfu+Ot2eERHh3vB75hnu7swjMekAC63ZHRkdqz
oU6p2uZCmzfWaoZLwpdCIe4EhvNQMeyxKI9F9BMx3GiDMy4z8yqDUof1HrDXvWw8MB0zE+OCzlCP
FLzrCLpsraZLVxJNuysCKXmgLVE64O1eWr0z+ERLPNa5ouOGzBfsWH33ED9UUP5EabOewmK0vjEc
RMdSpCEeNHO1EoOGa9lldV+9LGue27RNi0rvV9nYn7Nu9mXiI2hsknnsjTweU9AodPiYOyi2jL4/
S7N3VdL4/S9m3Tp4iBwFkscLtdE9Ojyd/H2HPqQ6dGuAi9XSqYMHtmcRfzbH1S62Wjec48gIS3nj
VHruEl10wkgMRYuz47vWJy/lAZYEddggMB/Iit/NdOsf+oWBxjkc2rk8N7I1bwanVh+009CR9eEC
OcupoyUeIMMdO7sL8yRQISXm4oEHuLabaU4TGBC0kbQ18l40xETvGmh+3Y45RnCDe1i1Z/bTfn+Q
jlnpW+zlQXdrBosHYmBcJnoaq82Hr8TQwcFYQt0da4lUvGhM40vpQ/FCcanFkRIRTHueN80N4tQl
OqXoUjNKBmPxDtGUgfchX6dr+ekPk7sNLUCzMN1bvWOL3jq4M6scG84AIV3yp+bFf2aI2QBrcOqS
WYsq2/aKT5w1oCdCu9+nGK2mc1sYnvGBVGhzPQ+2NYJdKHI/OkHJyqZEhGbKDEL1oXGteuKkD57W
AJdTTrT1MlXUqE7jTZTaWFVbSolytI8G2FOwi0ZUFvZd00rzRGE5ME5d7e5OUzZZV5qgWRTsVkQR
Dpwh7L+0PdKZW5guujjPXt28uHkWfEMObMtYVoMEGFC0IO0I3nggNc7TsdmZPT1Dl2fLBZfnUB17
4Xhx1/FQh7hBhPl+aesNk1FW43INTKJ+Xk2fZ5MWTmYnvVeHrJf9lU/Isebmicvg7HO0tuFzUM2b
Rj5lBJWUdIQLI8t+2eeUw99IxJLfzHoUX1IS1Zar0NApIhy/VD+Y8Y0nV49WcOjMFJ5GHbUwu2SU
jR/wCwFpoOLzVaz5Zpj5kqWMeEKAaGQUSqyJ23rdyc6s4LnNzfVHrrqhO/WNV0PIzEszO/B7bvyj
UIzIE2sagEi1ea6DSx1t408mw1reWLM91cB2UkmQwdSZP5myuulL0Ga1/4Xl7ZJe0z66EPYya7QO
eZVX4WODKAnWHCyE6advLxG4ciUgJVvaRbmacSc692tLURLnjmIQTjXXu4fMD4qbPp9YALIfzr/W
kURv5C2ySgizD46F0vCM5Op0zm7zhhy5GLxMS0A4s3HgwxScRF6yFUqXvtsBuJDFrQx8XR9WltJf
phlrxT1WIbVhP6c8uFBLjonPM4cclkrB8WPQpnHTt2nqX3lyKn80du9J3O1NNfyAEzWi8NGgQ3Zr
JyYzRi9FYw8zE1IIc4A8upFMrh7SCiwESzIEH3HEHuTZbVuCCSF2jdHVTK2V8IjiiaAZtbnfSm7Y
pz61xmZvOllxFWWAWc9qHNjvO0rYDrNdAHtJnoHo/TV7a5bHGn1mc/C8yl8vmYqkXGMG5G6KWqnT
pM+zLSPApm9+0E5nS7JYtvGLpzENFYn1fZEo5Irmh2rl7rldcfll/IgjYusVzPnrqnPQLM0tE/s4
KPI6AsubG3Yiq6V97KuKH2xZKQapSjYQy+ohs6MkU2QYwduaG7Gbu5xbOA0diDaG4gKQ4T5pbLHI
pWHuEfJzBmcHY1GZfmXsOLC7xFsyxzlmpYnw1EQ2GSRZzf47TjG0Zi+6W+F4eCWcrU8s4Oo75CKD
t5PjRhIfp8Yx4xJBtzoW4Lbu8I356Q5kmk0U1yC6cc8/6HcZtuHvIV4mEHXr7F7lVms865aDa9eU
a64Tzug0pe+yOdQYLpsY9JB0PArJ0nnHMMA5GYX26hjnqOPHY++IW0XMSXaYln7QR64Sj5sltSoI
bSFmO35g4QYf9EXTn9Jpnsa4cBcmnb2fI3TRoxrR/rqwTRKGh0bGnghNfEIobz0mq0+YI4nJc1vG
nacUrUZX1g/YHa3y4BjrFHydLb//2HL0vcACGtUeCyF0dUsNzo20vbqPi3BenxZ4fNYZQbDM2SnA
fdji0Uxj7zSB7E/h2EgCwZs8tK48Bf2TOQPXqpHD9nMa8qlMChsS4bEsi/DYS1ZzsVl0RXQcEDLT
T9Vqo3f26fzUl0H9HeqVZqHK1jKInTRIrzQC4y6u6PIEy+ugyxJHh+5lapuVVazBwGwnsGZTyAW9
hFMjq9G9UK1itOsnz/9JK0RG1hAutUfHUejwjAMLDUlaZyzcgqmrGUpnWyDmbI3ZnrVSuM1Fbeuu
ABC7xMg3OSgVcO5zx5S5uzERb5v7RlvQxwj/WQ6ySCFcz/xfHsrSmoo4qItcnnRdyGszUADUPBV1
P+fchbRLpopRnKncCuYW+PEPOSfxeKhKGWZX5cQAh9Eae9RErlpXdzIwESrVfE7/GKBhBTVWsARk
iaC6a/aHDAqhWtu/MpEDGN4Fxex9KDonVRA6B/QLjgvWz1Ij63TwNwyw485YUjPxaVohRC4hkxjL
Lxx6KrAF+3acueLl7KXnfm5Mse9b3/wCL2SjmS16nt6xKf2DlgPbMikGcBRQO4KPeC1pEblJz2aN
0b5OGSr1DFWSYfLGs2moCQNhLX4IM51ZVVtBDzfLtw5z7dNuj6tzXnwCIyQRiOcRcPtVXndFXE2D
/NTwm6WAF+KzZRbe3u3rqISMWfSf/qxE2d7cK5kaHAr4s5Ht2WjiyYp+/eaLciG3mXXJocb/CX/I
VicZBBF7nck5FX3BFqUKZganbO/e0ZAEbwWZmHE3qaXnWqyH+d9vXpst1Rq6eb0eJs/u70YPjVo6
uJYNfJNspoPPE2tGHs76OzsChtRp0vn+4h/LQDvOAXcDDAdllz5QvKYyPaTuIbN9umw0cgTfuxw7
FNnqwoNOPPS61B+zwNbrraWyMNtRr2piKK0GBfNspWPKQsMHA1gGzOj2btFM3UFO8ChJHBAhGxa2
NN6+S+eyuRXFIp8VBG1M2i2sqNmY0IcTo6I/KdzZBImvww8HPVPMRLd6RgU73rPp6PZmmM0CXcsE
xU/0QwDHG20ptDgJj3/Pl+SrB0qUtf0qs9QPE3NgDQe5186+kiJh18uOYtuoXpg6Yw3vXc8IYunV
+Y8SBu+DsBbHvB/hWLEKR083PUrRTevRctFdcUKn9RdvBvsU97U2viBdQV5uCumOzLJdXTNlLQwm
2k6eWsDn2/Zz5pt1+J7k/jfh0Pa1g063N0LE5mt8fcu5DHsZv0MeVgUUTc7YcJfjRzrZXP69MxRW
ooN1+kYK6efJb+FEp2VwqMR6A1iZfXPpTnda8Z7//EP4TYu73Y0AiaAAEEwXIMJ//bYkMxOb2eF8
QIXS3PIwM58imQ1H8Hzrh5rd/bHlbgBhF5G/No2p8+T5Ghokqt3YtuWU72xdOu/o5d6qcXlT/DS4
RnaAFge2yOs3NdgN9HBc+gejaMS5i+px6xTa7AQMed1pms6Th+TmPRvC9st7fSp4ePl85GnYYUOy
Z16/rB8MFE7g4A59w1RbdT2VZ+52t4jp0ZNgeGaFRvf8wYAvf27d6Zm/prorwmq9En5gHuDNRfde
bvb7tcuplf78Vf3Tu4PvwVlLagJf2JsbyEINnbMGtQ6csHc6r/p+p4hNvGmIdpnecwptH/X1pcCG
g84NkwF3BpKP15dCsmWWzig4tI3B/Tb2rSuw3y79fiAw6Ye9UKu1qrb3ym2Wm6o2GYkXTcB6Ov2/
wLP/1Y37+8cm5JuHDPN+1ySo4o05aICBpV1TzodU6eExp3Vn3KSiKA4hzv/48yX+/bEQ2ighCXKz
N/fx26OZ4eSIvEKuBydoaMwD9KFwNR2WgjXOKg6eXL6MIR3/SDHwzmv/JsZEok8+0F/KSKz7b1NX
+jlMWTtxz4/KlY+6ZAMQ2lPp7GB79XuiWg35zg1l22+/ZMz0jLRtPFfYHsy3P7OGxsUIlZ3uceih
XQkhHAETncx6PzglNT1B7tMJ8J85of7LW5D7lVUfGWDR4tMSmacqdKlI9ApL9Jtp5HkfW8bKgDKn
EOB+YQkA0YwqMUmLgmZPkafQn711aqEorDWLlT9/fdbba+gRdsZSIiQHCik0LtDXd+2Qz9xFraSB
R+v8jX6HrBcCN72PHP/VpRWe/tyGLTLLcuFMKwNCBrw8YpoBerWhJDS93ehAKOxbYd6Mo+F8mQOR
vRM8909vcis8MCzyX8Teb94kAvGyZM99HOs6sA5Locblk1kbAfDJYbb6M+63cfj6zqV5+4Pm0nCL
ArhDyG2H2C9evyr6JbNzQf4cm3psT0x+Gioz13ukRkv3KxvzG8dPp6tuYXuy09XWMOrAEVdso9/z
+/3lTv774eJvJDGyRGhMMQrgt3j9XgShVLXJ/umYWib6OpLs50vd9/aNl4s1uG58u1SXlZ4vv+UX
kVpHLHhZcOronTATB2wxdhG2eCfByhhN1yheWWIgIuusy9RYjG6WouefmF3PMW7kvXfLggVWvO+E
fXvSNsfZrhbSlFd236TXkULBAUy5Z2zczLbqbkpUDsE5dznnzhmw1fTaWxmwJb1mvrNbXQ0gQTGZ
s9kzOKDHaUBXsLqaHusa9X3/4sGSWT4LcO3ZXd1VDHTnflkvzaQi/+K4nevc2gNKJuWRTXQtuNWK
2B0lhrzaICGdB+3kfwoweaeJjkpP36Ntk3PM+BJrBPE5/vGd2+PtUeDzuDU3xwaefkrit6fsUgwV
88bZPOI8MFMgAxFgQOae+MyEGYC0clrMf3HrmeGE80k6BorAIiQ2N1VjcTHnUCP6ac1ueqcUeHv8
cw7bBNX40caCQD//pj7B50km5CKW41oMMhkG0eBMzfm1is2q+o4fjQcpt97fb03oG3+FCPq0NtQf
wZvnXr1kRtn7gzgiXQvaTQFm1Xdp3ea/Ssdolj2hRRVargx52MNIFvhTNIYqPI8MCMXdMuFIOeaj
8MwvIhzpt2cPtdED8zd5G5UbpVhEYnIvOaIk63MNMn7+2ErVFvuWMnneN03fmXsvZMeReNqk3O8X
YEg3ac28HSfLXxe8hgJ2u5qpmOKRq5/tg1mL4pjm2rAFf8zLradRiXm56nu3WD8FFvpvcmLAZgI+
TT3rKspJD3ENPG3Jth99iaw0/DnUKVMUYQWQ7ARTOQq7aliMPaC28otdCutoWn7qnwtrQYaLS4vg
7DbHuITTHqQJtb/T36HhJvlN19RWRzZiJcH2RPCANqcr6PejY0zpp56t/dFn7l7E5FfU32fHnKoD
IqQuRJjctB+jzsaR0rbG+Kupy4AQnUgX33l2MPEpI2csX1jT2G08SGV9XGaVpTHlkNM9N7knToL2
qQSq602PTt34FCZpWm+M9nT+4XCycsTXeOThmY/jx9CpIn3SbA+dhDV1/7I9sqJdi8RUkkSgLfDG
rgyLnR8Wzi+rsE1GsWpYfpLl435wirwLfuQkLM87Q7Y+MOwxTfMMa7cWhOz2VsYSgpvlGn5zQWJb
r2cf3j3m0j16m6JFgZWOBzcoK/ar3cxckeUPXQzanxHsb6hM8Gl5mcPMdeq25l14psPDlCuOgSXM
xNGnYV1j0xqrz+HMHHgXwOJknuU36RcekGu9lW3SyI71HHh7O0N7cyXmbLGfcM9iObbXYTq7VqdO
wWSs4R5hX4iRmnUd59mYNeFVAe6oJMEu7H/O2cTesbQEfWQLzsHYoYBj74BybdCXlgeQPMygsklI
of+tr5hLBNVFjo24EKa+tGdm7AGOLBUQV1s7Un0bsipr8BprIHCWpQjQzDuL5FA6o2CNObP5GmTl
uWiJp6WyE9aX4t5WqN+Z63hFnhiOzvq9AWu6iR2/Lz+YaJ29nVXN6hJOuYt/oPW9n2tmM+jHmhKS
IVOny13JH8+SmmM1vGNGjhIGJPU9KR/dV7p/P9omUwt3QNl/c/PVsw+UUfQ6AZbzuHHduYgXt2wC
FsSSqF2gEVFsVyXlk5YE/+2zjmAC38qtnGywCb2dUVYfIz9bThU6gh+IStqTn4eKtbCd5+6hcQCm
nCpiDBG0dAWiS4wyYZMY9LFrDN9/CXdsCp1rZXsRT+mpQgk8eH2DVAeDLMU3cIXzZLTyiXHs2N2I
oZkfTasIgFqWjXWNptMA3D4EbXXN4BJgZLAGQfqo7VVGl2zqMy9B2sJNGnar/bmyTCZqvcJBuGOg
xuWu0C1iKrOEOScdZSzI+3yeWV6BquvYeaf5vVEUcrlaZkZbKNkyG0C8YNKBhwejwq7w0oGr4a1b
SFMkOIWiTc8TpG5/XTVq0Xuwl8phEm1UD8j22xeXIVmwq1fPe1TT7HexA3j5sm72+Z1JieAkQY54
ZNfOuX7WyAHqcxhOkO3xAryUY71W8bIY1ZpUTUa0OonvBSlFnjkTjLK6Il5ZypQxvi3CYbtI7vlV
MBLQjQ1cxqrU5yLH8XIVlS1JB395aNJIkBJjF2vzJDKEgVDbYK3HFdvEirui4N7mrw8/aaWUYCGU
Zs91B2cI4Jk3F/sV6c+BlKwSEHiZk/XLKNtMD5XM1Irc0s6Wh8Etu2hPQIR7XzWCFUflyvqxT33P
TjqTbImLuSKWjrddzrArodIo5ve2+524Q0yXU7kGzclyh/VF+8RHESTGnarAefnPsORz9CZolrKE
ET62RHsw+JFPmgV+vTSLiOvcsQ9LyiiUpJPI2xv8gzoOmgBFrjS99rsvPWqkuVaQPlDNBw86nzl+
KjmkX8qSXX08wiji+AkjlI6D9jCZLNn6aQXtVe5mt7M/ULdVWexPTCJOoMI2QTthXoQ0euRzQDYu
DMZXtmHvZtMlAUnaZlBc2DXNT9nMtpRzfJ7loyf6/EenV+uhMOtWXvkVCE4OrC3wScyp5T1b7FWa
XdiBCToDYDAwVvqCxxHbtWcrr7DpTwj66j2rTj8xF1Y9orDm5rlrpD0lXVghS+eYYtvsAiUE8LFE
7nrfVqY4GBHKpXhdiSAi1phSaYeS2zIPRuOUNKdsAexjMeHz084c+gfpDtI/ZLUVtrHs7fonljeS
K0b47BbiVzQRyG0KP0STGOzxMJ3B2c8D9soRa9hqq3mbYdft95AlrMnI1yaXwF9mL7iafDjzH5s+
dGYE1+Nk3c/2GvqfUp9bL8b8y0MNlhOzrWgi/z3wEGAkWZaKRzvDzYMFfJqPHdVDz0GOV2sXoWrj
igyMPoNmXMV9wd7vNuoRACVc2vGLs+QGcSy5MKbgoDgl+DPaioDgCaPYd8GMOdScbbPnadp26WlS
RqEusnStT5ZeovLE2B4DGOP64XuOUKvCfNGm5kNolu4+GCN4eIiRZIcGzMqqndW0z4OnSPqSFWq2
gxVI7B5LCAkLgWu+WTyikuVZIcRjzqn8HfF3priIjusfdY+JA/1upQ6LmsenQJrpd89aSdoiD27e
y7xsvuY0iuuhVWX9MxAhKr+OX2ZJBBcCLDwLpPISbFctFYdTzixMaxWYqD14dmHE8IY1nnB2jjut
2/kS0PKwDbbWSV8ZRgeXZ6AFpieG6HVrF/B6PsHrTdndGnMbHIax9j8MeVaKgw+Qft4VvtPz582o
+BSsi+55/ETr9VTnADqhAVWnwqYl4Ic38q0NFQDutvb86yYFJhmbIY6HQ0o+KjoBFeL1C2cb7bOR
DRls3mZY1gfcfA3UwZ5YPKJOZrdMurxc2LP7ESEwFiTFH3Mn2i0jrrHdYzbnQcd93jPUX80AcecQ
ch9EovlArLYt0KON/aepWYqVitFz49LeJkSS35mKxdKwDi+zYTb2LqOzardG7dweuFP4BQmHlq/M
12W6Zp3TfoVwhfXAms3JuzNYKus4VIt1u6Ko4+hZrWZOKuL95HU1VGO3I6wu/eJNwvvZcpx4u0ln
Xn2plsm+xw3Hggf385D7F6MiizDJGpIEzyFk+SDJSw7ra8AYTbMxTrNmz/NAuXtbWy65AyiCQoRz
07yPBg6tG4Md/M3sTIMLwVh5/ge3FgaOHwnN8xxWfEnJ1kojI5HhVMaOibLsYGedd02VvC5JlJtk
8zhZHb4YYpYmhxMSiF0FGSa8kiKXWIAXtRqUG9CA9ouBvLfaBaxroluZ0kcklm2tYUwqWLve5Z4/
1wSDkIm5p6oe1isK9LQfE1mPGP9hP1hJZqNu2COYJAhhmgsKRUF6VvbSICHxDsVUtxaPLcMgV8R2
hxuY0kZ5Lhlofl3N0WYMPLbqe+rzXcfYa8bhurbQyV7a0in8O5hH/vSr99Jp2ufo+KdTla3ug5Ep
1ztSUfWc+ijciJtc0H5seV5u9NmSbnU1S0U8B3+Li8mph3pzr3oZsoKY7MrcBwwtyn1mGNjbXC8b
xLVyRZQ9Fr4mc8/n9JpOOiyE/Bjgxtz8kI0j9irPTHKHVvQkN2U7+8UBe4jQL9YkGtpxAgdJaklZ
Sl0HhUynI0u8WjwW8LHxB7STY40sffx+Ofh+mWZIDOciZDUrLXyXaDEtqv4WlQpKfkPfA2glEBQ3
bv0ghh4dewDwTseOZndFbhbz0mdXuvUD6kfM7qtEGkB5qcoXcxGKoLU/9+u/z5Co9NGxWGHgk9z7
FlRCMouHPECMR6Rq9S0UiC8NDj6I/DOu+0bN79F5t8HZ67Y4ZE8ASCSE2AFy681kPKL5LshSGo/Z
kk9PvaOIZ82N7FHLYTywrUjHOKr0C6CZ8YZ69z3j+D+9PAMA6GKMjphUvunKx9BnwtyxlTCVRr40
1gaMi951u0/alf1TZPXiVzHUKKdq1V8bjvHrz5f77etvGxvmI6i5YajgXN+mJ38zfTM+XboOt9SR
cU0d7rBwMYWhHjshfxr2YDza/RrW06bGQ1RPbdkmf34Db8cS2xSE/QzFjsVU2nbfXICGasKE8r7A
C0NOjuZanA3VmM8RH50MoXH67PEs3v/5RX9jJ2yvyigIXpjPupIy//XHFnjz7C6VsOaN/ImNjTpP
uhpiG62qSswMl4PIwvCSWdA1CnTfj7AlynfmP79dejB43l/0BBjGthNt//5vlz4MNW5hvpmjpAyt
z54P1e1i6nHSMQTEdr20oKOqR9m63Y8yEuYdTJWhP/z5Svw1OP77/U9RBdUEdgF7WJ8h2ZsrAZil
qi0LnfiiwR4zOZ26b2bX6PVH57V6ekS1YgdxxzTF2zxywy+bQlwdiJ4Uw82Q9VZxU7jaNu7zKqr7
X3poCkzAZAGLC0+XyMFbys+JjLcBAszUrMU+TZtg5uyWyJFc6XPeGh1JH3mLKiY2BqswLys57OjN
W1nrQ+OafnqVAbMqP2G/cOsXdOKhfRtmI8YLT6YjcTkdWrYd+aPdelUEo3bj3GcIchjryC2wkOM4
3M0G8UDk2Hte/czefbH242iXP7COmsNOd6gH4wZw2Eem7wQFu1BTiktezqn3zpD8t71kYLFXBiBD
Bv02InbeXHETDe0S5BpnGVjnZEYYc0jrcE281lZPGTqQa6+o5zMBQvWupri+gybvHfNmW52Pi4pr
s6mv/nwXWL/dBuzB2L+FkC8DhmyQ317fjAN5Z8KAQ3eI+hDOk8ZpZpyHKrOMp2Ep4QKEpKViQiqc
NhYO2ZT7MaAwuu0Yl/ETqWCFPs0EZXQnVG2LeUS8Y7U7d2Lm8QNvdf8UYpsXV0vKvGivK6P9HBDz
gNhznr2XZvRCn9I1aJ+Nviuy85whAC4A5bYHUZpreuXaWAt2Y2tDgp3tCm0GnAwEL2W6UBoKpn77
QqUNssExn4ILdg1dnRl+eO6DdrK5ORQudNkP4eCL9kTVOZjscGrpHjC6a2M3GFl4ncM/dBNQ9t6z
3a5dgc63nTtm5WNKTqEVEI+xDO5IowvAozvUhEDh9sIKR4c8MXmKrWHwkFxY9pDdL9SpwZnuh303
4Ok12y/khY53vt1VDBCrtnt0M6T6uBisaTn5gID8p9GCmyWMzEE7hTzD/yT4op70VDtfe8Mbm0s/
M33ZSwmvDQWsncpDtbJdQSDdI8uVpDqvBwK/hbrVQ6fpj/s1/OhO7uLFeSPWx54fFtnZQET8JKM0
kERQGgzVAq/UinZuJH6OwVVEi9+zC2NNGE233pRFZHxHHQNz+JDdnm9hTRM8hkt+6L1w/NoUwiWn
A+TKebYEmthRZv1hnEm9jSni+AhylD4CJg2vE32ASzprWlrGvgcrr+6mDMTNuTZLbnMPPdFEmmdT
6+/wThHv77gBYDNDWx1A87AHM5xr0ZGmBY+oN3gt4RdH5Kvhct/kvdnslBH0L3Rk1MEoXxDC9bkt
5zvRR63/SDRgcUbLZCEcD/1CYttR4xHNU20dUisneLMyZsu74ATkQysgceoWoEH6gtUdBnqUh24H
kgEaVdlZ6U9XDvihikWjF9NQG899MQf9eTE6lEyGX+mnMu/HYMcg2BzfeYi9rZQAHFL2elv4zRae
4ryREkA8b0ypVgFdCziemKPuYe1IeaGaWU8VN9p/uMbdXo8yYYN68X1YwZvnFbXoOE42r+eUhvMB
fvF3OD7IThGcfJNep7/9+Uz6bYfL64HKDiOCI5AtwGB9fSQFRtQUQGJwwwXelkHWzXdSRIcOH+Tn
rIQsA9RqKi5jNJHyprRr7YbIno+s2sPPti++5oFZ0R/7LmvcAMQs7GjSoqpUqzSJEMrFlEP1dd5M
1bXEFo3fVLnPf/4Mb7fu20fgE9h26AX8b/PNqUp7lsoxh7onZrAvmA2sQ4AvKvGDlZGrsAGimUwB
r0dcCcc/v7S9rT3//mBHjkMwgw9+jec6LLY3y9i6HpFFjql/qBSOG9SLOYDcXlc4yFLTG6Pbyp6w
E6E2Runa+wKph6Gz9WUeWm9M7AEKeEzNCNmpp8XGqOeMBDCHPAvO4LfW737hc6/5K3MJnJ70MDH2
nkgeQm9Eyyxay7hpVBCBzWH8NO3+/Ol+u/fZAXBtEY1wBFnO26rFqKZUVPXU4E5essRn3PNLZPBc
icMjYNKwjOydMtXZtnGvLyekQSD2iNAoGCmZX9+NAtYg+CHRHvViMvROBXEz4VhCqcN5yYPA7bS6
BEwjyiMJeT5ZtdRVToIByBn35qDyJXZrE38JdI6ItY7flU9VX7gDAgSFZ4B2DB9yIB08Riu76iej
HOdPwm6VOKEkYlavCEYuaIrNK9x8JS0rIWqnHAnH94bmcK+35TGnb//016X+j/LK7pqf1Yeh+/lz
uPna/P+QNba1cf971tinvPuqqp+vosa2P/HvqDHX/BecVoogmgMTn/d28Oif/fDf/2Xb/7K2+oiz
CEqyC7Lvf6LGPPtf/Bv0Nei4+ZeIR/8naswlaoxblVNqK7XJVoj+k6ix1z/rYANz0SgR64xMiqfj
21O4lIjF7LHTbM/s6Iwk2T1DSn8vV+UfXwVxFB8RtBzbo9d3e6CasFQN824DYLKB/SYfrmaoJu+c
8a/Px+3DbL/eINwS1CDZh2+O+MErUfz6cuJArEfidk1Cb0thXDFcVGfI5v0nAzLUpc6t7F154FZm
/78f9L9fmzOE5TuCGhMj2euPWCIALMyinpJa4Ej7hqsyXHmktCEzWvziZM4PDAvnI/u1YmabHImn
weqsz5VdtmlCUAs+PTBGxRwLI2AxVnYmWEHWreRbvHPa/f5toOekN+NFaNN/O+0AK0ysg8wpsaQz
PPZ4zRmsuxi23qkotl779SXx6DfpTPjGCbx9+8RlBRnq7URPQJcMTM4de/buSDBt9U0IXqsDMDZC
6HyRESkh/n/6IUMPVSQJL9t/0IptR/7f2uGRgDeLnNcwCXqDLG65BBenZej+tx/6/b8/zN8TMH77
1kPWAoQ7bCMXfsjRm1dpHSJyBV7vhAixHjlqiPrdc5onbAIvf36l7W96dTG3Z76PQcWmNLN/U9x5
S9SUPEasBMzVjDfOT/HxTojoCdU2LkXuof398yv+dptwVHEvO9ssBQXy23QPNY5YavwMgcXiMoP1
t0GCXxvv9K+/3SR/vQoicyob1Ct/Ic//9j157KyJxuBVHLNJHzM4LYciUGZCNrvDk6p9cqBQ3P/5
k733mm/OCXCJ7uKuvKYdtphESzhcFjnFTen7z0OYoyQUQXD+T1+TI4nPikQTvy8V1Ov7ERtbR0cD
kcAOjfQ8Zev/oe68liNXzmz9KhNzjx3wJuKMLoByLHpP9g2CZLPhkYlEwj79+SA30taR5uhyFIod
W+puslmFyvzNWt/Sd5azzufKEG4do6Co9MbYm9L/4UP4j88N9HoflCSBexA1f38mZu1kEIaA/Z+d
Qv0w4u/+YCfgxxy/wRCPmHf+B+72P3wkOAH5j+WQXEmp+ntUrwBz1Ned5+3IZJC3ViQ7uSP4o2S5
G5bGxb9+VTc0899/MJi1Mu7jG5EHhzbb+33fAq2K+UdXjRSdKSwgpIxle5alodfXUis4chk/JARl
/Lnt0dY13l0bSlCNitGPTp6lOutjrmdCG7H8VaM6A2ELM3aLwWIcYPB2QQIDVjLxmSXYD+YJRBdY
ykv9fTtupD+ONUolojpn5zQMAMNZdaHnYFE9FCppQIbKW0X2tHtJVJDVnqc1d5zXkMiiDm5UnfSr
c4H0JLL2Dsw57i207PapzKNZf7pFN9fs8UiCvpqE3/knGr8IPKufGl+WaiZzhwxAvgkW7N6FD+sR
LYFHnxp7KONarNiEXSSZKTxrt4wEfcSjisZjUSsiRdOG3U9M0vhQXZdmBIYSplxmHzPDK+9IBEAM
tQZ2ON6Rz5I7B1xU8g2sgWEcyrX05IHS3g2v3ACVYlyrTTFisbG9DU3Xck5+ZvYv8HHDgFo/A90V
By2r8y9OR3d299LO0AySSd93vLRysquJ8M01cJ+1OQPal2KBT2ozMoIKgyvU3pskEyNFGFr9ssxN
mx2jurKtGN4DPIzMZvV+udLZnuwZkeDerQKEqyt+v/tIotU/EmgX/UjDQA+SJf7Y+cxGJxXASKvn
0HqcuC6se7fDNc/oGFjmEWQTgurYwNie7Y2o0hPEhGi1gcKPo3E15TN+FMNARfQUCBge6C8y+Htc
E8COhdY+9jELlFuMfMCv7myrb+GKdAgXEiw7/Huq2GbuBnr9eb8Fdr2WpcHYJUUBdNn3vO+kqayG
7K9S7ItPxEsIPCElJCd2dmP3EqbKNlG/6CJKZtbb1Y3Hlm45oBJMISlzAcYRZnQQxlr6j4rx9Byn
7GbFJec6xUYjIyYQrertJvFV630ovFYi6dieMxeRoNHeOq3d7xRf/JI0MBk2QX3dFIlNqhHJC+Xc
veCINZ5sG2HJwXHYR0Lw2dQE7D4stJlZyXYJcepUbksQ4xdPPgIGXwAziJ0+TV9ACXaA/3w8ioxb
Zwx8K1yOblekGZkGqzflyTxqed8OFhtwgGdpBxg7QAOF+mNwjgEEy1dRt4ovUhnoTDKijaBcoDL8
dDK0RjdFKTZol+0vQTKHFQk15YBFJF7XPJiSaUqtn5ExwCkDsLTMPF7AdBK+j/7yGns1EzBsXEa9
i2KVbbRaBChppwD7hsp1ORW5FbmHHuyQPCz4E6OEZm8dbiWFFWOwHKjW3lz43Dw1BkK3By7Bsjiw
GsyHhPutu1nSCF8ddsTmfQCm9GaMXXlL5KPnHodiRk1EA1YVBFfVE2mxkWGHz7bjmGc+uua7ngA3
7ZU07Me2z9boR2XD+jqQ7OoZeYJbUUU/cMw1+Z2DVBX04Wi1K1+nMaseQJdMvS7HtOI24BvMSb1a
aGr6OycYVH+JZXx4HJ3Myy9MoWxMRoNmwUHAQ8WlfCApx84uCM3bNEIt87kryeKrOih76e27LiuC
/mEKhO12CTs3TEPNSuQkEd5FpX6WVWXNT0ZXlO2Jz2Zb78GpueE3xvAiPbAPBaxgDylL4GExZozI
07QaCS7KYLwTiDavGNa69WH2Wz2zSgDuuyI2+FGEjOSTxfIxJppeX91jEycmwUpl9UARbb7kq6sx
54cSBVeAJ3VnMk89h75lvovGmr/9oV5+tVQBztFTXX4r57CQd7Bpu8/SaOUPTzjTvV3JCN84y/9n
c9Dei6k0Xq2ATDiWs5yLCPuD8KGsI+OnjMT61k8IEncLLWK5lwjRgjPy0e6IcKUbd4FJARkr00O8
mTkZ7sgFMu7JkbW8MRDE7lr0eGsSQjweD1BzxLyDAgtDQrIp5SWcbRSXMkzlFaMS9RRUGSfWCLuX
8Ll5dfdsRSYfjaHXvEzmxLEKA4o0Jg0LoN+FwgN94tXj8D1FSDATO1LGS9ZV9h0ObcOJcX7X2a5X
jo2xk1T2g00Mpz6j/hpPYQZtBoig4NOe6rA+AbhIsc4P2v+YqhALBkPS4Y19Dr7AxkVcsZPlMt8M
rlzvGcWDeB9ytCNx5vm5gdkOGsIeBjraGgvWjkhQD4tvRrgQVcANkL0e9SWZgiy3+l3tufWUjMAN
zGNtDk6GGLwM7x2r7tTTZGq4OBb2hI/trf1CMORQYOkJdhtEfCB9lk/61nEhQ/B6ChBkJ8jq3WMz
to6G8txndybmqYCJy5K/LR4//y5EaNzuuYVNxnyz6jB6Vwp1UYaN/W411k7tdK+X8DQCCTXjNHI7
bvBAMkzSa2F8KsaE6CkNEVm7MZ9yf18tTvtD20Ea3UBVrxDPuNwhT+YyukbcwLW9bqfBspDzhOBO
zNJJTwFyvm8IOwQktcyks8RpPfnlb9kFh2oojQjrcRb8wruojF0K5g6Gmt+6vKOOGvceWu30ONfg
Orh8l1v8kt587IKIYV5EcpcXC4agrzayoP7QppE37jzc+FUcVi1IulJTMsflann5wcK+3ICbndIS
mKIo7maFLBMTjLA++gznc4xbwWSZVlUggO3VCD9qVjpvwtShHVeTsGWSurPzvE4WCeZFZOHWW1H5
fBjQgeod0nvEkDO7oAWG44zqzlf9/AOEU5odiBhXD1kZrPmO3kUOSVhFYjq2U9ibiZTsAiGt2sQd
MFpHadbbmgTVMO3Ofu80y15ZGxrWpeT5LDgUH0IuZ4ATbkrYwhhOMEVUW+U9s99Zk2G4hhybFmg7
HAghy51D766mvhgNHTTJEFbuex2OqMcqADlz3GOLH/Y9OYxEAWAV4QKXA3koQWX3p7nS6gmlRWlC
xasHpCoMDOZdVKzSvJmyrgXwIyve1Urr/AG4NPsxuO9y21CpBTUSaNu9o5jRHoBaj58lql1KVrzl
WDf8EiWuryOPiLPCN8Dz5msEjbsZRsoqVWU3pcOG+KQRlAF6wcvmsH2X1kUBCIsaUlYokfK0nd/r
3IWHnjcN7MIJo99DCv9Pn1E8eNxAqAheJIPgNQ5nFwyRYefObSeBkB7Nyc/8U+CgZNo75eYdKqy+
eJ1AnnwoeyrDPbqkMNi5YxH8SptS+nHvpHmejBzTv0avjR6JTIzO5iTRmc69VC8YyqoXbWeO5DRB
tg+ToLGOOupBmYooANeVCd+XGEIW9TJ17cAdHwzycxa5eGyhZjz3SiIKGpWUp0BofmglEScllRdC
JQ9A/ZS7xY3C3dq4KGrmym/v2xnGSNI52PuR4VjdK7gNCVhhNtuzMPyVyIbBwqdCQEfwYuQM/GM4
I6ECLIb8fr95RCXrE0Vt6jHeMBO/t6FnuIrJFJ80VkO7AID7EMMPCy7thgYJO7zlXEPq8FD8sRIL
4pWl0ZKMAa1wjOI2T6EGmfD7Qw9h+Zm1J7oiC/XiI+ZrtzrClW6vPdSrb4oKr9w7oLlwkPcRBZ1d
kLiWOGs3XQQA81/TJWWB3oimueHt7GwAsaH2EhsW5b2v+wUYWatI/Bvr5lGTj/Fo20v7zA3UgGed
dPqNIK7TcVYsAwT8GeNfF1bK4Flbwpsw1aRo4I/JXqK1Q7WddTVwDErs+WvMm/bGdeat5+CNHWMU
zltqB+4UCuBs9gZqxTzk1CL15EKGBehiEA0QgaVvOAQcB7P9auBXwDyABjajOi558UfgUBdeSdxa
klKw3q+ckIpHYhTlAQ5q+ri4A5cISIGMjGTX7gBEDvKXxf/N8hvI3SdixHGM/dxRt1OZ0hLMQdSg
werXCYisjlDx2aBEAkE+SVwPq+Hvi7l3FNkd2iySYvan9yzz5BpHbedds/d2IGb2k3hEU2BwOENX
pM9gIa7iLoX+fQadR8LRzFGEKrDMP8OolfOphuN9247EglxyRDbv/eI04ggMM3wEseaHsTGL4YdW
vse/ZpODcHP2mp0rRPoS8iBUF64tmtfIBCQS67S06AAGL7hirMAoUoW6eLb47OCXKBxXxGw1IqB1
iDbdTc1gElwncYrGKXhxSQHmur+afmxFPFgqO+s8REINZFTopOWf2d7pJSQHRB0cqMTLp1CgIlZg
EDrG1T2tlsCJA2sdCEQltdhtmfFzPAZFQ0LF7Na0QcHcmMkamABLoUlA5O/Dedu5e0F+BDY1pgjw
LOfJcgWnsweB/J3CxbV3llfKW5HiyovVqDXroQBYRGxTClzCPjO5rsDmAhWdEDffDxBjGzYkw/Q+
OlH7hBIbYB2XV3szINDvbpgLgi6mmKD4UNJuKKkgMBB7Q4+KdCPrsZJpqJ4zcyHR/ShspIn8ZBFA
jrzRA/y9kv144g1h82Rl0n0yBxNKfKhD5zGvsiqMrXKkh+pCqkba8z7yY+ChxUeOLB9VQ1SvHw38
Q75+E3KmDx6PelykETbqAWTML3/28gc6ryE/pCzefnReMX4TrkGYFnJB7iZVKwNMYw/Ihvmj66XY
cKu8YodMFJJfmou4bRcHj0c3wrnCqTOAOk7pWkHIADVvDttP+o37ZcRFUub1EVOKIJyjpaoFcgyd
tKbBqDYqffldkH2z4W2ogePGsld4w5lb+UnQU9zHNkv5K/KOxdsw1KzWezMwkoYsDl6s0Lc/bKsx
rkY16/cxMwvQyIrzBI9LqR86za4M1ICZg4uxrdLcVZ5X80IuWGUOvpbpJ/XBQH5HYC40s4bP36MU
GZBrU/GBiPHuhTdBUAWPhtcaz0NQdx9pWq9c7VCCnghLoZ0pUwF3wVCp/8hunb1t1EDTvG6ASjjH
aMS5wFi6Ymyx0JX8tHs3fyN2XcLUsQsG+uhC9CmrwIODsEJvuzVQIFZxGq76gi6V+hKqWcXPUVF2
HOWkm6eKN7ohKMTzTjgl3O48uhE7dlNn+nLjh+9yLIOXbCVQttoL0r0TR+oKNBaFn5FktnQeJr9C
rQoEfHTjpfW6ByhUCGBr18F+3XlNSSW9wmDbBYNLMtHSZVSgGI3VPVoaPOB0bYugUucg3hvYCGTc
GKOXHQesMbeuYdjvkdb2lNjSoHrkYPYz9pED8yXJEOVqaBZhkOtBOstugI5JqBEgcoYICpQiova0
CD9aFl32blibxYxnnG2vcGeIKyALADbmZJm5FU+OV97OQ+h1ZEpZiLe6SIOm75omuiBJM/J3Cm3y
sIPxMr7oAOxo7OrR+hgoUA3aoGUl/gNHhzgT8mThuY0K0cf2aFTIQzY1iFEsEEiRvmp5SeaT4nds
NpaQ9cTbBHeJHTSkF+fCUwF/h9Yx8g8IWXybFopPdKn6SBgnJeYN0hr5PFjuOPAdpkWGm78q972T
k668tCD+WpLrFFagAy1hf12YZLFcTFgJUIiwyCUjC0N+FGuZL0bSd91EEGGhRbR3M2LNd/jzsl3G
2we62+1ImvJ7npW9CT9GvgHJtwDltWSnwjmfdRjPqJ79BCEFPOsAfucRbq/vo7vFpcChldrhzm6m
+ZlP8OodyLqV92idvfKk6KFY2jcp8VTKk+aUKMTR37g1HRS347JwVOj1y9W+d7YtHw9FR7Dgmwfr
9lWVtvrKWDCTX+HmwF7NefK+GR/X1CNuVqgdoxiocsFkDz+nYAZfRKXevUetb92GWhIqA9QsfOba
EkHsVjynx3EcxT1LDjO4DpUrnzHQpzruzS66q4O2emOwkYIENNDL7vuuR7Pdb7TSuAu2i9+YQ2BG
TmcpI/YAjJN8QHvxtaLVgrOUs8ckyLpAJjQTT4fqwMzkYQwz99MpzfSRZCmVJ02AYOF6DaFMHpBm
Lj8CZ4FjZSHcZdagRmc6Vaqqizt0XYPcgdXCcOMEfWATnNBh+vQ3XpieHNl6uzVtSxZcfH7v7NXm
EzHANfvVAtoe2as7lBEzEv4iwauBtgUewNg8G1UpnpeOZU5crHp+Yt/u5pDsA8oG7dGFnsYA/xkf
Is9D0TeX8gqmKce5O40Rp8LIioHBnwQj5nudTQnE+PNqcKEucW3nEueDQXYSzX4BLcZndB67Q7aO
sbZSUvHq1AaaxYcQakjhiTGZpR++mk2EIhB3P3f6ILKRbyzKhSK+RxuwrMQZnwhSQZ+tvDx7jQym
O3B3hU12Ui6YufVAVX+ybFDWruY0IJxBSSTsLXGo7wXWXSrMvgSTY80W2WXCXivY9PU6voVN62cH
jEUtBbjJ7CnOGgRVBOy2GH68tJOvODoFmBfTeizbUKd7f8gn3kzmVzjD+u6ZE3O8scfAA6tKp4lY
ggP6l1P31aeNH5RCAAt0RuQ3fc/eBQL8RiQUCrsB0Rn2pqkYrr0OQDvBUIi69ni1mJ0YwiNXWLO1
xMhluml64TEDZtzVCIMIjaUiY3cxnOzNcdruLqoNUH3MBFKCL1pUF7k1l3fRTNAec7vWPmVONUYH
1xqbG6Namp7YHSuFyOWm4XNQToCJVO90YQL3jPbT1LUdHoSf9jkZFtZmbQyGJYS+F6RXuUncTuJl
yOvPZSPFW8qctUMIa+e/zAgZ0AHfAnTYmSyOJ5elK29a6Rk/Uu0hLlx5EcRBMvvL9sFUI051RNTe
UfmFX1PkkOqdA/d9NX0gWjs5WtVzMQrCQAj/YWHUz2MTJKC9g+dxrjpufc6H+VA7VvXFtpkpEomQ
mQETsvbWK1FVHgJwz25/tMviUCMVptN9jtJFB6Q7zH0xJ2WU3YnRM+sLqEPTt+MN+qfVkQ0EujFX
A8kXrGXi3phIEhB5bd0iLB4rsgamHgs4HuV513URzDmbscW14pwwOBeH5RS4g6Ov0Cv2ryZ0vylx
KVcuHCTRmsNDuV+YrbGadV3K4Nbww/a1NLEA7lJzCW9LX3oPC6OeL5NZGAMllIKfeS9olWAWFuER
9bNmxmEF8hdQNgEaFWDfzcyF4cRe79gnttq1PEMtCrHlDR3GZSmpUjWz2+8oWg3Op8Forgwc62mi
B+jjaA2t8hNdA7nrfSFaxvuYM3UssEUi+ouKCllg6XDMLpSIY0JeIEYMGjdAVyrEDnwSjh+cDbid
P0sPNR/nKMsDTk2ASPsGZ7Z1AK7ntUnLzLyj5E2t4nJhgGYTXhQU7zjveFho2YA9wc3iUwyQTd/i
V15+zMjf6fUcHFAxpShOTMb4fXdEMGoCKDQX9ZRjhvq225UMqVL2hA93DlItk9gGfPDFBhXsKsN6
cHIiEeLUXXtsyUs+MvPIeCxwMafFuB/ZZy7xQqddXrBm824nR489vapDQnU2MVrc+ypkROAws7H3
1A4SX5PNvclfJZ+yBHBa9DQ1TZYmQFG36BpqRv9S+qrwdkNEqsKF7kPvBr28eWdtzzYlFhfurtPS
YiZbYzFmodSkE7sh6V1Nc63ZGWHINW7xANn5HpFJCim+WvhE10rY+GywN7M+U0YaHgkPd+DHYnDn
eGqx3O4lGFlQYhjkWWaFQpXHtGSocQUGm2mhtrkerysGo8aObNti3TX+2L7D6jCMREYVOQEp3eY9
9Ygh9pSbVF8BUsVn9MTeZsb10q2j9oMCu08FybxfV2DFE1qvaR82SI8SIk/wJC+pZAJC4l6TH+zV
IrJgCCXk6RLHSIqJyQddtH1Q4KIZqI+Stl0Hth4TM6+EPxX9iiJ4dEdNeAt7UKGCixQCZHtBupt/
bYnCtkHxA7GLTbkQbtHYo1MfW3YgajdG6Xg5VNIfgJvZxi3DExisBUDALFGmk4okQnb67a6q6XcF
O8HNokRjfejz3g8TqEYKq60oS8zcSi1PfG4bY49/l0t5WDkV0LqZ6W1RO+6NKRzxObINWJOZoQ3J
aSXM6RgyW8XSd6UUSqy69KG/91itsaSylDpEqTQWzrglffDqNFLHqMur7RQvhQNs26F1NWlvT1TD
c3CgT2aMM2JFMc6UwQES7LEw8yeTibb+KkzKMZzqS87z3aShwYCH71rdCgn14Uixz5ReMPZsLnFt
sf7ExxICB7Br4cZyoS07QFvgg9lJ95U7E6uDIzvu27bwzf7AOr8uT46oh1vL94bhxrIQcj/g0oSk
JTi3/DjLgvENTQBj5JU92EBvXIcWcLgSItiu5pZ2DwVLh3C/isE5UO7PVuKb9UZabg39gGyp+NGL
omAuWzOvjQGdTpzmBdXqQDbUY6Oj6BrNy5Jdu5kr5VbO5sYBpGeOCNxqfeLIuhZCLngXenfHW4dq
N9PCkbFVRoRCNrx2UWwBO5pPTt6gK8Uf3bwbQdCbOzHYBlv0dfTflRyHmtVBQVrXaAsGE7CbYfTy
nev3aDRMKJk9wwhZmeWvaBHV21wgrAOFUQ9fkTdI9ZMuBjXWITcB8r0LTqumiyd8vWuXCA2yc18j
Ge5f15rssp1fz5ZMIkKmljPDMTHsFaYhhiJBWxPTGCEpiINZckI4NevEGAF9OP7qGuIfKZwVk1eH
UJj0iV1ErumpJvUxuQHnhwElJYttqH3uccpZzMT0mmQXdFEKMr1GVXDKDDhijJKjItybCvXSHoyE
+9iSscTIazWGizkKAGCQ7Fe/rDn2/h2CONFfhmz8nX20Wl2RkBxDluZSWA7a5TzkY192ZoUtO4Sr
z9Del/lZKJaRO00RlDO8hbixUwa/6VDVgEcu5ORFdyHFXoM7sidLh9EYNJQTc5mxyxI7o8T6iCKo
+C8yg7Z+IfxcwlymqeeF6gJb0r6nIYbDrsRlbgZ8NrY5NUR+XBIpI9dxbRiFqb7FRS+DAYN+7vhc
K14rjPVgwdTIE0Ya/nSepoG8p7GpogM2H5LOZeZqIKmVT9Mw67zfNKyREDZLwnW44B8tC2X4oVty
rcdQhBduQTIbQ5sW2zENJeLMywXNF0KDpqMBo8rMvGVbEEtw6T811xThhVNKT2g4y5iAE5JuQgaj
d0HynA72hu4GBowtpEeQ0AwbmeSaNkjk3tILMYFM8pMGMG9/6bUqnC4ND+BiMkWaZExo32V0tthy
X6+LBkJSBjWZ7h2QhMSHURcdCXHHM+92Q2ZzPhLIQh9ZMn8flF0ckSESisasWqzPkpj68pSDCiXW
wOoixdSZ53K+6Kra/xKBiL6sTk9QABEtwEkeA0P41/QOAEs04oUOE7sZYIJiyA9mvZpr+YuEbXWs
MG02cMHZAVyMDEwhiMwsBfaaWLZbRkwY+ZijAHOyDOZ1BLUztm9fFtpXwZR87cm/MrLCvMd6UXkX
iLW1e+Q2N/1DodAP7GcrZOqvB4/VrlvgRriyModSfmW+ZR4dVor57awKN9rnbtDJN5tLsb1zjKgz
EvD/ZG0xumAK6BR+9ydh2L8lTr4uvpQgh0b/XpgMiO9LcHMRHaD/8L9OwuwhOPvnEuaXD118fbT/
kRR6+Tsd8/bH/qRjtuzfCGh1/yhZd3EY+ijN/qRj3n6FmhcRlsfD4m+R8K1QOv+v/3St3/6IJIyQ
LqJmdmzEWz2h9X/5JfQ4/H5qAqSa4b8lY94UxH8jj8S4EjE08ELHAlXlo5r+e3mdRgSBt5iU0YiT
VQ33hXufaoZ/wBz0rm9PeMiC+dH0ydg53R4a+RAVt/iC9ykcGc+pYvJlD0RLg9DvYGE8tegOUXEu
z/n0bK43eXc36G5XUhW0cTkfiTBZwntffIXBTTZfgYfxrMc/vv7/1qP4JBr++y+fw3/6tG7f6K+P
a/+HP36R7FvsPvTH3/0PsDq85/fDt1oevvuh1n/4P/zJP//O/99f/I/vP36Vp0V+/9d/fomh1dtX
y2hR/u5hCnjX/vkzeC1a/d1+Z0r8wx/60xNom7/BIEawbKJkBMS4PWh/fgLD39hYol4nRs1nFLHR
yP7yCDq/eTwW0aZKhKLnbg/0fz+CmMMjhsLWRvC0iPX+yw//Z+kvr9ufXoz/hxSY3//7ZzDkAYeq
aNkuumzf3379b6SspDrYHgruKqlpVWBDCUXRQrOJPy3P55mBjpbzD5f3w94P48JuAXNbjRSzrXV2
wuhX+nu5zKzEGpay+zYL/au+Z8q8h3GsCzIcF5N+foW03vgbT8sJpyjpGZ7WgBoQHE211zS7DrBB
4mpXfQfuvDmYjCg4NIv2dmGQkmaBsgYORZdN463b4hqMZ0g2bexa5fIMWxv5QtGtbB4gF+fHcHCZ
Q4x4FBN3ks5zw9nbxW0xgPMxSWxm1DyrHwtbaUJlwCCTTxz0z47bkVgElJq9INwipjmuRKKR1A26
S9OzmgFTjScl17lBwgphcPfCcd1vn9bTANOvyIUikadMDGrzZrdCjnvXs2aSEzmaciEtg0DumDYR
qsCQTF4hu63OoSnlcMOVaYfHgByKk6Nqlk0RVCqT7C47e6qphs8FDSK7+romNC+onOamYqkLPIOX
+92otffa071rsnAWcRmsMyIECYASvnqEAWuPqGdvTbZknVMulLPSbHzBa2OPdyggO2QUbjc+d/Tg
oKmyZcH76KVzgEORnOp4CEJ+CEkT/ousJfd69ubqFtCd88n4yyGvmTBxHYeEIPhUwU2krpessc52
McKumgiKgbJk1Zt9YL4X7hgO+3YF4mZXFgLLEWGJwQwBEVcrIE9HzNh5n/PqCmVU8doRcfriMxP1
9kNqOhgiBh9/aRHB7+pqjRKj8aKHoDLqFx5w1IfD6KdsZsnNrvdGutk4+9STJCmqSqmbam7V3arV
emmzY9+EDILJPeVCF14YgbRegJxYPP6ele1rfAAZVUPHbjpL+4xSxcg+MGIPJUk3k/Xs+sb4AaPS
XXf9rIFG1F0GwaMamUsni5cFHo1RxN4a/Y96N02K9U0xMl9nGx4/yYDarXElKri3mU6vp3Ix+R64
Ohl1EADHXoP684JJI4CmItjEEuTWsro2wqG6IzqSnD9yx6iteYaEm4SoA1n92sqdkykTBjFDOInZ
QRocJZua0L8J0eCQRoBI9NYtR2Hs5TyNCpW1iUgHVpi4WE05XkdGn509TqBTYBtk/flCb7yLCgnb
WbiOvCB2sukOXgPFBzJE5rSoQ8fSi1EiXi+AbndZ1M33AfIW3MFTR7TRUriNlzR5b943hbmtyh2C
cxqnZMqSwzlHoNkhqXlC4L01K3Yw/tlb8W/dTf/04vnbe+d/X5kU/Eun1+O3+iw+/v56+qvRy3Z+
42bC6gVLgmx428JW8NfrKcQjTwDdZhFhu/Pft5P/m0WFGwTYw/zNLY+a/i+3k/0bBi/XxZMdWFx2
1Fu/u43+1e2E2P93fg4bcCnWkRAKerSRKn4P7S5gUURBxgXgq3I8F3m1JagK72wEmfhwhDW82pi8
Y1zWpPMs8w9aSyPJba1uQ7S6V2jm3E+m8SvdcRFeQLDLX/MSh7g3rO4VTQp5mxTswRsjk/4oa3TD
l17AZDlCdI94vS9+TTRK93CuvIto1cYNcyv1wMe/u2ElMMUVfd+dyUznGkGwfOlXI0vIRS73kzcw
K2X+uq804W8qso3nUnfubmN9XGgLgT2WURYHqzl39+w13EdX0Ww5LFo+RRAOjEiL6YJsYfA6stH3
xDyslzMbrxMtpH21gpPdC1z4B7SI1ZXop2vbM+8y29pnc/BQWynUNdt65NAMEyoTIiD1DMcFUd5H
FAK4MoW1n0kIAKqPpp3m7mc6kXxM8NKeINFE1sFZNUF3ZIEAMI8rECnQGQTBrZ89T4t4MDwyqXOg
y3cDV/GhiRAmAd6fptdWjctV24ZobZ1Bf4eTdBHv183JWm104NQJsblMy6dV5uajOzTdBdHkTwD9
pvcqjZBJZ65xJMYD7BLhpzbwodVS7X3aCBpQpIDPU2su+4BgW/RRxviUse5B2ywz0oLQHJ/zjlhu
YO/DC9FHnCzEVM/7jNv9Nhryr6FjLVDClWgo8QkvawBuhMBc20CnX0M+5kdybPS947AHJePOOMp0
QMgm3VvPSN2dLfRd0GtEz+R/5J2TTItNVTGDkCJnYXbJ5/Hy4YbAjpdMcmQDTEyyavgMnOLBIxVp
P1fVNbM2eSZki+yoZs0PjlsKNibrpR6JkUcGDfEyqaX6zCElxNmQQVZsxufR3nx5fTbkV0bXs9PT
neQv0VsKr3LLbDCowouQnePLEJTVpYUs6TIlr4blFB01bDyCeZbGOZjMMXdZCXy0aPdT99PuoK4z
Y55ix4akGHTnFOVckvVOv+9mVugMNXYhWpJN0JaexZDvZyiM1yqahqSIsI0zdSf6xGEakbHYtChx
DqJzU5sJRhDuRssa7hAmxK4P0jRso2QJoM6YmCq9pSYv1HNidqOskcdDzbTZYcaA6NulmhPzCSJI
d7bH6Fsp64JVKqvkUl+ippnj2cGAnMGzu87HmawnL0OCwZ0NMOxytBnerZQrO2SeI2Lt6tKRhXUm
QYklk2EePGX1iXZIsC+YMBPYST7CGLr3M+VUXAXdV2+o52Akk8gKvfvWRjTFSL2Kl7HxeM3ddR8E
xscsVXUFjrp8UCb+zHJxzF0AFMx2EQXNTBkgwvoLw2DkQDEfBPWxate/VHnoEhCNfGlE2lTpNLvF
+zeTqpu/23VjHsfaml5ABLrwW7rhcbC9ax0aW7aqAfCyPQfo6gDV/WJxdaHcvLj2s9l9IXLb3sn6
VsN52IXLJvknHohgnumLNBoGWp3pvHggKncsEYtLhhMHp0CVol3jjVm2eQAEv+5MlT+lq9r5uhDH
dmlOAWGtm/S6CK5gX8oXF60Y0nb1Vefl/f+l7jyW41a2Nf1CFzcSSCTMtCyKRe9EaYIgKQneezx9
f9DpjiZLvGQoetRncGLHNsoCkLlymd9AhuuQ+zJXoWteaBJ05tQ+FraRYWcYsyfb8g4BiZ/5ZD/b
XYWSBjBxO2LSZ6VpCqTP98I0is9gjZtsdavGiynpHystyy4MRyJCayMUacxI6vlgjl/R06nPIxRR
Vow45t91XCSbXKawV1IrQHrZbvZMswl3DXgE4NAMCUqdjjdjknTXxCMuYoj1YsdeMlpj7LOv8dpB
3DtWwJJcoqHrhxsEWuyFUTPglRjgUJzJl3kwEToefAMp0HzcB6bhHBkOzkf6ueHtZNvGj6gwFSiA
sNUvYW/VV40fnWEKeOMDpUSbJXWjXWDOFyk0eB9vbrnKdSv8aWmJ5em9Gz8FKpou7bqpf7lJpn6N
fDY8md0bvY/J7pxhfFGQbZ6nMqkYT2KfSUlkb1LmYEEV4IPK5KSvlH6onSC9y+zoZ9vqQFeLSm6Q
FMofi3bubxeo2GMzYbRhWPMhxI+NxruR32hFryP7FbsGhlqz9aSNql/lixYK5d9k5w9+hscs4gjI
lhIGLvsqeWUQgJxChCtmpdnpRoRouHG2K+O5DCNMxjrNaB4jB8lAHnWhRkQykDsmGgBEDSxBb/PZ
ojXYDKmGBdWkmQdHG7Xvsi/zc9KPxNkkKMjcm0Jz1ArQb/fdBvTjURvl1zhC9wfXTYpzo2CO2Zgx
zT0jyox8xfCgPpdg4tEEhm/0AORhuO4jgzAQgS1+6YQzOCsf/QQPBmX5CDla3ZtMIksUYsKZiiHN
Ydkhma09V3h53faGUd9p0slvjTJs7khF8M8ZclzJra5ZNQztVr4O2BOkBHr3rhqvLGXPFzT5u7Mw
SUsUXebkoTD1R4aibLEuK45uOcqzaK7HZ94HrcXZqopf0wwtrJrC7nfAvzRt0qiRD/Y0Bj3oAIMI
CTsJKkAtUZraF2hrgcfO+1ujUzBEFBK6rog2ge/exTHD51hcotJ5q2FHeJCFv+6WGqVDf9KaUv93
VA8W/B8NHfFpn6qfjpNvNFCNrdnjAol/uUFD3EZRJ4xMNNFdf2JSVeAKmCC7D3jwACzg2ek1dKYz
AgWzUq18WdLFo6QSvM6CpqV5MPvN2gmZwWMj9Qz1V9tMAcglti/ohW7v2pxRoAwbbN/6vTYH6sHU
u2FDGiEvREo4FskY7HK8q6GIzVtd2M1NH+vWQ81xAkqNhv1dbEsDMprpXodB3jxHdafWUcc14yPi
t+3mhOoH899DqACJR5LsL2jLete6g/XLspuXKbVn5pLdwMvJ6n0pOvOnQjN2S+7VcIMya+1qkrSm
0o+qmNM7OALoo/oQKOoRJdJi7vbYFrygFvRIqd9t6kbll4VbMx2JK6I65JnvjIk9MaEvzLlUWn4e
OMXe8NHkitx8XM2GKR4jvjH2htT8Ry6h/Fcfg37LZqYOs1EGe3gmg1zFaRz8rJrk2dac+srI9G1c
jupcMsG5VaUN3sY0wmtdCuN7Vff9MUfJ+wF5IHk1dG3jWemUQzplclYO8EcooePXPnf9bQ/pYDUn
Uj4gN4+TJPgQ57fMUghQhqqsvQEBiZOGBD1cwBD1xMTqr6bgTCRdscmzvRqgpuHv4jEWixB7DNPr
oKjDs7kwam9sQIPBhQmuhNN32Taa0XW1QRJs9AAIruKGPeRGdNPNALhQD8DhExtJIIKYlK4i1LUe
0E9o4NfgAifQO4NXThiPJJRJcIMxAt+KlqgW/ximxJNau7V1/44GU+TA4EKVE2fGoJ2rfQf/IF5Z
0sFQMe3134nZNF6ZhUekqdszrNrlEUsicFt1NHlJOGWHui67w9zZxrfK0bN1TyIMNIGZHvL2kQXu
NatQ/EQ1Idp2dp0icGICN+qZ0eL70OBLPgs87LZG5GOgYI5tszVnjIxXdm8nnFJTIzkzpoDx87LP
o2Iqf9RjRGGuWgw88+JpaFOT/TFFQ7Zh42NsL0ClkkVhLM5b1jdGk/vHjIOGGnNSm4LKI5Tbmr4A
uP4BBV2mW66G7L6GJBKjyoBm1pQ79JSV9MqmwnE1bUYwi+XcfRtqhKsrR0ZwC616Uis76sR9DjIJ
DngTYZ4yxwAymMYKnxcnnEe9bXChDxcoTynte2SYgS5CZkpux1hmeyy27R26OsVGTGYFHh5UPF8+
M9Z96ch1OUWMvhpaC/fpgJiuJePsivgf7OKARK5pMUyYARFf+TDv6HWr+tlAuJaWd5wUvw0Mh5+T
AmhJG1gDDnTVfU/7Drl3t8alLCfRMFuyObxSDWAVlbzUQk/Nk3WeKe4kmdTZpVl39Vmcl+m9QRlA
YKKo4wJB7lbyAwZUvX7wdroDk3VIFHQ+AXxrKPKVtjpH1+t7KYXapE6LobHbRQpudj8fuswn5GFU
ml8BmTbQR+1aaDWBu27rmFQFp4Qzncv5rGqteQ8KCzcgrI2Pg+YAZ0N+Ytc1jjgC3de2gCAlQqx4
n8fK1LZhvIzqGEBmT5gWq0NcIpvXOY3LDaJPm9LOJo+/xYUqaoqWfTMk+jdr6OdkQ8F6C2TxBbpX
sYIfwTCX4XvbZlCF2ypdW/TEKL4qyqIQowLCujldgauS6xCQ0woNQ3S2LRSG7yCD3w61eQbHD80z
S7+mYPjRuT8lPnAGZOS+G8DGZhE5Lvj7SAy3BRUfgObBPXNDaa9G34wO7I9k3bZD+8QP/e73uYKx
VXzDM9JdQQhpn63E/DXEIQbCoCOZ6a/0bN65jrwYq1HDDRYUQmOHv6VaZEgEUFO0HygYXIyG7Tj7
NjqlfT6a3aPbaMYWwCxuCZl/MYdJv06GLrusJe43epA63jxh0LShLlYXdkusmnyFOoYmHkoMY1YN
RcXKIlvciNH2yQ4l7e+c8ThZL8x9XGG6fI9eNiZERrqW2B+Pc67u6jnTdppfzPtKV997nHafCISJ
N0TJj1zgLL6G+hSamAGiMChyDP5Ko1B7Pn2x8Y1Gea2f3A+ovmNUG0ekF25LrUBBD3i4zG8L39cw
oJjhXgPGsNN94OKsvq1Eby/keR8SqRXv+Q+RL3XHuyieX2Hathucz020OGLEwvvSv0Yim3qnsh8l
fgDFylZ+fDDduHuJe12sld5C6OXobGU57qAe4QFqjBqA9d69NVxGBuvady4qCiOnay+iJEuvMDVt
0C3BJ7VCxxgMvLlVCvuPgcHoZoTFsZbNdIHUYQqvgASzai/dyn2NO8ci+cn7VYYl1qgZRxlBWoRt
4G4mp3oAIndXawWorIrBa6g33+GrDx5FJftV8TkqF7Rv1Vu9h58ZMswxF9IQXKJzZ571apqv9DH9
MZsCbT3Z2yhxUoBSvIh1lzG+qKJLQ6uDw8KTsEv+DAw69sj7w3SeGFPTXDG2MbTdyNI3pZpIeIQO
fr1l9b7Rn6MWaRho0z9iUJnbfIggqcC2AQnir8GO5Fu+HiRtjR6w02ft1nGqBOL5fIO5x12lVwcw
DYuzxuRuJLTVdWXq5U4PzHPuW1gD/l1ivGjG0O9NAQYW7Ez0AlwWR4PGP0t7+4fd9MeWdL3SMakZ
ai5jFIPuuCuaqy7tyrPMLmhTADMNusE8guGaD7afe4blB/C//V1ft9eAX7YT7ddscCcPEUmmKoO1
qnWdgBPk+SGk37euWtXvEQNQoHRNjHl9f9q5QzltrLj5NoBeuWoSQIB55DzBKMX5s4j3id8BBk38
i4R83Ct9GtrTDFZAZs0DJq87WcfnRVb/xHbY3oJuoFLlufa4v8xneVM9ST2vb7LGvgf+AfIohSVF
hGn3ObJAlyn9AgCimteZVXOgRF9YcgUS8iaSzqkZWMhUWi36Te207TLjxq0jm1iq6S+Uby9Ytf0x
OTQOZYoSgtHMGxQn/AXPCwYr7rdZUnKeAjwgGJDBcKmUWocjJsca1zMoZnHQLf6iAKoDMS64WmBb
EpWCYFWD9krwitjEpiUuSphSTG3jh9GXlwLKKb5kncnJo8Xj9jUlPbL/G6DWIVgs6OnAX1v1HEiU
EpIwvyuN8bmVACCYnGEEnme8I9gtK+SZcIqN6WLUIIwWuw7QUGB0G127NazqLKjwrQe/kyAIgkhs
SkcPNnwE1pHsFaCTZxUQUgIlvutcPFdm5lyga80vmjZxq1frRCTHIc+/wTqKPc0S0c5SdXSuO4B5
zW47EFEuDR8tl2Wf5B5MOa6LzHf3yMnfkHgIgM8uBB/ZYS0Dz5WTfjZOkCP7ggKzWyhlpIC/Q5Ky
X84UvkLIRagPsPFqgJ+4IkQBPxTOdFVVEoYJh5N8KtpX+GhtQre9VX29tuauWROy29sMdKsbpU+4
plQHHECAXYTM92r9XGjljZVb+1pq1m8H8KEZ+fuknL/XA+kEZsAkcZmJJcOCe6LmqYF/mE+tMoIf
rgva056xxTTS87IPX20uxVWHxg9pXKw/6RkvvofbbKVqPcMkuwH8cTTQKTZLeMV1orp1O0p6BtG6
DMd0E9h5fm/iD78fzfHYBI3DxTENu3mSz6CEziAXnOv+D3vhsckx+pVibc5UkR1o9jQr2xIpF8RB
V/iEt0fVYatQOzI5zqF1M/Z8Lneot4CwSZ2ybO+387wNbSi5uBEwSES21sAM28ruI8s96AkjvyKl
7gPNxWxzbCdqesOd5APcwt8ISenn4aSbCJMpudNCqz7vEOg+d5ofouqfNLPduMEit1RXP3Gf6Xdl
06brjlpwa8xxtgmH0g3hAOQv3LMArRQe51LWXgJrd5yZh4btmG/q6ldtGluYHJc0oaEep69dMz4Z
sbJWrcUMz8pC6cV1EF9EQzif65Wh7ueA4K6ZJrvF/Ibs+3MBdtNz+4sumzuvKoPXpEDBbKrEeD5M
zbjp4hHyhPRJWxBftftzPRJHAGIVVfSE2Afg4rlE1DSzLkIIcm6YzLw9EPMuPjo7Q1niOwLlkIjx
10FIs/HklMF0+dUUW8i9q2q8Bu2xxVVqbyS/p/mxE9/7wlh4yhRWKYRtmfyCMbBzypQEEpWYa2vG
s73DUhQadNbTwgq/NXGqHQKgR+zHc0gz+r3QzHkF6yf9GSJttclypDRso55vaGdiAaK1MJ8Fdltz
qaEhJIV/PnCy8Nm5s2P/stWsYd8Dq71IUZRdg3B+GHwydBUewyAg9neahhwX00JGBk+GmQFNxXOp
mLFfM5M4veD1jzutU57fmfzQIszva3ckUoGLfeq0JxyLdsY0bmuMlVZCZv0a5aKFoazXdybyupvB
Mc4CfT4knMQ9KcmrpUVbPwmOojZgM/Q/sfa5RJnbR5un+Qk0cG8UFY5CaGBrRbBP3YA3hnhwBgNf
utZWW9QZYqCs+IbOZ9asHOjjSKTCydxjk60fQ1i5WzQezG+IPpAWOMigmDglr8Hl4vg1ixnh4MLx
Rr8pd5RTKYl22dwYPUpPERMD2I1pTvfWarm6HfNXo/CDoruij+OrtPk5dmmO3xMOOwVIvJ6HuylQ
nhWxCUGppYigJAcdo5KWGxe04iqyv5cIZXEd7ezO6s6CIZwuZiZFO5gK4CZgXUX2Wkx0VGiLg/mn
vsu66w7m/uTGd3UXz1DMguwHcnvH2NfofQ23yHhUoMkHbuW6ecjJmqKJvLmuq36docp2NqKltMkx
YRBw11/H1LTWFqnEJBptH9uVOtYWNxVNsPpo4oASDLjwWgUNhMrmILiVeaxozEpuvaiAK2vPFtTG
KmfQXKt8UDgqGlPHuN1GO4r2X3kxznV9TEQ/0zcZCCo93TkcdZsLGqS/QRHXa83HSGqlk/ltZwhS
V20vrC3+ZRqMEq5JwDKoYyO9gnjbfG/DYPBaLatwW9GjYFXq5D2m7gz4CA0tnK3CvWiqvmPkDzh3
F+cKSChSQ+m60mP7AWKXWg8dLMKCdOrQMz/P1nNlheEmQ1XxwtcLAhN3ULAVcDixPqB01qtkghKh
u9cxvfcXTVRQwHqn0daiWMjU4FQBFxfi2Sy6cy2zgI7n0QH6XPjNUC18BJcw348VVCUTP2NjROXU
H1li0vu7lnv5Fx+32va5A0nbdvpgleFy8U1LG/ETlyWFLImfhr/wPIqoJumIwWYs11Ahk1fVmOI8
TG3xXEeztUdGZngqcEt6TOg9r1Pg4zsoy+lZaNHcB1KraIdG8rthmvoFLSG1R3k7v+sIhFe+Gz1k
c+ufj2iG34RUNy+9aCpseagTNsrVyg30ivCxjSHk4obYz5d5lSUXadsmO31sqnWsq+hiGrryqbNn
92wAML4Y+DZktWm7QSXJuMjHut5g4P0cVPU19tgNfFF6SY2qtEPYxPYlG6LbIboflXwwUdwtoNZj
F2Xqu1FMKP2EKhgeR4gbZx0GQ/SZ4JlPgFoCepGDOEOmxjyiqzPfoSkenVvYO5F34GnIVWsEV3ZK
PpwWgbWHbQLz3K6db4M51j97BTsPfHuxK3xr2g61mHfoOZorALdciwNEBsArt2biFAfDKJunHGOG
cwiZxbGIZv9nbdA6oQeUB7pFH7E22dVZDpGQRra5OGeVc/PQajqcxUYL5p9dhKeRFun+nlapPBY4
XTWJ9oyXkk9lZLUewlTdTROYWBnOIzO5PEr3KNfgotW49bHxcROcYDeuQbguh6dCzgiA0LrpyYvI
8SrDv458PIkExh5HPUBOAveonAzBRhSXF3A254xeaTGgO2T3uO9hIZnc1lT42/8yOch15tC9neMe
39zezY/+3Cj6mjNc+SBwNsBiQ0KMWV//O1Tw/zc86uKb+j9DAddhlP56C7NY/vX/gAA1y/pvQtMC
5NMX2+n/ICzYBC4gVK4QU6KziGki/8H/RgBquv3f/BN0Ye0FlfcH5/d/QBaasv6bwhOhS11HD8Yx
0GX8B5TFgjL9vyhUiyrVQeHXsmhggGuVp2bgEu4QtL5xZmCsmrwGyGWlN23tpP4DpoeF/hAyx3t5
82Y+wB3+wW28XdRAT89eTCDsBR1pnTrSIhMWZD6dlzN7dRWsbr+dX97dfCUZuyhifrbGoqj5Btro
IktUWipxzpLV04/7YHXur77Qxzz1sRCnj3EioDtZZVbNCOKfNdubp4v763hzPa+/i9VXj6K/h2la
fy20POubZ6lMestqYqEjBJTNfbjhYbJNvv7is7zXpfxrGXWCBoWMqYu44LMk/rApi70N6DEHoUBr
EFBWvfZlRpfMc+07vUBWjTDNnBB/AywNEgb36DBnLmT3bvP57/riSyrgS2+f3kTJ8j+ved5dXbnr
/SV31f/jEsCd3i5RTQLGQ8qTZ6sf4fq+XV0aq69e73uVUYsdb4C2ZRRsA7YCPLWAnd58xDLwwT26
drsvbHPYagnJsRXBbqsCzf5PeP0fgb3L3n6z9/8sBT5Ymq6NZYFtLj/l7VKab4ypW7V7TfnFfaCc
MzCXsTdoQXJGfQhBI6nEF9q7J4HENNA1QZ+ZA22jMGyZgJbfrplM+Isklsq8iuRuNwt6R6rvyAIM
Iz9DBCXaf74r/rjEvH3IZUHdYJQlgPIrkpj3CyIJVBm1YbBgRhoI8NHamnlNh14l9qYrh2oDsQXl
OGRJtyHM3SNtyNJr9MFZw9/FVwVu9HNZ0ihft2BU1n6Zc+FF0QgjHsOAjTb68a1mwYdvVOZe2H5g
rbosKvDaKZ19icrjNmp6m3YprDgmEtXWRLp6I0Eh75TROMzCBcTPROr8FZytEujI7vN38B4fR8g2
LXgNGDkJ+o/otZ/EOLhgdpZ11CRIP4mdC6RiVxTo7v3jKgr6Gem3spBcN2nFvH/Rk6akn4i52k0W
k5sBh7hdreEC8/kqp8fDcHUB1s61SEoFyMKTUz7XWkKulZm7FmfFxxKw6hmavMMdDQ7d++eldMh6
4Aq5QbGgOnltRuJndkhGuZvoxWwSVn6YMsQbnNnsbv99KdexpEK9nOtfnZyKAoWpIpLC3M16wJie
AdPGxPh4Fxqh+0X4/mszuJIDYetwyenLKOPkBcbAWUo/wo7UtS2FZ1k5oGKOquHnD3QaWiS8BAS2
SUkkO4+j/n4zMPSKmnZwO8/2dQPpSX1eiG9m9BsKKmENLlV55za9m34RoU/uJooUFhRCKRsgKMyJ
k6cTRkihZvb+nrYFnFOrT+unVCVDssvxav3WKkDWEblWRSejwc/j86c+DW5EN1IxGrWOiZI5Bljv
nzqDQl1Cyk+BjAgIhXNQ4LU9AoQe1nadiFsQaoH+j2/aJJQuR44M0MUyYbFneBtQnWysszbXrH1f
FZFH1A2eSguQZlPb8jg7c7GFzdJ+cTRON9Fi6sClwf8WwpR7agunEBbPpHIKL8vpYYdCFRfQEqKL
z1/n6Vn/s4pLFisNi4mFdXIq4LYEMI39wqvaJjvqmY/9earaXdKM2j+eCpYyBHcEL1PnBj5NHgLA
/Ez3eCCrdufNYCPya89zv/3nB6LAcgnFAjqNcE6+VVxUI/KOeekNOXpmG7cBKMC8zASXUFXEoX8S
LCfmcwq48kylS3g7/8FNv7nfOwdMSWK0ozcIlNgLMBNHRyJznMMbvvz8yf7eEEjcK8oQjp5l2adR
Ba/6tgA6M3nC92vwz2m9F6U7fpFKf7QKutqSgsZUQhfG+72ugUMP7KyZPD1DwrwFGu1Bxn7550fB
QYLrwpUgyq1Tf4WmZbNByBi8Et/TbTwUDMHjCLjV58v8FSt4W3hpYiFBekJtd7IXCtwNGN+l+ASz
J69APfrnhqiri3Jy5nUzjdPr5+udpMfLZlCwaMkAuKcdqsb37w4Dd7DPE1hZlFODGytpURkA3LCK
M5CeSKInm7aEvuXA4z60DFi++HR/n2XoY5gQ2dwL1I/i5EJIiJfIedCCaBTIFVSNEGMAGojlcWX1
D58/6gfbBHkmLm4sZuDU/fHwe7PvSdOzNO/1wQtQZQb3n7rGGl/ISH4Rej96JprJWALYgt0vT7aj
XzYSfwfGoONk5s+8UbvxHEyC9T22r7I4fP5Up+WwSRbH21u8B7hVoUGc7JgmQtzclqnm9cEgnR2C
uZVzLbSgeMSSULucEYBoMPxynfvBd5zbvC6ks8UrhulZ0aVu/EV01v/awRa2NAqKGa40AOv05TO8
ec0gpmIzHoTwAIEDJcSmvHdRKsntFBGOEG2Mqp1Us40Mkt4N4V3ouwSzDVRNY6O0mfdiCb1LlQ1A
IdOADG3CuNUedfQ3r40xl185U/11APi5Nhf0H18TjsDJ6xstVNcyOU/IF+s28wSN7ltogFMMa0Md
ByNAVTNzmovOHuytARTli2h8mhKxQ7h9sf+CR0FT47SwW/T5GdNXkzfJxZsjd821PvTRHsf4+snv
zeg859m/2DR/bVEWpXODn5ISIFTdk4eeO2S4jFybvCiK+x8J8ssdTIOmwC5BxzHoi1v0w9Wg/Vik
fxZuqcs/f7MjSvSl6t5Sk4cwQn9AAqBhAN3gM2GEhvhi+330Oh1JGUBygCHOad7DsfcBK3L4IPih
5EnJRZieos5Dtxn0lG2M2xEgm/nFmf+T2rytJ5fPSGTRub8N+FDyJMcLdRnOdjNO3lyAgoBJmnZ7
o5X+NXoZ+KnGIvdSvDbBfiXfYLqgQThaW2h8yVqGNcyWsY8udMoWJP3SAAGUz4PER2eSNBCXZCVo
nJ2+FS2yNWB3sfAmEz2nEBO7+xSpVtwe2rY+4oH2VeXy0Wf4D0GdFGrpW7z/5D42fY4YMuEpeAxI
iOXuRSWb4qE0q2CLwZ25xxBJO37+lB8uulCfIU0JOp8niwpoyBpgztmrUhw6AfGY9VYxv7wDiBXe
hlLAHIjLAgzZ5+t+sL9pXkhpLDk+TdqTztdYGRRVbSS8aHCRzkCwvtG2qd87P9GqqL99vtgHDynJ
SU0Fp418UZ5c2BpzoTSx7ckLE6GxixCAWwEn7S6HEMl2fgd46bJr/jWRW+4xMsaF6a3DRV+i6Jsj
bPXI78jamj1BXxQMtg4gcy2G2A62nz/eX5f0n4WIxsuLdLhC3y+EUoaUzGNmL4tFt6GgSjy8ar5y
L/toFUyygKlSi5IBL+flzeOIyrdHHX8Rr51rLMwQfs/FRrdhk3+xNU67vNzOSsJlpGdnYsqun548
CLiu5iMC5lW1EOMWa8Ku2pSuGcyIgC2vT6cPfN+0iGPjswkYflXWBiMbLaxtREMG4BXIS6kk8iIn
Uv/mU0cpsPw6Ewo/oZmG2CJx8fY9oGOal1FW6l6cYuaxwZNXNTtr0VL/9yvg3UInn5VaNfVB7uie
ysccI/S80sQK+FF6q9cVCqKfb6K/yn1CHO57aHBgHUJ2e3Igqwpt/QEkmac0DQBWKLVvVtwah2Yc
kXLCk+IqqnHKcDPJWPHzpT9IJ1CHs1BlliSZEFzfv1EYzBhfo7nkTRnSy8qZW7GuK3e85V5Abixt
XXEeaP50Jl1VrlE1Q5nn81/wwd6mvOPZLZ3/N04LFRsNp8q1sLm0shil6lw0zXAWdU3pfuFk9sFC
7GzqT2pxE6Xik2s9n9I5yZPW9gQ+0Zs0LcdNM7XZv19dVChkSNytYpn6vH+hjewGvAl82/OVZtG7
R/TV3SBhmb0SiMIENynffPr8DX4Qz+2lTUT2zuGwTnvDRlKEJQAG2ytQ/dzUgd1s5TSJM0pA/4v6
54OL2UXGhVC35Mx0MN8/HZmRo6etbtKGbtsfWRIg/OP62DK7VYYle13YdfdF7nc6D1oOvUvRYEj0
Q2jLnvZ9VVGXkw481MPwB2ocIsMGwm9M6a9rPayO85CXt7DCut9mK0FUYVKj3xSg14vN569Ztz7Y
QVTTtBsRstF50ydpKE14hTt1jMlX27nxOsGCAm6N3lY3mghM6xLbAZnvHfh98T7q3BrwIgCq1xYH
dYEKcWvhs9TnQLatyEke4yCsik3DDVIcImS+awA1kCW3+GO3j3kOt2cdRT74RSD6uNWLfPbvCkNP
v+lalF0iubegRWd8Tjw0CMerzLIHVBIaqaxNT2PL2odB6Zc7LY2xTJoMzRyOYQL+Yz2btTmsgT3a
8Vo5mf6zrvv2NwloVZyHhtKaNRbuCbzEMNPYwK1tQ5NuilvV9Sa2K42GZUbZNDYoLqM1X5FJG6Y1
onot/Itc55UMk+Y+QTCyR4CTY1KjE95rzm7kZKDs3ccjtmuJ9K+YD/XFLc4Xyt/YsndnoO2qQB45
xqxzZVIEoqRSOYa/nXNz/KG34Lmv4qirL/phEQWyQlX/iEsS9DVey9pz4wOfPExZNEyb2lXTY9uX
3T3wsxwRVcTA72UUa7+m2jBfQ4q+eq+n2nxjIcNq8DHjEs8NHzzgxk+o7EjDRyVvUt2qgw1qMP5N
jZDmtOIutG79UsUC5m7gv+LwNYKcAaJ/2Qr/D9i66B+KrlP+ldUF3B4KhfdqmyJkednleonyIv0s
nJEkOn9QWPLsxyAYSewlgp4PiArrydavhu4n8O0p8Dr+DGRYEVnW1wpl5Fcn0IHUSIiW+RF9e5ED
2Bxh+gZFwkjEMjvs3uBxx/4Oup5T7SJMitIbMQ94rmZ5pRv0k8cGY5YUAN1By2JE1FpDgGMKZZ80
6yALDRSWy0LsR8OFTFcYGRYqQTVAoAR0KV+hoSh4C7o+2OsEgfjszNHK9BlTi/GVFHI+TBAaoZnr
BmLQyqhquaud0X8JHFG8mLLN9F1Rd6lAe0Zo+baYHO1JC4TVbJImrW9K0giyiE7wM9hnwdYR7QAX
SpNDww4ZmbMN6Zhhn8Ql+fu/+mQcxiYGM8vWXf7oie7nKsDNNf0iK/jgnna559CMpRJ1aM28j34x
PPkKR2bTMweJnguuX1WyTcYxfKqDccAxRNW5V6NGS07bY/DwRQD6KPzgB2yZ9Nt0tJROUulMIvIy
iNLwWsLkZc3EYpOlafjFKksIP6kMqXqX56M8ZIxz8pDj1LWykJnhGQ18OgTzppSb3xFATVeCGxTI
q0ztl9DG7ur35xH2o9uF65m5GEaGyy36/v2aIJ6WVMHwpjSuMnD1ato3GE/B9nNs7BOs75+v9/ej
WsBBxNL3odr8Y+L8Lp0s/VzTw0F5s78IwofIVQJGq4ayO2rJDCBXa9Q87kLwi1/1GP7eSjYui6xM
D5F52emdzdBJjyptjA94Lsbutmht+RJEiGSuKzE4QN8LO++2nUFsRYogdL+qPT9ow9G4ZVS3FC3U
ZqeFSzuFljlZcXawIitEqd9ywgoB07yo4ISRZyMnSAtqVWvwcj3mAKW2681aZsR/0T6YIs+TL07X
32kMozwmT4sTt6LdefL1E/xH5JgCKK3qhjm029TucWp0dYZdp/P8+Zf/e6exFmfZZcxmu5Q673ca
RgPAO0WaHHIHv/ZQRsnW0Y3uIjQHd6ccbDY+X+/vnUbNAmSAV07n2rRPjm7fR6YTpbPjYeac7EEE
OUjDz9mFjCd9HzUohk1CNl+c5A9e6NIgRLyGZwSOcbKoFCPYDCVdj8idXnKRo8AyWfM26IT44vn+
Dk22bRMw2BOW+HtwUgehZbcYp3ggG40dJkDJWRtPX03NP/hqNsOZRceQjc/2e//VdH+mWCg7QDki
1rhCfO2uCQeo7oMYOKV6+EUXwTD+ioVk8szTmA1yVOjGv18wHmc5jFRt9IaNArpb6BD+6GfI6jgO
FaJoVT5YhwHJCAxsdN/393GIOmYDKek60kykiZEyYLQY+7V2Dxa4CTY6NmfpBVIvucLuM4JP3UCA
vYlF2/uXNl4/31v8yR5mhNe+AlB8sB8AAlDtMbpzFqLx+6eJgIjHEAh9bxRY4oID8SuI3+jv2StQ
3WPy79vPAf5D34Ill1be++UQH3WRzE4gz1adM62cPIckRNe4vsdcqND+uYwEjrMMJHXMt5e4+n61
akJWBWa677VZQ3oZoE3coUzxBdbog33OKiZXhU73lLvq/SpuzQppOvleYWkIimuJjLsHMVq688VC
H9wPDqKbTFe5J5aA+H6hxDaxwMXBzUP23Qaoy+SJ7A83hLrpEGXBHWfYls4YnkfTDD/q82j10UZZ
2gGUr2x7ge7iuzZLSr9Y6xvD94TWRvdkRK3xlMQyf4A1aJb3/74YrUGKPGpYAGMnzQ8YQcHgjr3m
aXWLJ20Vu9hPVJU49CCmd5+v9UEAYePT32WkTJbxF+wGrmryvzg7sx27baVtX5EAzcPpGqXudttO
YjvOiZCdOJpniRqu/nvo/+DvpSUsob2TGBtxYLZIFlmsegeYBwrkMK845aLvT2qkj5e+nf83Ex47
p+LGqU+zAtwnlTQavut2sqX2/YQeoOLTGo8/6ioqCkgZ5i8dFJlDiTx/0GqFvbNz5OLc5m/gVCjp
c71TzkHR7HbxegHNiLtb8bEosxHKL9Q4PGaN1sHksTvcfOxiRKwJCuz4t6Kjh6933Wy+u7SNSgGY
CkAz0vFrXUaE8mTDOx8Un8JloaGCHAIMEyhojRcjF7N6WrwoQi4jnNvfHy/xVoQ64Iz/XzUJ7Mzt
5xOKsRi6QvHzZrGfC0RcjhHP2Z3v2xrFJTbpf5GuUpS8HQVFqgWaL15EuAzHmD7Qh8MMdvA6Z2eg
rR3r/kzQaH2DWl59ji08M7PCmM9xqCZBrEX8PBH/YnqGMH8En+bx7G1FPmFhyayI3vN6uN5L0rzG
pB5ETGeeMCKBnez0NqJz4heCgx667L0CS2OrrA5s16LBjYFtCPu2Bx42uOnwWY0LVMWyAu7qoUTg
HPITTOf3HwKcpx5/WUC6zLtDoGLrYxzq+UPY9z5l2fywaIv9JRfUZyi2lud3zylzyX3r0CNANX+1
VywUdnL5mERB1prwttdgjMWuQfGx63aWb2Nb/tTRpYZM3+MuraWVX0qTXc+vUyt5zfUyfhpskV7f
/0GkYBTmgC6y91cfFAENGCsyeWzW8ukZYQQExxst+uFFVnl6PJSm359m3A0ehAKONJSDV6eZjjSc
Nuap56deVyHwLpzLhDKvfHzbWImEZn7Ke1xz8mgApdcJbLNtz/3WGkt0DdFa2ql/blzLHm9FDjQZ
/XfPtpzCRtGix+tXXZ3RKHSr+loNrXiKqKMdEyXKz0lrk/FxoTU7c7ERm55h0CgA6czbfn2mJsDH
kMJgbHotkMhHadJIVmWCyrWVaRI7e2lzON6oHDsc4HeP8cRIsI01LLJFxauD2J4M98SWGD+NNYKv
O4NtHHNoQ5PV8yu2qut0Z8QDb0SvxiPdAUoN+1A5kPFghgL4Ao0q1dsZb6OoTGZKZxCQss5f61wY
OdsxL63e87t86Rf0P3QD6SM9RutuDnErvNhVGKXPlPm77IrAk6iwekakgXroNOc7AfXzsb26s/lR
qEUY7CoulVVEpdJfPXXN0Jc2rubRowjTPLVVUcUf8XGh3BrnqRuew0UR0wnRuOxZFCmG6DO81Lh2
UVxuBjTh4Osmqca9oEGGVvvBecIewBgxqRybcOdU21oxmV38LM3LzuTtDViGSTSpSxz6Xtq2P2rP
SL6rWVZ9By+Xz6cyFXgNPj4L7mOPpxidcvmo4Em7Pgoc4tyKtcIFFLCMzdXshPY9xH9MPYGuyPtz
Vydthl8mlhxL13n6zpa5P1tdFd9beXWo8p27uq8GHOu9JcQVDbvH1jtOkZ06lww9bm3nftoeyATs
CMyGw2Y1UAzyd+gj1/EbSGlX1KXKYOgRRno8m/fhzedwSwBYo9jCnrtdvy6PWjtDDNxvMtx5tEWY
p6IFqw0ucdrZ3psfxBMI8hNwRICPt0PFMzKa4JQdPw8B0XjwA/xaF8PxFz6INILCIVUdsrLbUQDZ
qks3244f4y1y6jwEHVqhGoGjIJLxC0PxlKYYqUlA0mqFdMSZkqke0VXhqDi6UqIV6v90XGYIwr8y
FEgYbnOuv/WmLwsSbBNEor/E0zcNsBBA7LG7Yl467lxt9wEtEVaOCpkF+AcVwdv5SyxQhos9OQC7
qj5ItNK9qEU2Hifc8eA6Gda7DxCpuQyYExggcLJ1bSWMDb0EXeT6ZWWrTxWukhibLR2mnx2mLjaO
KI9ncuP72O0GQYWXhQt89Pb7yqyMSRx6jg/E6z4NtLo/825rupewENY/alil+s5LbCPE4EAA3gSw
J1lKqxCLMB3OBqV2/ViBcJ5g2nagg++c5nqud87GraFYOJIDUk2MPFYf5yC6D37MQN2pXNyn2Oq7
Ey2g6VSapdgZaiOaqRoSyDIFking7TziwGjYPZeObwiqtH2LSdzUYt73/tV6M8rP+/sN4sXQMGft
5871CQ3Al54+0/ObxR8ztuP+VNj2L+xGNj0VcYejnaTn9qtG0reZbi5rhTjzwSwr7/NsT6jFTFgb
mybGgzvbcXPFKJh6SIfzz3r7K65wqPEhzeCIEKPHzhsuNoA8ulyopjyeS7kit9kFRWC4r7KNThXY
W52/uMx2JAQlc9liXYRNc3rKTHZkVmAZvYwGrmku3ecGpsLJSlv938fDb+TwjA88gSoI4Dr6Lbdz
21dLhn8Uczs6qVn7iRZlP7xmGUzEN10nP6LX31Wf5iZrx6vb6k5DAmR0vxe23j3VlMjoNiMzXuzM
ykY6wVkAwhOeC5iqdc5VtnM6tJPhUHey5hqXpEr7kLah8/eAFyQurlxn2A0YYvhPayxawI8nxdxY
E7pcEF0oscEkXO23QkKjG4+E126V7oR6cnKERqwEj0fZ2mRsLgPcGNRI/oDbmY8jB21mhbaDkzXz
K6oIKZZls4sISv3P45E2EmpJznblYx4oCu+F26F6/tVCgcf1gTyIj2MJWOOo0eewj9in2N/NssMb
MMG9O8Adwv7i4Q56Amu+10TamFcokq4re3o8KO6yNCPBr7iaPb9E0+YVR0Pcd9FZ+/L4azdH4TKh
W4UvAC/C249t0ZjSx1bzfNyFUbmV1RFQ2Oh55DunhJy1VehKYDoUC7oMstx0O1BcYNQV9lHoQzJA
5i7vFKM5Yb2Wfc1zxEefxjRvPhhar+4V7zduS53XPV8Hj/O+8zG3dN7xBmZ/5pn20jPbT5MTR7gJ
tv2xnF37+nhGN/ePxBsC7ZPss/V7wql0csRMo0piGuJ75ob1B7uL0S426B3E6PicrYQcFbqrd0Vs
tLiMKHW//9KheQAzkycGgKN16XQy0Y/qErpYQ2tl3yd8Eryr7RSph86YgTUx/2LJzo8/fCNEScGR
S6Dhzr26vngoe4xG4XHRub0zHDGzxt0TG8VL2s7VLwzFWJRu5DFMlny7mQxrHsrBirnjADJ8wVgG
vR8OZ+sQFxZKsI+/a+N4Bav6/weTIfTmAlfVcSqtmVcMZtAqyiFk4d+HJe+CCfhYeUB7WvsE2MN1
UJEO88l/PPpWgPLckI19kwVdn0Y6vUfTmxXXR0ewek3MbHyBKaDvpMxba8cbSh40uizKyN9/+40Z
+USN7bPvoJl0No0kOk6zbZ7jpg53pnPrg6iU0kIGKHrPmjHjaFnUnKwLS54myMIlOSGrXv3CKEAw
5etaNnLvQAF9CseuRKQ9zlFsW7DSPi2o1u7sww3KjavLtiBpsUpNex3rFLCnerEL26+avIZrp3W/
oc7tIU1nUtMzM/tYh3N8rfUpOXV1qKIVqTovgMdoWpooKavKqB0cp2lfizSqDuGSWjsru3XuUiek
78vLC+2RVaiEQqaKMbRXL9UHqYiUI0VxVkuE5ibNcnemffPwezvcKljgUuIUFEW2Xwuh/R32pvEv
oSoKHBGQLj8WrZn5aR1XKAfj+/kEeEaYZ4xJmz1YyNaOhl3EYSabxGRFtzu6MnV0Pmxh+8qY9n96
MTr54LdQerTKeGcXbO1ol6SUNhVcFJAYt0Ox8rFdurMDrROdfVAlyynCTvwXjnQK/Xj7sJRw91aj
AKMeMbuXeX08O6gxufhSAtaizFHhqW6KeKdfs7FxDDYAHnM8JLS7AjGkt7qvvRC7FrEMz6FAjkFq
474yA9MRna4S/Coieo9Pu41Vo/WNd5BKSYca2aqFqqNYH7kKgxp9HiKYWeuncVQsXx+sZAdEvZEX
wEEAOCN7JwTveqfGi0BOI2bVEkzZbc1MTgLppWvsdlgKR2gu/cKnvRlPfvqbIzbHCy4Vaer4kZ2g
v4uH9atTdRMvhCbduTM2Z5FuhkHtiLlc7/16cvIBvC2y7nWK3D6Q14/4eY1fKjvc+aitSeSyl+xc
UOJk57cfRZW/awB2RcFYJQI7v7E5t53bPy+jmx5T4Nc7yZWM2lUWaQBfgXWJ/IOkk96OJ5JCMRaj
xxqhdZw86NGf/pKWmlYds8oY/3LtycvPUj8CwbHU0J/7TKTB43XciHZKG6AzTC4XzhYZN2/WEUNb
lfsXn6Sh7rSzVfP44w5qdqJ9I+ng6IKNjECIxIKsdoul50neNAbKxn1fv6ATIj7Y7uJ8cFrbfonC
vvJOzBAGxU7vRb89/kJtc3BJwAeCYlGSk6v+9hN5zxfKVCIhhrcvQpszuGu6QYVrvgzdCMRYayrq
g1PNaxK1mC4On6xc0OkUmJtWJx3RyWs72eZykXoPWAK4qTNc0Ul3s5Pl1ij8LppEKjuj2exRCLZ+
dgtODXMn/1nXj1DTxwQKOTw/oowbo3+k4EEzxPGnPFn6J08FrORmnXp25sI9P563rbDjEqDTJIFd
d93E0KlCNOUnxVcLdTx5w6Jfw8KaTlk1jTubcCsOgO9IJQayqPs3BkGnFuWSBOUQZ961AfGxHEE6
5/1fdmjof7nC0L5PCpLgWDub7kum8QLa4c9ufS4qZMhH8+t9p8vIvb41cVIOXG1Kzp7bhufZif7p
5njZOWU2riKTqjHFR9nkRmbmdj+mSOCq5pwArPHqwT7ESQRNKhmUdkE9EHDkQdj4n58ToObpThxu
HHDUe3hAUd2QELDV0PpIXdQQneIb1K+HD4VwU3x8RMWbv+L3fuvMeGh2bqaNiTU5VCWkVbIz1rWO
KU702kszxQcjjcVJX35R8+JL0btiZwW35pXZJAEES4QUwOooyx10ZDUdM6c8b6f4oCr46i1wOZ+a
0RHtQQAtKEFNVMXem3zrC2Ez8gxgOek8rK6NWdX6oceXya/yPpaGQQri43D5UuPgTO2ykwJvHAlg
BVk9g2uDY2FVO0KTNOcqod3cTrUeXb3egY7qzsLtfWRG2wplL9f+ETt59HupRKgKPz4WNoenkKTK
dzGUxNUWyhQRE65uCEBDV75oHi6uiEl3c35Aa7KaXgbXtCrfdPHmCpplFMrXx+NvnBVSAYfqPT13
Ymj1+cgcVYjhp3GQFsIR/8Kn6OOniv0nTti1Q3yoXQdL0MzJpCwryP/6oHld/QuFfQn3h9mFafY9
FA8gHCqYNXAmZeqi59wd0oObD1CFnKjYCaANTrhrujSEJcWBnb1+zlalm2eL4ih+29hK9MGrjUi9
IF8Sl9TQDDPAs76GgDgoHdoIsa0W3TeviNLpqOqIrV8aUbQpLt4lhqqTogxYfCjz6zTQ39nZmluB
wMpwtFFVvH+lWMVYq14bKaCpx8FChC+L/lKEQKAUx0r0kh7vhK3DjE1I65nDlMVYhV2RhWhoZQAU
49LmYWQ1lXUw3Xgxggifk78T4me+PB5yI1viRgQsjrECNfN1+YIcRyq7qklgzlpx6WqnuiyjrZ8f
j6LLn3yVF5Ko2J7qAfiSZfDbGyLDy2eqXEuKnvZx8W8TYWHy3FnanBxabKxxAMAl0Xuae3ybrgO6
yEpQDaMFuwXwVhpEWGSm3xrTjHGZbo0WC8ZSDK/xmNg9doOitrA+SLG9wtNkmJ/01Knb3xJe6/YP
hSysP4xFPZHVQIHY02nZoDfA8CRoQOnSDb4L39HUpgyAaxIoXm6g/W4vzkQZAagLvhuzF30YUrXG
XyNEUeU4LB0zXFhmp18M1Mdfa1zp3g9Q5q3Ls5AxuPwAe9xOtq0pnToadhJoTlgHSWPXxxiXxZ1j
cyM0yGvAJ4NZp5e1fu82je6K1naToHCs9EklHf6U9Ut9dfBs+f54+2xtUhI3OuDULfnfKi6WAjHi
dmGK9SiarhPAi6MG/XAn+jZuW/lnE+bQZcgQV3s0V5tMpWqZBP0Arhtx4yY/jC1ggqqGL1abev8h
0uL6+ivfxiSio8V7d/0WzBeBKVhPAOqRFmERMZtKeqoaN9+Zw41bDvKN5BagOgGlQf7+mzdDiG10
ZeMWEGRRzJOIb6RImTi6USOXXYbT1QvdpH6l6i++oLqSvh8QzXuHD7Tg1CM7tT5oomapJzNDr8Wc
W55lnm4em6KpX8sW06uy72P/8bxunKV8KlpDkEQojqxvdTQfoppKahwUVp9eFmDBvrnUxglf3vmb
OiE5/u7xqGciOQzIgMbu+oQD1eVAQsAyssi6Gv11jLtHrGCvKDdNvtqUv3AzoSsMndcFX3rf1nMM
HOVoXUTBLFrwIH1eX/Ai1i/QR/fIKRuRzlDcgCYAA7Tr1uGXTOkYN1kUYMnqAZSz9edGrbWgRk8s
eDyLm0NRrmWrSiDK+iWBmqqWVzqvQzHCNsUzARuBJnKflGIYdyg3G+GO5iY1Qak7SFN2lVwvlVaM
YsjiYEEDuHwWXWjg8sKDELXxZoFhPMdpGv5pFf0Sf3v8lRsoPLps4MpoypLz3W1Ozcoa3aI7HVQL
Wk9XQCQQOSfXq/7t4l5/ziYSz8uwNKFxomk+IwQM9s2+OHYS4yiWDsN8VAysGEQnOdjNMDgvg82/
ONtWmrxGqmXGO0nq1sIAsdcgeNHapwJ4e3xkcJNAtQjPHxsrOkYQ93yqQPkTL589acGtGjXoAXSy
ZAv/nj2kmMAhaOp6EsasvyYt/t7QsfBh1aPqWDRxfB4LBNybMElOTRurx6bH7PLxEm0cl6if0DUn
9eNGWB9XXeeObaq2su9ai/+qahJPaGSYeBMs5hFjhfE31yp+hGkjdvbGxl3Ha4/6BJhRnnzrtvIS
WxVauTR8MxH2PtIg9idnGvdUR7aQEmQsHnGG3Pk9ZWpC9N+YVBh7pNtZCcleMfFgS/ohvuiF0X4H
BpN+6wtFfLN6wX9gpnHJWzOuquqiYPZmX51+8eKdbHTj0KZoBwVdQ0+H+ZdPpTeXVK7lXUznHqxs
22YfEida/sMpZUESCcvKeg7rP9+9ysDQmGhWGBWWO7zg6ERIv9DrGlv6Lp79n6MlH+PW/tBE9rdW
M/6uSuAqj8fcOHck8dThHgYTfPfa7UZIAW02AUCOjOp7FxbzUXUREsRgnjLtUv+rZra5c9ZtRC+h
y8OCwJWUvNW82kYR96S+kC289DuVpv7YITyFoA6G1I+/Tv5Jq0SfVFCCuWlu0ypYJVF2ix2slZk0
thNT4K/U68gudTZ2qoemIdoOlY3V2amKteZ/Ubt0mMEUrfJ+OBx5OLPLktI+Wx9WVZsrImkoKGi1
gmW2k6n2a4cHH8Qgu2+q9yfCNJ952TAmXK91Imx1E5BWk2IJlrs5SJQq+tpacXpMDNH8yoe9GUoe
Hm/iQySKiKYCi+WkS0vsurB1rtPxMmvZ+AuRSEEHshziR3AcV7djgTaEnoYDnJliUoJaj9WXpeVw
cOeqP7pTZ14f75utHQqZkrPIkzDXdbpWGwbFtLwJfUPNEMFD4FkdznrXFz8MbdH3EJpbMcjbSMq8
0OO+650lpdqoHR5YfmpbHUanU1Kkrx5YkeykzzOOXVqqa/EB8YlkryW99aGk4YCTOeRlO/J2CT1j
snEqUgh/Fx886SPxWlaFejQqszm/f06p4NFWdgB53WGylCmxZzeG99RUEean9FmPnYlFnjbgbvr+
ocAHUyEBFwpaaRX2fSxUDJMBD2fVmH8qVC0i9mbnKJa62WNwbB0xJE60BWW79S7THh2vzBaVxmBt
Ds6nBsWEYMDU9TPQfEQDtH7s8Lj3ugBi6fh9pDWz977eyA3gBdB5AXQik7hVLhSZmbKM2EH5VRyG
aqA3YTlcFsomP9Q8Cv9r0LTuMNvOjW9kC/kenm9rA3k/dSso7PMTrDcQPTzaDp7jY0pbfOwLe7rU
bocrABjyb+9fVcqPwHjgOILAlT/Km+PGqZo4sWj4+tUgwkubGsupEUn2pHaYtT0eauvmp3UO/8ri
17vSl6HPvK0Uhuo8LNpq20ApBpDbMZZW3yJr9zbsxiZi8iSYBhzYfXMkstJySBbX9SX6twP7ZS1f
GlCMLZWoKvo+Wxm3V4tNETIzbvU049P84/EXbyR6gBK4kjllJfNpFTIzNkeLUQEcwgTcObY4/J0E
+vk78yqXaHUfw/ijTwnCArrTut1muMgg6jFw7WFyncvYmDEsAn3CuAqDxscf9DM1vRuLaiL9Jo7U
+2yqcIfKwhzMF4OaCd/CktcoDz29jf8hGjZ637Q6D/GCGIa8/REpvfWyTGbyqtWhUX9dTMR4zqao
nfF1RK9ouox9M+dflVE4bZD1s6Mh6FRFxYdCi4vfq5q+ywFC0PJqi25QjvPYZsuLqDX1dxrAfXtW
kA4frssczv9isIvORhJ2unHRxxkvLzCh5XGc+zgJqhwLAVl2xugZSLAZP81jeGi93PtTc8Z5+oww
n9cddSMxNb9Muvx3benwrOggjQv8u73qv84cckDOdVf3x7QodTTu7KT/W6nwkUIlbWAruU0X/2Zn
7jwdahyYyyDvRSPoM5h1AubPwy1DHdIeAJJKm+ysFbWFWWHtmq+pN6fZNzTyDHVnb2zEHNw+HttE
ARtwHd5zi0XXIGOOqpZyHMe0DhQjRQirtJZA6KX9/kSJ8STQCVGje5WQhBQ0tEboqdaoOp8r/D2e
+hrglVC9ndja2vWcgVCoUHJE3UD+/puDqxcovKA0GwWxZWYVBoElpoxahv/tRU/Scg+BuJFOcPNJ
+wZoWzRb16HcAHbg7YxZLsCgC9dj9Ic1T5iqIt+MT61pnqgcjzvhtvmN/KlSTJZ67zqyG7vFEUaF
fV+KsQtYvPAVDS0bY+KwPz+O7K3DEv45ArloQtGoW114nTOZ89i19CUArAg6QnpE0QLHWnyMlTZ1
T0Y+Y2GY5Kr5BN0KMbY0doxmp6K39cHgjmTLFcrx3b0PNb2AKEG1sI7H6Ato2fJoLq37Fef1bmen
/rxE10cZu5TaOYhZsMmrLy6S1jF61LX9lkRw/n3wyuov+qFOfajzxIwveb6M82XQwzJ/XhIlfYl6
GmiHdMjsPzP0+F+LvPb6wMgtpTwhmobhtWqBaIKCpJjp5ySyvfKIX5eDx3o8tF+avMzc49j1Kupj
faYUx5LeyN9gN9KvpKqlckH5VnvC5yiPDyMCJ89tFCa/wDaTYvOetKoAlrnexxM1OUWzdQXVm+JL
lhnetZa27Lk6GTtruXH5SQ0OxkFqmytYRtRNgKa6h2ADEZP1Oer2BWdvVSc7y7hVSaLUTKuRxgyn
wfppVtW16bWFyTIm5vTSVHiH25bU8vY0pjgtTfN/NVz882Rnf44iThAs0n48jp2NQ5YfgSoSoN0N
tRhtoJBZegphihqAr5hZPh6qpF7OAIW0i5aV0Q5oYCNMOPYo8HPZmxJ9fTu13WJnY96hPJIBbz+U
ociPpqck10Hh7n38bZurSA7MsfezTraKkmaZcFUfDMW3MPzxUfea/dFrrR2g49YoPKwloEuqqq6L
QknZ4BIzhoqPn+OMTQvAeL0Hw/v4Wzb3igTJIaRKSf3uTVi5SuJOMwV8NWydwIMS65eTYX4UNpVv
y5uW/+hZq/bBFJ79YhTWEp9AgNmfH/8YG1cJgiouYnic6NQwVlfJ5I0F7kIJZf1siv0ZlulRDG16
JjVF+dmbhittwz25v61BJVYJ+AHYctgYt1umoTNVmNFIlzuO0F5XlfDJ0LryQ46KJ+YJZfObPjT9
ToVh41JBNYYNykEgTT1WR0DbNYk9TQibRHFSf9UQJz1HPRbF4WIkJ6yTi+cJojqu8NycWvkrDAyJ
N8EUiwfOfdVGRaNKarMRlzQ5P5T4yJ40r/4RYpeOumIyvTtUqGsA7gCHDhPvrv2Var1W63oX+vHi
6H84xhxLuuu8E/t3L1PJggCKZUqgM3/LUHpzrM560zc9XQ3fqzv3cyva+uPg6d1pyAfntSkMBxJe
DSgR/NK7HxoMDalEajlSTianvx0au7Qwxc9h8CcRD+phsePmry5cFuzcSyvco8jfR6uUDufxTUuK
di1tidvhotk1F0i2uMEI8mhECSolR4kzXaKPwpka+6TVFEKPS1lnM3zDGkP2XB9LcmrLStMdPMvG
tPNA9uhZEj1SqOf2h0nT3lajtBR8e4m0bAZwvzhHzMa3tBncP121GcxL1BnOSFPJ4jHx+MzYGJ6K
srxgSI+4TVfH8LCgpjrS4fdJW4xj1VNYOvSL3R3KLBEvXQmqs85z50kfim/vHxmis3xZcpffNSs8
HJMosrQjF0DYolFS589qaTbTwSzK8aotkfvcts1wAlodBo+H/umWcpOiofcEtpGEmxYR6cpqB6BQ
hgeIZ41+ujjiKWt7MzvNZaifdBEv10nrlJc6HYzv3jxg3t0k3SVVjfDQ2N0ie5jtATW8+J8hLPdU
f+5OUylExYXPLyCHbENmBG+CsDIgRsepLvxhVOyvbokEVlkvDu7S7vJH68XGl8HMxy+Pp+MuzaD4
ZlHMgHHOw4cL+XbQRqGQCxp/8DHTRi5ZCb00mNU5/WPCjtg4twjrljs35t29LOt9JgJndGwkn3+9
69Fz19OoFr5X8u619GQ+q5TBz48/bHMUsEOIYXBZ3EHFOqfXksrtiC1e5P8zvLh87fUl2rmMtkbh
jcYtBF5A9khW02fmbtkmFC3a0bWunZgqLHm8vU7B1ig07B0VlCzyEWvYWzfX+F4iguyXdaUc6zK1
j7PbOjvHwT0iiYUBliMlI+juUba+/Zi6oVJhozXgm6PjXge9itpTGdrap9xw+L9OOlJnoABivS64
0H/C57NyT+SkBszgvDfH0+MVvNuasDfAkaBiTkJDR0EeX2/jwYHD72jNIsUJMv1glFRdECBXq/hg
e5Wu0Pie5n8fj3k303JMyms4x0HzvGuy9XUViw4AmK+Qnn4azL57Lepw3Nmbm18GWRYmDPc6F9Lt
l2FBaVnorS6kMMj2Vib2jemQNL/RvtWvWhJ7e1T+u5OefjihRl+NJI2saRXl0YQGN6s++0tupmcP
ONuLU7bp75MR14dJi5yrrlWNH/VJ9N4OohyZXgJ/ccdQS779VDuhGQQKRPUVpakvZmEkn82ZXoLt
Kf2eF6b8s25OdjkW9xmrJ0Gx68eha8DV7Gtl8YE2m+c29OaXvrXj38fWLPbYjveJBIOhegfPiOSX
DEau8ZvdOdEhRHYOa5wxV5pvxqjHz+SjbnIpxlZ4B2GiQXboO6v/Z4w889UV3vQxTakI7uQQ9ztW
Nmhl1xT0rUbL5vbncKO+FtieLL7e6OUnyBr9BSQYWtHvDQwNWSNe+LrOrzBXbocRRV9ZqcOWZYOF
6SFqUL44elo07b29t77n7UCr2yHT9EJpcmPxtUIxn9NWNOciy9+NuqK59WaUn7jTN6uHvyj5YTov
PmTj7hCXYvlcm+k/ob6IE/rz087Rene1y+Hwz5KcH8kqlR/9Zrh2QeoxRibCRw9rOVcYpgSJaU7X
MV2aQyk1gMaCovAvLNmbQVczWZazZi2mWHzXmrQrykPFU9SM+s7+uw86jQIJcScLwmzC1dGSYa1j
2gtxgMf1/CnW5+bcOymuzFAddoa63xok7Eh0QMVERuZODF1R0rjvTGH4pZLFJzMGwWMO3R717f6D
5CgypKk4wzFenViyYgnmEK1+nKqboz7n43E0pvr3ZKD6/niF7u8BACtsDBgEQEfvnrKpqedhlqiG
P0OdPri4Op/npXPPfVEkpxE07rfH491vQ2mBSeItORMAY/XbbUj+g+nIEONT4uXiiplY81dVpWj3
RnWUnNMcG+4DUFZ1pxCzNaOyT4AiIKtHfel22AqKsINOhOkD5IxPIPXEMddolleKoe7s+a0ZpRYj
4RRMKxCs26FKXnKNik2Z3+RZE8T9kH2JGnt5WXAv+eHNlGx3zkUZRLd3DlgzkiZuA26eO7llC/Hc
pI5hf45Yov2NNrzTPEH2hpBg1EWFIjIeBdY1bwu8+aj0B6WpV/88XtWN6ZX9XLIk0gky3dVNFOpj
l9dJiQBXiJvu4DkYP2ahdnbd9N06afREiA42LdnhfWN3nmO6VBG0+KUy4iukOPu0MDfnxx+0sYhQ
YwgKAKrU0te4USigViE4RslWGofWnIWURm0NJ4ij9RVfDRxNHw+4OljoxHKxoV1CjgnyhwLI7a5x
QAGUdJjygMqK+2KFyFX3Zrz3vtsYBQo0NwsIEgDG69d+3g5YmHZ5Dl8nK1+xoGxPS+XukTxXMS6/
Rcc6jzKODs/zrjnnmE2W1UA/A1Mrh0M+ZNoZUYv/OUJb6oM5oz1ziEBC7MzgKgx+jgoghkcdNWT6
uKuMduh7DZZFmwejlZR/4EvTPYkQ01Z0h9PKO1RZI2nEQwJqHMkd41Pm0k/7lZ8BVjR7U3IY1tBL
xTDniUs1D1Bvdn+zDBIuXK6cQxOF6dFOlvaDonjNwZ7T4s/cbOsvjzfR1sQDz6Odx2Oa96b8/Td3
fJ3T+hVVWwW0mVG4nEfje+jYzYH8rD/qil5+gBzGqffuUQ0o9cgH0KdHhWe1dZexnTpvbqpggWz2
OepV/drYU/e1Uyf3Q1pnPxIwGH8+HnNjI7O/IIg4NLnuqzdaVea4/Iky8KrG+NhUSnOIFTX3H4+y
saWAH3AB69RqQNyv6jQoNQGQa5QyQHnX/ctt0jQ7j82Y1T6ZDWpXhR6VFa5GUWofsspD3qTuwjb5
/PinkPP35nyXGxscG6V9Mn3aWOvW1ti73oClcxWUYdj9GZrin7mcrYOSDPofj0famtWfoEMyRA7y
9S0Za/WCW2FRBU0Y9hcvj6zLYkzZ9fEom9/DGffzqqC0LGf9zS6NuyRuzXYpgy7l6UkLsj1URujw
UlHeCXf6OXU4e1BSgOgj3bBvh+osq0pLXNACx5n0r6ORwwgdFGL3A2LAMgPWK2EHURqn9YlCpFW8
PzQozVDJAFHiUK5fnUnoxICkTfo6WIZMOXWDmAM8GYfzWJnFCf1uMp6pN3ZynY1VBITkGCpVdKnj
v5rfMa0ivLxEFYyRalyMcKgO3jTu2TFurCKsGHogso8Pfm71aQbC/Lz1wzKItdw8ZEldX2tDR4VO
UcT58YZZV4XkMjIWBRGTR7VczttlzHJq96pCtHdN3E5Xow2b7oARTvEpH7Ggu9QAz18iuxXzSaCH
k73oMPaUczs7zYhLr1fuiQVuTTHaPJjGQ4/T7+QdpyKOhkWb+Xgxlf80+thDhscvdOfNtjkM9ycI
Kwpvd7qmw9RlDflOFWRN136OxswJMKBVTo+nd1WZ+Tm7/PEgEmUf5E5WuklyvZ28pgws4WXGoaSY
aZ+MYki1Sx/F45M5xyhNp0JJr5WOBOTO6m58pGfyHKAeDgWJDXu7uB7+bpHSLW1A68P4Q7Gq8Unz
Bn1nKrf2EPrLJORSfIIy6WoYOg0j75KiDSLFVL94Sht+rFvVuSqt1h3rzKSoiXPeUYilv2De6B31
bGr+sJQi23lCbgQOPVoI0/QsNZ4jqzMpmYZW7+OoDUCBlK/CtspvlIkaVBQjsXPSbk0tmBNeqyAJ
+Fv+KG9O2rROlklL7SYY6GmdRQl5jj30zhasBCuRjEsdKEgnZH6rkwC6c6jwUs4C1SlRb83ZaXzN
6AlilOtTvVCK7z5Feji+01f458hkOhKbAAn4Diyfl6RCaQMxkHpl9JvRw/uGnjrsEKnvZpHvAzzE
BUIxlrxytWCh1/alq2UpHDJnOJTQHg/l3OzF+v0GlcPQLYD9avBAXW/QIo8SMtQwCSLREONzAQnh
YLWFV7+KrBjDL3rcL+rTOOqdcRGqSACzF1apnBsTz1b3gCBHqgePj4a1XMvPGZZtUUnI5YGyzu3C
uux0J+7SoKxnY+LeUkkfZzMq6I1ObLizWoRzULfV4hxiN/X+Mch+wwP8MDV9DuNENrL6LDuoLX6c
h8k2uu/aDDnpgplc/EfX1lmJIFKW7DFV7oKMyUQFAgw6hFFSjNWamYMoY3ycsgAVmOk5tcskmKoc
d8q88Hau282hSC5AUyMhcnd+KR5N4sJbsgA2UuYvXawfpipz/GTJvzxeja2RpBU9j1+Aqnd826io
gLBF/8fZeSzHjbNt+4hYxRy2JLulloMsZ2vDsi2bIAkwJ/Dov4v+N+NW/+ryu5mpGk8ZTRLAk+4w
lhw05cej048nma0OwgrSOLy81Lmp158PD92VMm5vRHFr/n11zCgW5xiIVSdyTfupcZmTQV1zok8G
jC6N5bFUjx3f4LEszaq882HdhrGVT+Y3SG69TLp+ch1m25UxvfHa2XsY5egZh0AWQZOsdlj/MLPM
teJ5WJ3PTYgXa2xLBdp0yR197Wkuvrg/nXnQRc/vfrsDyc/AvTwFCwZlYIjLuDP7LpkZrFzJ+C5d
FpTwiHVD+OYsn6UqOFyKGtxyeXILDIC3SRevgW7948zvz9chZINz2z3KaBn9/XUA5I6RDILy5JdR
mJYC2aOm0H768ia49CycfGIzQJfn7gV4124086fi5CntpdjNOUd4h/9ox7I/Czc42I8d7Lqzdv5+
lgK+imjwsjwtlZ2/W0NUuT1/Uv9+ibMKeSSAclD650NmbfhL7Uw5q5i6P8BDqo7oxDtXsowLG405
CB2wXbSdjPXs2umNqKH7V3EX1J0ODkFeDSgvrmFYx36Lec/x5Q/0LHPj1e1skp3YSg51Ht8rJZBg
HLfyBDxE305zWEMikbDyImyCv6yWQBTcLJ3vpiyvVVb7DvurKN2XpvD2/lx7z9TSBhH4e0OlPDVR
76S9k3cGzCdrc25X/GvfWGJdPtdA3X6jXhw8dab39PKjX1p/l2z2KMxheJ+fAD/zqrruo+o016rR
R7K+sIc9LKfw5EdVlWMe2PUPA/C76cCNhdmBs4VVcyXB2r/n+VtAfBbQAoKCz1NniUSog/tKdRLm
rG6cdeAidoFuvR+tsv4gqrKw7zp3uNZivrDNHFq1lB9kkuyys22GIPqC+q2HLeniOTrJwrrz4oLu
N9hbaAz/HuAoIrlo9pYSdft5fucEQyC8uj413WLasYUz9vsu7PKn1dH+tZTuwhv9azH779ugcrPO
8/qMin2q1CsjLPMUnX4zHspPRml+bTKvuXKIzlq9+/2DPACjFpRwuVLPD9FUjEsXtW518lCMnuNK
lsvHoUZtGAfqwgx3JSW1vnl5955zmP8synDf2wf9NAfOka7NgJznjNP9SYXd9oDOe4702Kpv0brD
RNqvl+OMbXK6lr6FrWYzJ2Xe9Qfyx/7HoOtr9JdLL53ACC4dFzUgUWd9LnZPsQ52SGLhlTywOU93
axS2r6dclGlG3QRcvMLl+OWXcCG87BclaTUtW1Ruz4IYOk5V7RtNdcITfXsYGwBgnWmEP15e5dLn
ZRIDhXAXSPHPs3ckenBUH0lkNhEaxxpn6iOKBN2HHvTB+wqb9CtB89LZ5IxwLDkvHPWzcOaPpOdD
ZPAuHfrN87Y2By+fsKjx1TVx/stLkZfTByXonA8pzNVfMc5Q1cnvbS/2uvVH61pboiPvmsHKxU8F
7QWQIBPWZ1dAORSGIQHtn8RU1q/NwFjuMnprV9qtF8LZrihKFr2zyp4JK0dmP0zBQqGFqf0239fZ
kK/xGhVbdyhQ5e9xYc4dO42ytQvuatGI3y9vlXNtr/1UotvBTYAgErnVedWwuUMQDBupfFWHiDmC
HDdvcwOtgZOx9dXy1bGKQH6puwZb55Cm+hIXhkZ9Ph6joPmki9J307It+yHZvNKtDzVOmv4xaiPr
mu/YhQ/CL40gBxADnvOfwBnXjug5O8NAVVPJQr2iuXHl6FxahH3MWJhZJsucbeU5c+n+gq4+FYzv
byhsqtjbdHulH3LhgO61JZsY/Dq90rNghoJQPY/Igp68pQ/eW5ku7gdvLb7rNpSfOnL1a3YBlxbc
tZLoF/yZWJ7FswBEoyHUnJ+MpunSsUBLc1xz/SY0tm8Ow+/Dy7vqT2p5liSQqTMbBem6V/hnnac2
w65jaWZxGlXXPDj+JtwYKp/wUmbe9QdryebmTZiZPlxBJp63y7TNtPfdRd/5erO9ozNVYZnW+8jt
e1kqR4ELKIVO/VHNTmzqKs+SsaxXN5lW2wJLbDkiP/hR4VR0tUOHPgwcHyOuVWkZSdPnFQK6uwTP
UZqqOUZBafR3XRY6Y9yvsnRSVQY9U+slaoJjb61N8e93JA1xEgriH/Xl+Rtp7NoNobGiIaNdfVhC
DJQg2zhpNg76ylKXPjZTVXJxjvXeoPo7n5D80UJ7FX7AGulTVtv1x3Fs5CPcRTMpKsP+X3YXvUyE
QNCMIrCfbecMXoWrckxdF2sK0rxx3uaWS72JE9vdthnXpA8vnVEGnvT6ubx2V6q/n29TlTkB3sFD
1jSHtHC8PG0x57lyM1+INOCkkaLaJ9TPp9MmOuR5F/nGrWWPJtSuzno1qH54jyBI9eHl43Lpgf67
1P5B/9OzhCCGOnOIjNKAXV3iGpW6CRrEqP6HVWAa0BQAMoGI0t+r+P62inlnzOSy7+OKvvgNU7xr
HqAXAhpDQ0CHSL/tTOazC1QWYpX4OOSnLHAwBKks4wAdvDhCq7XvlN+LmzyUZppL7ryXn+/Sto/+
oPJcOBtog/79fJM52vCOOGHTqotk4MjfNLO04qjicZdZecnL613IIGldYha5a4mQTJ/t+ggILnVo
gGSZq40Hd7DCY0X776hzHObQUJEQZ/U1QODFRXezB6ZC/Ou8RzUybJWlF4rTYtnZoVq2OZl64Z2Q
pAnSufHG24ie6pWs9cJRQN4JM0z04OCoRvv+/c/+DAa/ywxjQO8mrK23beWPFLvB9NmYI+f48ku9
uBQ8KtC5hHmO+N9LYdjoz6Ek/tZFER4nP5OxMlT+Nuzmp/9hJWo8IOQEYO+c0FTWkfJUiyJb6HXd
lFgFBgoM2Br1TWGLeQ17fA5c3fMsCD4keJw9YvAz/YA1F+1YCXEaxml67YZGdQywu3fiMMz9D8OC
mt/BU9umEjcb3Ee3cbrX3abUtfHs/+eH7MMvDgujxbNtm7dd0DUSNfLC6pxUWF11g/HXdFzsFivT
OTKoAbuZV2E1YYJqFrdSNvWHl1/+hbO63w7EKNhzFGH2358ZVk+9eCt67EM1IaVWBk/KsQcknSqP
xoof/A8b2GHoR2cXID+dvb+Xk83i2lmzW8nv/b20WacCeuIofozgo68JU164zdlNzLnoItOwPh9q
rM2Gy0vTGreFWpYEZl5/pyvTPL38Bi8dlB28uKuzggs+D4Jadf7kSci/a1sMc+qB17rVFbSueB4L
59vLi138XNRB6O/sYmfn4y6xmH7T2DAOBfQtL6nHhi+XWUxBysZKl4264MoXu7QiFAQEt2h0uc+M
tFo3WIktcNhhIqCTH7pqAsZQ5tlbafh6TD2pAvPKhX7pw9EYYYS/g0KfQVC71qBQk1N+KouSY6jc
CJKAf22VSzc4aRl5BZ2H533sDG4Roz1S8b42JoAYPubBNz2EtSMq8+OrkSkEvuOO8G5e/oYXNsw+
akZfE8YfZKezrDBaaC6J2mRbeqV1J0RTHCpnCeIM2MCVj3fu47Nfdv4OXNhHUbCa/f3r/idgoPq9
6aici9MscmXe2Cobu1TVMtuSabF743O2eJ1/dJStitva94wuyeoBZIy9ZUBjzNIMP5ihYI6aV05z
W01q/iTVUPrH0ss880ricOnN/PfXnt2IvaFLOQ4KbRGAI6mrZ8TrltGOsdT8R2/7//diwIvZqLXj
1nRe+MmhZH7HjJr+zzZ/NNetSZqa0bFjDN19M7VuOozjdOXL71/2rBjbSVJkkGCrqfbPij+kl/uu
6ckZgjoqH8bF0rFvWCKZcNJOQl8aKRoY7jc+j5nOU6QeXt54F44yqJxdmIFe4x4G/94McyP8cSlz
cfLt2qnTvJcMTkNvVPZNvmLMEWszmK7VQBfSUMoDQFAkulQl53W8QpAMICZuCpFhF6+sqRmO3rJU
8WZIi01Ei9XCAhCooPhH6s2fT0xyRpbEzIUm+dnjrnlbVjYYzJPRZv59E5gtAz9hJXbZB1c+7KU3
C+kGzcMdjMdY5O83G2gfrJ7aZyFltqf0nWPdKL+yb/yWzmVudtuVk3LprcKloCoCfgAp5WzBclKl
A0KwPIl8zr8sQ9UCuOrKQ+9ZOrgrhilqYq7M6Ej1bqgri//528/2MW6lJNrUfIBdz1tV3mRlTLU7
3uwkygniqOF2qYTHIe4cRE/6Q142M/POORepM1LyMgURph33TljfG2JYPuW9ASy2yu2hvody2ntJ
m1vZXeBMY/WQZcX4EPVh/wZNXvxQ2zZst2Mfek195URcCDTQTaExcUNio3i+OddedC5SpOLUteV6
j8molccTFlTHlw/epWUiZibUJwyMnnWZoD1VKBBKcapnQ78OJ0SVaje4JgJ64fZEOhbJDLYgWsrn
+aQ/eNvkL746tR6sl9SBgYIuttGCkHNpCz++/Ez2hS0YosEFwIfhKQiqszA2Y/LUVvuwJHOGMD9m
Q7vOMQgt+0Oh3GVKfNHWecw2He0bbeu2jNHnjGBYD6uWj8r2yu3IcxQy1aWenhw037bEXe1e3gZN
wF+wKgMF+ikKs+Gm2fL1YYGasdy7psiXD6Pv51Xi1vh5JFOX5cYdirYdEWue5Cs3n+oHmE1bd+VD
XnjFMPkQ0QF6R5PlfL8ghKKmYHIU2XKttiTr5uXGyV3RnqaSf15Jg86p2vsNhkcq4B8YP/BRz5fb
ZD3OuPvxiovZChN0rqSVTMrsVVx7Mp8SYY/qccQ8sX1tQh03b9rcKJfYzwMaTOBKhzA25t6a6M87
6DIum2q79OV9cOmVwIgD109OjxDG2S1bm5ba1hm8fV2GfH+znY7GqofYk/IftS7/vA5Io8A+4ZGB
+D5banQbIXB0kSeEUq0jYmjjz0xldTLZW/37358K9Wi4Hvt0lfnQ3xd6vk+3WyRgTubYhEddOX46
onOS+FX98eWVLh0j4hMAOdqzSOqeNUuWrJqqbVDyRDfmUaoiPESoT8YmoikPbrTMCVYuVbpYbXml
lLhwKf1x/9kdZAHBnScj2ejlpvJ4m00ztgdH6+CNBvz17/PbXRWGrgxCX6iGnN0ScnBlPfQD2wO7
ttutMtqDWPH7MibrmrL7nh2eRSWWoh9JZAKidJ7SFaOZKcsseaAwF3dCLXXS+1RkxaQtApAhEtma
zaeXP9+F7R+BgGCHAEd4jnfOxt0AZYY6U+h+AAw1ZK9KC8O2JiiugEgubJSdZ4iBEjnGc52dsbCj
ntu4Oi2rMW+nyEau905wmbZJ56ywO7ayWde3M1BT/0Oeh3Z27Tq6kOXs0xguZQLMc9jDqHtl5o0J
gcd0i5+ZQc8eL2lRfrR8Kbt4CHz1EbEuOrVI/5X+e0O3EG16Ml4/njy3uLdHPLxvZhQZXoHxwli2
XfLcjWUGvfbw8ne5sBkoehhMEhFhBp83lYrAnaeyYprWkpLdKHv148asttvGc7ZEKvL7rFjnK2Tv
i58IkCbVJP0lpgx/3xph2yxmFszVaQqk882KGvlJN/VCXe6Km3IYq9eK90t4M73Ty497qZlEhsEp
JhxTMZ8vTfdI15hBVic70AIbbwUVO4apspWJRIq9S4k0UiIo0rR1Ms+V5WBzFzpQtOfOeP/yj7l0
JqAA7NBxkkMGlX+/hrF2qJ0DT6I+6XdhTH1vfy1yt9utW8xxvfKlL9xjsGQgydCL3dOf/df8p8Sl
ylaiaQlAQP8CaA4DQozoy6X//kzku3QjdvraMx2inHyFxuHEKtIKHgDROrEwdX3IiYtXHujSMSMZ
paENDXtvif79QLgPVp0x+jDYvKy6GZQKisRZRfBlrRbhMC+Y6k//+nCwcMERgacimSOz+XtFRIEh
7UelOtkS8fY4dHE3RHqxHb242bCCf3m1C00JMmGmnzSWfa6zc2JK7dIGNDLukXAOURWfmhIt6Vp5
1WdMxalkXDWEXTJCEGwfomYReZxlEfBx3XuGvvEJxJr+cD5nh3rxS3HwO3epD11tj1mMDUXn/vMH
QbEYaaY964Dcdl7d2QO6JjUynyfo5P2hiFbvzqtabJFDu7ofo3G7sp7H6/47kMESZjoJRgfq0DMz
D/B0LX2XpjxlSAcnpB19UobYOtTOHNxe+RZ7/D1fi+yDBinNKGgeZ/EZ5TD80qxRnrhU9JCKaUaQ
3d9lqWNUJMyPDWX7t0wOXXOzBX0xJRq6xhrDUS1zuNJdW8XdqIT/ClT6eifXPHoCxNRPCMGuJjyG
fFnyFKqrv6RzuRCNr/x++/nvZyDyR18TmCjD1L+3brChgRt0AKiKwOrfZbTbfiwZeR1UT3vzkz7z
3F8UjhEsKBVxA1WBW35QVaX0a7+WaCQL+DTFlaTn+QlGpob9DTCGxtszrXLe54TT3B6qrab9aBWG
HztLFB1mNVuf2mn98vJLuLDc3rnnwiXHeq45Xxjmssi5kDDnqEcEquVvp3ID0BT5NHXcrbzGmnke
XDm6ZMUAAsILWJnS5Yo3Kg/sTzEW7xcBJns1TQ153w2xBtXTLXLn5ZX85/k9D6YZQXZsiUhYman/
/aVhAzRw2Kr51FZmd9jCQe4608GVQMoR27fM2ZFgZEpRS5YDf+588uWrIjPnSkanIe8dcfRhseRv
ax14h8jShojVgrl5sog1+GaNSzMchLcOQYpswqxjFRrzEyYstb3T0vyv4+rl920mhXrrdQNear2l
5u41rJJxSJZ61Q1j5l7kQHrsfLjJdIbYWZeP6/xuWGrpx8WGz3iyVpnEfXgyVY/ifRB9701pfHU7
T71TRNmcNp6dfQ3zXGyxL0mrUmCHxu8NZTOd1tvcvLVUPn7XepXqdbSt60/PmucSaoQ314lTwetI
eBQhYxT30AwEMDZ83o+wiFfaot6xGz2hky0KdPUOpTL50axV9TUo7eartW5lfyNsOXwWIX3tg1Vs
2xbLfllwA5qyqvqFRIxoThO9ISMOIymWuPXwdP2wZPWIgQjcyMq9WRaf0UlkTLr9nhcOPUKtO++9
YTbhj2KJOu9QkIcvNzbObBUyCtXYv64MRqWvFXSpPJ28VVavJmVo8xWgccf5McuoMGLElZbtJzda
hdpWJ23g6tZWZ0kRaflG2b5BxOv7FpmnOus+KM/I8hm2yBqZT9vaRfWtYXeL86Z0GmazWAGvps3V
HBi17E94agNMfbJDMfkJOKx6Jd91vCcmC7X/igJe31R664Zk2r1yblc6TvOtDGf5JDJ7+srAmExF
AWf4NJlIcN+ukv8hBmW51Gk5anuNUVgMMA4Cc9/ihSeWLgFAlP8O69ZxE/iO5RZPtZKPjc4XyN0q
XxhadGH4HmFjS4IIU+JL52VtB8Wsl99GFF1lYocDObkm2EVg3ADuHTAfUV0MmsfaYrVJoDqyryMw
VzDmn7Ic+bXEsgB7AMfPdZ6CU4tkSrt3/ZxpYb0ljRm/ASIa64Noh6o/zDJf+rjH626KfeT+ZRJG
SP0mvbcNvznjXjoDr3jQQ1QXcaFH/7VRTyFQu4DBo2qsykqoRKqkzFp/SuZIFA/G0CP766GnPMXQ
/KdXVRnKBrPNpv+cd5V8VXpOfWPUqv2hHV9FN3alrTYd8M2QSYQI8UMxNn4ZG7U9rwnbvyqxSUTR
Je43L/hlzU72dcMp764p12I9wKrBG6w2pSPT0STOvBZdZ0MuqVr3TtCvbmKzXYZXU4EyWVwFefZg
bWbxNSKESmTVi/xDU2XlR9PrtkdhlMOWeIWwdFLaWf4TJyRhxIU9yyKpYFnmsYENmU6zKqjD29Ya
18+O3TnvolY6U1w0efV5rTbvU5S705JsnfbfTgpkaSqKcPnZuIa242lu6F/2YdgIGFyTA/V/aEsE
vANVmKloZj3FUbPNBv99ig5lOPUZThNNeY9Aa27xZEXQlek0NF6XOnoo9E9oexzlISo8kTbM/+St
MXbua8XI7H7LRJQqGOoomWA6qWNgh+6WjDP037RhuKdihXZfouSwvDccvx9SPS72vZs7kn94dZ+q
dgtVsm6LJxIVTfXXourlb2xzHWjDdWvxdXUejOzCun7XaVztE08X0xeRyyFPujVXW4z/CQdk7tcR
ZWiv7n5UHqZXccZlptIBh9rsOArf/+yb5fJ78EP52amnaj2M/jx6STT44p2Hvlx+A54cIpCuuylP
hey9CYgWjcCUhD+yyHLybIiX3LBv3KFS+dFpGCLFcz70b9bKNituOrV8ymyb5lftkjfHTVA6Pwuz
yMVB9whGHatKh7R2mL58c7a6FGlIqwy7VkTgPg2GyKZEFb73hf5ePx5KI++bGF7m9ttgzrvT2NZw
izfL0F8w3q77JMoNddu7FNXJ0lUWYhPoslapz56JYsto63dw3MqvACzAgM3DOK9xFJnjY55nHeZJ
dWN+xy9i/CLBWiBhMNjVo/S03x1yZP38OFpGdB+DgrWSsih2jgVsMy8us6L9vRRAiNLe80t1mOc1
CJIuNOW9DR3gwYKVsCbjKsSI6ZpwPsPkpgdpFlPYfspG0x9BpM31920HmHAcLaM/bHmNdaId4DTo
Wmo0U5zexj4JA7F+bmHpkJpiWevh9lRjUV2hrYkeCi4GVrz1NsKZNG3R+PXrbQsOobEEYHACA/gC
OFVEVF231afGzLzsZmjanfEXuAUvxV7p+CdeVdlGggqkpQ7lYtifaQ80HWKvCwC9qWmcp0FF0RvY
R9ANAw3HJe5UM9V4W0r94Kxz+9qrxBDEbt4DbiJEVvfa7vUnt6m2T43s2KsIhfm/w4w87tBspNPc
HZV9t5YVmq+yz8Pu6K7Y1sVRO40aWCVyoLFRKle+drrZPRX5JL7nDdcC7ohCVIku5+7T4DqiOpYz
JJeZNn9zhxTP1jH+cYfT2g7Wd8wHS+wxWv6GCbX3gmt+MvND3QfL73beHCS1IfbQTVYD16A5NNEb
SA5ZnupJBzeWXQ9d4mSeXydofo6/vDqTXry1phDHUo+B4pTl0W9I3D0WstwmRrw1RMtEAQMUmLkW
WIEyg1a/p8KfN3IL0dCLbqSrYwtYwZhYeZ/L2Frq6F7kAtEUU3troiXmVrHrdOXXWU7iV9Pay5xm
gQo1XW3Df8gds+H8e4ZbM3GSHgkGqqYAlAisVcd3jt2pHu630J6GRJMyv88M6HDHgbv/NPlrFqWr
ykiOWyKRTa9QTyFw6gLlW6h6RF3fz/ovttvYGyCcvPrY6y2Sh7oBABvjJhXet+gNzGmwZuzJxh7X
4baCrfbLqY36XWXUGOp4ylVLkodhWyVLGc1rqqv91mKKoR/WvCn829IuizdIVSErOWDXB57D6+d3
FQ4S+kY3kPyP3BLmuxBH+JWkwNKHZlJt9JYSvnzA3oLat3e7QKW1p4G6aWOHSxBvNDfylsv2YBYI
U8ZtbhJ2cGwTAYI40ixeG0beNvHYN7JNFsgWxMd5bTmi3Pa/6m0s3yGXRvVvuQLPWFxJNvt2G+v1
KbKm/Gbway/ivIzrx8bXzSuhnfGjaSrCIJL7zB/qbuiyuLG5YRP8JNQSK9ck+BtVhUxKGIA78PvF
/ybDkhNmbr1zl5UqHHkCWp9x1nMpJ5ZcWvzzDDE3cW43/htquWKNAwRs29Qtnck8bFVj28kqOu7F
3lk9LwWkA4xIos5gc0Si8B4QEM4cQSayKjYWndVsP2G8HhClUHHbDTN/WMzRfSOZ2xFnAlyFsyVa
lpt5ZGbI/EySeJW4BvxqbW8qYOaTxAKnVBiVysFmr2R6qp7wv10zpJKF9UGpNv9keFP0NRhMgnwu
udOnEpunm0WIrD/2uGQiTeTbVk+HujUaXGxW32DD1wYjFL9uvs6RObd07qrpFt9XUd/KtXA+qn6S
DvWHVThx29tgGqOpt+qj2RkugG4PjEbKVAPxQ3Ops3s33C2VhcukGCySh9QlFZbErFPbYjkKRjUj
GmQGMtAr9LIpRgu3+jHZ9dbf1q4w3itlIlI0AFT/ZO0AkcTrEVCLSx/4eAw6wr6tlbEyv0MBFuux
dZk+REXbmUk1hvPjYFr5a4GXjE6q3pHdLXWyVSZQKogkBsVORXqo3Le9m9XMBkNh3S3asJYbBexu
iGW4TB+RSfH41aYnMfrSvvlYtWV5t/jZUiV1gFhpMnbt+qUDtDfGwhr8BSNgZ10TMfXzGCMDk7U4
ji+VOFgTiXgS1VQ2KVvVqhNGSf1PUbkzakVREZQxUcYw31gGQJBXFAeBjG1k0yilZlu974qiGWKk
f+yf0M49UpCoRqw66Fp1WMqaTeZi1LLECH5073IgjU2M8kD2w5ms8fPWqn5NV5KPmve0VwK9WlWf
zroaaZyHa9XHGUNL0DddV3wYyi26h7BA/N983S/HgTTJjcsuyn+OnZN9Z+xpqcQLO3NO/MxtWRYZ
4bcNc6Sn3vXIsIXpv1cIBvZxbfTV27w1GcDq2lu/YyiEMnxkwYNO3KYdllSTef1wPav/siuMGceF
fOSrsVnTb1T7VAWHdAr3S1rpMa7IXr4rOfN49qBnusvwAN5mzGOWo23I4icl2vpbtlIMDAQkW9RV
bV9RTczdEpfC5RLOVo8fvCwWoi2SGkMNtJgyZ3wDosFzk6pu5U/Mo/qfbh4RNaSLwFvciWEr0rE0
3K/uRG2WuGuwfKWg5SLjwgInGXI9v65y5RaJtopZpKR57f5+FJIi4yb1o7f6XRtj30Nt6dmb8whR
lMzHKOZxTSsvkj38pbn5WmTF8uRNCihHqSidYsApxj0Zu0f5OnUyu5k7ZS3xNI0rn1l6XXHAaH6A
vEC7YSQqrvqbKhChi8egN42EAF/eZZihcNv0lf5hLHnxqrHXoXyoLaBAjaH8zwKieHVsFx1BRmja
yHmFAHrRpuGg8psw68cqJe9sAbBYem5v1Iw8Q7z22snJs7OmBnZiT1TOyrU51mqViZn5e8NY5YRx
nFn6X5jmhlW86K2gBqT3Jw970H7cDHcdYx9oUJVyR2dv184pfvv+6JapNxjy/WybRZ3um/pVg5cK
iXvnm10Cr8DG0qEMaLQNI+i5hezxQ6j9qU+GZVnNBEiIQfgzqumpyjY4aZGxNV5Mkbve1mXUWTGp
Vf8pD3W4JkGJAkVs9L3xXRI0fmSr3zxWTr5F8SKjibvfazwqYp+sy3JXK+T6a40oKWU7fNEy8Aps
ddY+OBL39YfSbIrvwGS6B/SX1GPvb1Zws85WNyYRYvB5PPi6JWKoemoSsamA618BB44VFQ7FcSXc
79PUj2+dgnXjAkeQp7WtlKTq3pYMHYHSIdQQq73E7NblneTP3svCiIwbX1n6W6ZU9D6bxzJKMwPg
FSeh64nMLg38+A9FKBbAGk5zmW0iMeTkAAcLN89Ol6UuPlXkvjeRCqPHZfNd7vGoLj3uO2Tq47bN
ol9o/nRVTDLY94eoz1x5RBchLBMnFFyoOlvUF7JG6/WCfvoUu61n4cYeWMNwbMwu/L5mpX50F3u8
86xdow7rVv3Edc1eCUePBSM11dySIAbz2KIF8DRqL7yfgq3bEsRjix/kR5Eb69Co7yBljAFdignE
Af2ALjuJdqOPNHTmttyU0VLSsjdLooe/9UFEQeuom5LKfL3t8RgzIMV7hnUQgxzegFvROinGsGgI
TB0tqNrI+fplN/UyHuxaEs4cvYSvjHYxP02in+6hfJMMba4Sr0maKde0kHkNSmKYMaSebRp2xWY4
5IUg/WQsWvT3D8qz8wcT35Db2rab98s2DAZmFtjOxJkVrk26ZCJo4y2clxqBiDAsEiE0p2OCUkG7
bLb1IXSF/LHNVvRoGmNf4rsXWQxkuy2a4jnUdh63IU3yZJpa56Njzs1jOUYrJqd9uCw0n4fWPFE3
TgsZ69IXCe52ppUIGst57IXIruZuS73hz514axqR7HapcWEcISYy7YAH6b0vhW/VqbQntHQdGlw6
di0fwZMyWJsnX87Y9OVzsBHro3D4XJVr9n5ZnSxLGTLYvwae5m0V2fAJA0uGD2sxrvxGVe5sZDt4
zIBkqbgqKcriIaOpHbt9lH8fkXPME9V0LREmF2F3aKnaf9nOEooUGfGGsDLOzhZ7rQMttAFY/DZz
FDG1o0EzHK2dYXc3bt18b8hSCfCAY/Su9fuJC9owNxobQe+MqUG3tT5sXmOwGZh4W7GpNvuumRrf
5Qdn/le0XGCzhXJWD4ZriTfYg6w+Hb21+RLoaXAT8/84Oo8lR5UsDD8REXizxUgqX11dtjdEm1uQ
uMQkScLTz6fZzGJi5l6VBJnn/DYU5nVr3Irvq9rDW2uWVnSL/Dh2IJbWyhByW0XhLT3m5nskm43a
B/Rz36O/A8tUvk2cdY8chXlFdeu/MdjWOd1V694zme3rub9a/dJEgPFkZhjN08wY+2tIwpWcGsj4
t4S6uJqFfGkkeZBr/Iveuu5V063AVWGISUUHGbOLtYfUz0kim5pNW7pO4fdHH2KpiuyfEILWfDMo
dus0Kd3wsQtK75ag4cRNY12tv0wV9H+Y4Nxvr9/hAmp6hCmnGz2CfMYyamsmtsOZz+Ug7Ds8pOOM
sLqUJo+3avwtvHWPodCSaiHEIQmXQh3V/K7B2lyG96odC2YBoMVoPQSB0X09fXf2ZC9wQGX/V88V
x2cHZhvnWywt3rzD9M9L69TfKHTYsd1p1a+Hs5in3a+3L54P7yWkhO5PDcrZpmZBHUo0Zjn96smL
eKgqWbnno9XV752JMc7mZocHTCKWsfRoXflRbXr4OlrH/tSDM/6cyQr6tPplDs8b+sEn/PrRbyGq
ciQWcW+bfAKBG/LDcswZXRqqQoZM978DFfjXQojRZzeY3mREHbG4Mqm6//odnD8nSSrkmVt5SdbY
awnOs532NfRL4vNat0RU4nP/22lCNHOS7n2XzFlgG2POyQzCwtgi1TvEtfujiRL5cw1qeedMImov
qrftOm/JBvGzjcvEpKr2bFpQXHoS033zq9fSmvYKHs5tPraktjg2zWZ7hZRz8N9gRTtwKpTP5yFW
EjfrTow+0HZrjwWcz3Y7hpuJUD1E6t2p3HriUKu86DwQIR2nPJdInvnriBrYV/ueg4jjTZSyhHkd
Hf2NlJBTxd5r+iMhl6R14vu6sn085q/7GBn2BcWWc+ONZgvSXcIjpmPSmjhl9NC/JlwDQ4rtJQaL
a5hl0w5WYEinUfgUmyhOmLRHgC2gTFYeLK9yu/8WAAbwbMdGjDkv3nDy0RY6ma8oXc/3esaOi02E
o3GyOlbiYyRVJQ0ACvdcgp5WSEm67nltJyqr660PJXeuTJKsaqb5dnOJd+MjNrrJewrMH7qpT8KM
sib7vTRz+L1AX/wcKs2MoVqezxWl7wxOGEif42mxEvr6uuHDVYSVp0ZE4k2vnvbeKHLxXyakZONw
ikdI7w846+W/dXItzvglXmlGPS/cdcGZPoDxoXWTlX1m6ud7R6DnuBDAp/ti17L8tXJ23DAZmv7U
jGgosi5U8p8vyobc9LKLZ/JbQ6Bnqu4SVmep17dp2WpQVs7s+qwjtT4kSuEFpwVef9fTdt3YWBB/
BHs7Pu/CiQaSDmZvY/hv+odtdNznVhtbFBMGLZHGctm/mz707mQd7a/B6LQfPU9pQNLxtD3vxpt/
y2YK3weIdhA0EbJuDl6zvnXIreV9RG/OzEbUbayVk8vwrHunARLSOmCX4CAV0+MIujo7l07Gnm4B
YYI98ID27V0qGzVT5PYhYMG8VAWswBAx5TQ7k7uNMLgt6tkp2bkcT9yO9P/xXw/UqKVWbBw7nzlf
3xqr9Z5jkFPGDaQ4/22EAH2s7WJ9znwWJx3I8N/hhRYHeyLb+r9IeT70Ciuyl6E4aG4VmNaY18t4
xQE5ZR4Jlu0kLix3m4qm5OPAapjwFmvE4J/sGoPQv87BrZz6kN+K1LlSM8kkDJQkcrHRczggQ1Nk
uJWhKB8D49sm03uf/By2yUwXl6je/ax7Ul6v4II9XtyNJa4I3N7oovOG6mOw0MkCX8xAOtQo1mFm
E/va5PVeH+rODqumLIx3REk+DGGsUrGM0ZZLpBgxY4kaXnBs7A3E/D4hxY42vog2mbefABFyyZqk
s+N/td0FsIJxPdu3y+ocQRpxe9bZMnqMZyouu5aXiTH9DDFEGcKysjhM4Tj1+dT30w5+inWj8JzB
ZgEUlU0aV7Ij8DhRF2ucZ9pwNNJN7rgPdy9jwP8huKY6jr7X2wUlL+ZdR6tK8s2LFA7mECorpYln
O574+SY3UyGMW650PN5xafefet68S9J009+WG6y+aJS57Sne9r45hdOUPPV66duclwUIoXGjqWbN
CNukkA5u0VSsAQOiAGAfT9fr0bmpNiGjh4ZF4W/Z+ZTXTdr7kqreZd50zjCkhnQWmSUdXhVS5w7n
Oxh8JpsUOEyFZycaXfW8B2I9PgE9zPJwAIGHhc8YU6dlt1X/4eKr9rMDddff9VQesRKsddS/SzJI
3ZMzEYWRAwr60w3S4qY66Wiu5aO/j6VJq+2IhpsNOH1mE/VpCue9YAgGjRb7be/5i/PJscVGk4y4
EEQqtnkN005wBz8auxPBs5UQfOKlVrIbVWAe7V6ZqsrwxgXGr57CSbPYtXGwu3lvy+OfFECBv9er
efOseNAUr7wNcVcL2yk8jrymEBV+v0wrKtM5dYfeOU1xtbKb8vxApTobIW6C6GDF/1KW/i1pVKG6
S65D9xu9IbH523TWuvAGc/ikLesj39ciFvNI9urK0SbtZiart/O8h8iYUNyy7fZthj2iAUjftprk
0JIbP/wrw2BMzkD5fZV18QI/UgdVogu4ieS93hMLLeB0uH+93V/MS1eGy1rIrW0TWNVBLQ+br8kt
qBN/ss9d7brOAwGzlnO2GgGpZ9GmIk+cc9O38azZphe6JLZBwYWeusPZ/o1VAw7SlrvZGF4S51vz
D9f3QHBTe/IAMdUbOWNDl7ZUL5v7Omi0l42YExhuSeDxMv7oSX8Sz7PeO7Qozv+4SOItg2kanGer
nGIvq+MxsZ59BraRcIZj1Y9JucVQkrzv2w9HrvP2ADYd+Z8OASBRsZjFh1mRu7vdNnu8qQeeeUdl
bJUjuZyKFyD3Ja74VOslsP868NpzHgug+Btv67rxBhiXNAH09lwaCv/BwjnF5XCZAzXWeRCKbTm7
K/KhFKfK7r52wEFL2rebDZhjA51n0y7N8DBEC2d/x9665Ns8IEg3ZNX0aUfyc5cijLDvbEc3gEzC
m/fMHf1EsQoRiHqbALT9O8YdThkt+qIKFtXSO1VTSfJfxfmg74dk4rmB0j5Mrhh15M/mapbgbhLE
4JjVrFYuqZBu+Zhr2SQFGoDQZKVU+pfbHtrPEozQR8oDpsJL1UWNOi3tEbI1JPTTF+6gB5XNPl21
+UIj4V6UJMq5ea38af9o4961ISf9NXwNltGJbhO4VJZCcgwzzxr44DTdqbd5MiWOFmqpZaYxlZps
ocv5yEWnNWW3alfK3F5zvPfcHL5oClw0Ln9WeOCfqa15k4/JNgQv/MO5ECV/3PuitsXJD7UmxFnA
4/9jc1oeCT2q9svMy/4eCvLBU5rEY/vero29ncZkY5IINuZLGDqLsa4Oq368bSrFPdjW1hHmKD4O
2G4VeeOeAZtO3i2dRf5Pn3UWtV2jCLRLASfbgTWhXI93udtTn1K0GJfQCQNMr0zWsjzZ2vbHN4iH
hR9GN311B3AB678IpcCU4bPCojM1wkN0ZgvUddU5+h3Yva5OhylJF8UZEU75SNcPuu4gVuZxWCPr
IUBOEd8AH4Rjao22cO4CsI43bqNS5wpcgfMdDOmny7cAEue3PoVIEULDrNs9kvAXtx8B5Jy+rE8q
qsI+bQTL4+14BEQAUwLovADEslG4e4K3ZQktLJH8Es2v2nfkkcvtEGXWh8e40IwnfZE3A3Kdr7Hv
GXQ92Kgmjbxu6C6zFIv9lLRYJk+97mP7wSbejgNbgxBAYUKLMOTgBPCCgmzVhpRKyK6uiM2AiWyd
F5w8ddOB6ToIfa1Hr0Rt/iO4BnB8tKqua7hfDTlbjE3JmusjtA5+jqGwdb5q8oT/NaqMJ7gBjs2O
cRy4BizW5jmfbHausz+DUD4ertOI3ELn6hUq2BJ1GSp/WU8JcsD65zqbmekBE9xwMhbB4WOnd3nZ
KF9+7YmfvptptJ5zV6gDEhFZR+7VTjDcR14jxxsutR5hoREgIkIt8IKz8DRl9Z7oP4G3yjATU1zW
tMAE6zd5Msh9/NbW091YzWQwaZwf/8bRWZ42uK5PrOzm/zCJDe6v1O6dQIYtl1Yh0IDXuErinaY2
P5pyd2yskuggJmBD5jEcF2IC7zQMJAW+ElWDQj2ievC/Zl3McTtwBm6FtYkY0QcnHrH3IyzNxtvm
viC3kNLO+ha0+z/ZbV1zxmDa9tkMbR3l7hCF+jT5sPK4yIy1TjKNjqal7du2tR4fKlLENenEIDL3
SFyFPoWNnH7xpDLRkRUoABITeyAtgyTPkgOxon19cQ/8+J0+5g+Wh14/zUFS32MinqtzPe/aO0kw
YUAB3ULTLsnhDKhqBq/MR7dtKRrfVIyYJ5zBAJfJ9qM0wITWp8bytgcBRZ+cxcZZkjkLDGEW9Mbd
6dKaWd5WaxHraWin8azQVlWZRy9Vfe/CkfV5uWIQvsTkYSG63Yd2z2lWXsdMurtz5KoK5JpBKXBB
c6sLDxrbX61sD6LqwdAuRG76sMUAeUlbPyoUmwiH6jXgDxPOUYTCUd55T4b5qxnm6lFjUkb6Ivjc
Dvm//elgbXqv6yl83PncQ5aU8cqyXQn5sZnO/U3mQfviB934qyqdHqGFPvzj+Sq0iR8cT4OxIlVa
yKwB4x4zsCh5pBuBsb+81o3a09xRadjZ6AvPh7GG/xzBG33qTKmGE32HQXDmLVRx4daR7k4kRCCG
UnLfx7Nrha05hygHlmwRVRScMP4s5ateWYrz2fevF8Gg7A/+Yc58rxhMnd90yybBWUrLcXNZb0d9
GuNwSU57Q2nJy1pq8eY3Pu+skHP51cbJAlJhfO8XtA56rYZ4sJ9qBxgsTLUFv+YKq0g6scjBCTOc
8K5zIr0vYGt1Vtbz9L1R79vnAg7oEeSvRT4TquiZCIAZEUMc6OYEi254hdy6tFPbkwJdkVztgVDA
KgQB7+3hrZYmeWv2cPxGHex3D/5uC0TKPQ4HV8uuzyJZg6UFthjxrk18sp8qmGR9QaJFh6HRINSv
a3QlJ5io1x/hNu1/HDQ3PaGSMbtpbMnpH0RcI+4pP+SiL8Nw8e+8XS3L54YuMjqV9G/557nmYLnd
BzmJM8Y8SoinxdNoY9ytx2passA0QEfmZhWR+kkEL8+mZYXjrx7P2p8NhfUPKyGxORsqwmR4FWmN
vjSGWIA8jLZxe/OqQaOj8laxX+rd0vJs6cm8aLPB/ADqE/6iYOKT3I13OKLK6hSwXC3oBBhH1lhE
G9u+XBAsrVvO/9V+xkoEKiaxLJIfyl5bn3rWvv+kjg0k1B5BOs8Vj97fdjBzlXquOVzQSm2mG8R9
fAkMEGO6UAXSn7xaOXUeGuV/sUcgDQAs2/v3VaqNm3vVXEYUzsJep3hAJDnIo7vUxQrY2jy0shHv
9dZ2bT7JxLGLNlpn+RlN5RDyo3mwJR5tuOpiO8rfSBDq7T+q3BDoILoPDqRTm/6zKOsgNWESq7qg
CKIaIQoCWtPjjdadPHLb4MmO6nn719E37KerBw2XbfaCU7gbrFqi5JpDcar9hgzZhGw9Uvi8cXzf
XBKtT/M205TLYdR6Bf/ZwY+wqg3cxw7P8zL1asN3Ko5Pp27K4UySLxlnyPN8VZQ8qMC7KOrfmq6y
o4cpLCs0CZVyqsLUCqzcTqzwdrfWEVCojqYOrma+TqaEXwYZlW8IQyoM5oColV2iPIJoGW6GjuqX
XA9xZXI0bnWNnGQErtJjpWjJHWNQQEdG1vs+9GxMfF1fthVToLuO2MVg8KF5c6Nr6CA0lTZiB45m
Cj0rfuX8WLtovghI9N/HIoDJIjBizfxWtUwYop5etRaJvjG1cf4Llzosixmc+0dzLIiJuCNrHBRj
FF5pyH4tsF+HWEdM7efwhsHrhGwmLLAulP+ROYgG5xqW83yEbt+ck7K3o1vOTd3mjNmey90wTmy+
wWGjFWJvr08V42J8Dvjhv22+r4m5VkXi3CFI7n4vM4n4KbMG3HMqosG9AP9XtzjgrfUG82jSXvUu
x5iFvWGPd4EapxcZgpqn7hAD5i1N7Jg7zs1my4JkjIv46hFLFcyBcwkIaO3PLEQ1rr6qrbtbFMqt
QXwZLBjQIxC1E0/40D44CEl73kDQjAJjfnk7zPv8UCt+/tMRrvZPSDL9ksRe8mtGaQGeTyKQtMGh
bR4eBIn2t5gTq00VBGadQ/g43qlNDCQGaHuH8ssAeK+TmF+izbe3nHYcg3VzHcY4VQjkNgTKy+YW
oOst5J4jXHTiYPHirqW7ZMYW56gKwh786jMaPGndC48JIE8m6N7Mt1ti6dzatY4faDNA2NRUJmG+
dXbw0KH1ql92ySdu6KvulzVDfSIeOmWc4ck7thkyb9nr5OxZQlwT8xfnxcZvSQifJVzzY0pkhUnY
HtV/RqpmuzNgvfKJWWS/ZhfEJYPwYEv7DMXKHOKHanKfQaCkoh85RH0zLXHzIZet9VOvdIP59QDn
ZY5qKzDgkhHC+nCmydL3e+fAwh2YSIJHYK5On2gNCPw3S3aHlyPfMkDEofDi63ay4dFAnFTnCxOt
SNutURZf05g8NyxmwNQQoPYF4XLy5aHybk5q9XlukqQzSBY9b/+76mTnDmwnKOYKxQwPVamqb2uc
E/1SeRacHAaj3nv263hHLQootD0f3qp/IZxtZ6SrKPTSSR9hf/YVoqeiUom1kN68L0smTaSfj5WG
aibYUn4pJqAKn4m0vigoZkrsAhf3UuL1enuN8XuovyHgL5Jxf1OYYOQxmp8HBSH2swIYQhrhrr4/
XcSmuaAqlG8/3Gj3ffCOIPkYnM7+PSVz9O6hyF+v+9301Vddk/x0ywaRuHv0TXK/2WPVPZvDuyJT
sYins4u8Fi2vh2Y4G11I3R+HAEG6n+dpSu6dMYJH8JVufwb4ScNHS61uc2b0Kd3CbSFMaCRKtAWe
ZZUzG21YCXPfBOBOxbaG+m/CVauzpR5HjupF2gOFrxMrfuk4Cxg/OW9PDdrDPg3FuCKzGNiAn3eA
IpmT6TWUKZNGT0freHQ6Rf46k4JJ9RwYvbmmFrBwaaaW8aDfeFYxEj3lH6XKonmXQF7SXb2s4nsn
omqdNsl0EcZjZnPgXmdX/IG53OG4AfDRSt6WvIJJtguwyqyd+lgyv4zTkBF3zCeMk9Gevw/TeG59
1UGvezEnbuBmDvD3l2i3bkvxenpusUZ15D8ss+R39BdCmh/Ir0AqPSbuuLx2YLHHaaeL5Po0JoBv
ODCaLjvCZehOPpKUHcnlda0hsQPtE/c1l6AOg09nBFDKGHGd/txayzjfbboVr8489kuml2a38tWg
xoV59dAm++DUTwdNG9aJUvPeK4axqsbbzZma+s6PR82k6mm0mHw1zJ+D2PbHgXAEorymTpKiahrZ
sG0uw8LMney3+D6a7hNnc3QhGXR9mbwamZCZxvH3FkTdN5xj/EoLDdD36pbI7Ck6fXDtoH3qcDg/
b4NUc2FgJFByrrv70jEIw21Da7/4mksI7pKoI2ajbVZZ2bnInO110adtWLzkHjjSifI1rpdfvA0T
VymrPxS4s9HeIJlCv/pYa0wR+4zsba+C+LsyiVsVjVhakyGAW8ZLUk/ed28hYy3CDvEEGyTdekTk
Ts0Ywju35s+K1P/DLNwRV+46XE7+MbX2k7NzzmfQFe5844m1PM4t0vQv1FCYHdy9j18dGo7npxEx
ngKqipwNfCUu5dMa7xzSS6yJq9MmDn7Xom2iMxAHrJisFnHrRXuCeYGk+u7Cpa6QmEaVXdAfOPcF
2lVEcgtey7tjPGAiGrIi69veSZwfUi3yUg4S4ZI7lfxRu9hKBhlp+7dx1HPKerNcvnRvufYpqhvO
dxZ2Dlk+JNtRK7pw+u1wobyZOlzmrCYGxyvsoPbiSy8Y8AtcT/7IlDMEZECVlYzwt4woyJpw6/+a
Ll4/9t2a1lsrsrebVlXafxmdYNz9tOxX918VRbBo/uAC+W9khn3pwwXtm8hotk4Hx1eOnLwZ8OCO
U3I61oD1C6TW1P3JsYwjMCxs63NtWcM/8j1Yh3fbnn9J0TXyhDALdXKjNUC+pOs9YEof7A+K0pb6
FdfN9saegoPOxHuS7we3JxoJz8ZLM3Mb7wzsfyg23ExuyZXjjDpsxFi2FyN27tkwHxsUlm9ECECu
+VM9/Y1Qpqk0bpPxLvIkndlxuYLlLEcr7kA+eIrItzVLFtdu8Iua8OZ9F7GI0gV6pE7nHVEHTmtx
6NTvaoHq6koV3sc0zZjCKRemy0g56MKxWCPc2DzLBUBZdrK+FLkZr/7RV7AUqCL+Rive5ptIbweu
afsI51PkIgvPStt409ljWCuvLH4iMg1tUUxWzQxGXr38K3gd61s1YFIDSnTdLrc2j2N2taQPWsUf
1Nz3PQQGuv0JJQn6QeTyg8taUHRLbC3FmFTmkZykLfxz8E2SqsLcaN+Nkd/jiWpWV59qkaxeEW7e
3l66yPgT31fASdEdncLfo2sjcpYb0upTwzjJ42DDfADJj/IXSVtYvPgpPJHDhF7lRaOd/LFHdFYp
OvFOPB720k2FFcYouZhLfJ8v1x84oYdJl+tpxhqzXGILiB3i9kAjOyuHZ25B6brk9IfIBH3NjqBX
MIRj06soDSvI73YRstTqsWWHe4gitVR5VKsqug+93fnjGZKK4VH15p/Blcx+XkSyjb/bJVrcTGgU
8bdXbdiYU4IBBALCF+s8tCo8XQwYcXxZnK1pHo7JkX9ZkfcXTrVWnPHNiAdrCdfxvJlKBHdIwpNX
wqjE30GtO5FmaJp9RMDDTNmXHETNWk9gd9pHmgsaDdUg2E0QmWZYCzAfQdZWYEySZfFEPhrlfZPw
uKCR3QUHFdpa+c/YqBxxKl3V3BO6fKhiYeBtHxf2jNOweqRsJdY0c2ZSePhNZY/f3CIz1J+JX4pH
n32Dlblq1X9VaEefo4fJ6jFOtllejtlWP6LOeO2XDQ5xvB2V3vpLrPZK8YziGcmHaNIJg0IbLTdN
FXHDcAQ6b8Yh4zbr/I6zjpGfw5d7cCVFlN1pIXvWGfyzta2+leNMGF6Ar8W3tLT1d0S0x3a3wh0i
FFz731Y/MCfSBDjR5S2XUBRB3bUMUY2pC3pUrwRX7AnkSMy09zO4wpBPNqJcnOxe6xetE1kBmP0R
/RlMDVXnaHxBzDBTe+RmwFNadJFAPagJXfMuoYVe5Nysh/sVreincgcZdne2w6j8E2581HktV/KN
YN+e8IggrFoNIphr9g3KHdUPu7oJQL5PbbibCX0Dz1KP/W2YP+pGW+4F0SJ5g7MXbOY8AX1OHAp9
/BvHsPcDMYX7h7Ndh1flVFudwBqn+qdT2+uIkp+bWv2o203C36ApLYumN/vGJRSI9uK4lcu0He6s
mIjaB5lbgOOfcqr99eztLFwwWJXsH2qXyhScfKVcn+06GJdcT7u+b3U7oC5FCskC5cH7PWCzkDYi
WHFA9ffeSI+kr8RqLpYDup0CsDoXd+xCG1WXwcuDRWNpcuJ/hrugGSb/iYaJej6F1hWMWXQinvlA
wy9UxXw/6QErxtS2OzXAAr3K40+vNFAe66EVol4C7PHAbHJfbptIJn2R2OjRWtx1KO+JJo/PnHG2
vlg1clWkEMnC6QhW/oocfWeKDia3eqjmdVCPW3IcK67H6ECrYGN+gLhQOFyWFWP9uZ/LMnrhQw3A
txh1ymwrbe+tlNC42egIlt6orpMS6d3AYZzUCAR3e8VkrhEL3JeuFUSnAYvDXdvy0P+IbHKSLmzr
yPHZtJDMhZNjlZ9da1bg0EFu3wGyg+OG5Ws2ZwtS17tFHM+4GQ6td0LY3vEgNaJ9WKWzoUVFEf+K
VwqtF8+p7F4YQZO/CBxbXMJRtU4ZBi6XvZU40Po1nOrqN6qiaD+NBHcG7BM08eHP8iP3NPX/Xz7J
xfN474Dc/7rbOG8p6tnmAaRoFrf0OvQ6M327fBu3BuQGEkLlPxERyAM0DfzagvH9ONnBOh63kle5
yjtfiGdR9Q1+jIhX+Z3beUD5jw6geqjRRse3yMiFl68t5lOkkZC2ebmr6a7vvKbMwPHij4mIqfaM
U5B5Zu3bZryJZqetbx1XSLo0GTGw40AwkZVJ0blIqxKWO5s7fxk/NtnylrluQ4Ql4WiUHgSDrVQB
2B13T8hyydYPzY4XZXfH6omiOMmtqztTwAH4ZdE3Gwj3aHnxGy3qEv3JtG/lAy8ZgorrSvfTrnxn
vXRHzORSRjFHRBhgSwqx9sb54ixc/Yk3yvB+NREmgwgwgMPX2aKHrQ2PTzEHqOMWMPkk670Szi1p
bTYbt9H7c8+/h28FX4LgBR7ZR8ChB5HZiAWCwqNnYyt6DxdgMTi+ZXPCgu6l64yuKgsr12/PiG/a
+OSKuPfPxoIqJYFrmM92LBDTTsvuiYsflsI/aVF7V7VY0DwptZUSRVsbjk9HP4vhB++vDG9Kx9rM
DbYJQOPOX5/qCN9sJsdaIw/lS2QiJ6zKtUdnfSAPyMS3yTgPj9WOff0m2ckYQezSHmwSYo/RupTN
94Gvdb6B3GSJAphKhP3cW0E8pgSqtT5PW3N0ea/qQOYzJOqfpYe4L6LFknM2RSBJjFhH9WPBBWB+
T8qj5kIwsbVFiRQkPI8asusy6jlicqQM4dvjisTREdHGlNuh2wxnvfp6e1aObEOsfN3+Hm2k9vOv
CPsYe4I338XSVPbZVqhc0/WoYCcIeOBgHyrciaBREzdP3yJ8SU0bOnzQsoH2AKLrECfbVvgvqaNq
zirX1CKL531yip4A6xuTcHxmaCsJNQ2YlmfuLzMvb4uujhCaii4lydDkY8iq1v1tacv4RwXD4zA6
IODPbV/R4O0gQ0LdLGtMzgNhzXg4umDZ0qCMpt8wIZD2yZB4bLJ+jbCQL0eAXDAXthek405buF50
ANiEqy8gwbAQF4TlVNHJmaEAbnaEM0BXA2JTRrDWXoAEEdPlU7QJK2vahbutJOfRvzEH8vFLYPr4
H8wD1itAoaYqPDMZrzhkv7/xFsMmYr3c09jZpXP2BpJniU/Q/uuE2lDey2Tb1W01BfqdF/zax6fX
qugTKf95ytu/EecK/GKTtaMAixmewxV9J5dGjNtpbHpR2IlU8N1Y6JKzZZZjzkxVlkcxex5bFI/7
s0QR9Q2FnuQo/q7OI/Dp+fPY9dHw4UJm4Y11AyOJrqYnOKqJ8dCgcLlhct9i5vJ5jlNZHpx6XkKg
Q4bRZpAFlR0BapfrwpObmhD4lKF2/9BJoH56k7N8mT7aLx2hROJ2Aq2+i8hFu1pWN6w2HbUpqHYj
0v5BtsrmfkLx9unWczwwWkpnRHTNwc0jH02mIMGqBNekXCW6xJsVt/nu1RiBko2cjTpG6nAekfUR
4GBNMXqEuBqeqQWbvgi3rV/E3lpfzjpA7/QRt8k9SVidVwBX6iBD5h7fR43BNkK/jo/syabCz2sj
5BF96W6XKwcKs4fEHnQdPd3D4pvxj03Z8Vasxid2gPgEHOJRLKvwbGjrSMAFERi9qD1MWPC4e1KW
peR9QXkncMmUa0ioUBm8BmiXmzNYgnmN+mP6CP2WkinPkfVvxalnig4U+s9koe9KkRRX5kwGvf2b
R4KcUNYUm70o2swTcRL+NR/vCHxaQ+a2LZZkXZZnWl1mJNTe4fwNp2NgG4GNG3IZkZ2dV0c0/hRk
/XjFNP6PtPPqsROJ3/QX+iNBURRwezLd7uB29g1ymCHnzKffh1lp102jc+RdzcWMZI3rUPEX3tAF
zxGCUb95zG110Lp0EqTThgmONk/Tnzn9uhHAeWWT18yDBFNnJjS26r4APDSbBPNzCUMVJKyTWBdb
kJztQ1D2lJAEiss7VaNGsRdGSF9DjoGLIkWEeFFLm6Y7J0HR+zzzg/qK7/oAm8XMrKfADsiFjNg1
v/a+Lej+F/b4Po7SIL1XwFb+VXYffW20krOccbb+K5TO3QF9u8zeI4QUfraLIu4vVTTDzrAD271o
rimGR9hguHr17tiBnhSROd05CowpwWNPTaRIcCzdJe2ovk3DCEpg7NzWPyd0pe8NKHrRqcQrRSc0
apbiMfRHeZ61eXrXVe3QeQLCnXtQCUkr/MLBte/plTYZh7DiV2hdQTkaVmac0AlFQeJgGW1cPuaB
j6AFu1f/lHBb5GcAWjg7aWYyNS+J6uLnpJnmXwbcBm804FAubXLs59u+qAI84idrhorkULZ2feWK
vSyJArxcVVIHiKKhMCejMAnOFkoM9OQtWQSHURJfnqnLh8b3sRmHj4XsteYEhVE9zG2Q1WeFAMS3
qCOzoMhaZi/AN/NhN1hMHNsAXYI9LybaGoOv5pci7axpRyFhAqtba6iuBYYCy9JpEykP2f4UXAIq
lUehjzT44ygzJIFLX/1uhUOS0IIsaHftoEZJtjP777MuM7WTCV3gl56mpvLkIMx/urm0MkorSn/2
5yQDYF843dfFMLoBHVaXhAoyd627GVglxu5ohDzlKFVJaP0BW2uRQHmqXAD7x6nsrfkEyzwHIguN
ZmchPfpjgDlPFd2xmh+uykLN66i3faggJsQ7uNDRYwt8OKYpVMpng9o4G24yaQ6IqYj8B4iHEQTP
pHafGiNNxzOETNx3xdKiAUtTfdCMlkqVngs3PFptWnGStLrtntwhGIPjNKR4iDVIvhcXbiqCLzcz
cPJlZ6Z4Bo1OkrK1bEREohwUSRjQLuNSah3zXAppgeT5r1iULZRQyhy8WPsJYve9VYw9my8DzkQM
FdKaQbylAxNo0MT6mdSh+xTz0iELw5vyXcHrqu+i0A/EURttShHUJgbzaCMuEh3g3Novwp8NsO5m
GWb4VNT2cxtWXPhNR7ynZRW0WLRwSq5yBBJd2gRuGpiHOfFLCm6itE86jSrATnloWvuOZgwFSV0v
XojXiOmGQjfguDXcWOfZMqen1OA63fUTfbXBiqMlmq4pQM+9iimSFVG4j0YAwLvex0Xp3iz1tFl4
KESVP0lvbBspEEs8Mc88K5alYxUGkX56LxHi+uIXVYPqQmgCwJ8jLpMTcl1tfaeTzLwEg53Av7fK
CLAQTKp+V8Tg0B+oQFATC4pGfvadxH9ug9l/0Gnd+PeyULO9R2xDG46uOxjZbp4MNYHekQinja2e
/YvtYPlNCzv/8wRqdPYWKa5/6YZEOJnlYCJ2Tjv3yIFXIWUyw3ezd+hCc/+asg9/ImQU2mfU5HBJ
nKZ0UmRC6CF4ml1WT35YGZTkFTnY0arp/bEMYQ6ByVK+ebE10PMQ8WGeHZy6qmlKFI5xkHkG0BWX
QetCn4zeBTiZ2D/I2XZAsQFxxnQjSbv8BbJD9zzFXf/ezIqGGxskewMMPxy/1HJJVSCO9HeIMAAg
c5LMHu657nz9A7sRBoWazLwHu2ZZxjHwqZvAAAXItiNHXRT39Xa4950R0KSlWchk0s3L9soJDD3Y
JXgr/VPRcl/Aa1CMd1Tx+2+d4QD9JmWpX8K2BKuPDM590arIOvoTPTkEmwKIaL4ZRL+DqjPGA1hx
NF8WsQyxm8GA+CeLEkyLUoDpfrF8EX5Go734kIwRByeSeXuZVKHr9GVCeQ8zJxC7mE2D5j+hT3y0
EhM5iSnS3XPhxuY72rRtjg03de+nvEtB51C5tj62rtM3u7Izaw4CQCCfykLA4ymJJJvH2Y8qdxeg
UmXtGyNf6NsBIc5RC4z4q2riaj5VdF66Z37q+FLzTqHIr1UuxVRlme1xhmcAsJJnTDFdFi3PTM7N
Z7SeaAelqVP+atzerndGoBxejbSDsgGqAxCJrFut3QWLK8I+Nv0sOtf6WNI26Go8OygMmc2jmN3o
I7V/ZT2yEVPEQoXq/KNRWTxvdAPopQcdMGvql1YVHPVkQAqG/7WvjugeI1gQ2zMaeBAZUfdnbiFb
UUmiBoumgx0f6n5o41ODlm1IrhX2j0L0+qIe4IQP82xqzofAl9PHbDmMVCpiEt6ycNVHHUgIugZW
mdwHtZOaSOu4zdeeLuh4ziDXP2a8Dfio5fjBBvShCl6Jbvjeogn9D1IJ8p3UMommke34zj6QoKfv
oLDpSDeXxeghS2Td1TVeizsYLcAkZoIs9ispv/XdoDb6xQCqSQQFCInaJvhK+4MSqVke+7pXSNzw
Nu8b2EUeChR9debPwmTXDCP9glSoUj+YUIqykyO76XtqDxS55z50g4MgGc6+U591jnB7l+qOWRNC
k+lp5gVoYXfXmz0lJc2pLEIU23J/0E4TKex7I1zeB2ShIUqkg/kRCTb9w9iI9JfGPvnWZGPxEMpg
WvgiPjeo5U/5Lxj6+kJNNqicuajX/RNmGi52NGTUuJt4v+5ddvp0n8osfdaSOLH2MwDheGfZYA++
IokRQHPDgBhaGrrMlPBnkkbeGbrPh3Ysh5cxjuf2paB/B2HKrdvPGeVJQKIo0H8FcjE4Z/BkZgUs
KOemxA3StnZVRQ56GfRCa77TKdfzvRiiqnxHiaO4Kwi15nMNTkYcQz3Q4DKA6UKdJxvD94Qk4rsR
+ASi+QyOBPB2Cxpu1uOqRUcHy4ddRaOpoMJslvF5nt0JKlmeEkeXSnfZc2EuiZi5AMdTRjbHLVA0
Rvnk5jJ5hEVTx++GMrXABukZKKwkMHNgw7EMjhZl5ZJosl8aoxXyi++RP4OzbhmRk3vAZpS5B6jl
/0B6K4ify86q4xMeGCI/1sIdgGc6onrEubmqdkak86th2AhxJxxw4MC1nfScGlka3lErLQjh8CUC
MZ83k/61dUrtN4l5zuwOhf1+UpkEhDnFtdqhF9lFH6pgbk5mME7dMRUjyf8s+gYorOkXJ2B28bOB
xBEaUUVRzo9RVZn4zcKxwfkNHG6QPf4PGEGltVE7eMrpwzt0OUv7oReR7+5mexqNw/8I36wl8NjM
m/0eiywjy8scrR2Zp8cBOeDxBBxdL/irZlAKRVxOl7KecvuYdrxYU8fCwZhIhhuynhsKoooAB11N
ZF1JV5Y//0MTl27oRM+n7DyUonXsDQsToAhIXkHKeUsVeksu0cb/zFFoUPLPSkE0XmRCofJ0Xoc+
wsFH7egYKeE8TqjC7CkW2d81fya1cIkDaXIDRisIzGEAxuYN2c0thUjbxDOeDpGNH9NKC1RjS1M5
0zuvsef21CGEiT521J+vq21uiF8qG1U4R5iLnYO50qHUAiq6ExmJ1/n1BxYw+GKGpI38D5pHKYF8
qkphYl8f1NicZZTvDZDNuAatzUxyuI+DT/3RG/reeAbX4JylMLS9pDdzIupCsgjAzTFr1Hwoh6Ta
4Wrq7suhuOXGu7W10Ov6Pz9kESP9Y2shs1TbtWKS+yxDdg/cleMY0T080f6GN+vmcoLfwAlqUXR/
I+2qRpXasu48RSv5bDqm9ajQi7shVr05ii1tZss0QbqtlrMHsNIZjUkGiy0rhSppXYqhto7X129z
0/wxykoS22wDBSxr7LwSNrSHNUVwdGgUfUGCK7+La5CVxHz9jfOwsVR4/ei4lxq6jaHw6tNwjnep
OcrOsxFCPNLCbx+7ZPBRbYPvd/37NmYRcCgwGwV+CZn6lfJ5h8oSAJG483CoExBnW+WcwE7SR//b
cQS7QTexvTHQoF1fNmHOdQ6qhd0XN+ZjMQuwo/MY3NgTbwV1GYUw0pQ25Mg3UrOoNIIQt9h5PjqL
J6eoxCffHbXxbo5i4VES9MUNT/Zl/V9rzmJEpUssBHQb5fj1Xhd4nNgIETUeIUL3ObRIM7Q4TY5j
rgK0lBeR/0QVyL75QtxQvP3PoWM1to1bgqsQG8do1V7W9s8TTQMGRlg0e22vKcNLQP6iuSQ1lwS4
zEXh9TZARK/uiMcuNAhURZpiWHddB0/hlOhuRV7lQyamXY9gi5XaU7aHHOFblxweLXiCDAFQmq6O
G9xltkVDvgTvvUvh4mdHfKCAzGaInQAdTGf50a5ns7xxfb7dnshb8zBIIDQS05qV7aDhpkUURWLy
QidRH1GIAtIwh/r765vz7XlbRln2Czc0rkir81YnWiJpb0x0rdAXCLWh3Wt9KLyhnJvz9aE2P8hV
ruNKtBPRY3q9Zjoc1dkJbIbCKPuYSIq0C5bwxqne+iDcLbCOM5VU1Nxfj4JylFvXrsRdEHTRfmos
NA9mkjpIDLdsBjcOAEVOnTIrWY9Ng+71UICdcwiMzugFJEjFLs0GhKG6YdEyQrlQhO/QVw1/DG4H
Dlek2hTeuFiWv391CByGN6QNV5UWweoCo7AaZ52sRo9yiUY1MaN1Wwzg9qg43FeVHh+UWdxyH9+Y
X4dioIVFGdcMls2vP7r0yyi223ryYi3Cy0MN6dGuu+Foonfz90vJUItBgsS6AwfJ10MFKkY9PmFv
xnL8KsXYwfOi7atMmd0YaXMm/xhptWnaSkM7pssmryUIfQHGpR5zt5jgyojeq5A3oT3rqNP187A5
qEtj0cRBRyfieP15MONIoB0YHg04jp+cmOBXVpK8ODkU3szoxI+JJuzP64NuLZ/kzZNMqnT0tVA4
BLaA/k4yeAGkl7sqg22lSSgQVKvrG5O6NZSjhASc5xoCKcLX34foNCnqUI7eIFEDH2QFGynq/+nG
wb3xEm3MJDgK3aIDwluA+dTrkapJFnlvqMGLm759Rj7UPE24hnyiy1u9c/wAPGOk/7o+kZtj4hEE
+4w3EKjm6zGjiYqisXRKe3DCGQ3gJr1P0ZY/RCOKSYgD6Oj+TMDL5eX6wG8fetMweA8wotXV4uzx
emBgcXmCIFLFo2eF8Kjpu6eYX/wusq74x0SdJLixjm/vbQaUusU7i8OHWrtl1Ry8IRRNhYi91pAz
IiKXJVFzYw23RyGkJXgW3N2r3WI0ObKOY1t5WTGCJHHB8b93YyVufMzbTcnHYELr8LSKt8tmUDqV
vd/WXj0gZAaQp5nPinricAiRLf73+lJtDKaW1xs7LrR8LWe1VDS6JruKwtZDaUe7b/EdPIWjnz1O
ennLaWnZ4q/fAlMJvHzZioubwtqSyx0si4aC33hl2VTtb4SayaJEN6WPKBMCo+7pQ/Z3sH78Z6yL
UjJdg6f++uduLCHqRxw/3nZc4NZpCdKPs59QUvUsP+ze6W0H8gUC0ufro2xNKtGKSzaHcZC1fvWc
aC7wlSo6L8xEePLn7Acc3uxoS+DH10faOGnL2cbl2yZ5FevvobkwhMZo156KZ/3cjU4QU8NGBZr2
c9+d0Vpt/95rmpwQB1+dFIinb/0mlAUuCiYaBZ5ea+MzrwFyQmp27wUU3dP1r/svgFxtGR5w3h2O
9AJlXW64P2JoqH8hkBjUkCRk0OxucaqraZ7D19lBs5B3jVUX/0CSHX7gQiCO3IP6R4G+9437bGM9
2TBC4D1iEretXyRAzqOoxAJhAN77EdFaOpZO1GiXKQNvf/2bN1bUNVEa5jrDDoln8PUn23aWqi6K
Oi8C6HWvDaX1ya+6DAZgQ6EI/UfMYQ5/O6QEUc7VKcGq4CC0ugMA7eR5GsWNh7cEkg6WOtKGbQ46
euf7fIC7fn24t2eQ4XBfxFVFp41oryKZeaDcFbZO7YVG2HkoX0D75FtvjPJ2zRiFsHdxKtOp1a3m
MQViLP3Br72odedHdHaccxq44KwXjZfrH7QeipXSbUWtjpdHYZe1ehe0SiLZ32n00uu+umsKswG0
ahenwIr+NmD5bygOu+kgNui+8WqkAQOgrE51DwuR/ELQ8hUm4bDQtIIb87depfVIyz794+gZSDkk
SVvgTBGWw2nofHWQGjoe16du/SYso8Cp0UnTDbKudX7Sx5PBS9EZnkE0gtSqpT6bpmt7xOz2sW+N
+IgcpPuAWUpzHBE3vHHYNj4Siy6Ts20Qp5CKvf7IBI9kTIvQihTgL+5yzeku0cI7uP6R6yPNRxIO
4U2C9Q31TX21FVHxUjLiZvHyxIKsnkFMjdDvxEAmAuCND8xfWvos4/3vGEWwJ+HlvP6qbtaIhnxN
92gM6v0+m5P4a13bCNFd/66Nfc/MEQc5AGb0Ny9BD/Bn0nIloLNg3gqNOp4RV2op5EK6QengxnAb
iwUIlQmkHObCD1s9BlZRASGHikDabMFKquL4HYtre9c/ylxm5883h9njoiftELqNA9764hCtiklm
AeRx4hv3c1TkIQUOWTQfq1IDDuZg6xZRUwnCUy6bCduLSgie2xl5TKCsvdhrQWQgfeJ0dnQKXL2+
sLeNZl87LmDnag4n7A+4VuGp0897X9R5qx1Q1lHPM7AdSjepZsqTGpLI/YYi89R8D0vRA8WGWiBo
iuFwcjf6etLtkZLJwz32PDowcsCf0433d2uBHSzaDJ2eh03B4vVGGgOBAA1ypV6oO7E3Q0DcxVpa
UEyAfXZ92jfOCGVTph0P941SUhwjaYGQ/OzpY9h/sbGu8eCnDYdOduU/49TfsFle3pjVIpu0DkwO
ylIfWScMTj10+awzHP58CAzNQfYvDpPOpwCLij2qt+IJlQ8snzOMSq5/6H/B35uhLVIVMhbKoOvX
NkuDuKkqkFfUdgPrvsxl9BU8hPvSa461mKw6iNmFXfA0d1r1VWRddQLirz5WfiG+DG2fPfWUDI/X
f9XGSv9X/wWszqS8Kddno2EEUSLxPw0b6xLUbXOHAkjxCTBdfGMCtoeitUX3VS11vdebypUz2gaa
YqVbHbHIogatY0X5Q6EBMPl/+KqlSi8oAnG/rx7mrBcVhuq8lkiaQGNCHbs9pFoYvkBBb5+vj7Wx
gc0lf1KUuCUO06vPqiZCkLhxZg98wJx8DojtPo2ACR66FHmgX0JM2o3Ha3NEqI1L5cnkX6sRQy2L
AiPJZ88YShvSPVqSAOCweOkC6rBpcMuSel1O4GLknTQtugREbW/yt6bXSrtK2slLwkAcRgENsi9B
UgHPyACNBr9011R/GXn/NyZ7kouYiIf242qzhEA6s8DiAs7t4gVwCARP0MDnYkij/8+hlufnj4Cn
LehfB70zebNw4uiY4zrwPkvABu20VBfTja25OZkWnrK2MjEzXMcEaAQrJwQG4rnNYNwPKPufO5mm
/y44+kswl+VnBHHLG3t06+gJCF2SHjZtpfXTtoDyyqGjWmnBP3ocURY8t2UdIYwEqfv6cdi6YCnb
OwwmHWWvT3nc1BC/c3eEty9oUgRFdYGxaMCcTNAAG4h+8MPCnhQs7o0qza2Rl2Pz5zqiehprU85H
gkzcV5kN+smdUBMdc/ciR6P73YcNmIJaFfmNoY2tsZceLocNT1tn/axUVtnTgE9Y1b6uC17y1u9B
NE5Rf0AfOHb2eIyE4yEnLRr2CrSxN0FxjdHe9907FLUcY6fDBQj3Ti4DtK2hSyMMOY2+s6utqsGl
aBYDROkBIaDj9QXb2htUgQh+6EvIN5F4Fma+MSF85lWpk54GV7MPaAmkRI+6c2Pvb11cBBS6II7j
3lrnS3qPtrMc5tnr62o6BUXYXPDJKQ56MM3v0AuZztc/beusoRlIG5Ag36LU+3pHgAw2gwDVV693
fVecZGd2D2Bb/OC5NwvheJm/yEwYSdO+XB/4v37R+q0HMQITgaeeSHk1sgp453QUL7xCG0WJ2EQk
f9Qu9i9ea1dOfZbgIJwTFl1JdBzqJETuoIIJA85ytL4O6CjkTxBQEoGmfASzyS/k4BxKrNowtkRv
IDk10MD1S1H18acMTbRFPMcvO7gcYR3cAcefP8Uoj4JRmiwFhBT0mvzeBjCz99CT2l9zO88ISDhA
hA4QaaqP0xDbqDI71QhAv0P77h4ZHRPDoOsTs7EDqNaiFubymhBlr671Mc5R/VtuB87LImhWGql2
Hyfh8B24bZyemq6LqtPfj2nYlMio81PyX8ddJWYSYd9qVOALHR2Zqswnth03wxHAq2/AW+0pevy/
jEkHWlquSUl3FYDUAdXhsWbMSdo+i2AAaG65G06WNo4fet29seGWN2q13wBc8FTqJuV3+hqvdzpS
hWbvoz7vBRmmDTu/xb9mb6HYfQs4s3GkJLVpixRJKeKC1QK6SMPCQctGTyL/ECI5oRsamPgMm1JE
WhP0/cN5fhc3U/zj+oxuXFNSoq1M/My/aAq//sJ5iBulW/T2BPri+EKoaHKPePWY/bEXlrjRvtza
p+xRw5IG+jfU416PJrOxnCo4VV7Vzh1iRy2KoDLSxHiw2xkBE4Vy+Y17eOMJoYVhsUVJXinyrLaM
U4RBa4bVDCIJfc2HNlmYwipMFJDH7AdamQ92bpvjPnda/8abveyO9e6hXbqE/4aFGfBqaOTRcr0h
PfW4U6oLl396zFoAerUjYw8rWXlR+FUd8jrW5l3ZV/WN2d5aW+WSXONQYFK7W+1eSsAZwbnBrdDm
7x08hDycDn7O2K+cr28iY2skG/HwpfbjEn8tf/5HjJAgvDHkQcW6EiaJpzC2KKpCPNDyA7I9dER2
7pyVD6bdQRPG7CX/XjVVfgGk5XzWs9wEhQjJ8SenoFJ3EbiV1kNTmTrS9d+5cZx5rrALkYIoivLY
658JRqW13WycPRlC4xRdiwR4AyH5xijLYV2tO9QZiPbUFalyr6MWTRhYByIQ6Rm8+unZ77OuvAd2
Hdx1GAPBWe6H2oRiY8T3Ng6cyD8F+fyNOm6BLemYQG0BQJ+fdTsC9G/DLf7d6CC7kVQWJu4ms7Db
PRJjWn5GwAeKCSkmHl9+NkH3iF03tn8qrUHdFi1oXdyTH6bTxWkq3JaVtJMBSdPMRi64bCcWKUpK
lPdbLut3/TTFP0cZlu9lFAT/ilJl7cEfjAAir4/z2h6XUhxqkMiv70xk6oJDpqkpxxpnEHem3mT5
t+szaWwsmKJ6byyZIL3IdRKYIh2LbkJgeQpVAP8LQNUaRkXST1wb0i2HfzqUgL5Auw6bZ1020nyo
stAdLxAA0IztRsREc1Yq3FNZm/61QY1nN16kjV9IiZ+zRcGOKHXdXnAMJDDTypCeWQCD3wWW8QnX
1zHZX5+JjYuTBJHmF87pJvOw3HJ/HDDdrfOhKC0cNjUuGoTe2gqhndjGaTho4ZO+0HMI/z67oaZC
QRJMDUOub85gjkSEAYCJSkSm1IUYwo1Og8CJ5uskDftW6205fKtT4wARspDXW9L+dTwRNhOdxtkw
vcyE221CYTjXCiMA9NezL2C5h1Oml++vT+vG48DmopKsJI0NY40cIo+0+zYPJS1uGzAqMkiLwbiT
Dc915RJKVz01q2BO7qFGB7fQzxtbB1t6kI/geLif3dWaDtkMFx/XRSCq6HbDe0JcC3X1v7/zeNWB
CdI2hVWyhs0NEQ4qyZQrL+msAYdKG7Pt0Ljler/xADgLPGjBb9LPX5fI49ZyfUl05o2I4B9clL4w
XGu1o1nQRry+Zm+amNQwSAgthKxc12D2lnn94ywAyofRi1GzV/c2rHOVWe+k00bHSLPmiz3ZE2Xj
rP0qu948hJoTH2bcT27M6sZ5XOAnrBxVXH7J6jcoCAkoTsW2Z8FB+pLGVovUueGfCmewvuAWHtzq
Em99NQhjuRT5BEhZZ/lFf3y106SqhPmjltA3x9begjsz51A3Xas80FjCvW/CJCcZRjRag2jAonG2
D9enfvOrHUJ+4kV+zPq4JJM+jWGq2wh3uvKUwNbd45mDjhX4gkNh2vGt/H/jiLg6FWzBA7CAuVeA
SAjxqYr9zvYgQMUOwiFugo6tzA+tg8GJXcrF/NqJXkBBICjl6A3m9hT/Jyuudz313wOq9M45Qpvm
8/WZ2PphFEElblIC9Rh9FUkYBcL0g65ZnF1HvtjEuzur64Mb379xJTLT/3eU1Q1hIZyEJXqkPD1B
CNYNu++404sv4yB/9MgD3zVDa96IWf/r+qyuYR4a2te0eWHVuKudjWA98bvDk1vWWaftSlvr6lOR
jyWmKPgC71rMXCDtpIgJPOXoXEBcKhEeehBxl5vvEr3tvyHlOl3wuvH7b1GqSVwgRI4wz4SCCuIh
wLYQYIS7G+zrYUhefDXgaZSIXqFcbC0sei0dP9PQ0fBBDILGwqPPauxDBHzlHCYt2mwmBsDQDxH3
xzimjg3/gD+J5b84/ghIqTCXImMALj84NAOaD0jwWvJWP3fzQJrU/SCnwnbQpXh9IG1Es1CZbhR1
sWJyT3FMJHeuK1sPL0aC8+uuqaWr7Ywpsi+G6iaEGQRQWNhZoa/O17fjxvW79HnYjfBJQGavzokb
dcbi/aK8mbbDMVYBJmmxwOLLzfQbd8DGk8lQlMkX3PnSPnz92YmVwDlyBK9WEIW/EwhPqBqXuBQG
9fQAC268dOgT3NHft27F1fzN6525QByopXEp0IldjZwhDBpPs/KaGVG43BL9Xo7RrcbZ1lTSECVl
JMrC/Gu1/xFnnJLIsS1vmEcsEwMj42aLzS/I2H76+0XjZoPf4ICdInp8/T14aOAUY2a8zC6uz0kS
FT/A35oPUQu24vpQWxcJhWNspZdAla7g66G0HOXBsmR/ZKNt3gWWVn1UWSbeRWTg78SIGLut6hux
1dZEuqRaFGs4HFyBr8cMYsTYYjxJPdsMOvuoEYRl+8jqyyO6K/GNTGF7MJIEoNkErWJ1GGXtVhkm
PpYX4WnOzVAs6uZGfEH6Sd44AG+HIofVCRhh5xEem6ttOEWRhRkzl7Ir0vm+qifErH1r/lDO4a3C
7jJFr3f8ki6beFVQ3SXUWA2FDkTCpSosz4J0D1WaRz5DDPF0fXOot0faWK4xALsLCu1NJc/tQz8U
XWx6Q2BV7nmkhSHeW10xhPfYP2MDhDlXd7/sq9857hVoG/OsIiLWJB8xMtQ/uhKQ4b7O4go5KyMW
9NCRcbMRhcVRDQuGpjXqQ+y3zufRVhDRjVDk/84QHT70JWD9k18oSbly9P1fKoXYuNOsMPgEbazI
3jmopDm7uKMQuYNxoRl7p/fVr7RLLPMcIR74y7YQXkBDW7P+wa/X/FVj3/eEu6rzs0V7t9iTz+Kw
kvSixP6wsptz6Jad/RHiGfWuZJ6r/qUZ0zi/TzBueD/n1pCc/L6cf+OjWGcXv0Da/zAN4IOQ2azE
xwGqPICkCsjvHphXbpwo0OEHI9N8MHcBmgG/0sQP+2MxxS0KIgTMD0mpKaz0sqrV73BjRCvQ0DN9
19mL2HqqzE7deMY3Xie68Dzh9pIwUu5YHYio1XU8FRLTIwrGpxH5Kzf4qVchryFlt8iBRpvEOFqG
yk2RSafGiR46ypHILDilW98IlzYSeQ7lkkMa7GTDXueSfdsPSEjqtCiy8IODITPaHzEqZXgJj/WD
M9ntEYtnRDBimliFJt1DKMMYHSLTpNukoShEffnj9X1vLHOwOl4LkA2OFokErdjVBTxnBVqTaSE8
mU5dgoCIo+XvohxlDraaG3yxZ9AslzGPkGlp0ESP95mrz9odLJ02vcvKbIxPMsqwqbzxw5breP3D
aC8T5QP3pmi5+mE0wkCcTgUaVmFR9EiV+WV8TKehch8mV+9+zJqbTLu+SZxij8ajjlUALS38VyRW
Yp9F1o76RUMAyjyYmOWWCES07Q8a9dNTGRn97+u/duOSEiB8nAVfTeixToUs/D1xRa1N2uaZ/iHB
tHTcTybqjjdmxX07KZTiwRgDAmY0tXrD+g5KlhPqpqcPufst7QO8HYBzPpnEqQjeYGGTof48oEo0
NilKSBUuC8YNiMDbd5SnBfw/MiQUEkEN8hv/SMI0WOBoB1VcyPzHB5bUQUI2EwiPICYfoHc7uZcU
gOSNPGBrinkF6O8AkzdAQr8eNiqRdmra2fLcuRe48GbxHVmDuHFINx42IU2AAXhumXS0VxPsp3D6
YadIj34AfiHop7i/OrcM3kuw0vHpr3cNWQZxJKVpWGjr+4mQvh9z9LK9oswsb8Ir5P3cxsGNCvjG
xJE52lR76cICe1h9UjU4eYysrukRUwZ3vo7YDbSu6vH6tyx/y+q4guEAtydcir6kA6+XJ59b2zeH
avDyyPfdf91BqOQAw0AiidlwAB9yutc3xtzYiRJWA5RjIoO3nfF8VqNjFxDBjMpsvg/6glNBeGRn
I7hzKBEUfDcVmPld/1Bz+ZLVl+JhYFH5gIlCtW45o3/s/8bEuToazd7rE9xOHjJRgZpDtZ8uCsCm
+pnpwd0Kt9F2UZUN6HYjA2YdA6sJy0U/HpbOUIaYikRZFhuHAJnF4GmEZ/xpiGY6Xgtk48FOqxxL
gyQsjY/UUhvyftIBbJcTLtwfJr4rybeS1OqH1oZGcUm4MBogXSKyT0OaoB6bEVoHL6nTZ2oXFrdp
mltzz54CoUntR2flX8+CHbqmLau29eLYnD74eL3gIYLaIMCWVpxGKtm4phjV8HJ99je22dKkA7dP
pw4G7nJ+/5j8MK9QdZMg2Q3oVM9pgDA6CkH2HvKr857Lqr1x4S63ynqxKVDSlSS7Xeiir8ej/tUR
PQMpj8bQej/kRvMLNa9wj34CaqR1O/8CclPt0YHKb+yzjWNLYskdZJE3MNOrbWaVoin9mm5oJxu0
0VAeO1uBNZ6vz6exMaGMwClabgfUw1bhdTU78VCVCrZa1CFe0lq+3lxUbAhPlYMK2LBFMu/wMdK0
Q4og0XxvNeyJDx0+pMkOU2W//V0HeAecuOh6FM9ELUAAFdrwSeBILW/83o1tx21Jh21hMb2lFuE8
gn1xHdPOQ/iBRrEqn6c0RZe/b82k20W1n3rF2Kbu4fo8bY3LFQ2yAPCzEGt4SRmbSMig/+9phV1e
0q6N3su6wBa4T4wnnskGldY6+nx90I21+a8wTtlvIUquO/19PyKzvjAJTWcukU3UMX5yeuc4dsVn
H/sp7/pwGzsO7z/atLyvOv3p1ZGu80SXPW6WXtN0iIDYvYtDgyzTW0CNNwIZIJPpxi7RJnQDl4vi
9aGarYrGIL6WngUqej4MgRn9yCkvLXq/+YQzclhLz0DUtwe0kUQfdETYxbmXlYX3uZDTj+vfvbG2
NiGNyTIRvAFDfP1zRj/XEJnVGy/CdRNH7zSy35fs43PbieI+QXBMHI00LP6+yrJEihwLc1nbN82e
OUn0iH4E3MIedXDfx1ExTYLm0hMWHK9/4kbciB4zxQ8SW6os69RjcicS1ahsvGIOjb0VKGNX1bq7
1+OoPY1m6Z8NX29PEWfpFGKw9/H68FuZGJuKVhJ3KQWKNbQjnkG5R6JsPUQ0Zv8g7A5xohzvgucI
BWsEnvrKQmzI5tU4mlEqKbHGRvBFD5EDvnGjb0R4NjEkESzMQXAJq3t1JMVG/xEOz4gL9UGB1lE7
qY1dfWj6or7Vbd84wtzgcBk4V4DS1s8kyS4grraB5TUUYPfasLuQZnU7F3udA7r5+Y2cd+vrbC5I
KhmsNpHy670cYtpWmm7ceqg3Q9+uahOboTGfgm8YdTTi6fq6bryOdGRJz3io2Frr0Wjtl+gp1i28
sq7dd5qBUr9lFF4XG9rJ/l+cndeO3Mq1hp+IAHO4JTtP0ATlG0JhiznnevrzURcHGjbRxNiGYcHe
UHUVK6zwhxHZ4FGxjOcKXaiN+9hQmcjbh5layxw2M825Qbv4jABdYr9IoRLB9Us4qj2h+k4xuky4
1DBk+l+QSB5Fag+vThzisVjo9vQFRXBp2IHm8ymx27Zv7gMhbBt56FLGTcr2B6T0hrbB+UFUY+RO
GCsoO3ShynrfDCkydk0AbOZoJ8U4S6sLZEIDzVf+ZA62NKg7BpPlWn5pvSplI6WuQNXs0e8U409i
KVJ4MEZaBmeNgsnHIvCRB+7rvAPy0XSvzoAUxcGBsoEgYGtIGh9vwreytwanR//PTID14lO2M+An
orMT+sOfIkTq7gx9r7U8LGGMfFejOul7CjbCY+gaGUrMXlCFprGxza4/PEcZVCe1MoWcbIl1MeMJ
yh+ibGcEtUv9dZZkcP7gvNWFR0TTwZWEWQ3rJOa+9V1CNnULBLf+A4iLKFvIyhXYrwpC3N4siffY
1Nv4RTSgbJAubqqHgGjuSMMofgTm0XyY4JZ+vb3rr8808dLc7yD+4FL7e9n9E4NGDY02kWgCIWbe
BNlCcVTGY84dkFM5TANh0e3xrs80AQdBIEtNuoPuzNsznSZWWGEEBONAb/J9hKz53qjl/9q+GzYQ
Ftcv4duR5kP3z8xGVc0jrCzkc4sX+r4dnQ5vph5lfN7EgxriC2SMU3W8Pb3rsINBOcW2QjxPKWoR
gbbxBDM9ZHqqTwV1iDT70o9JvRHc0B++vjGIov8WrGneXl38eTYNLfWTuWUe58NnrUf49rtTFYn2
o7SgV9zJeqgOR3hn+Ku3UY3ouI/4NdrxKWqLe71RnepMqJJQkgLGFrulObVih0Gvig1wkQnD1ZS2
rNwUz7BZSq8s47vYSamIB2ZSdijxgLLdcdF01bkp9bR/IrYQKqYAdv+71H04smFUtQhSh76Q8ARQ
cM6sktHqd1XYcLcqjdIiB576+A4HGN318GkmrXuSQosoFHh3OH4EECR9MqMYlcwgDbrgzuht/Obw
nQ/++KaVWDu9RLd2V3URbUfdDBtXDGgQegJD7PhI0b98pJ0dpfu5uiQQcInMDzqNkhABkjb/VRAk
HnTDV55tYPBPNT/+Th0cTE2DMJAxssQ/rNkJQSkCke44ru6hNhtUnRGC/6y0ip14IfZkI9Nr1ceh
VUT8tRE417mUxVvK7D6GqjyPWV1+t+POrn+2aUFRFPEvJ7wz0BCcHoUsxZ/baQr9XVU1Q3FA/NQ5
9mqutb9wyolekRDNkqNpIhl9svH0Kp7kgiPzK6cmUDNfqQxwbDQbMF2tUF8R+EfVqxm6ON2XY9kV
T3EFSc2TR8OOfqgN5dFLY9c8LRILo3lKVqvoGxp575xwA/CjM4cXHRGBBwd88rJFkT6plemCe6xt
e3kIGe9D2vbmAEI6x1nCxgjE/2aWsXlpWxWLLyrj1PY1yr1fJaNueurhSjJ+TEWpOjsbHoz2wY9i
vdzDf8gSz0LJ2f48BEAJ70UFnvCziTB38SNIEklxVatuT1qNEhu1ftkaXT1GL/Reav1gcMexI7oS
9Kv1u1pEenwKsqImn2rAlLvIA0sK7tiTGeHDLarmgHQir15q1zQA5NjQyi99E1nDl8aQGtVNK1X9
EVRa2NwVUY4hSNCESBuN3L/yacJIdMRiZA7nnFYrPhiGyTUJDdOSD/hUyEg7mkj1jhlw3x0fIq93
LbX4CClaU9HjfVvjnQ4uT6QXucAW2ROloX7Hdc9HXxdvPQBwaTs9462F7Z4d4FTlIOCs8UdzfCiy
ZKoQ2czDzktAV/z0/dqkNpRkcXmX287422msiDdqKPnsFKpGbNJDy5DOVgtpwU2xb40wICXG2aeY
RZguGQROfTzNauo1vd0qmGzb2s/aAASxp+1Dex9rUdSXsrBtsl2g1nK0y0cpyk5K1ikZWDUfDf+o
dOLPBb7GdyZWb3TEbT99lo3WNPZ2DGr9AsOnny6lo0TNwRKWf+YOToYPZBLRAwYkcnFMB7OtPay8
OVhWONFZHMMpC+5lpR20U5rKw2uKBtMvaPAY7uopUqSeMMwu3A1DH+CoU0ox+o9m3SWe3yAXesSE
QDxMtV3dsWosOu1r+lgV/afMnWw5V/YidvB/BIlidp9Hua2t3xA/Otxpmw4PMN4FHx/rWuXtnYx8
9tMDDwKhiyfrd47lh/JrVOX+8xi1+ZOSqsonA8JMcIzCNDoPY5Mpu6nA7+yu6qq6PvJXaOfeJvNy
i9qgX4Nk0FbwutKPoVY5ty/n/Nq5Kr/aSWlEcRrZZ7+NgopoLrQPeqbqP3Sk5F4TfdK+l4aRPtSl
Vj9EUWAfmkA1B9eqjfB70Oejv8csFOF6vAeUjZx0JcZAPAipAej/6nWfXzIj1R47CdK671ce2748
jI4z3uVyPd3JfW68/+VHCpCDR/UbtLQ6/55/Xv42wOWuLVmLmLzwucZcY3R5xdKTz14O3TwynY9T
4Xef3/32AxxVSEgNaolXPXmMhxDLTSbr7CBPsSNJ7e99mnaH26NcZ78sIcU7EPDUuZRl66ADptw6
vmKdpVRzUpek0MdpOh60xxzv+c91FeZ3ulH29xgNDi+iFtWv2z9gJYJD6sqk4KHCEtGWJXjU/GK1
rVldHGXaXaMBQiwDyBojllmn20OtbRwNACKh8ZzfLhEHMuRUeexU5kpxzPXx8iYl41FAcN55VCBD
bSVi11HVXIA3KR4iRXAVvalx0+BloFlnRQ1/6IFZXUTqmC+pL+SNma3EiQ5HlT4u0BSqU3NK8M8W
pT+uJlwnAO+CkOQoHZRHox+ml9vrdx0CIxxB/wIbTwhWaMS8HcWfTLXqldE+G40k38VxIGFBGlos
Ylue6AgU3qCye24Per0/II7PaPmZIjGTNN4Oago80ZOegp6KlRLSjNg70EA2gKf3yv5/GYqeLTuE
Ht7yLODkUfnyUFPmmjCyRxVSc0PdmI5Z7Icbx+76g1FyAqdET5SzfYW6xekrCgns7HMVArWfkegP
RL3VRg3iesMzCq0AhGpA6lFlebt2IgVZEw+6deYm9+U9iM0gdbXAsPCIkvBiR9YS3e73L6IDFp9q
KdVoXpG3Y8pxw2nA1w1pU3WOqTgFisdDLHlmWw0bufbfUsai1PEXmMJLxQ6h0fV2tAwXVwS1bPM8
VHYgeTgrGY90SA3doyvgfOwiNf4DLc/ALBHAdunOxInaa+ohN3HbACHoUsi3ygM6rFJxNP1+UHZ9
GcTJobc7jBZwWa7tXeCYZf00ZK3aEcpPQf4aSNAoHiYhkEiB4zd7YVHLxHEAZZrBAxhgn3tRTzRf
4kT7BYakUzfuzesdRIUBxSsOuwOLZIl2q4peTGhRWee2yuNTiLnmnZDzbnf7a648DwgDztQoxGrR
s1ysr+NEfelIXGEFGswv3VQn33DJLEpXU1tFw93SCi95hi+Bq9ZVccS2rfry3l8ALN1ETBYtKDRC
l13npmnCFvck49zN/hQu2j9BeBqqNAbaPABX342jZuMuT/COtzIozx1N3bHeWIe/wl5vN5oGPmWu
zc+18CvIhdxEce2j73fWBitXd+BOzPx1SMq6u7NzSqQeuGon81JSpI89HqcNXlIyztFw+KP2W4i6
7LBrJXyqTlDbMBGTUXKt7qp4sLT9JA04FymYTG4RpK83CTuDxjN1yLkPvFy8VFhSydbVKVooYh/F
Soa9GFYatz/RyhU9nynkn6h7ceznX/HP6zNgA+rUkWOc89mMuU1oErhlxDkTVapuKRjNO27xITTU
+rg1KRvPnIK3g8U4sbSBDCtCIif2OmecvvZisGJsV8LpSSdIrbwutOT7SGs3BS5W1lNjhjRmZKol
LOnbwTW5D7TEBGRfWZTtgslMvHYyth6HFRozwE7E02DOIv0AtP3tMKijNFZddfYZ3dr2AWYe05vw
Un9uVAl1OvKSSaKwJrdqRZbO0YT6kpAVJLmkDVD+5UDB994UP6BzgWqj8hpwVotYKVykFtoMRx2R
YyRCTT/d20lcX8oWXLeHk2r0UNFLB4WcdPU3syfiwHAqtLt+Z/H6y3toec4vW2nR3cIwV3t0MrJ8
0j9VKjyUfDDp1kSO5i32Ec67b7xZFH8uaII+pyS2uIuyPvP5H2P7bHdNusfRWjtpwHDe/34hA0kP
hFuH6qm6CHIKR/bNYCS7iGDoe2NrJXgO5DgsVdPW67W2m6AzIS8m/1X6WBQvezXlFcXqkviwkXfU
wI1dSLC+Ud1bO53/jrKYEAW9uNL1hGVTIwFqp8wOwej3H2OshTaGWgkQiUIR2Jgx2EQeiy/kD1Fa
JkFonztZGfBjnnCd5AXB+pLa0L1T0ayHNG9tRIgrUQ70JY7jjG+31SWDyRctnmQKxUs9xI7GSMVw
kAcMJGkojPsaT6Wn29fd2mejrWNhKMb+uoIFZnI99vowWOeEtXwUWG57gM/sjdBmbS3nFhw3K6Eb
+/jtHeCkIIaiHmk2KpDOtwLXbwcfT+oqo1AvZTNIZ6yk+i2F8ZXNAr9On3l2BKVXD4ZNiS+tiWfO
6YjpR1RKwRnnNwzknNDeiLZXPhu3N404kly4Z8tsgtsdnF4uO+hOhTk5Z2KovyRNGh/p8qQPcCmz
DXDeSqcVkBxiwID2eTlo+r5d0hGbhwBzQv9M9Td4QGnL+g1QUvtCfcr5OIJ/3OVJy4UoEmeXqJn5
XMWFP25E/tcRFeAfxLnR/DABTSzfLyKdAm24IrgUJqV1jODj4U7E04hiCWoFn0PCOgf3qjAJPUfN
A4J0JS+jjUtuZe1nHRwcpYgh0b1crIQVZpCqQWCfW0UWk+vIUjaBApWmP7nwuVJDMyw2bu+Vd5uS
jYoCGIACBMAW+1k3kBINR0fCTUdE5xH8xlOBa57XR1N9isJqdHMnFG5PRnF893mF4T6jMuG+aFef
fQgyo3QExUvDaq2nwcRRzcmddOO8/r3cFoEJkm1IJ5GtzlHi4tGOYZEGwqkkvA9GWcF+HW2qXsEC
1E0GMAYuWG75P1mykqcYhjT2Vs4UfZBxIP2hKsIQH7MwiX3XJDgMyZoMMT4WUVZkLvhyRGZLpTIV
z5H6Fo+WQIqUQ9sqlo9zUyzjJNQFDoVOHOfFvofJet9ArES5pEuVAXZTilNYaE42DutTNCT3fUqf
we0BrRunMgiUj9AYnOGkgK6mtxH02kszNP4XFHuil7bOU3WX4Nfd7GmlhO1xggT7LFDCAiM+zLbg
Lbk7MPWp0vGiTWbb4T7Sx1czgcnvJYjxjXipd8oHvCdMjMuMLH3p8zAzd1ip5h97ojVsH+2SSKP1
JbyrjAhYqVePWQ0cs2qtZpf1Tpl5LYZ0ptsGCr5zBv2hF56ZHmg/4iudG3ZjRS+nGPNnowjxbsKV
AUdxO09H9SmPER8CMq7hohon9nTJSUb/ZEar/ukCAN7lxBrvh6DLviNPmTjuSDm78WQa1z8hGmsf
6yzKftLS9L91dVD/slNcGC5xF4tPEKuwx7OZao0IR2ffw6OFxRVbUnrAOIzM06c+hFcm8lIpvLbY
1j9lkmWGG2/vys09R98AsGg8zxzwt5fb1NmNpnSdBNE8+jKNqkl3oFbsva7n0cYDuDYUitLIZRCH
EyUtIooK12N+BoGKnOfjM0IsxVOO39YlwvR145FYeWtnSKNK8QdywNVbS4Mv9rGTs88tHZNTgt3n
4xRjnXX7hli5Du2ZCmHMKD/y6cXamVhM4WZv2We8S6SvfMDqLowcOYKmotmkTIVd9LvbQ65NDBwK
yB9QVTLBy+JzxU0Q0+CjTDAhwCFZff+QqhBXb4+y9qWI/Vg3yoNzVevtKHY4KFUEXvw8NIrYJX02
7vRu+AWcLNnYfqvz4YaFsD4TcrX52fsnB9RNKTXNkPlYeFSfcKLE6rT0t/rh6/P5/1H0xXwkWKB5
mgNEo9iZegk6GEcaR5HXQoA93V66tQnxXlH2n2Vv0Dh4OyFM7+0EWz/qWArW9Q3lrt+NZMU/3z0K
7+9sjDcz066qOJgi26lUh845aPpsr3XFdFCKIn//KYJAKPMogakjpFwsW4z2Q4bdnYM/QGQrZGiD
75ywmh7ajUVb+T5kTJS6ZvHSWYvi7aK1svCzrKnpWZRd9zEZYoACqoaOGl30KtgIYtYG09lp4KvA
dF3xEVS/p/zSkthAxvB3UOxB4Tb96OIvtuUOtxK8OECBcUqjRWGR6b6dV2DmRC4qvZiU8ofk4fRJ
f9xP7Fhzp0IqWwABvf0zD/HFU8i7n29vkpXrCa1kPh0pDqHT8q4INbSsMkHdHUfrzJUmCW/QISx1
KLbl9BFVk2DjM65NFzQiHFxaQvx7sfdFSiEuBpxxRg0i+QXuF+vbvvHFjnZf+iilYDBhZMiPTV+j
lHd7smtfFZoEDVIkp6j4L8dGpyzq5uwKeK+4tGZvEOoYtfUA/ENXN+7HlUMOvUvD9YSMAHWtxWAN
F4gvrMIClReY+1pzskc7U9ONUa6nhCQFXRMaGHOldrmcvdZhs9g0/tkB7nAC2dC4XRMWH0Zr0wlk
hbMGghglMgOWjkPVdDEjAKYKXerQP+cVhZ4dWfoU7uayUUQZQ7M/kVLUg4eFrDnsmjZrRq/IsEJ3
9VLPMcjVdeLDvTU25hbM9npPzT+MUjVcDDhrSwUQGa0hs8mjOT4RQXCg7pn8RGpUP+BFrJQI7jWt
7qlTUEduWmCQur+9rVaHn4FUdCa4bJdnaLQLrDdkxT9HXWdkHtbZU4/QEehPVwqa4q4fZO0LuMg0
2rcDGmfvjjB0mTCPwgjq3VxXiwukqLHHxHXDRyIc1o8uOc4ul8t+n/uO9pIFyVarbiXX5UEhr7aR
jiHfXaZbdV1VdFYL/yxrmKr3egudFKkD8zh1uJ52SivvDSXGD6S0hyecjDGa1Ify5fair218Ei4Q
JBRMrav+E54LfdM4tXQOx0HzJmeEOZu2+V7NLWPjjF2f5PkBpWTKnTHz2BcLbCWNGRRDIZ3VEbMK
PSafttRM+x92ET1qFNN4eGbR8rfvgCXarsxze17VeDrISoqhY5vH+zFBQ6rDRGWXJoO2iyzkHG8v
5fw3v80ueb/xi5hlNUFMLYtcYQcxzxe6f0YB2PQqU9Mfgq7KPVuW8g8SHYit13VFN1uH9j2fVca8
7vbiAadj+dU6ZwE8ZM7bskT9jlZYUL0YvTCzQ551+RerbbVPTZ/rqWfhbW95uW9HBU7VRf2nh7r3
rBUN1Z3bi7F2y4GHBFQ9i1qA5J5P+z/RppHYIpXrEkhGaiTZoR+S5FU2YxXZVnT6vgyTrJQHuOP5
d1lyAt1FJD9/1iJLrXdDZ8XCq6RSSTa24HVlBwgq4QinzpjrTIsf1SSzFEptWec4kl+mLrsvECQ/
Rk5jXKZASfeEB79x2xa7IK3Sr7dX5LpayDrwL3IY1CKunAHNXA01M6NaGCjmQ5cnuySsPYBI6WNa
hMDe0N083R5x5WyDDsIBl2fTphuivf0EQdAnklZVztnxQwDgjtzvw1SRf5fK9H50A5VdgkqeM/SN
eUHeDtWVE3wv+rfnyMpUT5Pqbgflq934fKsTgmky9zsR3VoGHkmkEaRSgjkD08PWlMSPDAOq4asY
NJKN96+eAc2dv4ZOIWH52ykhQKXq/kgKHZiACsGe5jv0cAwcn/2tHHDedoubAzA2FxbvHg3MZdtE
LmCt21LnnDPD6KJT20Mhc/0RkwwX+6mx8GQzAomu9nbwKmP+uHVYV24uxifMIifgv5YAH2ofNiEW
94hsS2JnQwzYC62tdoXVpx6ktS2l75WXACA4E7Zo2EJnWdzR8E9VZZqT+a4xhgeSIR19/Wir57k2
K4otkLQIyHngFu/N1Ev0AUhMzsHkmNHFCJTiNYs0rmG5tPxuj9LQ+7Hu3MI2zVwkCVaQFQPmko0a
kMVZg/afKjf1fZkJ/4FKXLpF7Vw7CyjNIgdD4QVrk8UaTlLWOQN79DyW8oDQK8rHNTVJT0bmeKM6
uzIU3UH0uwEZzAqhi6FkAQJGm0ztHFqg6PdioPNBycyQ/pRhk2T72+du7eWgNAvNar64kNZYDJdU
ihgEskVnkJ3VnyHTUAIDdywnbpySIx8nURTji1YPAt39oEYdpndgT++SRK2pwjawWfejXMrpxvu+
smttgDGUoNhLVGsWdxzqJ1WSBVD4U12qvwg5+DIaufRye/YrgzhzWkf6hjLVVadMDn1NwbnZPCul
GngKlcKzNIHuvz3K9dGYC1pANcCx8z4vQ8/Gr5ROn4GLnV2Uz5LZORPuXZEJBEfEP6Ip0Dcu0+sb
jgFnNVUKKQbaF4uzmCBzaTUKYnvw+Pzn1tSzwxg55WsBbsQVU9h/hWuUe05sNBtF/9Wpzg8+NTyg
2ctrvFH8Vovl3gLkPk5HUGMlzSTN9FQIt3QitferIqDjbtDk5N2gEX516ySOSYe/Apbr9+OxGH3l
VPeD9e6nHa2fuRilIk1MDLjYi52KyiY1IusMeRmel6wF93ktfjpqX7x//ZAspVA073o67otnULe6
PlEHEJnoZ6uPaucAi24bFGhrSTkIOTI2qpTXYRKdRog0iObRMUZ79+2zW1t9HJowr4AQIIMem1G9
H1Ga8HrJHy9SrE8eqj3v9S/XwQ3NrGyT14hneNnxA5jhqKIp6anWjrmLCoxC2FDlftaC/3T76F0f
cFCLwBfmDptDnrKowgL26Rh/9E+jGYXPfTPUZ7tUhi2Dres7ex6GJxa5NRZxyQqetBaBS7h9p8LW
pdKTFKXYQUnEjVdWk60WwOpg1L2A0M4nfKmWjFiyztWY+adJNtNj05U4M5mVfwqVagvp/bfv+SZW
QrOStj4xCcVy44q+pmB7ZmdmHV6kyQaXGSLPYe3lLkEIqZ709teUlcO4K9BgN125TtEi6ow2/5EL
J873gWXkaPmPY/UlN4rsvyGn6HToRDcVVBrS4mfIuHDFqqHyPd3orNSLRQXeedRsyfqgBXwz1Q0C
nGvdVMS6hdBR1KVekRfI62Yq0mg70SWBv+Mxnb5olV/9N0xJDKoRYFeHfBSADm72CVHjmdHqaahx
8X+KfMj3eWe1vVcOfvXBkAQlrkwEIa6VQsu+8A+gkCXqvP8j4qA+gSsylF2YOwqe7UOXQviQRfIy
ChsazDs37Lzgs50OnVkqjcucCQZilvt4IV38sQl2tHryc64CcLg9ytUWAmTLCeQMknGBJFxcM3Io
IVHQjtK5ARP2SZdLbZcKpXsMfd7020NdncC/Q/1Vi2CkK7iyHSIDYRigM6y6ifZaX6t3Is+2QASr
o/AOUE+aywLLmF6kXWei70ExbUidIxKS0j6Hv7Yxl6vXDbkW5EtmkU+IFldV71I4ddzbhn+muaju
fatNPUVSo6++08UXvR6jLZeDle9ElRvR3Bn4xoO+eHhohTWmwK34gsU3erWNbB19sHhuGPZbWdE1
oJPJYTpPl4Iu5qyC//YpKJRJrYBlSmcR+tUnMkut3c3FtHuljUXvUtzo+12UdukA1VEMHJXQbC+Y
BwYvsRqPL2o+yq+jobUh3nSj1LlFocb2noOb/6T1XG+1vlY+ObcSOivzfcvnWKyNIsx4bKGyna0s
j5/luou+Q66UN2SDtLVPwBB0O2iDAs9ZvJBKkEhpZToQq2wpogkfBoPDm6yRYkw1XLlT0o+2cBs/
Qp91wv9KOgU07XELV1r7RxY5Wvis5YHUo/3eG1/xBIIxFSIVpZ2SPKknl/5ja+0HmcvzrkexJ/GM
0KjDZ8UfEwOxmMyM0ZBVW+MoRZHUeLAOkh/5qPeT1/QGeEVkMXNuOOQFtb1hdVV1CDX06Sh1y2At
wBmJP1SBK7hvvq9ueUWvfQVCTZX/kBchM/1210hGrBj4GFDHjfWQy7aaLppfQSi9fYusfYUZ3I16
EErnV7dI36iDkXe5f650Kf/VGVr4UCrpqLtm1JvvxnxxEgCYzU8rQpzOMiVSekQ+KM/75zTuE2iH
QnUNNc3uQdL1+9vzuorU56GgwlCpomZ41fVGRb3zNZ/uxBSNujeY6D5kSWrvJ1n09w2FraOUY6pT
jab53+2Rr4pzjDwL0HG5UMC9qg/3IUqVkj0458oBouiWU2KcooyyAMKNlSfZ6DGqZgq8LjPEHi5A
sRF5rm0c0BIk7ohCceUsNs6gCJnntHHORu6HlyE0hYcaQHa4Pcu19QXBIFO0RXoAhtzb7YlYpugN
X3LOulUjcYdqY39MjTD9NnP5TpI0/KgHq/EA5b27YsD60nGanyO6HMSGb0eWCsBbeG77Z2MQ2rGs
Nfk4gnICXVzm760YEL9zljkZ9NKovcxL/U/xt9F7FP7m/erbdXKfq3J+l1eddajLfiuzXPlqbFUQ
IbOS8XWZbppLdGiuBBfkxJvPlRbMjM+s35DvW/lq0KrmvIT2MrnCYu3MAk7JqCNAp/V28idQ++GY
9zBs92U9ON+Fkmnca0YeHrOk9Dd2zNoMZ6LOX7ju3Cl6u5hWItl2SxfsUhadcYR/rw07WYdxtbu9
M+c5vI2sATpTCyBBpydFrfrtOE4rkpy2QXARsPv24MxPIuv3TtSOJ9xNthy2V1Z0pqpBE6XUwW5e
rOikTZGuhkF0CbWy2qep5RzKbjKx1zHjT1qlVmfVzuqvLQSSjc15lWHOJBV4Mhw/rjmafm/niQ2J
gwhlHV1SE4zfqPTGsU3T5COMWe0uFfUf+PH+RsHl7w29WFzAnAhw4VBBY2p5g0+ZCczQStML1ITS
31NblpAQsougca3B7sZ92xRZfGijuNBO/qg0/SUD0QZsrQ+DLynOvqM7oRL3Cya/ari9HuXlnrI/
tiGq0xlu2hRN62o929RtdCk4KtJoam7t1IbNNWbIH8ZQU9JL3ZtteWnC2m/dwmqxT49Qv/xtZxNc
AsmJzn3Z1apbFk70CLY2+GriwPvVD+ThTxTIGHYFFVgvN2wd9Rd4i/RbjlNBsDcRAwofDQNn3jYx
9BcatOLRYsNC1heyOXkILVcfb+/X1e/IuSe/BbF6Vd+tnFzphhTNAmrk9L0yobSKm6nOYLhNFpTm
cZiwcfNGOMHaxpFceapIqhkYB1VqFH/ZIf/cb+i1ROiYZ+Eltrq0PaZ9EoBjbALdeCmSpn5gww8/
JfDSHwiLO/UebVf6Wrenf10nZR//3VNzPM7ltHivIkVLu0GLossUJ23ynBo82+AZ6dhDJOFacjsU
VYUn4aP8E4b6+DTiXCTv4Pg2oadUVv8qei2WNjKS67Y2Pwt1Q3D3SP9BkVlcV+Y4+EHTclUWedP0
ewZqSq+vSpgtI01IxXUyJTKOitKXrddMlZG6RmPquWunurKRVa59JyDFCEppdHKukCp6B2CCckBw
UeEC7uY25z4uJ/8xTcFY+ZmJU6uU57tohI2W0DT+dfsTzVNdHnoAi/T90Hu8TmD8qS+G2smCS67X
lWtLk3HvE1RvnIOVSBR1cVxMQKmxKZd99ckmA4RoxSgBmSawJzRRGOUwVGLr6lwfam6e0toFrb0I
XkhDG8t3Ep6IRHX2bTfqz1qsDDs0LKqNOHR9KIrtTAsO7jJ/LoOOKCYOgkucDS0eV7K+y3Ih3K7v
trrCq1uWdBbvLcwwZ7DR2xehHtIwLzBCPKd5Yt6hO5PvJV8zPmpS3jyOUYFCmJynnoxC6KEdFZhe
mp9+vr1XVo8ziP+ZyDkzApfZboXHWBQqBDKdMlnfaHNGxMBVXX5o5DRGyQTz2Ow4Jno4635zvT1g
plGIXRFow7dCVyTHVc1c27KmXrtk2cGzKwU2S1fwVDnJhMUtElx42/qf6LCPQNnTQP5k+W1zh6Qm
vF51wBLu9mr8rU8ujg6iUWQixOO4kuva20+C+2RPB1GKLnRdEKCvcE35WYBL/1GMk/wtV7vqpZ+s
NH9R475AuaSSO9mF7Rejr5PWJKVO21ovKODEnwQyuqmbWUL6gUtgn3u56JSPWulMoRvlVdW7sjZI
uoeKjdLtbDOcqCpIZX3oC12F8+3wsFZD2cDG62LrFUOE1LhocP/wmQprHGxDETbfaV/k6V2G/eFv
zH97Mv/UKvd4w/2FqiNz46EAFAJbn9L4JZ6q6rcUR8XgFfAAAMijd4I2UhbG2j7JC7/hZpyKH42t
FIqLen2FLlusZU+khlLxtbGN4g6AaKO9BmJM9pneiOauasb4VxWmxn9REA6/Nz7I9VX25nssjkgZ
TPaUaOzOwUh+qH1k7afaqrxcT8Tp3SNBugeyDouTBufyjukmEqeBOOgy6YDejB7TrnzorV0ejcbT
7aHmH73YZHNfY3bNpD1kLdOUvKkQYJba6NIXTnHXCpQRzKIudrdHWbnJUP8kF6LvhYD18kG0AMHi
NzDGF0ri3RfdT6LH3PGjQ451zkaYea1NClCSIBNkC2AC/rS4oKnOoudrBPFlkJzqRzPI4vsEs/Cz
jPbLa1e2w4ehLrMfStVH5SmSwwGTpUHryv2g2/732/NeuTp4d1lZ0nqkNZado9AAYdxXxCdg3+pH
uxVoEOHLcqDja+2NIla/OkZqbnzSlSTGtinHcGuAUL0S9KidVMqrQgkvFVpbe8gIkDsQQH4Murr1
MDAJPv0Pk5wbcZQpV7hiCHN1ImCWlziKqDHNauWvgZJb/DGN/G90/0fh6lShtI0bcm3v2shX0gMB
NHKFuOEuRNqJnu0lJN2NXC23BcbUof1ye37XGDN2FPnKjEs3cJ5ZvsMTDuWtpU7hpQ59KMoABPuP
sp4i2t36OrJnZZA+SXAwf1W5P56bvkyRWmvwad0P2VB5bSvHyqESfbXxoddO1cxNhMjAZr/qEwYq
VIm6C4n+VSV5HCRrOA6+7dwnItnqpa0s9Sy4R7JIHDJXp96+RWnYm3lRVuFFDXv5u1Wr2qEVsCBv
r/TKcXEQmIXHwGWBYdji6GJnXTnC0YNLpfLgjJrYRZ3vTXI8eX4C5apDR+P9NxNwDp5ZSn6U2JdX
7TDmqG62mJrmRprudDOQj6ZCQ95EyGXjVl85l2BrEZ7Hc4ERl8UFxMRiSU6H6FJOjXTXx3b3KKJY
mryUqL895FKhdhsnZKXCQFI4CxTP6B+aym8/WwmiVwkUToispfVDReT92lj2dIesqHwJo7C7M8zG
lujwxVK3v/0xV3bnfGjoZ81H56o/36vCtDLZpIxYatlRt6JvfSUVT2pV/Xd7oLW9iasE3BTQ60AB
FntzSkAZ9fPxLNAa/gBc6IcM3GAjjVobhKAftDISI1QRFyuJqcygCQoRF6XBZGdEQTTch5peb9FA
144Aj8EMgAGFdrVJJEPJo7BlMl3bv1aUoY/0rq2D3qZRDZFRLr2ohlu9sU/WvhW5Kkgx+o7XOGwz
Rw8Gmz5uEkn3n+pyyDxbwRfGLKYtO+e/t+Ui4pj575TyoGFxsS5ydhgbWhOYZXqBxDv6B7VrqvgD
Mvndn1o3UH6EPoJC29j+H2fn0Su3sbXrX0SAOUxJduIOyrblCWFJPsy5GH/991B3cLXZRBPy4MAH
luBqFourVnhDpPsa/UbLZYYh3teoTQCeXeKvaTqgJmklYf1PB1TouxxF/acyF2guFqVRN+7o1NZR
Mn7/+g3mMms2gVwxsAz17YfEJ6R3czHnQa3Z+BD1oXJCa7g+aBzsrbLOzeS1Q3Y/t7GdnmTXiuiQ
jWXip+iinOYmq3/7w+QYa3RteNUQue+CQh9PsRANkoyLmZ858PmlbZX6lrWwLX7302RYA51kHQIz
tLkr6Fo7VbtxTANLAktf5119aqviSEDq/puBO0UHiM9Fodm+nQYWs+iLSKRpIAv0X11VNIvw0Mew
3oWCyayr1pPSngYgJ0dQjJ812NvDzESKtGCdE0GS3M6CTYoplCWTIgAfpK2JSKfa3qD27eTX2ILE
bqosujNSZEVVd6Efa5quJE/yP3Wu9l9K5EEHf0x7KJXcpibDpqErvjeFUDCRaiI0DWMwAdGzUyUx
4Fdg4v/ShpzeGeinmh6kCP2d7sTJx0Yx0UtpVKctXLsqtMlfhJLj+SeEbZ7QKtWAlMeROl94X+Xs
JfmCcrsRDnYOg7nTWxjaSiE8u12lWfKu0BOvqmX9j0WroEsPjkHISauZAlDPWxsxIYN//fis3Mcg
ttIgb6d3hpLhdr4ALB48paZyPZYiveQYfp/Uqs68ysqcg2C+d2BWrj38X7A6dwI5dTjHo6RNSTAh
cOqCWDW/6VkLztca2k9wUrBnm7rfxuJyCTKPJcbShUMJehNChl4oWpORJoMcUa7dDOFFrhz84CZV
8oFzNgff3n3jD7gKBZ1JcQem+a6j07UCpaMyDRS7MnI/yWL9e9qaobKSATOUYrmBztbslOMJxIv1
XY0aZMofv9P7/GM12yDdwTBtT/4rjTOpCwfyjzotQ28I5+gzvej8qZvH4tkUcnPT1bZHVobff7D2
3nmi3GTMwbbfI8pbgFizOrJ2meeOt+IfVw1lHVXc/Kjhuxe3V6czkzqETvx2qzOpocQpOE8hIsKn
yS7ra+UU4iBu3+ePyGuTTKF6QkcIZae3d1A+awvfrZkFqlR4VV4Ul5D+uys3SLsAuzjIxZWd/cNz
aC1aeaR7KYwozTPJqMDQRGqvogwwR+Y1Bf322Y7LLjyt0WDyjaiDd2wPdHPctsmk56EAVdQmSe6V
Er6FV3NENswLIao/pXJ0JJbyE1a3ib90ltcJFhBQLs7NnkwREQ9dM+6yCGeAywL8BSQMEwFsmQTy
4M8K6oLyqenr/l0UTrrwwHkN1Snp6/yzjP/i//ABLpYnU06qm6HKYpW1bnUcipPUOplQ7FJfHhIb
AmIu19Utp/8lBfjk5INn26sfVIgQy3QqQrPLwGamQ3dwjHfOFkAjFEGstfREn/LtWzfpZCRzz2tQ
UAP5rBe642roSB9oMFqritN2Ixmv4tQJ0wHE5GYjFy2puccBGjl2O81Bgl684lYm8zEXxZWyfQLQ
ieZ2nzSG8sGoK13ytIzxhdsZK5VNBZZXoOY1j6GXWnL5KYwWHVEPGOmTO/WyoKXb6T2qd4NduSq2
B8XZ6QEnemlU5q0XTbP9Qj0ChHE2a3nxejlLvmdC7xlFLua3ol+0j0Y1j5qrAJFLXLmLk/SUqZNt
+lEvGZ3f5VC6TkrfmKo/Dox36bJY0x9VqxW6N4xzdK0qYxRukSjy302dhP8WdWi+KuaMi4MFKPZz
MubaNyj0CDWK0qmdp7BEvNmtaXyG5zlbhq/tEheSSxBHaSGPpHQ8FT2E2mcrojvoVuMotb6Dj/IX
MiwpOy8Yjd3mLJd/2GFpja6kt+Jb0Qwz3y/YzQgtFFTRXTobifKS6s30h9Jiu362IcAb5AWzdlTu
7nTHqGKAaPEUNNnvbtnZjHEiQgv81nYT0sz0Sv1UbyMvkovp3donfHW6tGJiJsqXQhK9L5iheJbV
qwfR7GdlvT1xoJ3Wggoc1z0AP1K1Ihtn+4ZoiaafnGiIa79Ju6Z9XZyp4ctS4yR6yhxnTC+FIDtA
4V7KkmuXTq3hCuGMzgWYVjifNW1Eg76wkFbJ0EE2XIPWvP3M2GTu/5WVNhEeQkm0vQuOyxe5N7oc
+9clRjI+auH3TNIgVx/r3h7qcyWy8VuRW9gDoHuuVC+2vTgv5jKbut/GZvs+NaT0L7vG3RUyhp4V
/LWp45eLYp49qbPG1JVQE/iaVIucnQtLFsDF54TCZIn1YvwIqZwPZkYYvQyGua+CsUt6PIUJMJOf
O7PyTtYW7OIsh3N2EEx2Eh+KixXaw2dOYrBeMb8MbYcG8ZxlqpybKmOR26hF47iCGssfFc6AlHWN
H5PpHqy6d+hYFoEKuOUMmLbjubBaAbutZN9i5Anc1AS9MWZF5Sd1zzSrr3LPLrrQEx3pqKzW4xOq
W+1F6+YjiO1OPsL1TDnCb4Hpe4cjQWM9ZfTBD4Fa5o9NtrxK6iROzKKMV9HLE6r2hXU2jKNG8M5l
qq7aFohByqsW6iaKW+AGHK1eD7vslOewS2UvbRz9vEo1Xh7nXDvtSi4qZoZ0QnjVd62KqWTUquMD
cLOzSXxAWAfP39QGg+122sIM2Cyy5UOaDEjuW43MJBNCWJ987kdp+VtTEU9oEGeE7eRGSSiXv40w
A/dPFrMyJKmk75o1E5Yr4yolYkttfsqSYgm0aSwOVtk75+vkjPgGSeQO58UfFMUMyR5vw1RiuAVw
9vOcOe16e/ROMPWZhR2zESdHmaCyk3WvzAZm7Qbo1zsEHcj80RJNLN2iMO+mk9ZGq2hi4RhgV/gj
HYS+qNGFNob522Qk07/EIvGRc8NwtcxmBdPeWBPOyVRCo7mSbWaqH1r18OcM0IxhnpVKZ3tqmd+n
1KQfD47O7q9fq1nSbSDV2zkN7eRRUSP46fVCpAJHykzbSPMOkIBS6M+zho0F5M/oXFeK/DSFkdq6
1MWGBx9Mfx3xSvE6aZDeOdoknRe7lz9FczdewaJIf2l6N13iXDrS9NlJixHM40ajdgaGuq3+e2ex
OicGckwcyW/pUsSXsdaLf9Npyj4nhaQcbNLOpwxBZlVionty326MswZOiWA96FP59xyGSeNVQ9++
j7j0j5gHu4vRELcwwUaRYdueFoj3Y1xnSrd56lOfFhQuLahFX5FiM86PX/5OoglXndC4IrTupRwr
9N8QieG5GCRPnrKgIl3NhnZQle69rRXjzInmcXhvb28gnpB0Ki6pEXKgJ3Wz5CedFtElIhHy40o9
wtjtbSC3HV1wKGk7/VSoKC32IOFtKszeN8isThIm6i5qGr/fRCWyryJgTGMUrLg3jU09DK0pj9ZH
S2bxDDNVRnrZxvQrH5KD+Lb7VAB1ad+tPLE7aIAYGbP2mXTT6yF56SVnutG17P4ulNhyHx+Lo6U2
LwyzGSWeopTPC1GWsyXbtNbgEn+JwuS3le3prHMtmPyPaSnYhrdnwwIDOELzDW8pljyx289a62H2
Ml4niyDy+LF2bgjaIighrAU187M1Ev6SCUmtUFMwJfDNsz46dfqSvsbFkPqWsfzd9PG/eqeMBxfz
zk7+uqS9yQHGcjGyyVicm2Im0MNwt5s+VWinDiSn3RGEYO/5aBeAWfmJdt6mXM0KsZHx+7jVtlm+
SjjUPGVNpz+VZof67BiNXIKLddBX23vC1R5j7brQV9sCWvmXi+j60MZjVc4CM+7pvVaLeo6MsTo4
ljtxBC/MVViL4RY6t5tjOePfqnSClLIaJOEvyDL6oyYwztOTxKNUN0+Pz8veeqso64phwzhgOwOG
HRz2Q4m6Q9YP6TkR4/Jj7IyvuhBqkJiDc1CP7+wk1RmdHsagpKtbvnmiJKWUtyvWJI7RJDZwrSgw
3rkgLXnkN7K7FO/q5/15z6OdqgTeImyDgOA7PmulMb/S9THf9zZco8ebuAPwMtBBQ7ALJQ5G6tt5
gGHmuJ6Z4ao+6ijnaS4kr55K3Z/AZVwkxZopRBaItRDUXlutFn8UY1Z6qlJLT1FEx/vxz9l7csa+
JrgFztLdJEprWL9yVMhVqJ6eZghwV3I66RTRqT1Apex8jujPcHLWa4/rT30bboZ2CEdrgNuHF9r8
XHdVdFUSST63S5Sf2s54P0lVegA+WT+BTYENKoB7iHE9/dOfLZ9fQpzcFTnC9rN0S7syOjlzmX1g
FtEe6BXvbuIvq2yerJaLysSFQroNZppQj2Nr6aZOk7joQgNeevzG9ipJ8PlwX3lbq5v35orow3zR
BfZvN2ge1j+Yohu3ESkKfwhhCJCKOtr7Bse2JxFOzh9Kk+mWlywaULIm/G2WO9UFhIt1WkGZcVdL
ay3Fe6qRmtWznAfCtPLAiZwja4vd7UXibpWvgbq/rVglObWitKijoNOMKbBzQDS2EYtXxyn+w7CO
PYUSQJq08qU3ezuCKEybBhCtPcVAMFWnvOZD8enxG9z9EFbVN9oPNOa3VwRCBE5rh0CjQ7xA3Nma
8SQxM5wGU2RwhzzpvD6LD6y49vbwZ+AGvsP1tNUJAZykTBYCuYE+Rx29QbXCHJbdzEJIw48fb3ep
VVSC+MY/tsVIRfjM0S9DPxoGnjfPGWYbnVzcQuTbDvL19XVsP29AHYh0QyC5B3YzQWsruaFWQ6A1
v/S9LSO50mdnRFRTv+jH9CsFmPFFRNN/aEkDTjRJPkGyrGyOt8FsnBDQQSyaKB7XzqVCcsu3kn4+
GEDshS8KLNolpNPr7OztKij0K6Nh86kDPEYLpJXkW6aq2cEdoOwdSArHVYkAty1Yf2+XsXqFcauD
ZJnUGkvkIlHVgKIVw6y4JhZV7TW0Fu1fBmQMUttFmWq/7eahvRT5Yqx9q2moXSYBwvEtxwJOu56N
2K3ypfghl0vbnWhvqkejoL1jtoooU9fQSSGFffujVXWJJwzZpFs5yHOw2G3+3SlV7WRak/IfPlgL
6D5TPEQJ79CE6GS1o1znNDSqwvZXGJWbmHJ/qUU5nLNsLt2iqtIDrtneS/np7Id2G116e3PCQDY6
cSsDN5PCcUD7UcECEyOIU2ZIH0x7hq4AJes/fLorGd6kPKVJt+1MOSo8GhXP8sBSIv1TVrWJhxJ3
+322lq+Pg8TOl+v8bHqzClXp9mQX6aLUXQrMTSpRSmKcoLdPWhIpr3jfOdhLGlHxyRR6vVyAlh4V
PjufFbUpAZ5OJJ2ebYSyUvytcICNAmMCfOsqrQxmEwVc+WA7d9ehB0YnbMWZbDsXehWacdMZsOTb
rB7dwRit84ht+7ff38vVARLsnkx+td3LuEBJYtEHmpgoJQUMmxG1mgGDMu8NA2TnhedE0ASx/Dgq
9/cekNYi+awDzu2uNaMy7DK7kDZr2xfDRwZaDXST9uhS3st4qIfRL0eAxuIb3ITBEF8Ua26grMbx
Ksm6JE1n+5AVVo3del5oY45lbZ2K1ClCF2rKONG9jUeGJYvWW57Wllp9kMzuPflKpAXDAFrzrpld
2VNkpBXs+0KX59eO7gOMgOkoO999cgo8ioUVDMrzvw1yRo5AYg1Z5QY7QrlOdKYDPLMqPzKheGi5
pIIHLaJX0DeT68T9cJOF0/j9aDcH3ZbdX7LO3rFNAGJ4R7MbjV4a+GjtWy6hZOIXMRAGeOFG0vil
OVvmFQmiHhFHucFxWqVQOdWItLRnDaiB7WaSOaYHP2nnAnBA0wNdWWvRO0USA2hlOxtZeMvmJD+3
oHSetXRSzit48D+8bTBpq9oFAP47XeBiqULExRLOuSXHJ0M06UmamiMC0k59jXQiesqkEwgbbm+0
aS5DrWvwpTAzEFRxU0fXQVYyIEBt6NdL+v1x2NjbP5BvbJ1Kt/6OoedQTFd5tTrzmlD85RZpiLoc
cJAZsvz377LVqnGFGa3k4m3ngP5EgzZVJCFiloSXTutSydXNtn4eusXQyERjRXMzI17+ePyIO3co
aTZRkdQEpaUtzrJCTF1gkEuphA/Dpe2lNrCtOXoKUxvrCyQIgqnTjhITbQdH4EAoITAQ8im3Njd3
XENvx0iU/L6WSv2U1IgveUmMFgvzj5JyDCJnH/R4emtuqsXt9761seqyGkByUDFDLno50yUfEoo1
XwVUjcztYUFXXtO2c3+y43z8MC+OBPakzUCKKkk/pS5WHOk/tBcnJuvFUiRngfzRX7hvZpEH37f9
KguYJ+87ZxhwmQMEdU3r1ra8gRAWHaSUe9c7IQvdWcQsQSBt4pYlxXXS1DUtZymuEJWfrOy5mWvn
3Fgpneci7qpb7GQO8586uTx+6XuhGQi9DT+f8HynsJobkMhLpUHEW1WTU99o4lIk4RGKYO9jdTR6
IWCr1qXWo/dLZ6EqmK/LI1ef1KT51ZBbGZwqps9hbWBxUmnZQV/xJ7p6U+twyf7/BTenqq3xboR4
gOqpVZn017vCWwW630UTAEH+n+PqM8ZIOYA3Vw3R+bISJiWPt3b3oWkBEqXoN1K8vn1onMXRUYGX
Rsiom3eT5LTnZIlUT2o0w42c6mhSeh+i4O8wTCAftZEM/Dlp/GWTpaZLhxjNGPxLBgykBx3lH1gJ
JzPMj4qg+1DxZil182hVCsDISVfZZtsqvy3FMnoOakoeszvttWNOzR4XR1JBa4f97TvloVbpZkZ2
q4XF5p02ZNhMN3mnU6qyn6EDHhIQyslOwnxwc7OrPmQR3T9H6jCgys3f9j1eGcMgShU+Ucjj28Iv
6wx7mdQ+DjStiN/F01I+231TL7cUcGt4cIL3XibfCfIH6MveS2F1QzeqEk72QRZF+asWdgI3lXB6
n1ciPbiv95aiKkSx9yf5YttqnPRo1tM2B9xqOrUvUhuTIaQKTl2G+vXjT2JvKfpfWJXZMM7u6G1y
W9ZyJGDGJnMiPc2KlP/otEH41qxNnx8vdf/10QOj10AKtgrfbftGeV9IM9cOEGtqT6njtjC0MTpn
4Zj5NEmW0+PldlI+1lvt11YTNHK/9ff88vW1XTon0YhmLlKJ9uehLUN3WkLQyFKhnIa+n0GgmdoZ
R4bZx+gqe66xsfKmTNEO2iD3twmtFpgHdEIAmOOO8vaHmPkYD/XADwlHkb53KsPxNJPaFNkCy9On
2XCTRgL7XQ7GgaHHTrf+7dLrZfPLHiBylBtDP2dBs8hyB1Knq4Vxko0se1lsNPrcul2SwaX1DIG4
UFot6DEVqIM+D+Vzx8Us2L1GOwocO7cBVjRoXiB+yCd8J2kw9QyxBurzQC2xjSjLzrwIaUnO6TBR
7hV5/aQNXeqLYbB5aW18SatR/g9Hf1VfxCGPGveuhu90BbsKzkiQCcPywrKVvyp9LzwTd7OD97B3
9On1rO7YtGXvICWDHDW0kCBSZfXyJ1IKpezZqNH4Uldbn0o6CQcBZHd/SWBIVpGdxuN1cx1osY5W
hSHFQZj2+VmNFTpcyVxobq+Epl9poX4yWuJWpSrxO6OhZ4sFUXvQP9h7ajKZFdNL/kqN/fbwoVNv
l10EW05pUvtvuRXmu2HOyjOyGt2TTgZ3JDC2uyD7i0En+KA7KoelpGmYO8RNxeZoGYWcf5yltHiy
Rin+kKMNfZCq7V26FDrILaDwQATdRJgq7jOtxug2KHqUKqxxxGWwnDCqK/t0prQdQr9Nde3j48C2
+5SgO1b85882/9ttjSMy/3RAc6h1hunrVMfCLaU4fR2NkGFtlBx1qfdueUY1P7kxUJu2t6zatIUs
SjsOrMbEfW9EKkYphq+zGRpo8hcLxoFx5s1Uy26Zzz8eP+zeSUbFCUl5mCXE821Pzxgq2vQONpYh
cyrcBSMFkUtFQW3oIglzORfYZgVqq1pnjALGF9pl2sdyWGLroFxfI+Um11Hox8KuQxQM8efNuzYb
Y4rzqY+CnHm2myOw8KkeJfkgydhdhSoTGLfGR7NFb9nssJ3bzIrmpNF+0Jn70iBJ+OfBnu5cSNTp
OGcx5qePuD23Gn2Ppl8tcuRSWgyXNhFtxGRJxEsv1/g4z3QIAtmOrb/4cvMM7CuiqW45gC518x7M
ryvF4dK6s8NhdLEN7SNvMfEcxw2iMYTfl8PqLVllmXR0qa935fY1rK06guie8VdOnu0khUIpbuqN
40ljvDynU9zZl6RPdPmakuNUpJ6q+Csq5MHwLXuSn5Qwq/+JRB8+m1VuFz65QPXb9gOr/TlZFILv
AMvu2pgjPIy8NCRAZVI0nqdGaOcYLP0PNa/kD1O5HAnh7R0VMhcaiugkrLzut2GAo2JJAyLPgQov
PTDUEPGhHg7t+8eHZYcfhzY/CRQoJarFu3kYej9STBcsCoo8zW0Xklz8Txya+pduURtOQhGiZgg1
KfpH7S1lepFmrbiiWdQO3gL7tXvV5iqzTmqx1iTQO6evsWWCEKhtVbKvlpHbLaJCw/wXKH/rWzuk
Qr4oE1+8b9ppg/DBUhSfKjvEUNRlpmOL64iimHOq+gq/NwMaqu0umE+M53FCouE6C3te3FmvqifQ
fU7kjoOSfSrnWjVf5Djta9qwfdReVLASf1v8R7L/iRh+OtDaNrJOXU2KdIIv00SfDnZy5+iS/6p4
MQKbu4tklrpk1TILGLryrAWgt83XsevK6+NVdu4k5oYETKIVzbFtnBqcpEIAgLlLnVbyU1uPzZNZ
Jl2QL1nxCvvwi1OFyl+P19wpIiiLCCXgQhgnbifcYqg7tag4+ugs1N5U6MWtYQbswyBJDgLAzuUH
dADSMbN0JIO3oYtLP82bBdDQ3FTfa8ceeKfZ/AmzD+ddGDllf5Ak7qwHb4eewXoBMvReQ+kvCfQc
2hGgkgKIQKjNEChXyMC5ySUaVpGktZMH3VJOvzzez71FGUqsKRMF591sEJfevJn7IbyJRFJOy6h+
s+Klc825RpqxXo4sIXZeH/wN9hLmKIF126VvrKSDoMR8om+rkXw7WqM3f9vQvSrR0oM3uBO3AHPS
ueWe/Jkbvt3RSNfqSG5W/EfVoBAhY4oHZlA7uEh3thDJTnCwqIusYO5tAqxDwq5NxqutzBDl3Kh0
Jz6ZoxMDgXbapTrVbRWZ/uP3trORPxFC1Jq0a8FGvH00DGONDjVB6daMeoPm4SKdszplPEixe7CL
O0sxVwEKsXIhGLBsni/v5jRGtAzASjNUZ4vy9WWotbjwmvwwcKk7r2xNcyleVnGxu/43FFBTUhct
Dyx0l8vTECrQMc1FNgbXMIbWdBPKyO9tbyV/J0XRF66uDFMGTSvX/82ytHkh4taLr7Uwl091pqLx
PEWxfdZnW/kDLo9terFTqw7Eqx6OkDSK7psyqPIPzY5MDFOqdPxk46Z15E6+91wkWSqdfVo6d61W
ferpEExSFtSJ0yJ2P9d+iJXIQUTeW+Vnb4WuB9ar289L5yYypoga3NCX/FqPSNw42nzUC9tbBVQj
rDASVNKP9V74NVBFSpTY2pAHIAHFcwIvy+sqcWSueLTKJhz2DcuMapcHiQGUQJvM+KyajfwfDvca
jlbeASnO9j4Bng+THXJJUBey5I0a/SLmb9VZB5x6ECfWH/w2nwQrQJBADPf/iVu93TZQI1PXLWkW
KGGUtB7VRHsKzcL+OChmEfnaaFhnlH+vmpXFB0X6/SdMlk/b9GfnEruVzSfskBea8qRnwVLqJcZO
iexq+jAHsdTPB8XL3lOCWmSAZa1A2y0uLEZ8rqTqzgMthuR2ibu068+tNdmRl5cQ6L+r1oBegV5o
YSCmGQLu48C4uz5zZkjPZJKQ197uctJmI5NodlnURvmkL2P0Sv9Udu3OiK9FPKWv0NjkM4yy7mDl
3U1G1ApMP0XDHa9bqJZIwImz8iIri4dHvP3NgPEZubZaH53b+68DVSA+PwxmWPIuDyrHOu87lPyD
BDI2HvNz/Awzr7883sz7DA/GABAk4hb8/jvvkFQrR+a8JYRpJPVK1Psmo/DRIegqdwgbYmsTi/DF
pPFyNDTaaamuZAX0QFCvI7ncnqNWjsq+07IiqJCg+BJW7fSS56kpnwrUwr7Hwhg+iK60fBT2+6dM
k6LMy8q8yl3TxlXsP7xa2nawqsHQ3JPpIxDVKZoaOb3N+nMTF9YtNmLVh3Ucf/79HQcssaJE1zxw
K/sEylgVvRkXAcj0HG1hR/4wQ1l3nbzuPrdOX54tUJAHQ+edzgcCOyg/rYMAZAS38aEbGnq3RVQE
5VDV59mM0JhQjOn9SKfZ7y31x9z0ziVrBaKMeVee6HkczYL3DjRvmpNG32StWzbfrTSG6BVYWdDS
IL/0ja15Kbjeg3C/+6SgEoCSgkS5nzhLuh0pcmhkweS0+QeMTgfHldXJSd1cqeMVZT7Oz5WI4pNt
JkXllrU5fllwMDwCJ99njSugdbWxB3Bt30WLUB2hq2NzF+Cpki1urVnjtzqD9ol05hSdSiX7Lx8z
0zOCsgIU+o4G1PZoCffkBSuFGKsmm8v1aewY+nvZGJqN22fJkHmtOrTGweez925/XXn9818SBtrf
+Bp1aR7YlbS86mNjBpgXtwed791VqHZpUTCnA/38dpWJBmlUNCGvtnOMMoAEGKJzmkS94z/+Rndf
HaATRJ4A/92J+sbySLXhcMWFutqcDe0HSlTfMPpSvdJBuvnxYjshmGhAHKQHu5aG6tun6oU8RVam
pUE2qmr6mTlJ9qeKY4b6LjOt8IIRQnWT5X66Pl525xmh9jHSIi7AC962fIQ+60ypDTTfux4E9LBQ
HXhhSgssUbPuSS374aD7c9/7RbwUYUgUbNEOvBN8B9Y51ElLr9ksR7rr7tiMavNsS0ICFWtXw8dF
Vgft3JRJHv+vQ5FKnIsxEvrn339wwLKrcCHt/buXi6KSmrF0EtgAol+gtFZ+rbYDMLkqeo6t/kgU
amduxnMDpEePGr77HVdoICAyGkF5xtZ6TLLisPaHZNafW3sRl9YysQ6JMySXZrXz8MppPaxwnzIp
Ur6S1g0Hr33vtK33LuiqFby1vXURae91ncZOUMUZHc2816XibHTO/EfT2ok/9Hp3c2ol+n3pQfDO
8KXAL6xAq23vI0LFLcwKplZRFBa+vpS539pnpQDunwzPg3Dea6lVHlx7OwGDJBVDmrU3cD+QBigE
gmFwGJXJIfIttbBenaU64oLtpIWsggrgKqGwqua9/YBjRy0cCiUETw0p8SBntOdFmUN/LvCsfXx2
95aCqLeeohWbvG3plwBaKmtBxMlZRvhPjWhxfcqEE6LmPOAg+Xi1vRABRQmCDQ3+FdH+9sEaCZZx
F0tpUMgTTm0J6BYBgODqLMm3BVzV70dd6jPaY4CR6A5sc5QoXSo9adU0ULuiuTHmtv1y1LobJWJ2
SkOjO8h99zaTJtzajqZiv0PElYiI9KrEesPYxUE8hstJoKrjV8gLnR7v5O5SKzKTif0O5SRXpllK
kEkPpIKkpF5K9ZRNnfKnwIfpYBfvzzyEMnXtraPySZTbnMauixwnracsQJWe/JLK86QK6JCPH2gn
zWIZHXsZbpCdnhEQfJODr7IMAsMeNrPZZS1nTrUT2dD6Nfs98mHNxULS1JWUSfdNvW0Pbs77C2X9
DRaOX1T2qO5tMsopFUgJzWSUhtFzYIji12mQ5ueU9+2NtTMZLvG8cnH9QltnTo+40Ot//229z/po
DaJOy4m9a4/LIjJRGLTJR9SuTV3TbJ8yu2tPEfM9rwf54w71Mn8QVpYcfJm7L5kPkxYa3u2cx7df
plC6Hpn1gt0vYnFakE2/dKWu/fap/dkYZ1q6Ak1ge7xdBThpmTQZQlZTLIVexd/yxlax/KhrpYPA
treVChKXzEPJXO/A3SuPXnJEzVKhqK6jZYmzMKbateTFgTc1yWdQlOPZEJ1xxNHaEUjhMamzVaoy
GD/biqxrdKFItDGCZiitD1Olp9+LwQD9u04ihgutScw58lhKXpi81c3VEVZy4iLofXPqks/dEoM1
Qdzxt1s6/CzGLgCOSK3vcB6RNgylpBnkhZHZzCC30vDjgixk50ttC2j48Qe9d6JgFQAfR4cBguHm
RE1RnVvYRadBiHi25qKPZX9ubNH9vgQgT8XHCiB2JVltz1RiMXhfkiql6u/b4Zwi6fjFRhx4QK/D
np4qUVDbQ07OIxQJtfCgglCVnU8W5SH0ZoFs3kvpW/qQ18Ip0mBZlib7qBZiQrNMi5bIV1blwT+L
qR6QciqVBG2xMR3V2ddAsmmuqiD+5ia2Xsf4IqRl5UoJyEB/Mjq7u+bL0v0lJrWGktHXA3qOc2ie
62KekqssD1roLrMeawcB8P5aQZlt5VxQDnF2t71NA9XboiqzNGhltQiKbJp8YRv5VSza0fnYDfhg
x/lMUNKhBbYJtmroKE03DGkQA6Z6Vw26hlIZKlWnGX22U9Ik04ttjMg5QXD71xYxiDwF26TfP6Vo
GCFJB0ePOdMmIqUi6SPDQEAWnKF4nZZB8qyisA7i3t63QI6KFx1TePLGTTMVSeK4FDawhSJrhpth
tdIVzTD7qEGw9/ZYAyFMXh56HJsdXQZ7qJCbY7raKqYfy4npdQLGppNH1gEr+z6TowEBMg6dL2Do
d4pbBO0RYspIlrPU4kVBIB7LdlqW06AM/qLZs//4Pe2eFrCSTM3oc9HF2Wxhn01oL65OTPmiyd9Q
A5qHk7DKQX/KFatU/JZmeOPmqAvmrlNmlfU+6Uv7nZwJKEyPf8veNqPJu7Y5SYjuKg96tpFkz0i6
x5CEfFtvwyBOHeuc4lB38Ni7S1HDM+PlO7lTTdRBkUAGBdZbgRUcfCWXO+VlROfLw7yFue/jB9t7
qdSVtE55ofcgkRhrFNmSMkoqYZTeBKTpKUrBHjhJqH8HhHkE7919qeBDYBpR7yBJvbkj1BpFdVpu
ON+Eo5q7aBzmT5rQ9fqKzvGSeWNF9wB1qujzXMZpc6rDNrpmU60d9Wd29hlx5bX5j56ZTv71NjHp
2JVRQ6+LlskyeYWy4CgD3Cq9DuXYHFwZu2sRXKkPGMXCcHi7lpr3vGq8aALgzerVdNL25Fjw6TIF
EsrjF7oTdxj10m9iFUbo2/2NxlaPoRFzfNAKvBRFV59DOTzio+zdgeQ6GIvSjeEq/Pmaf2nWafME
bRcCRWCi1qq7CFJO3/GVUv4G2GS/akpZYdUxhmr51FdDzWWI9+D0D1rrqXNCrb3+IpxZ7k868v3X
qhWR7I91OmaKqykztqiKjmq1l1J5ty7mJtkK4LGtkz7XufP7nzYQGIpham90UbaZG57jTJhRLw4k
U8OSt7EVNy+i7JqZuXHwae98bCxF6OTaAYO6rTWKIdEGdUzyoEJf/EWRemF7LXSkr0kvTWdND2fl
4PPeO3hQXCANkRKD+V5Pyy+vKRYLah0F2TcuFfNL3+n2pZEigWhi7xyUEzvZNy4egE7Jf8Fkbh+u
nqtlgNbHFMiOkvdS6aS3pc3M6sLm6y9Q5qyAuWaDHSU8w4N3uHfoKWLIY0AZkfuvG//LY6IlBXSj
YO0EHY/TDBjzJIxEHDzh3mauylhc6YRL7tu3q1TaoIRinaY5TdGYLrAmA412Kf2fufwfZ+exJKey
reEnIgJvplCmq9qot7w0ISTtI7x3CU9/P3QnKiCK6D3RRCFlAZkrl/mNHu/0Fba2CjhSsO3UTGvS
FZqaMTL3bYpPmxkfIzUsH4UUvC/Vvjjklj3saANtLQeMYk7dIQWwY24fbUB8qByA013zItMPDbfN
56CD3izpfXLONGNvgLX1KmkZk4OhGcVgfZG2GFFi1bqepdcJXfpDog7+gS2ZH3JNevvICJ8A2kG0
DuH4rzAw1CtoqYDSusp+7z8qZV8d4yDbGyhvPhBiDwxNAEmtVA6BV3edbtPmasfA8gS92ZeidHR3
Qp/30/0Iv+6+8kBQcSBw03NftQqTvgAdVabJ1a7b6SQRF5mBhfY7oLPZuWma5JJWvvzmLiiLImdB
vkycXCF0cxB8VRUkBJKKVNkIlJ67rPz3/pNt7UJIKfQlybQYe81P/vcxzrBMV6HMXjVQvFDQa7dw
qvEUjH11kJR85z3urbbYg3qVN1wLqGD3RWQ8lWn2I66S5LXl6HllMybH+w+3tUMAs5Gr0+ZBa32x
nKOO8CryILmOPTyDDsiBJ4WwT4OCE3B/qc0nA5QMVA+F2FUKiQ/vhKAxm1GXJOcUaWr6oDZB60Vx
JB/rUPSn++tthV/2PWx2UMZr2p2mTo6V2zRenERJT6Ty5dWfVZXvr7L1AsmdELfgml7PuEodK1+n
KxCBs3vnaEDDPY50Kh+CTq3/w7diwkCFyriFJHHxrWxaxulgEg6DWI1OhR+F2kESkzgi/txnO4tt
fS0LSV0GO3TJVs3WIpisOtCIhVIoQ1JUwsGLLISc5Yl5nVU0ewiUrfgB6gZkKqRBAHTz7/nrlIE6
gXmSc42NTpZ/qrO2cRHQjU5R2cif0JeZjmok7cFWNxYlSeSGoRLm6y2zLPZhVidzn5wX0FyLFNVk
N23N1hvNNvBMKcPMuKubr/e3zOaqxMhZGYqLe6nSJFkqHFNriq9NjtVhRAV9ThkRndI6tB6R6clP
01Qob9+ns2Ans0lDmXv1iwqn7J2pL+OaRccmeenyKXwfK1FyyFSh74DFNo4EdT/NMPhF1BbLT6la
oe70Pr6EwgoV++SbafUuSEBOXgqT0mantNjYqMSTGfsBK3JW0bjdOAI3j1QLferxJLW+V2Hln/uu
as5GNEiNy6x12Ll0tj4fQwhKtFleewU75iVOed9j8QgtTvKiCC8RVQ+DBy1U+1MOPN7TZayw7++Z
+WwvGvJzOTCPdf8kRIvPp1Z215vYtF+rXClfLUW8UMaap8jCl9MKq+g8Brk4C8y6Pt5feOtjsibl
AdJ3676UktddAvCERhzCXrGHXw/Sv9kAi6k3Tf8/fMsZtE7bn7i9ak+NKikD6vDRVTOLsPXQyC8b
r9TKkGZYAaXq1c656HfupY17gguQex3FdtAKy6wPz9lsznihw82zFtPJ02cbD66dD7i1CjpiFFhk
fMTwxQeMzQpaVEvPu8qM8pCMc7ux7POdqL0BPeO8MfKzIP5QWC0fJg7SoUQ6GyCfQhLh9dR9X52q
lF5rjmHsJahW5G6TV3npKjCBDkGgG+FhigCayJbW7nQYtn/ODE6dSdOzFdrt4YScUGQgGEkvNLAe
QV9kXo5/xpMy5eYXXMLLrzk65XhHSdlDytzt0CVV+xwIVCPvb+PtX0JndVZz26CMhY5IObkKBXWa
GLU3Cj16MmIpYkubqXNt/KB9qZVaP42FMb5DuVl+Dms85XHRad/OcwWkITtsB+bPaB4t3grWwOaU
F/R66yT8laI5Q9UWNy6iq+p5iKXqP2w9si4iP2F/jRMO0gYIimGSUirx9N6wquRdCFRh5+xuBAqN
zF/B1WEWy1s2sBHfMMcA3fQr4LPh2Gj2r7EJ2xOpcrlzv2zEQhj/BAmO0czbno/a36lC79vCymXI
+HVR/tDDIhaXzG7SFxn2Quk2YZaDeakwvehsYUrn+ztpa3Uav8i7otUEYH2RqASTXTYp7YqrRO+V
ATBwm7hqipNSi/AhqXTzXOM7cFQJZDvfcesN04Zkpk8g5m6df9lfz90FgTKOaUarW07GY2xJ9iG0
/ORMp6rYiSMb82fAA8AjoOITEpc7FCUXonAzBNdkatqrLLc1NiJZ5mVNID5aaPi7OXZpZyvEK9Jl
yPp2liAF+HwJcOMQmJejfmwjBsy7+cRjnxxhqEynqZ3g2bRNdODL7rzYjRudiMnPhHpAm3eJBsHz
vECDsfYveeygxiQZ/ZNthaNXy/V4SJjbHsNBDj7e30cbjMGZAYmmM+gByspls7Ih8y6ClBtBxjVE
HKfAYipsTmaWHaeqwOGlBy2GerWWFAq84cF8HxttCAXfMP3eE1apfFGUANsC2x5+y0OYVgc1wYrB
q6tMekpKP0jhWasI1Na4X1nnfhLBP5EiWh03obZ89Itkkl1kOYL41NZN8VWvC2U8U0slqcsQvv3B
uKgKTwy76s9Y1EY6Hx3F1MOYOpH9kBvmGB0yJShec+iB3aFDGjL9RXuc4g4th+k4tZ0ePIiqCJQv
qtqOH/GfbfaQEhvHEcVYqCmMd3mZy6lrgmQiBMcovBqpX50znBpOfYcOXiqV8f/ikoHM6OchZJxI
frj/ATd2DXQEGjgo1pF5LseGoa9UdT4w5FLLsLjiKwl7U4TdP3Q90MfogxpB1GQPO79xMMnf4dFj
KwLaeZlbVymWOZ0DOzLrgvLoTKl8SJDL/lKpWopKT1qeRZD3XmOBP+tF0X27/8wbWQzdgtm0EBjT
DJ64DUGF1ccJtFASNITIL01kRSc5neodJZCtVei0AOIjj8GpYRHgywyPLGdM5hFbXwQuPr79oUhz
sdNe3F6GccTcjoBxukzJmonrIQS9aAxTnrnZGGQ/8rDYc7bYKFDQNiJgE9D+ZJi37yyYdWrY+dg9
ho7xXNr4EUWNproNggmHYpj25tmbj0Uyi34MpB02ye162oBTlJOTROetVF5ju00/iLTfm7Vsr+Iw
B3W4i/njdhWE/Y0u4Kqn34fK/yEYZcMLkjRS355W4HcMrJP7jix8id6wYmjsIJEQLxr0NnB7paDe
KqwG2vIgAXJ/+/5mJbpF0KpkwCm3TxUWihpnFZi5NMf+rC5BZIf1rtDgVsyCZQMLmLQMVMpiFbPt
urICgXTVA0164ThZhxhxt6fJThqULYV1IKLknqKIt4ts/7GmgnejosSxaiFNkgNXLAE2qkwMMMdC
xpZukrp/YA1+vf8mN5IVJuQzKhhOBqPMxS4cQlsTdZZF18As+2+FkVc8WdR8FACldz7a1gGblfah
AjNUWjmbx06v2VGLpzP+n8whaufaqmnqmfn0uQ3bL/efa3Mxvhn94HnbL3MFCPe2pCU6Zt9d0D47
RhS6WSfbpxJ37qPgXezMyjbO2fxYiAvQwqfJvdgr0aSr6aAVSNRk8XgikRgvE1zSw/2n2vharEI+
S+4G3W6ZWkZtOohREZhxq9H0TjS44ZhMA5+6ZthDcW5sfhOMDZklJ2ydbJky3kEYoIRXBi2Ofo3l
JI0P5tTVD4UtOQbegmZ8rtmkn51qMndC/tZzAh2FtMFMibp0cX/lWoFvDD5DVzGkdXLwh0z54MdD
XB7kUB1P91/qVs0JngBkClNOmprLMyClgZ+blZlfUzQMj8qo+YdEFqkbW6106i3Vf4gU5yOFIh7I
Ru5ASlbCg90lO0dxY8vObmz4P3D9MCqc//6vugGt+cqv4z67pmoRXHKUcDwBVv1kZA5JWh/v5Sgb
X3gmEc4BbsYYLR9blQtJryIrvw6akGukRaLwqywktTlYij+SuUTmuyYJo8MIIfHf++9847gA8gM6
AlaF8dryuqjsgcvc17NrkwHx4wP7xmsgW+2ehtJG8gc4jbwP4D/GJUsOu5pNrSHB0rymQx+gTNxD
jeU+PuYNIL8KSW+vqZvs4T88HB1HMD8Ina4K3yAu0UOrlfyq+3LzmOl1dqmHuNopr7cejZoEFixt
OPA+8+f9a7uAQ9XLRBrzK5Mh41fTT+qDr1jJN6csNNg0AVJOaA8ne5j1rS83j5RpjBiAj5e6uMBU
gC/6YU5XPOmOSW1FiG6qww5cbCMAMOmBZsBECAmHZX/Mp/EN9SgtrrJWFrILjEf7VsdN0WNLGeya
mm2cBBrSnDx60wrGK4vgXbVkaL3kcxJ80+kebGtonpm29F8bRwnzg6UBnfTw2e0U8JejKIzz/Q2z
BQDmB0CEYnRJwbCsUXRfSdg1NlOcSUBOmTo9kV1wYvWPJnRijPgqo5weesJG6FpJkP2r4Vr/eQob
8bNqVTumt9wGiivBtfZ3bu2NL8GNzRFSAHltQK7wj0dD0OSnBWipyoE9niwt1R+ofOSd17ARAElB
mID/iUorQpgEhN+kB5aSy1XlwZiK/glzxA5rtNl6Hcr1ThDafO1EWoIQ0I+1I7lkpAHsYpAfneO3
L01sGq/k/pV9wm11tE+RkKUJ/0CRyIcGyWfzqqVm/QG1VVTcrU6K5cuUJdoDGHzkLO9via3XTrUz
twOhpWGwfXu6pTIcCkWwI4rYyH5J0Qi3XULiwx8M/e0wb974fAHMNoKr5q+k2qkg30CfQIt+G77u
PNl11580mg+f3v5QzLagodCCnK2rbh9KwBjyI9VIr8mYFIdRjiKqKwTmMnW0duqRPyXuYhLDpHwG
m1KEr1NoXDaNMYyq7Nqmfvx9yOvpn3ZIJ98dEie5KIOjn006MKarxxnaO3ZhHIeW9s2bj49DYGHE
ZlMgr7EqsZJLTlxo2bXSlEH3YBZ2yQGs2wxqG9V6TyZ0vW0cmvVkEHO5N5P9bt9wkXS9LYegy605
bBbJmH4eTfMHQq/amy85VmJCST4KEXbVHO+51XMf8fmrioOWa8j+dKmKdA9/s77kWAUdJlQtcchd
BUba5IPW2xGDCfR3P7FP5AeSuOSXBt7OcuXQ7I69jMb8zldbRyLgYLg6EfjA9a16Rgl3dlzFAlHC
yUw/oASswmgumhdz1Kvg3GuRop7uH431tcqKFLP05OEFrODKVlFToBl6dB2iAKftoc0OUmkpOxF2
63WyK2BZzDiIVdqlFQS7hnH9tanS4KEuCuU4Zp39EuGtdqIUaD/Mcp5vP4qM7RHK/VP48cciUwkj
ChVlopqN4lx1E5+jNzld6NEoHD/UKNv+HpiWXpSuTk+IEAZuCWc83/mkWy+YKAcQaZ7mkBTenozS
1gfeCcMcOunZ2Q8d/5HkZa8Nsu77MTSEF0mnygShvAzb4DtGBeuH+FpK0tidx0h3HiQu74+Bipbf
SW17WYb/HqbvAeBGnccktX59+04CYUinVWUnEXduHxTZvqDN1BDugN8HF02TlMOAWO5O72/rhHA0
wWzSvzLIj25X6XjJXYtBzVW1g8kbM9G9JrWKHnoQ/IxTwC73H2orrhHMTXpYAIdXCLkcFReceaAP
yArBTao1DVea0L60yI7tbJStM4KLozIj5OZybLFR+kzV2H4W0O4wLQ+dYwAxR4sUhollhrPKchs8
TPnYfb7/hBskbboikHdnjjLX/rLm7UapHOSCgjswKuF7NkAbTwhffgqAvP42sqZuPTjzytkIktFx
qRV1/1hNk/0Ozy2J8U4e2L/u/6atMzN/3JmBS1a8rEgzFBDteuzDazNE2s8ksPNXvf8Phq7zNU0X
CoglEOplLSjZEkyNmtGAbbT+1RqQYXHUfnw2a3lPMv/PQOw2K+DDIoFHAGRctcJzUgsjOeUQ2OMk
SjFzRc3hqcqGbHQnrWrAaCQBNmmBhazXKeYK/YibYBb8rIMihD2iNl96s+zeyW2b1YfWrHrtbFts
eVp07WS6U1joiouEo8YMRoCKPdmtYxxxzCmbs9TJ5bFsbD2lnVBFX1vNGUZPa3rmAIqYQG85SlRY
3gReV3OFIjX9TvTf+JyzZBf9UpSo1kKpiE6T60kgKEThfFS61HxOEWbfKUs3TiqLsIfx+SAWLiNg
oKVqm7RadIVc1B7wC2cmoE7Vo9EP8s6duRGDAOeCCZk/5bpqUsOkHKsZ86IPsoKm/DS8G1o1fLam
Sf2Ry6LfiQyb682zTvbphpBXb+VI5lvc0VKKSGIUmV/R4UwferqX71DwtXfuza3PhS4HdSG11Jol
IZVOjzpGiE5dLXfM5xRxhKHe7qyy9b14HrSI6bStm9xVMClNAfPyKsY0flQ6szwUkqp4UMPKnaJ+
jpyLwzdLhpMAzNLh3FC3d0aBHiMuJAAcwtoYfyVoTXod8/sH0aWdV0p2/GThFPXaxrumVRsPiWoi
9dQ8laedr96urLQKw0UNcTKHNpBxQtczeYmyuP6WxlL7/X7Q3NglgJToI8D44pUuVYbMWhuRVp7p
BPIYnbBxKFqv05kZ50kj1W6d6+pOAbexUTDmpapi7gLBbhlAE02bchGV2XUKpcIz+1w7z54zx/vP
tfUOoRPQnpg7zyuHIlMy4CROUXatG50OdxBGV4x6TQ9Q2p5Ux9ZS5FDAuMkv6JUvNgq6V52D0Wh2
RYdr+oGjYOB7DOTMrxEcvX/vP9bGdY8gDKAbg2kpF/5irZ7grMcGhqmFOqTPihjG2vOzRv0Q+WqU
u0JVCtRSi3QnFm8vSxMNqziFGc/8Tf/q3nUzO7kcwdHWtsg7tyOslG4fpsYxFLpkeDWqZddRHpw9
u72td8sUBtQnOHKy1MXzjpyS/6cRDaIzDxH+gh9zDefTTMjq+/uvdmupuelKX31mIy4zKSkxVJFk
FldBmxsoziAw71qlnh6zQQPucH+xreDCfQMKF+zNWnViwCJ5zEz8OOTBML80qVDQt9Ua62KmtXGJ
p1J7UGAPPcd5rO+RgrcelBYz9Cxeqm6p2u3H1EHOjnpLVmHY0F6KSp+OchVVpyiyg52zvhVd/l5q
sW/SbkiDUihMje0sPuWx3ZwGbo/fkxbhOVSF/ttHrSCgcRX80/ybyRW3z6ZJTVVGOS4EnTL8jvTe
f0qbaA+sxT3Df7O4G+aLju1Ca4he3CJCI4QSMWYANOWXoaF/zChvpsKFLS/By+1U+ZROUWO5vq8m
rYeYjtF5IQr+lMsQS7BeyfPMs5ROGs9mZZulNwaG/A8uN9oXq8kCy4VZE9f4CWTCOMh62piv45TU
vxMoSrFr27XzMUiMPH9wTOQmzppdKcGxCfOicSUEuq+pouDq7mSJL3thLobfppzbOLAUtvxVMXNH
PQSgJP/p+8F/n/Tm1ByHTM3Lg6kKBNydOOifJOE07alyYu2rnUuiP+hJF1RenmpTdkgZ0ziHxqj6
zsVEV5IwGp2mF6FqpXkphw6s+yABufccaK6/jIbC8r1Pp42Y4ZuJclbLuoH+OE70aXsk57wxKpLU
a33JEu5otIzkJ2CLeCKOWd68QDjCabhK7bQkuyjEzwzBQRSu6S2BTMkD8VkEIvlElLKmd41jMZdy
wfqnxr+ITQqkIBol/NbEVTRcslJ3zlkPZ+QiqUMTHMnmldjTEtlOj76cJuZRzgIdFwk9UDXiWqRJ
XqHF0csEXiA94PXU/I/oIcxHNRWRegwkqQYXNcR5/ykeKXIOk61n+etUVM2HMq7MZ+T1gsydzEHU
r6NZhqWb1ub01TYS59dgTuPJEXhYuV2E0M+DpJi1dc7lKkPhcOj7ly7J1eR5aIZ+cOGfBvaBunIg
vc+MJDhMWQ93NHEGfXqQ8cYL3EDm1jsi02+lB2Xs9NorBxNnw5LeVPOQyL2SuUFaVvqhbp3oMR+H
psP4O3G+okE22F4rcuNT5RhN7lqAdexnVRqGq1EqQ4qyMJxfT+aiEQ99WIwVsg92pkfYmzSZ4rYO
zCmIPuXQHlLwUdVFSUIT7y0ui8q1+6D9t9KR+XP9VDIr7OqYOHsNLvLyY9lOxudO8kMAYEace2mX
I6poJsyo3RGUW/DaU0w2bmablfQ5F7VqegH06qtUNtMHLUbk/jXHZndyydnink3pjP1FRFX9qR8b
o3X1stW+lJU6KSeEVs3iN5aUauapmGnsNZA27krqQvp/TPLIO5aVcZmIAMYfRAyjy7RXgLj+R6dy
7F8ZtfmHqlH+rUU57lwnq5A+EzCQgOKCJNlZKaU3iT1YFQwC7HTGyGtmrF0ZSfFxlIyf9y+uVcuI
Dj9qzZSkaGOy1uJCFrT1ZWOwsqvZqOk3WzjZP4HWmmCOnLj9WqLPee6SpuDkjeIzeN24PN7/AatH
ZeREHUX7kXSVUeIiwotYNFM6VOhGV07xjwjFiEOjP1C21cnpvyyFdgbQbq6UJUoi7vM8cGSIgP4A
XzPLgwl6QmmcVMnfs6maf/XyQiGbY3SIgs2aoxCFE2BHO2feWw3Vv7Nb1y+lY1L29geatXG5IWfN
oGVXMYjQdgPMT/Wk9RzbehKx49l2bPyY5WOnnU25dUlS8GJ8CuRuBhff3sV6W2qjk1NAJTD1n5xI
G849A2JxNjVB2lo5kbjofa4cC1kRe6dwa5vgfE1bjGkzIJRFxy+vAN/RIuIUNlhHZq1ey67Kupdc
atu3q+ECogEXgC4v0LUVnCY3I7kNJ/qoqgLnP1EJUXYrzg1mJDvv9A/y9GajzNBFrkreKL61q7pG
NSWzQJKVgXacxsNhbpg+jrXT/Jz03P6fGercV3JmJ6qb1XX+nJh1aD+PeqlJhzaU7PTkizT6Jvu5
zMh2oLC9v8NW33z+editwURgNrraYVh2jjp2pdk19Ovcw1Ode6SZBu2Qls6PPrC0o22L1PP9fI9A
tUo1WZlKAXT5DCFFpvN2txVKFA5B1WWUIb44SlqeHdOy7M9GYk1PamSMe/2V1Q6bF6Tim+m7VA3L
SIj0cOVXIQvmuBpfi1EWHKvyPZSUdKdJ9SfQLD86LFoKEwaRtATnt/5X+YXrzQhC12ISqU5+76pD
AGJbqIMRHHStrbkX/couXDKWmVVZ5RWStmNcf1eTuPhHxsTpo2pE+niYRhjxD32HWLabR0YTPmhO
ZX3KmsYcMIIok+/ABdJvqeqDXRoFj3fs1UKZjkOlTb9yISH2WfY+4AYEV5UU67y6Vj+z57vWjZtJ
9P/UIZ26o9VAKmXKBsPeJe0xaaqB0vtWBYEhXMoBK/JwGI0dl6uwb92gwP3lhbCVfKiRgfJdZbSH
L/c35irA8rXgDdKzRgEPfqR6+wrzPDRFmCNrH/GsR3Py209GJCVvxdXNq9AFY5wJA2cVCGQrxv1K
TrOrnLYqcS6Snuus2lO1XEPAWIb5FPGLImQ9HYriODVTMKXXyfKjc5r6w5F8Rz6IKO74/orvhamq
vwujNsJlzpi+h7WlvRuYWx/uv9VVrjP/EMaAZH6QCGFB3b5Vc/BlOlnM/aNEH4+YERHspYbZtKyJ
Q2JL7EmC485x2IoxLMdR0PEfXVHrOGnONANP6IEE+f8CI+svsRTYlkt9aZ18vdC/ww+Ln31EufcI
d1uHHj2fGdkN/oAM+PaB2Volh6zMr2Y3Do+1nPbgzXys0XpnT/53cylEjmmpstpK3SaWSsq9GbqE
GLVNg1MKYKogFiCSyd5JdDY+oy0zYEWVlaYc/f7bp6KKCLQRvZ7r2DjFedST8lomlnlUGDV4ZRUW
j7Ll5zuLbjwfDSXUYcBNMkFaJiO1Vplk5lN2RWq7/a7hSHmO6q7t3EidrD1knbJxPdAvQyqIdviG
6SWNMyqInk1TUza6dW8oF7OuM7doUsQJo1F2gevHxzrp7N8Do8JDGYG5S0y5eYgh0ZylfDIudMHa
Wa1ycv1K3lMz2sisGffSDUKoSQZruLjAZuUgRQjuk8iwgE8h8JgRLBGpO2HtUHzEDKj5OoEfPokE
jSjUNtLx4f5p3nxH85iUIztPnBYxsrKBu9SU2tdJTcxHuTNeMahAmXPIYErhcLKTy2wtx1yHZjBj
y7W0YWlW+cTEKbuWtiJ9sosG4QEjQ3m07NPjZI2t2FlwjbKhDQm9BbNJMErroWXTl7mTZi2YVd8s
X8ARBcesLUN0l4wk/oY30XBKq7a0PC13xo9+G/cXuE7FTo60tfFpuUPRp4pa+4OqQkrrTAdkk5lN
9JjBfkK3t6/cVsqinfi8+YpxzqJOIxcDPHZ7sLNUnio7GbKrnZrt0Qoi54xeSvrglIH12E619e3+
Dtp6NHr7OsA4ECk84+16aijKYTA7+LBB2HxnJWPyUF7WPxl9X+s7n3Pr4dg+HDomTuitLg5Mh9l0
gIVVgtYS7tqJkkxnpVKrc4EwiddZIvwPD0eVjSMmLU127fzwf2VhqZInlj/hlFByUs6Tn7/vHSGO
EZaon9/+Gv9eaX7yv1YCVaIEE+nQtWXIfAAWltD3ou+Gf+xew3Tri1FPYI00EyKN5ZlXG1xgHIWS
cGzKwi3A8T2nTYurFOy3T//hqWbMKN1Q+G3LZGGE94oZL+ioWM7ba2Rx2A+FTXwbsGGTdkrdeact
UuYZsq0xNfijd7Z4hQmtMpkuUXztwqDzBlsbH8PSnnZSka23NwtrkpobG4Xf0JiR3gKHRad60j7F
U5gcRWtMp3Jq9lo8Ww9EgUO5QWU1zwZv90SfOvSTKgZ1TZCiSkQ7+Qp4Zw/BtpFbsRFIXrkGmHYv
hyAYcJuxqHAbg7CJLqrchK5uj83F6M3wGNq0Z6Oqb84khHuhautVkqFD4QAHuOaTZ2YKqoBLDVmu
OIKvIY8PdKESLxVJcbq/ETdfJTccKBEGtivqQmMKTKZCM72SXsN2Hls0NXtrD9y4eduQTcH4oiZm
Pri4TtHXDkVjzSWH73THuIknGqVy+GHUpvhEcpnGLvpI7VFLJjp1Q9dgWGwVO9yUNWqYO29mpUBf
4OJbZax+h54nxU+Kl3irBsdY9U1BLz3WT32MFAGgEjuDFSxBtHeL3Km7c1FkKBonCY6tVNtZ5gIl
6C7k3HtNr63NRszhl9EzWYO16z6Ic19lCJADl34czIohhmlJr1lU/Bx8If9wEGv73jNy2Lk5tjYA
oYHigTptTe9VfduUNKdMr0LuzWerHaIvSJXsSVNtZdXc8oB34Kth5LH4/phRqHlSZtnViqzgV9aJ
4KsjtaOrCEjuQIiE64hkz9196xjxSLMmzwwIXQbZVsdCx26RczIyQ37OlDErXd+xWt0FkqX+vH+Q
tj7grACHM4hNv3uJkDbrxp7kjMX4MVBqtWgoz+hF+OTHdaif0QQKX0QlDwe6081OqT0H8EWAn7HK
1JeQ3On4zMrVf92RYZkGiHISDxko6e8rRfo3EanzGyuukBq46+udUebGnrlZb/E169BXe2cegbep
0qdurrbjT2dS48P9V7q5DFxoeCSkNKscnPAPvTHUEvj7hfQsVfCVGeLuZDJboQkBhplJCfRDX2ml
8zVl5pbYmPWh2vcPCA3RSsKu3TyYUWoqB8k0I8U18s5U3bBu69zFZSdKDxl+Y28eRyNYhXwrAF/K
Tw7K4qaWraQm+JEzVkX2XTMSXITtzvRAnRZvv62xNsECgZiMK8hydCD7eq3FLUKTXZcVn9vCpmuV
F7AD09H8D5nB/BERtJwHFSsAb89wX+tSGnE2OhMfSisx3oVx6R8s0Vs7ZdtWO2huChJqaEpw8hep
ATYguWQ2qKoZjd7BPRnV7neWlMXPWq7KJxEr/klJmwoSPx5qRyiU/UXV8k5x8bLTdvbvRvxhR+HW
C/IMFQrHuT2WY1OXtqSQJKtmGHzp6lHxjKGor2kajMf7R+X+UgClbpcqsDnuJweYVDj6kVd0XXVA
tCp7kTQK5/tLbYRyeAMoGdKHcWb8ze1SjYYZcDMn5GGigFmy4CeIMI4ujmiTc4Uy+sMY7mEn1pEA
5BJwQfYrBRw3+O2aQo2qNs5rWunCx4HND4yP1I3ynibwOo6yDJuRBtCcly9LNi0MLGNy6CX2vT0e
oyDSnptByg++lJtPUdPsCQlsracibQglmE1LR/b2sdSkKrRJoe0ThaXiNqXiP6tDmLyoWm+CX8I4
5/6n23qNMD4BajCUnXvAt+vlpnDapoKn2vi99aGTlOSllZVqZ5X1XsQkCuMJRpIaGc2yjIp0ankT
UYTrQOr/C81c/5R0oXjW5GRHKG5957ISBejM3qa6WdYBic48awyBz0EpKX9NDq5JntXKxtn2BUMB
dEsvhsHsNbIxjNw5BlvvkjVn6gcVD74Ut+8SHAdsYw1QXYGt0qURQnmKRLmHJN3aIX+toi6+mO6H
YTaqOTvSaOXXQB2TUxmO48lUum8SwOfz/Q2ytRz+irN5ARnhCgEZdyTmsOSROh7L1ssHyYpdDCyC
x8jsmnPDv9nRL9v6gsxFyXgV4GarCbbZaIo/wEq81kolXDO0gNigoYDUn/A/SGC3aUr28TeM3Z29
OPbH8u82a6LnBC6K/TMX/av6Djx/R0GVXYd4bMGGWGRQbosbuOL1zEc+llWiEEVlkCia310T0UlP
oPYxssIM8gv5nPkDidWkdm2RxRlCVX6/s7/XzAJIuQxTObGklLMFwe0ms9XEGBg2QPADC/I+SIrk
NNS9/xENo/4Jz+jpAYgXJtYpliJVZssums2aF/SN/ZwWVrhzsP/s6eUbA9DDL6IoJhovfo4hg4aK
2h62LYT+3O3MzK+9ONH065ANdu12oZFHB8wPs/EkDUVZHGyBAqgbKVpqe8Ca9My1/dq0PcC8OE8H
ShtGr3FcN5bX9jF+ZFY2gb2KQpsOv2hrVd55hPlULp+AO5kchJAAbHQ+AH9nypUdFpFjZleH2u+o
00Q6dSgMwQm162fVR93HSRGKG8shR4O13tOy3ThfBgab6PPPANlVRYIJr4Nfuppf7b6W3g1y354U
IzXOdTE6Hj2hPbnHjeSWw6yhvkhhQid9GSE5XFIeBBi8VLEjX0Z8+rzK0L7owikqzxinCZuksgCB
AFm7f6kqI/sMD0q89a2D0OWUzSI9KGCs7tUiN/GJZ5p5wUn2a1Xr2Sv0d3MeuxoPdVln77SpBgUm
T+mMxzIu94PaKmFhPjVThKHkzhrxy+EKD2ZiFSLMiyPBBSnAjb1jdtQ/M3oQp0zF4pTm6R75+k/0
uNlpCGbPAFouKAsqorGoyYTtTHYsx87F0ZEdfNJUE5JKMyR68qgbwvmM3LSNyFPaRa5Z29Vr35Wy
6eJaH4eHBFmvd/TyZOnBd0Ymh5OfBB9yNu+LbKKLOunN9Ej2oO7VH6v9yY9GlACxZTq7iG7N4fqv
40GjWoi0kOxLX4VfYgzmzroVJKcGqr/XNnq1k7VuLEdebEI4Bfy+5vRgCtj4s2HqBbVG8d63msZj
Qoz/9xhIP+2q/vjWjQAZFXACTbVZuHO5EWwrkHsd/9dLoeUaA63E7560Xv0qpb7+miFa+QAStN25
UlfZEI4c+M7i+UrnVqdneftKRVZWPbWRcwFsNF5svbI9fURdcBgQN7z/fKuUhKVo08GyY5gI0GgR
3PquEIHfCLaciY7fwUZdLnjQwYD8e3+d9WeDqgBNaCaD8EKXinC9wWmiV2VdqiG1D7GeSherA97j
T1F0asv/4+w8d+NWsnZ9RQSYw1+S3a1uSZYlZ/8h7LFdzDlf/ffQBziw2EQT2jPAYDCDrWpWWLVq
rTdUys42uQra6FOxbAgq0VOmnLrala062FWmNvbZ6ET97CRFe1cBqLgTRllclNHpXckqinf2iNb5
pGV75fPr+IFMB48dtOioa1+BWyo9deS5VaxzpsnBE9IO6Tfalh2jGrnxHWFDLmXHqoR/e5avNw7D
IsfFZUGCdJWsd3WLajwci3NoSfMpAV/sIS/qHNESj3c2zsaCQtAkCaN4ROtjvXFEJlAd1HqJYy9/
AqCtnodIto7Yced+X47p59tftjHcYv6BXA9wcU7+Ko1ArTArFl30c2zWQ+ZC92q+DXYSvRuLDCH+
YXozHgp0BMw5FpG2/tLRfX0GpwYCHZUA52wPuf1BqkrZjdF8/ArsnO6OUv+5/X0bG2YRnFye/oQ1
9s3r4Tr8/nirKs45WF50A1zbd1PSKU+aZFVu7SjdeZa17nh70KtMevlGhAro9Cxs7XWqCA0FeMpc
O+c20x1xEjidla6TLbCPGZRRckbEUfpupLnyo8jqds+p+Dr2MDzwjEXVbQlDqzVFi7UbTJNQXvPR
x8nWkruAj9ypWm2Nwl9HnpV7nMO47Kx/7ic71rQuaG3nXNWV/qVCQ/RSROLNdUeDzULDxwDUArd/
XU7NRDMKR4I8a0U5ZXipUQ9dmexl0xvn+9Uoqxmza10X1PkRVZuc5lA5JbjhQJNdqg571/rGtIET
Zk9yJ7A664AtCra9LlDUtdq58pVuUs9aZwc7AWtzFJYGqLdK/XvN/RrD0hkkMnr6s9l8VsYErLyY
3+xbyOLQrbLo40Cs4EJ4vQUUoShZVSP2qMX557kN0lNWK5FXWeawk7VS/OVvvc7hyNMXTAbad8TF
NWRAzapBHSMsk5vBtp6sohJfe/QrnpRZDmO30xIkhqI80kd3KDJE1sCFqOnnvDeg1Ad9Z4KEDENw
vfoQ3SHogeOCTlHyKZTS+E+iCjggHGngvguTLHmMTNTD/DDu5P/JRWh2LlQN9cVqLUCiOWU9nCXj
Xn8M7Syd3Eyn/uwmpLSYOEv4e1igbiPPaaNePaZKW6kfScoz2TXQ4OkPyI9bJJppJsd+UeES6GH8
Sq9rsgrzvTknucybR7LSgzTo3GxOp9i/dDuRS9gLgvsmqUf9vT11vI0aMTuzGw7VPL0jyTXujaZG
MbIfbflHMTrxnzDUrGcoviLwBwm9edfE+eS3Xqf5S5oiOXfKif5PaCQFhT+YFvhLuZMSzetxffkS
S3nxvem7zPEGw8hsP+3LYMAB0wo/JjbMGr+FfnfQAnvo7oJuNB9xhM/7Z3O2tQ+l4Yw8xJtA+xq3
EDGo12sLcCdMpMPQaaNwTcQYpWOiRNVDNg5N5A2JlHyPUK2K7nK0v0bXapTaOWKOHeae7UgVINII
xQdIMCOaY51qVE+YnCmVH4ytWnp6mlX6eW5QdkLUKf5SIA5fYcMYwnORormrXKNpbdM1k7CXfGhl
VufFBf9ybckon1AulhK/CmAM+ya5m8xKmRJliJZb+N1UA4SiYTRp91ZmjfWjpGZT89wITf6dF7Oi
eUmF9ILbV9VcvVeDJDnFZoHFhqBwJbkAXur/lSx27w1zEsRe1eQQR3R7LJ5naxws14idqr6TVLX6
gxxBGp5rhmQ9VBg1rhHZsfPejEtVfup7k/oMr5PmgYCLjgJwuBJIlpVaP3BICROYUn0WvwSQS4sd
wYrrU7i0+hcmImH5WhYjsAFG6Sgpn7ndjW+9CNrPXC29f/v+vBoF8iHIKwyWyJ+v4TplOEt0wrFM
wx4oeRejIvXdigxnJ5XdHIUARjpHnweE/+volfWJFFiSmVx64i9wmbq7AOlJ7974LcRI6gs03EED
0fpc5TtmVCkynLzoMrViuFe0JjgYZl7vvKu3LjCb25inIvnpFbln4vIaMXdBHKYbIh9S1Ez7vov9
Ohj2nIa2hqJsQL1mUXqjS/562nA2RH40SpGEnyVMlHiwgS2JkhOPx2aH6r4xFJkpHHAKXBvtDVlt
isGIK+kcxK3mxVWdHcvKFA9a2zt7gKNltVf3C2QlLAO4kjE8Xd8vrWFiJgcSHGMMvTuYk5wcjMJI
f0iZSB8GzBDrnUT/avuRMlGyZq0YkcbUKjNN4QurRZ8H59lqRj/DpsKvCEx7ZcvNYZbW0CLjf63g
1QKxTvGMJU0jAfXTqnM8p8bC3UYhxDUHVf+f0dfJnTllmp+Zorjvq+knhzP1xWzmd0Opdl5bF/3O
sdjIyyleI1PHkwMkwjp7pLGEj80s7HNjlvgXCCcE3l/Jh9ayi+/6ZBon0tg9gM3GfmJQgOGLd+41
PTYghM8paOxzR6nZDxAQOfazABvQSdZOoLzeTlSyl24ItfRFwXxZln+y42m20RY0SvWsCJF2bijG
IPpcy/Cnhzxsoh/FEOwJQ1x/HduJ1jwNA3quFPheDylyCLlj0yvnaBxsv0Y88xCogN7jvNoL0KDa
18eFQXhR8e/lI69AJCWazpNd0ViK9d6uDthGm0dVFoHptSHKDe40ltafJMeR/ZikbWy7sp5Z9lEr
gjL2kPS3Pqn09IRPBTAK/HEQEEsBDI3cs4VVuImmNpUfdniZY0dbqE8RHPsRc+WCNA+NYD05Ss1g
vHdqXIdPaT6131Nw27+VOMk+G84k1JNDid45ywJLgQeNkKV7GR1pLlRnVH+ZbW00R2w0hq8WCoHT
XYk0kHUIKAd+y3EAiiAvp818bLU0Pc7K0NMSrAvDOi/U8fKoOPFk+2aPIsi91DWkKgLFHd039DRy
PFkaOtQqsIIJDmExghdWSBG/ZzCHC6wysip2VRgEhh/ZUqu6te7UH5oG1jOphg2mAYU/S/GKoKPC
gDa8ZiEB3tehK41tEbiSY06qq6ciUb6NWWEWIOGbFLZKosU/jaiOAo8sIPmfoCWmH/PIcb5KpQ2R
xRF5et8oTlCfajKdwkt1swmPHaT7n0mmBOmxM8b2RUnKLsb8ICpGN4eZlrqF1mkPwzwP871WOqF4
dBLJ7r0AUNdXY4hMktnQQoM6c5L5PpSnIfVtNF1ar5drDMz1Lih+tZjS4ulXoBPoK1GQSJC1tfLB
dtKk91CZmXQ3HoX2e06z7HvStto9BivFcFBTMTauZcWiuouTRr7DeVNu3c7JAIIMufRLNdE/tJXa
+D4NjnSX9Gr6s6ub6mudY9EAAeIFAZ2iCyL9Lg0058OUaFN8aETRRYclGkJfNrM4d8M57n+z6NVj
rHWz8h6lf9M82Grfpc9YYOFk2kOBrP1KlaaPfTRCOcrSvj9J8RRpBz3IWsQZysh5QutJqiChDxGN
FHNuD5mtxuE577Sg8Eh5yu9pCjPa1aPaaI+NM8vJnWUG+u9iLJ3K5+koAW0LyXz8tJuhsY6JERwr
WZS5p7Z6F/l50wm2gCyN9eQOyti8BHD5FwPwQqseZMHrwW3zxrD8QQ60xMVzEOb5OEvtndmns3NH
fwL1xhEX2KdKCnVOgzm8zEXgPDaFLn+YQhqcd6Vo08jNejP9RCMunVhNXdSHqrVtcWosrfkOtwV2
Vwmnsf8h1HlQ/MypFJ4fyWRUpzCCHZBFTZ24c1sVoRcqdjn4dtlnd2OklLVPEFZfWiU05neONDbf
6sJ0flqYEkj3WMLL7X0YCt4YkoiK+yE0Q/sg2ngA8zNqqeLCiGif6kRLITTCJZdOk4SsFiTjwPmE
89o4fEBTiqlUY3Y455Mg/1SQQrQfUASNmudZzRvhdSkP3AurooKrn9svAXJlxknP5/JjWdTV7N/O
Bq+uPTLbBVJEvw4MzlU2aGfIdUMzo+tfRd4I5xFF1k4/pFENQX9uzENfvJlEswxJNAFuvGh1rRlm
VkGDECADWPtsGI5thFdG2dShT5GiPluzFfm9Hk877/WrrGMZFIjhotpJd2+dJOZl8VeZGmbg2ASf
OzXRn3nc7QmRXd14f0dZPHrBa1DjW914vaJF+BsLeBNjlXl0RBUPHn710unFnurXktW+Sg//DkWV
dRH+QuZpdZ/z3KEYjpbyhWulj9yhK3E8qRPwiygtBG6LORAApyI9Jlokvv6HTfO3b0VznBLIauwi
opbXdOCocNCyvKZsLYrs+nhIrRZlhTFKJI+LQP5+e9SNyQXASJuSnglFlzV6K8tCRDeGRQqjjOyH
FKdst7Kk+DsqqHtV/a2haJSwgHgSsZir8hv83zYfl8mdZz3x+gm5bUXLcr/Dl+KtVUtqwUihIoJA
znndd9LsoNHHFKcLNVeeIjLf+xr1hZ2k+yr5IzkC07McOge9z+s3H8DkfFFvQ3QNtpaQ4/5gGzRk
oirXXYen/M5b4noCqTLLi/4B7XRKsqu3xCCH2M230PRFzI5oJVm7R3119gR0550J3Pi25a3M5JHa
XksqW30gQYvF5C4TVXZXJXlyqNO2PVWFXHoolOw2b7Wrk8e3Ebh4QfPYBLP8Oq0FYmGYbTQkF72N
0smvEHiUsKvW0udMiuf6t6ok5Eahpg70ZpNwep+PWD/14aQo7jTF6N8YbK67zlqsmm8fkesoRwiH
scXZXNSR10Eh0MOsD3X8hKXUbnCzUoLnJui6l/8yCjB5Fpju21rUx9FqyiGJTeWzU0tfQmz7HRlL
/+v2KNdbiIOxgLcWvTD6T6sgY7Sw3bg9UHpowgDrxEC4CHuHH9turHew/1tDYZJIIKWuj3bXaqgg
wbQggT9xCVo1fpzG1HgOsnkY3TYZh2jnaFyv0eKVSo2HNjMo1DXKBCqs5ogBuVPVTGRv0MLoqCn1
Hj9l45O4fxbpM24ixIdXRZHJTOaCUn6Mra70PWnyzB+lTD0jRDrs7IbrkbAnXWCR9GCRW1hX9vuu
MroyRzZON4r5IaimX6k14doeaW92y152HDTf5f6mh7Vu0evxMDfolCbotcMk7nMqtBDaJFcNyz1s
zFVXeRmKj6EYByz5CpTSAuyS0YTmdi0QaRRdbX1zoJ0eU6Q2vxSFaX7ik/tzGQkYuBJYtJ3X+jUb
ZfkBoBap1dHVxsf3dZDpe8soipIbaGqtajxleWQ6rlbJTnmwyiAPXI1mnfVcY7n4225LJfFbh5YD
/p4BOgVpYiNs04am5QpFMt5M7ubH0WABtEMAuHbCQPHK0RqDQqUuYuVSzqZ+oiovnQpcPnci2lZ+
SnlEpTOLEhsb+vU8IO80kdaxENjvQvDNlPSdmZuJOwzgQNwwoBVQNPMeLmNr+UGNAj9ZmqZXFOMW
ywA019HOxyzdOKC1QCQfKvOk8R4/tbTmPiF8PXvJEJ6UcM+76fpCI6XDZoQSGVjjqyBuaQPGfyV5
TiUZxSeM0yRXoGfpBpmWJC4WOvJOVXNrjoE0Q/ACg0L9b5mNf0pDmBfKgdRCchgNI/jch0LysM0J
3KQdsseujOel7lHuJOTXYYOv/P+DktC9HhSGPiEyjkix0Cs/GYiE3w/VQievduXRNyIuuAcwkkvg
hUi82kMAgavOht576UeVYgi13Sc5SPYukeWvrBPyxVBjUexcxDSXZf1nFrWwgywd8EF0ydQX3G6z
Y9MbuYeAlq64xZiZpzgcvkpKs9c32NitiBUBtuGWBCd79aCqgFNW0yQuVaL2PwXyVzPj1QrNfRXQ
rotwmFM9l7ll/U+bcrm+R8c03kMHb0yyCj2F2vjiQHulcKH0WgV/OhcYgZsT4M1QHHWp2CM/bowC
H2VBFxGAlKu8sp2LkUyXWn+MTMG9M4yh4Vlxae/tzs1xKCMiHuQshgGrLQMsY2xNBO6gTEcKnrqp
eEqhBe6cgY0tA+oRZyJq/ObSk3m9ZRQ7MdUhk6Sz2mW5R6PWwdtbmakZVeo7u4xVL0RY/r0APvb2
jIfXofmXdgMeY31pq0Yo9xEKx5dIBOjVGVJwQJ7d9jsxhzvRZWMqKcly2FEgwd51jT0RWj+oBG98
c1EveF8PlvIDhly8M8pGDKOKwU9kqL8M7ddTOUdV1EldIC6FjankQamE+ttITAfJnzGt7SOslXI8
F4K3zs7baiOQ/T9KFn0ucFJrAFqa93Vhq0A12oFqmRMmtR9Nc+mPuRSe35wSkwfbBBfEZQERrULM
oDRRCpgNLfkywvOU90MOUFFER0yO1P/wWVwIS1MN7NdVPT3pE/TOA0sgaSg67FXS0LybIKLSVo7y
Yc+lc2sSabrwnAKIDPN92UT/BM+hNpxaiproklRc7hYiTf5QBYZvR9Jeo2drPy6PUgB7FhnrukZj
q0prp+rMWzgPxCPlxekkacOf2yt1ja3GBh40MxkLyBqaR6sPKpzaGEyytguvo/IQa0n9jGwU/uv1
oB3GuK18er1YkcaSeQiiwUCec3ozGobfsKgjIOqGBg/R+fWkhpHVxXJAZj7IWXVOtUo5aQOS6pVo
pp3dsjWpnO5FkE/hArjamVLkyHGOomqShu2dPcbTaUzsaIdaujmrkJGBkNHLQsJl9UUUFOmAQiO4
yKWi+mGhWsdizmbXggvvdXKX+gOqYl6BEo1bT132XAX6mxlMy6xCCQFxj3bbFR4ymqY+FXIZwact
imNEAQTUZTG4IF/SnVndOhW844mdkOJBX6/Oe4gVdtk1Nabuo8AzrJsstx7H+vvU7CIcNoeC6g1u
jrfVVfZSWVqoGxDNLzDv44OKNJqvjRFk6Eh7M3YViRWQlhwOigcQVFb1k0VhTHNSJYNo39UfAM5Y
n1EnQTHBMUNz53G6zNAqKVvgFAxHDx0xjdUNK3G6LT1H10VK2/4oy3LnzgsPW61j6STnpf3z9rnf
mEbGY7i/QLSrYy9LXSxUGeGcrpyzEAVitX3QeI69B7MV7OyOjSsPBZllqAU9fsXS7fVygLiw8B5p
k8e+Qa7nI5Pg5KgnJBn/g57EJ1RurQ+3v3Eja4Gkwo0AHgb26rr+JRuFVqIgS+auFvOhVsuI+Can
T1rfyAjdxg2NqU5+ytNseHvWQiETBVdYK0ulZnUexiyTOCUGOgjtMPqGCEMfg8T0MGa7JsFboYY9
ihfiotDI62EVahpzQs4rxVqcDq9euVZkjodSVcZjnJsmFH5NrY6dWVgXVQJ45Rdj1Zn3laN1X948
20tqSMmRgur1dVVKRiRSVcLjIOjqx1BKGo/aG73eJPidqFj6ytjX+OMI1ez2wBshnYFN2DGL+PnV
VsaeXptKk1dTmKnOI3xx/bEt4+hwe5SNA0Pxm4iO0BNXh71s8n8u/lykFXcU1VuVxsxHRe6Goyqm
RVBjV+l084P+GWoVCzAM7a2R9uOlHUvTd5Q59S2526scbZyOxZ5Y50W2iAz/JRb+80HAXMOyWR7T
yTBkP+Duik8qHJ5TSc5x1uM8iqERGjl9W7PLP92ezI1o92rs1flQtamvZZ62Fz3J8gPaXBbtJ4qn
RA/FjZjbnS1yTahfSPuUZyjOLKn9GrFWVHEzNRLKUqA/RQiIQKTnuE3sLxSvsAIcOjSt3AbIjy9P
geDLnVR7MEQxPyIdmO2BQLb20qJbQGkeIWLUUl7vpVifWX18+S5c/Qj2W3RVH02wDKWra0P38e1z
Dc8dortmABr6Gz/+WWcKgaPmAGtAXKj8ntNjO4Yx6sowHSM/VcY3I4WYaeRKlnuFUH/Vv3SQMQKd
OlENj5zyEup648WWLvmhMI2d2uPWDuZFStbIA9u68thWwyoYQg1LXa0GXQFcNAifB6lAOD3sgLwM
lqCFUUdmMPogjZK372Gyj6XoSli4znnAI0yjgabgRY5mE6hO9Vue0Lsx1LJ7jq043dnCG3sGVRY8
XbhDiUHrK0UZNHtKgR9f+rpv3yMdpf+pxFB9K3up24uom2Mt9FIKyuY1xMw26AZ1Jmo6rWWMD3lg
GmcFKNq5M+BY3t6dW0NB+CAhN2gAXN2UeSDTe1AIq2Hbh+9maZiPpsj6j7FUqafbQ22EVXJcIjdk
Firm63QuyQdTLgL6NOloxO9HgMF3AD7+wzqRljJzKvSpjXUKaDpXtrz0nKrw29S0ldcC2Hnsu0bb
+SB14wDQ4OO65TkDL2Z9tCV05OIAqYfLYM+WBHi5tOoDxui6cxyB2ESeVmdx50E4A2el5pb5M8h1
VH7jWpO/tzPuzDxNigm8pqEkH5ts5B8J28HEIUXqG8R8U8F/b43JgNM5kAhbWWajbNUhIIaJ/RT3
nhM6UuRjOcSGF0Wm/cbUeoiPshHgQhC1Nsid26u4sWForCy5P0yope32OnaC5uqAx8NmQEu1OkDr
mg4OqpNPYTO8vz3S1uziGgkcEDkNHlLL//9P4JTsJGhqNM0RYVGRNwaPebJHMzlh1FBg1JZlntaJ
EUM+fPBuj7xxPQITZlHp6y9EyNU3dlZbB5laYCzWx9khZj7cKkmGU9yK1s1yud/50o2TAcKVdrvO
jXSNOaHXPeHcBAa6M3VxKIpg/gqy3tlJx7dW7i9pfCngb8Ai1DCcwTBGl2CGpBf36vAiDaiTob67
l/lvDQX2GRMjEKS889dLR53QEEKmoFCbhV9Foj5CFEndBMb+zloted/q4UZXcUHBQ7biMl/m9t9d
MsG8l9UAixY9loaT2WrVV1VCycpziiA6ZmOcPcM1LcV/OAcLlgBRMBK4q952NSjWLGKbcUOAgZCm
xm9ZML7rAqt6ub0bNyeTWwdYEhnEVR2BviyAWMOILpYkYuTmhO4hOap7k1LsJdlbG3/ZgtSyqVhc
XXLt8Lf9MUUIAE2ZZ0KY/ZEGqewZjpgerIoCyu1P++uMtF49BP5JjCBVs11WJw1DMRNsJzJA1hAa
X2k6qF8qkLPPMqjWL0aZhR/HtMKhJ7LqsEeOPVD/FGAnPtgQa2RP7ixp8sh3MOq0+io/I0jQTa7d
YJo34ILaHrvY6n/0RmOXtD2rEa7TaFSZX6uFca/Pub7nprfRYaF2wIcgasR/rMuT3BW9jmxMfMk7
u6fRLWW/St69PwsrrntPn3Wb+k+tjv5Mh+iTNtjNvHMpbcUStICWstNCH12fh8awR6uuLOj9s1F8
0UyQZUUixh0szdapA/VEb5uVW2SgX586SEJtbyzIDqmecoCKUXMao+yT44zVHWDh2nPwTL67vVm2
zgFF1wUnTgfr6qE98/JsAh3wRW9JP6EcKY9lEod3atp2OwWTrWNgL6RiUjCKT+v3wSwoUJBwgY6Z
Zem7LenKD61JE4G42Vw8DE2+Jzi2ddU5wHH+Ag6hCa6mM3Qw7TCNxbY7rMsnjsTkORGGU6Vk665c
Du1nrZGmQ5qyd29P6vVCahSzYFsC+d8ARTUaRJWiIFK3zpAesGEeAE3b48HGX9YbO0wtq8wId3bP
9ecyKO94OJHIuV0B9OaKDCaOMe6Ugja/UyX952AmupfOQsXtKDWemqAwfBX/y5260AZagpE5mYti
NT2L9emwJ0OrowFfEb0ok680XFPDHaJ5hoqIt8ABXjKk57hOUCBoHWkg7hjO56BpincVxk6q25DC
ql7Tp+Fe6L1W6aHvBR1hYUJoG5AsRNBVlUch7xkjtj6D5cjBMaGlHviG0ue/cRkrDNgFUvzUTG3+
MxMzCZHeqtq3BNDo7NI5zNKdS+46mPCbELmB78Orkora62OuFGMhpR3JtJx17Z3Wo3Fq1nASb+/B
64NNWQH0FhoFWwqNVh7T+i5It5wgMy69lNihV6aRpLqd7mR71jJbm48nHIg8ihGL9Nbrb+qULLI7
iRCdhJF0n6WG7DpyOh54TMqnTNamYycK/V5H42cnVdn8Th5T4JNRL71y0IF2AvOxA2oFJgU6QA9y
uq64xiQF4aXbU7r1kYuoNpRH0H1X9ZZKa+IMJiW5ngizcwgBJPLywJF0306lHEu4KbA/V0FT3scz
uq072+Y6ftJ6IV1B2m/B46zzZxELM9ZZwUulTY03pVHybAkrdOdiiE+6moQ7d561FcXoqlLdRiFl
ked5vaZAnqaoKhaj6l6LHyO1HQqIwGXeQrSo0YDHmzGrWVyYFd5c2JBTUzqWP6zEaeyDZXdjcYai
MdUvKLzBGJk1G/ZsOETDu16bW/tLHw1Se6BmFmePs6UWRMUOlI3P+86Q7mozGYMT9sNR4jbBpDh+
qOOBdxwrp9EOWQ/GFT3XIG9cShWdBqmgrx4Hs49bDKMCE+kvVQnus6SHalDYs/mFbrQtXDms8oUu
U+iPQdmFsgcuti9h9rfFS2pFSIsOo6QVB0SYsuhQz/AjXCutqZkJ7kVsLfS0X0BIGmJjPY0/iY+O
Ckg3gOjx3eombUS8yex/GqBuVX8wRosOZ92nHPLIniwvb2b8ZFWjreG5NVI++LPctLAyxj4x3XI2
etVPm8C0j2oXhYqblnI2cn5DvbxIMZbwxw5F/OqOPE77lOWl3D1m0D1Kvxp7+b1Mhz9yu8DsQ39u
B0V7uX0ENjYhzwIkPJcyAHti2TP/PAzGEqMUteROTfA1czN6Ld5UDfq7mN/9yxRW//H2eBt7ECcE
YylxOiqaDCtwVKYUcytVUXxJi06VPN15yJC1TN1AFtqvPpebl6y3y52bdCukLPqki6obner1xu9Q
seB6BlMwxULzqV3hv0gOfKqGtt3JFDaHWgxaCJqIO60PdUtHvorMFEyBM2dHonTtoSwT3De4pN+e
yY2VQ0GGRwjqDMvNsNxK/6ycAU1/zqKe5i1yFprb1Wb8wkvLPLWj3f40KnkPxb/8wdevECRHKAdT
yKSUc5VZttbcA4yqYDpnVm64UiAqvCsl4sVOWN76MrjnFMIXEueVMpZsdia9EhzEZzmuvYGes98p
VetSdux5wUx7kmlba0b/DS4LRW5yi1VcHAMdxXQbvyBNnssTxlGVXyR989LRwD3cXrTNoZD94umI
OQalodeLJrhNezkP44spd/29QAj9opRac5gmU/8PO5FXAI8cDTKssraNyCeglGk8Mot5rh+kJtHd
SoT1IdShLLz9q5ZKF/1XcykxrL6qNc1RC0sko6dsRHBQGsb4DsG0IOCRiaT77cE2IgicW3T2qAH9
ld56PYWRrkxIayz2fpqdeNrs2J0LbLlzkaEoTy1S2e+oY+yBP66frPQMYSJpgGd5ta7jVpkWaKvK
5EPZqEc/aUtVh0RXKtutjRETcboXAf0YE6oVNFfH/CSkztlNfq9JuWCy+MeRSqZrgUjl60+35Jp7
h/vzAsvMoiSVV9I7yRnQWy3DKn1AccbOXgSE5RqFf9D5Hl4+5adMljPyiwhlmp2l2DiooOIXp6il
wEsT+/XvGZVM7c2oQCp8LJD8Q2bSreNCdY2wTg5mG+zxMTYaZIs3BLRyNhm1F3k1AQ43Ezg8UqZQ
jVW3nZzxrupm243L0PITo0ruTKsoj7qYxSGZ55hicxdcZhtX1NubcCMWYl9P8ROw/kKEW/0QpTfk
KLO5NuM07e6swIienUwPjrdH2fxeysg0j2ibI6m4Olg17U7kn3FJie0Fb2FnzhH3ah2bd7Rgmt7O
z5ZTwt/nHeTVBvopogHIo1NgP93+JRtxCwAWZTU6IPyU9fci2lcUFloNl3EahY+mIcHESGYPK/G9
atfmRwNZYXrpgiw939e7KmuiIMqg2V30oNJ6Vy4a24Dpqta/yBHLJxiU8aci6ow7I5weBuTxeerl
6rkJmz2t/41Qs7QJ+WxiNcD19f5WTZKTueSrjUaCWxum/T3dre692UXdicd4/Zmqw7gXuTeGRcAA
bhnXEZzOdXlMtC0VOiqqZyUfcSUsZjtUPA0p02MNXSn3YLKjIdSUNhqOt5d5Y2T4c3QLl9oYf2uF
0igt0Zh9mzhn3Wito1rm+dkZrPEk6VB0Y7R+cJjJ98S5Ns4SkNnFe2VhhlxVAzX0RqwwZ9AIM4cj
GJn0YPbUOG5/2sYOxvKLlgzVCWqPa5YVAHWbPiHy0THQVV+qYuHXunZsoFC/PTZg1UcZmlhEcWyd
Toh5DoEqEhBLUBfuqNXq+1bE6s4oG4gadIH5mgWMyEDrFzo+rEaLswpCrziWDd7QVtJLrNgNGdMg
Ismdu9LUH2WQ8wsjqqxQnw2bQjxUFHbit6c1LB0RykEsgk272jcIzAZWILfiEvBYPBaoFnwaEstw
Q2ve0xfc+O6FdQwqmQtgSQSWR/0/eS9ZbwrmDZS3meOwmjvBPHHPKcrPRs3myosVp2oPZTkHH6JF
G8LL46Z/ctpa+3V7Q23/ELJFLiTYJVd9Tbvqw74jQl/QaAhwlCoiD+tbLXIplAUwGBvl2ITl5KmR
OvlZNKquGujm79u/4npbMxsodfxlbF47rU1VYZS4X0vnTi4Reeb3IBRlmygPG9nOCdr8YDYaEYIb
mC2nvp75ssj0sBeGdE4WtzJPE1WsuVGhYQ2bgp64Q1ZAbU9FKEuxawW9ER4zQ9QXhJDhNd7+7I1L
ArAj30thFOIfwqivfwvDOUlrGILeWRMC2y5K80OM2Nu7TJT9/2JJi7BxmvWXKa2nc1egdX3AIVTX
3HwO0ei6/Wuuk8PXP2Y9MYrM43mGMaLmcv4SGhaKXoMyWQ9VXA5eOik2gkNQyBxbvC/RBXt7KCAV
AtjKCUREEXGj15NRNaXW9cjfXZD1RoFBJ8P/i4z+iYMDqV+alM67qS+CI4J+i8qd5FyYCynfiQLX
gXyBmpMNQSu0FsO11z8j1tmMwuzEJTGs9i4zzEny5jRqup1xrtNO/jbP+AW3SGtlvfZFazmhNCiw
SfQRMpcVg8s0iu44G2boIoomPd9e3q0ztpiKUFp2dG7lVc0iRClt1p2R6JaVkt+M5Xiq575zkRpx
dngXW0MtvDzAM3we7/vXU5jbvcjtgZgSG1LkCpp6vrBnVPpyxDl2svfNscBkghRcTFz01XJZsZFn
eZ6ISxuHDWRgQJFGI49gy4y9dtvmUAs9wOZFShNl2Tn/xOw8AUAwhiait6kcPiMmo3/KzKF/h+OX
8/X2Ym1twgUPbS14HZNy/OuhmkDCgt2MYW/p/XDQy0A6Wkma7WTm9tYwCzsGKCnJBDWR18NomTCK
YJiCsxN1Y3S0Il1uHydI6eJ9ayjdl6hOUsXLrJnuc19W7Y8I5k58QlEvT7ywcArD44KYIjB8Tvwx
m8YmPoqeWrFbtZP8a6y5Ot0yGIsGcaA6SjB/aVP9VJNZzH4/T1Qum9AUfyI9rkuXuwgrmlCLxtgr
6tTq/baR4DjOlhGFnkqx5U8O0Z6ngWGM7/EoGgOXClE6PlVBwXaWEcVsvcFRc96McW1Zd8KWK93r
w9DMuVJT7YjmRlYhbdeZtd+34+gcePMnPYYMYIkeZXW2P8VKMmYPePm2qFUji3mY9BivxQajrLvU
yrP/4+w8luPGtTD8RKxiDluSHahgJVv2aMOSE3MGmJ7+fvTKanWpy3dmOR6jSQI46Q/gQ5w2zY9r
YRsvdokjgB/XMol3xTxW68EpJ2XYaaJBtrNV29K9Id1fjkmCYKe/ab98MpQGTPQyKfK5d8sqjlKj
739S3nrpTlHb4lbvRIfK0lQhnAMdUsidAEOO7lOcoQ7ZI2nQ+IM6JE8UTOhPpAnGs/6g4/fm17W2
IB419PTNMsVsXun9Z/mFQHHmHIAG2oamqmbRAT3JXeKMcbCO/k2Um1N5TVzH0rdMgHysdJvTC+f7
/XSDWnhzhyFUI7vhbT/mr0MX931jJHWfXXl2ku2YJ8w+ouFrWK2q2KEwENZViZagk15a+H0VAXKG
DsTWS7MgUJ5cLFJvpNE7bnplqkXxnGO/8HXSphwxdt0VEdbCxGLRJvaF5z0ThbFks2jSbKLsUHXe
Pq9rpLHsCpMub9oMdy4v5Yj0/N1kuut17pk/GGsqh34eacQ3srtwcZ+ZmdLOo70MMQhYAbogb1f3
rFUzKyGzK2REaw99rbE9YM5EX0oKOIhDb47NFeqQ+uAjSFK9gDOS99LwKCbRbC38WeuNQ5bK6fjx
fXhmy9Gp2AZNLvHrHYDaqZJqzXoV1FSDlSahk/oxl3M4MxS7sLvPfXesDbl0qQIIKycbLkN+TV/z
PkWJKLOhlK4yKL3ql2okjZ9Lz9sxM740mT/3eFzBpgYjZYM3nQTMNF+qcnIhKsLc1/dcIFoUI0p2
kyvaJdXvc0shJ0oRSXW+aSa8/cKFAH5GgsW21hi3Wsx+wrHXRnyx6+Xw8Uc7k+FQDzNJ3uRLN/+X
t0vFk+cCTjEJYvkSG35TesnNJJtRMHbPxSGDGqZeOD1nlmQcuc0jN3NKGsZvl0ywasF2z02wGmvT
HUYD1mfmT8neSxFFK6xZuXBgzmyWbcjL8AJC1vvWVpMbEx0MdLIzTydEy/mp7svmBVy2Haxck741
Lcv/cTMBTubNbmQpaKYnN1MJHNyxZ4/aMetk0I+6facsNcXzPJQB4ssimNv2nx0c+YqaTa8aDSvk
4u2TRW0kDN3RJqebrQahxISWpBPEHAjn//iEWzZCjkpNCgzu7SfUkqFB6W1VIgNnap+BRhoYeeOG
m47coclKZffxLj2TA9EUh9KzIYnpA5+sFxdxlTtiVqK+6NsXx61l4BbWpY2y/S1vx04bE5nOO9M0
umKnx07JxjV3CleJyqHWD9Mi66BZazcYmt7692PHhBB+js2mpKQ/OeHLvHiy9FjK1JPmdlIgfFSG
9y3PO3eHweclVadzR+6v5U4JpTkYZpv5MLV76mV+mlraYTFqEVppqe9Ap11q1597k4DRCI4WzX/n
VGdMGOmwOPHsRYu5Tj7CdM0VuqVmIEdFXMDqnltqYx9Ddt7E8E+bU0sLjUND+DIalmJ7lqY9mu3M
W5SwyT/ehX8GWScbhB2yAdCY777vwww9Z6twUozhar0+2kiNS0AF+RS5DO9vZzUmr5uK3it2eFnn
P3tT9pM/0XoGqCQXTqRpLO56FLWBmndJ8Ww/qZm3is/o9ppiZ2Imowbo08ddWDWrat3jnKYf3Lqw
vuamaKbAAptznZa1/eQ0q/UVNVRyd9teS+MTTTkn3hPmm59taVSIao6uuI2phZLvLonn4sP7wN4r
mwGWBbOupVnogGFX/UmJXc9vTSDyPlr/wv0+rKNQd7BYk5cMx5LFL61JNSO3r9UpiDN1/Fbo+SQP
COFYz/TjCFJUKEjlGynidaaiJYU/OsMC9mBx8t8VrXMmRx9/jDM5J20I/t3qVwLJti/+yjlX287t
rEXROdUL+7qcijhcNJTWtwERxQdFswJI5FcJxffC2T2z42i6whyCYI/UzOk1MWgkUCp2vJhiWM1+
4k+EZTrQ71ms+fHjhzzXCNtgBKS4KGmy3hbb/npK0SoCnJmhRAoOfseF2haKmFIs5NfsQKVcFJ/g
NQV9apt3Zm28on3TPXz8I94/L44u4NMZT5gMZU6HBBV2iNKqgSRWovUCGxhvEPfO+tkQxXohVL+/
5zfxnm3Ih7gyZKmTa7GqzNpJbEbVE4OhI9mtciyLTv7++IHOreIizuSyxJkui7WC4Wlr0necHbWb
ZpnMCBVb/RLmS3t/6yK3hDIP4BN7A8ieJDpi7tAiAmcFWs+VDxoQl9dinFc7QEauHAMg1rTQUcYQ
d1Sz4gvuAuthyaDFZqtmv0JezX7kU+8BVlbTzws2AseJ7fzl45fxB73x9lKjzcrICRU+ktt3/U3a
NaXu1lN6hYD1cNXQq1l8VabV71FxkyNlBUKDOtTAm6VORureav1crcW0a3PFCa3RUfejI+27MbXX
6OOfdmbjMa1BmoNxDTMO62Q3pHLNZsxhEFJ3h/GAzWB/tGI8bmpbK8N/XwrWAJBfnXoZobK358xV
XMZgJbIqQpFqqJYSz4W6i3elUVyUkTuz/YCjw8QgjIDlPB3w16QFIOLIRxNI368jLdTKb2gzFofY
kNOrjf5iG0iK18TvrFjeAX8ZRx+0j3i1aWuIG5EgfTGbw2gCCaPbE86rp39vgXhhwexClvGRYV3n
fZqogtae0nSF343G8BkLx+yr21dT6huMeY+LPudlmCextrVemvnFswDjhqol5X27YbFDw14RVR8U
DVXUqprRKdMSq7UgT6nGq2AGQ/u3bKzeH4khv+epSV1fIKxvM5BY8i7QMRCJ6UY32VOXrt4l/M6Z
HbJBKqmw6UYzEtr++1/Xo8LEqxhSdFUqNxsDfV7rnQ5s+2E2mkvQnW2znRyTbQiPKwITB6xBTjaj
9ErLiD3Kv7XOXzRppIdVsUTgVkYf6u6g3nuwIUIs6VU/q8VyYX++r2HgA9JwYNyHGA8DzLcPqoE4
cGVJY7g3CjWsek+E0JC7IPE83IXhhQBr7C5J85x7ZIMMf7NwRfjw9FAkk1MVCvLgV7Oau7ue+Usk
7GHD0skpfqzjeAGUElfxIW0b+gqd7IEIf3wuz92hG2lpy5OZN9ADffvgSOVMixfrMarXomDfeWUV
MQaKvd8Lzg3aD49Gk/RHBh+RADWZHXF4IiiujNGVXV+b+v1U5O6zvtbWb3NqJuQUnZHm/Topl5AL
514Xwwig+/SGzvRlOhMUl9PHUYVtTQdyAjwZItUZOWBL88r2RZbpDtydde6PrZ2k6hctG0z3wis7
c72ApWanApcBV62epAx1plIZFT3pieEtwaTb5b1Zi/afKRkUSGxHGAMbU/W0IhNF4QzotSvR0mbq
FFqKlz7OCYqgQbM0vb5HX7v9/PFeOBNO2fwO5CTINO+7IklJjlkMIo6MAuvPsFda+zBU4+LtwOl4
Ty7D/S8fr3jmegGuyv7f0DfQok4236DFQM+HJI56LsSOpHonDPoFc1lUF3pnf/qxJ9cLuTyKYsiY
bsOmkwBkFV1cZItQomm2lVsz9UrHpxhd1SBr5/k7G27FOAAsEgjktq6WqMi17PtE76YOlbrtX9Ho
Nzoftp33K7bRj/ZNxdZurWKy7vEHmSd/0LpcC1ZNnRG+rBR12PejUltXi97SNXMGOui/tAE9l0BP
ppkcIG4TDzeDuX+UU4ahqb7MMbC3Qm+/WNlAU5UiKa0wU6GU3I1jNwJBiKX4zrgFqSR9VszPo7Yy
XOpbr75XmJRGHv0sChahmN4jWYl6jYOZpoXmaNrNLdf3LB6YVIGydmVerWGsleC+R7NbH0xSbiVw
a6+AhlvVSn/Mihode7futDRU9N7EYw1rxYMHHbV8IPUH0KM3C1oRvevNVoBHgCOCTOqqxAK7lXed
KvqK7qnD8DQt1S8SLsmTRNap95VUGW+zsmsTRGe4koN1Bt3YVJ77ZBgUVAC3R+eTARbs2dWGxgU4
g+h0mDVOZ+5Tpqbg3Nd8XsN6XefOr/qRYRcOl0kfCN7L6K8Jjkx+V8epG7qp7XIfVXEpQ+xochnC
hlBLBFlWD4LJ3JTwTvREUX2naOv/YErgy4Skav788WZ/H2Iw/oTi7sJ0Qz71tGYfe2G5zP6sSKWZ
vBOKnn0rUWfeq9WIouRszXvsCS7lXWcKnM1ulF1PHQen+DTGpIJixrJ6O1pQF0MlyexMdK7MZrGY
SQLw922jT36VvYHhGd1Jl0+ip/1SXkNYKoYLr+D9eX/7Y7ar9a90AhkiPo7iwO4vqiSs8STcNXan
72b1oq3embcNxhm6Nn0tRsynREvHrjhYk25GGjdnALxfvZJWk1ZYWK7efuWg3AoDdbGPv/GZBwRX
ShLDJbMNTLYr9q8HhJknMlmNRjRybR5iW+1CpA3gZkyXlObPrERhDlSAf3jKU/nXTNiolOdYyEiw
22EnrPxRqKl63Ukr/fbxQ72LC39U9QDqWBuMjfhw8lCTkrWjnnhRqyuPK6/1SpuGz96QoSG4Gsml
oHBuOZ3BGgGBJ3w39tVqswGWlONzikfNbk2FGZBMaIGXx0ZgVuslD853b3KbrG2VCXkniMhTkVec
QlIrVlcwerFTfYlHEYOvUvA5betVuSQ/8S6H2RajYYckAtHoXaMVl8DEKpEVjKwiy+JjDY7ICspa
r3adbg8yWJcOv70Rd46EWzIt7wa51hfE4s69YPK9PyxIi8B78j1XnXEE3qZO5DK2vk0W0ykPI2jT
jty+rK9brtALmcUfbZ830ZfHJp0x0Nin4nxXkpnc3hXAHi9KC9cejp02lGtoMEODGAxNYQRUhWdI
rWUWHDhP1kaoiTH+OdSTHglHQl5O3SL50mbpBL6hHYoBan0pLvW83qV2/EwaMIx1QcjS6z85voq7
En4U3GA7YIyfdVSbfzmj8c8K5NsqSB9CFQP6Sdb99jx5Omw1fDYwfa27+aWtFhuM1cKMP0Eh6cvH
Z/fcE200MSB9tB/eHabG8KZ4ZZ4RoXYy78iJ5XXWZnr48SrnjhBCJx58m01m6PQIkd1VFcUKuzqf
iqDAC+dAf7X1Y4+e6sdLnTtAFPXgQqCtEElP8jh7GnBcBMAeDVqtJr5jjca3lrj9IGUVfy1BJaTY
HSU9qWs8g+CzGZssFyqAcwcIoB7KYxuNn4d++wE1TK0wylrcaAEfuHmC0jaADDaMOY3cWlEjHEkv
PfeZD0krjVNLSWBuit9v11wQNSc11+2IksYN67rqjgai/9HHb/cP5PLkoFJhkadwOXEhno7VzF5z
lVzF7C2BYNUOYbMOU78jv8ifKgQFxC6nkHVDbegGgXWUjYQnnltlf4+CKRCaNbOaLsABRbFeeoyR
7mWMEYoPRDxJAlVbxfLJQxYn/RQ7afNNNJZQrleJMFaweE7yczTNihxbqdc9crveEKgW9mBmrGCy
JfGvwOxq0Iwyaqcmfha1k/90ZVE8YYVtuCHKPot71E18goKp78YX1VnAmMzmNP2YhNlcQref2fSb
ADLQj03QgZ7B2y+iTqPrFBPGZY7b9wdNTYZ9PRrKvhFFvf/4s7xLZuiHMJojyqNqSGA8Waoul7S3
FZy4F3LtADCI5w9mmoeQQtaDpVeUTMiI7T5e9H3jcluVjiWzTubx71AYtHCL1kI2MUKiR9lTl9eU
A8xvnhpN064yUskkqJnp3c5jZ92tQ1HdKjQ07oRd5JE9enBIhKnbLx5yvOmFeu7McbB46+jVQOPn
151cAwQua81begG6Yjc/YsVaH5Zk7v6f9045AUdFpyA+TZ5zY3BE1rlepDRo1OUIBDVBXKZmf+NA
aJBRrgzNjy4vEBT/+N2fueVIRbYAQUGwkaff7q1eL/u2z8c4ApjMqMcTXrjOXhwsdl7vprxRr8Rc
ejuhJfMjRr3/jILly9N+ILlkg5vv9hu+vEuBsr5HcmnJqBVeFih5WR3LXraoWWnlTe9VcjfISd+3
paVfmFKce3oAecxjPFIyCJFvn37R7LzUuowM0HX7503O4c4yGpVX76DWpw112Gnl4FNATsHsqBfR
0WfudywhCWebKAy/YDv5f2XxPO/ixnUZR+bG3kUub6jvc7fMtVDIVb+fV12pqRD77le+Tikbr3D+
66zUvAbRMWmIJq/GfBQMMl/i2CRJqc0suZ9hR7cXtsm5K8iDc77x+v+IAr39oUtf4HI9krrWWd+9
zHruABbIF+rwyUimC0H+zJED6wa5nanjVsOeHDknmWelTygDdFCtTEqF9dueVfnfxzv/zLunfgIg
AEyXZs3pu69TrVQVpSEAFat9RHlL+5IuQuzV2FTUQHT/TP+C2Ms8bEN0oLj7LvsvDNG3U5960VTU
8WFASDzfOZXsqwuV4Xu5CxYCY2rogLcYTfyx6fxrU606UhxxTuJSawLXjFJbbJcehDRe8NRSmicv
Xsbvg24ijksgEK96mZk4uHgmvWenztqr3Gmz8d830Jsfpb/dQPh6Ojhddi5mmf2yRys+ftAxDN51
arxeSNzedyK2FwBagUgGGork4u1anVE7fdOqbjSbsTxMKbinDHKu7zRee6y4bQKIFobPkclwJp1p
Usm6LC5s4jMnhovNpMu/dUUIbG9/RJt3a6G0Axk+4fbWtBX4aH0TX6Hae8nN79xSG9uMCSU6xO/S
/Fqu/WJV7KzGFMnvQYxyh1W5eHbs5vPHZ+bMyWTjgtXfCOTc2CfpgWbRScvAzkWDNZi7Kk6ax3VI
nQtaMmdOJmtsgEiwy+/bw6vL4NLqyXqRolqf1VTkxwm/pvuMV50EhSft7x8/1pkwsFGQNp4/oZCW
9NtvJfJKOIlau1EzAFP2nanLXsrZyedvqVYBuTIbL31d+1I+ziUU3WBEQ/XSATm3azdSLI4+CAGg
y3fyIxBtdoaunpwI5c/phdlcfOgxJx58dzTq3I8pAVIfMl+9MpDo+2swAuvV4mJ1cuH8vMNjUGhs
rSXi8TalOr1+lzVG+0qqVuSltD8T6Rq+Zk3FLtdQOa7aUjwsclUCCymhC+H4T7w9KQpgS3BmN30T
FAJPDo2D5Y4zJZ0duU7rrDtzHsx9h0eq6+ujbow3iFy2vW8gBnFsPCP+nAon/px7zvppGYr40hE+
kwzjVbMhkrlENnLj220RU2KlZRlbkV71A0ZHfB9/gvgQ2sii7LW2b3du1a+vH2/GM2cMiUQHJUGA
we8J0lzogOS7yo4qab90a1dfw0VIL3RmzlwZKEqDeYYTjeXQ6QyUsrKE4M2jiQyL+0qdO3TDF7l8
x6/O7nYfP9HZxQBpMH0B4I3Rysl7zJPNYXuhH51XTVQj3XK1GcSG3jCZ/56t04EGp8lIe5v3nHyy
Xq3suLRnK6KLAzqjasV+Ua3iwgk5u09JWmGTExYRKTzJmme1MqZ4ya1oNeeu2LlqXaH8U5X5Y9xp
uQi6VctvZNbkRYAjZPpJtkCb/HqecESu1QpF5n9/w9C9N79RpufvRtqe0wxDuRTsVL1Jr0caS40/
wbsrQnV0TXkhtJ3bobBXgFcAeHvfWqRXac6rO9iRwngvEMySAnyAywsl0bldA+kWwC3EYkLpyac0
cRka64ZVGOND1jOsKSjMbtmDvpH/x+uDoE4823BRSF2+3aBIGbZWW7MUfIDCL71pjrx89sI46bUL
S517d2xNbtA/oOnTrDPNemVtIYhGqqNUVyPrgXScL1m2nQkm6K1szT/mAzg0nrYMPFolLnxwjlxW
eT8FVtpxEK9CTP5qL0gda0BTf5Ij2WgcVWuJWXdTF6FhTjS1Pt6a74M5v2QD920ysmTbJ+92SJiY
u5lmRQ4gqtuxKEaQlcJORkyinepGX4R+qX44t+QGf9pOwtZfOtk5NojVLCFFjHSYakd4S5siDJSr
fYIF2NVsyEvd3PdblfYAsHQ+6h9bhpPQTRN9rAw3cyIIBGOYV32yp59k7eoeROHHr/PsUjQkEI7b
msen02VjVg0QkpYdlYpdwZpW8WxDsnTfDbl6gSK6vaa3wZinYuZDNu2Qw54KSZCBMWjGUC0y2t7Z
qfE87hcxvmrZbO6K3KElmrox0lkdBg1Lfhl0t9Hh3q1P/bfx+20bNPfbU6nmhpIC/3GiGWciMBBJ
/4RjlnatjjFewJ02HVajb6Rf4LyU+UadTp+QrbmEVTj3wrnr6IYBWXlfJo5Q5XLLTJxIHbRqr0Ou
CExjKY+azrz+4297pg+2gQv5usSWjaO6/Za/K7cGhDGcbzsCdI2AKgJg+o8yTxeKFlf5XIJgOChW
5T31/WxH81xjdy+had6spTpd967RHWQ25o+OLObfH/8009Hffw22NwIyyAkiPHx6js3c5dHBfEZx
kXjjK+lXaz5MVqkpgaEYTrc3VxsFMwfRMv0GVo8AKb0oy+JvCmvafk4x8Gz92uqQ68oK0ID2Q9sq
9dDeWIVpFfdk/EO26yr+en/s5ybzR6fofoNlc5tfS22LZN9pIFhvhFrn+k3nMd39bGVUBL7E2N29
0psxAS60qM36X1p6Qx3Yg4lunGJ5C3Y6tpHkr4B+uikcjUUaB8UxKu0oXE0YgdfGthmg7y3j3w42
WxWIgxkxtoBJdpLfDuPUI1EKPX0ORzTjCUdmI19LO82LPYh8MFxphTBdkCjoiwS1KysRkt8ykxiQ
113u0lwfadwr3lD6Q593V3LJptjP4CTMPjL+CNghh6Tfu1nDBKUfOsRnimLRqkA3soHcE3i0C9Jo
Hr/3VjPaQaanMg3VTvJ/9lmc3iOd18mrIuu0+JjEnarvcLEDtz0k3jQ8F9KodDt0aI47r+vUa8m+
Ngcn3rUGwO7d7GYL1hBgaNfyK/AMt72Z80yrr6fcWpp9X1ISfJ+aalYD4O32GNSzbja7rJYIRDXI
fvYPatkqJTqj6/LSd1ZthjA9yieBCr3yHd/u5lPSFIYawqqvrSka1kFrhS/tRDVvywWvmqAzjflm
40aBphiF9d2RuhXfa/ZAtxuFu+6rZXdjESIvDHhMEykoLJjVuuqjlIbqL7oj6ojhVaw/Q+tPf2mG
9Mi49Hm+qTrImge7Zfs8QsCtXhlxOJ1Pt75IfeRhtG9LrCvDHWStWfN7DZfuG+Y8xidrtNcJtSgz
/ymRL22f06QslwP95ukG3aimul8JCekuSyw99/OxWAZfWPZ8hUnOGO+ntRmfkYLRvXDRlelRiy3r
WlUL5dlb+BfN4mUhBmdOFcgljf9rKOssX+3jYgwnsawoInha7Xi+zJx0DaCZNK8Vs9wkMM3WuO9p
cozXNvJ7CBouPKNvVNJYgtbosN5KuV++OFMtXsXgSj30qpzJhQpeR14XcV8Zh0LJDHnMRln/gmrV
TmGNWfj3ypNF5xee1Rt+Szm6X4WdvWbIhrxUDj62vq2WSGglyuR9yYZU1Zh7FZr0k1HOD0qrkAvm
eZsNvmcxnPNlZ2fa3gTY6e2ROcTzRaEMD+c4Zsaajo5GjZdVdSTwKF+OhVG1MT/SzG5zHF9/isnV
ulDT2vmLTBY7DXHoce9t9OPqMbT72XAeZi2uzMDIYmntma5DV+jNNhVUZ1JTvxoDwnpRWdpJc93D
iIiVoLeFs4QGtGmAfakF0qpuNzxibzrU19OQejGSGJNF5icNQ3l0zLZyrum3iS+VYM736i5FiaHn
IOP0VutzzX6e86U4kqwCp8+adACp25XzJK7nIjHiO0fPsv42t1qnCVCY9K6ZlIt8lyjectt66vx9
zFd6YBAHMB3Itc58aNNCqPcrMk0eVyHaMNykpflDYwRSBPBVvfnKcAdzPDCIHG5mGgG2X+KklfgN
ui+oSALlFvdZPoOkjMcOR8QVkogfG9oI8qzP668TXo0QHky5TtDL6c3dy3YoPynousfHMW6LcSfp
KCVsumqxkH/Lmse2qTVwxwtvrLPW7mnoimZ61lIZl7uE6+VulSJ3oLso6ovdut0dgrrCRN5yUDW4
3Y2A1UpbavFRt14d3xXCuXcQRjPh+6BMdqO1qGw8wOAT39Ze4XwYidvf9jZ7e58SDwCL9oUbqDY8
nQA18G4JbAP3rbBG1nD5iv1VsewTAzjbdbNqGT4wyZw1X1NlENrBhKH+lMqldvZ8W9f7RLBfZIDb
2XjXxk0yB2ACp+m2XRygaKjCOCI0sn4tkIpAAdAvs2WofLNT0zJwmnLs9mWh28m+rUmnCXGaLHeG
jiA+CYnW7K0Kd7MgS0bQX2OhWz+kOQvNr6VeIgBPFefTyGPzLtiG+c5SNo8zyJfvmiKzX47TG/dl
hXYMdMY6/5kN/fRTLRw7D9sxGRx/glmghpNczCc65TnIVG1VIcmw/74SkIcq9GSz/OdpXfw02vNw
3cz18nt27ZmpcbnILyN1N/dEPQvh437YfZ30tcQ0t1TWfl9WWv3FMYb2vzbWsid6ySmGN0XZ7lC+
1DDEyEb3xSroGWNwW2dFWCPd89t2mQtcxWo6NpEm6yYNpzFV7xpXKboIfefs0yrdyQ4KEOWxL0Z8
5gIEpdIvCG+3DkUJuzrIVadqIwH8Mw+Ze9vLjWhs62sKJCjGHEI6qo+I9/x7cpnYoKSFcZQLmfC2
RwDZ9K3eQmW4tK3kxizrtvBhtaTotC+iD+Nx4D6zCmelFSzEwCcDHvhQMW9hyimSeQ2UOs9+rG28
mjuKCryETGEOL2PSaO3XeXarZ2aLkwIVqUGUp7ZSblqclRQnkkubRi5OEw33huG9TOPS/jBxsTF3
XEWV+t8yzp21j/tYw6shXVRzJ7q2/qQ7Vf+fgfoeQX7Sxa1Uev0b/QSxBpYxyNk3RuoXv9H5+w5t
s2R22A0zsBdflGvrXjlwpQ24YcPY+0VfZshCIPuGqLnd1A/TmswWre+qlEE8qHFEKul8syn2ioAW
W/zZrRGyDdylG/p7Ukid+FJmLaxdL/eacFGU9UftjKrlNxKTlbAHokDt6NiLcTUL3c1DuPqLtpuV
clYP+mj1x0ETjhUqTT6mN6XurI/92HTmAQ9J9jiwp/m5L8FTBlLojgxS1ytKvkhHwV30QHOBIlmY
5ZEvtJ8wcluXo4V6KDV/Eq9fRJLylB642seqySYtMO0J7cR5MSolhZMbr/bPWgxd//XjtPd9KxSs
ydYfQ+Zz02c9KV7HkdNgpoUWVU5lRoWSyykUagGY0VgogfxEjZPrAUnom1w6WnehADtTeiAThUAW
WSYItdMiHra4WhLRtMgrvS1JS7J72MCV39r5JW2SM0sBXqTXi0I607DTWo8LuSoVwV2McPUUJuRR
gRPHw3ER7T8r/vBACOLT1DE1usunFWxjqEmTTp0V1YNh7WK01ffJVCUPH3+5Mz2ATVCNxq1Ol+rd
ZLcRlVRlM1kRGGJl9SHCtM8zd9KTEU/93kY6+MfHC557gwBbKd8gikOoPqlWR7Nvqqn0AGSSV+60
Ueg3U+2g5FUWl3RFz+zKTdAdPgfWBbhYnfRT5xGiILaDJldPo3W7FU3pXdwucX0UsTIcUONz8TkS
U01sbLX0khPH+1e7jSe2HUlnAO2GkyetiiGrk6YBECoSc++oWXytl2BrTW9UQ8T0lgs9XcrfM7Un
Jsh0A1FCATR3cgwr0vx1dHUdicFUeW0ROIzxbuBX+PbaG2XQ91ItAlGP4xjYlauufjEMw00XGyq4
rBoXwN2SQLvFxQRzaH537r7qAx5Ifs6MI/fNRB27sFeJqYQKo8GKqFO918XoV/TZNomqsHSKBENb
UxdfzWRU5q9T3elF0Jq19W1UC5OLSskKgM1rayPcHJO0qaiK5ziwVzBq1l605E0jojIUA22m7Ard
E/EVf0u8XrfmdtOT2Wt9mLZMZgpEcCf3LgZ3sjwOneNmO2WsWvcwd2V637fqYr70mjEbGFnp6KST
UGpJ0NLwQxEmJcAlYdl6SuWrENTig530E8VRrA2Pnjc0m7705pb1Ka80OR+BWugIfGT1zJilqxQ7
UFURy9DMDAQ13VxVtANt5LkIRyWx7H3mzVodkgTVEqEWu2uO3eyQcie6nrefRltDyAM2Q5d/cdCZ
U3wXjdXsGt5y1+6c1mwRHcImHGsuA/rHF5MS/m6dwdgHuS0MGbQyX9cgMVCQ9+0BfAM9n0W9nyt3
LG+Bc1tPq+XlTZB6sFZ3Y5po1U7zkga7b4TfAZUzHDCP7disr/O8as8xyj6E4qptkxtFc4baZ75F
7DGrpkJXJauy/gCOr7uX3gbdQpGk8siT9Hn7gygx7nSscOB40uxO/SVWVpcpYNIqOzH2mQgcJKPo
VUgrH4K69YYHxXArIgNxTOwV0fEOgqJZjM91a5cy8SvPnoQvCll2n6o46/rf+drXX201sykfLHNx
rzPNTW6QEcU2klqqkAHInfiq6wtsXr1acVGgVMtmuKkmfbCOi2JTuEDVrp69uuxsaBy6xTkABPB1
nKR91baz7h2GRcshV1fJciVKq2/8NrPi8TBVubaGwnbLbzKD9YcQ4WimfjkXxpO0Wu8/ypz8afY6
/TphEKkEMrWq8qZ1Qcn6fVMr3hGGvLwtzQW65VSsTn5ELn+Ig6FgULAXZU7iUAFGbkI8N2Xrc1RV
9JY63f1UpGgaAUqu0RIbuqRuA3usmlfTxC2PI1h6P8ykSifOzdqaO5ItlXlkkkBPQZdAWwMdIoyF
amIzPkq1NosbtUSiAR7j8j/2zmQ5bmRL06+SlntkYR7K6t4FgBjAIIODSInSBkaREubBMQP7frJ+
sfqgzLolBlmKzt61WS8y05QUwwMO9+PHz/mH8JNeFEuBCr+dPJIjWrln5sZy71AW/z4sQl42Isqn
+2yZ6n4nQTfvkCXX1s9MpyTbZs1g3kVLtzI2ZKujEFQa5bEeclHR+DS0F64Ai3Q1j07/YSxRdnUH
KM7yJrcTkUHjmS1rF9p9QrmnwJpiW4HV+CblZj3DcAEo6A5aoRWYChjzHZJ3ovRiaoyqq2FjUARO
XTa7pC0cx+tQ5K48eXYi2SOFL8rDlABUQ3dLTnhZfQfxeHF6rXJjSQs3SVaHjitLpsi23Og0bne4
SfNSJWOrjXFPd0MJp0OvDn3q0XiYChjBNS1tq+rG+yFpbFqcjtrep01lqT6wAtP0FIPbF52nHOdm
TKMeozbS1Z0hoskP06FGfowuTux1USsHWaNNw6ZoGqn3shl0UzCpEW4EyhCmN9y5zS+F2sfNmSPi
bVcFUT+49VSqgXJxSrwunOYKLHOEWbRgWUsotIJbXx0i51x9dv2Y1xVphgGwxaFH7f2NFIxilVxK
RKoHIGP71B2Ntr12yrRs2M9j+Y2uenk9t6Wxy2LERV3HTGtz5ZCqSCdq6edfJxxvswDAs4iZykj+
kZqePrO9YDBtUQMJsDiqLp2Q+6mkqv0FdT/rlhJfio6i07u2XmS7X4/8XgIAZO4H4uSdzlyXi1a1
2lYL2ka1b6d+UrhjzMVW7+3yOCqhdKZn9u6Trh7QwLRQET1NrfQYdcOxFlqwpnpu5XSVbwst2eZh
9SV0CvORK1JBrbIZtr9+0Lc5HdLpJHQr0ByqzWkCLqUDpETNVAMzjxYksIzen9TMpqolz2eGepvi
MBTlKwTQ4G1gV/h6BVPayNLUiLQAuMPi50UbXXUEs2vEudNtptHyHEzL9H79fO9sm9VqkmyVuj6Q
/XXif+o3DObcVv2SykGnCxE4ffhszPI5+4J3Vgs0FKYPG0bcl077uPUQVwkC+3IwKZ0pPLsfi6/Y
7HZXaL07YtPaiXGG0frOa2O1QN3hHzBEp5jWxOwRQI+0JZgzIqhsxAkySmWy7SW7OINYedsjW42b
QWo45MEUe09eG9aL6lAZvRLgDbJslsZUv67SYjs4bfpFgyKDx/2uQXyg55aPfOqZiPTO3CITZaJ+
geoD+IqT4ZM4y62cdk0woAK3aQYgvJmZhqSlS+r1o/5/sSHApaxp+A/BjVN8TpHRCSs6eQkGtZG9
eskqZCCTITCMIT8DAnsrjgd4gMW5Qm+YYML668XZGOZYGr0pB0VYsbNlyWqfVvl64Spj3Dw7OV45
CGNpZe2mqSOlHle+qYMp2ijHvhMZVEdLHrBJnpzyb18u+WrcKhEOXFvsp9Ogi641e3IvpEkT467R
tPmrMkxp5o92rT/XCoWTMzv1nfBApAcXhfAZDiennUGRw/IzrQxSBmiLYJDbyZ8XDUNGo+4vVvND
r4e2+uvo8HYbUdlcSWTrPc9AKe/1C6icclKMZdECI6y6jTKW9JRG2gwOooB/fyhGAllMtQUn49MI
D47STMKcE0UpjZDu2tjnO9RizHmT9QgFnJnMt2GPkAf1jds6gQle2usHQ1cdIzjJVoNlAE9P7dC8
WjrdOBMa3r4yUGxgUOGgAbQCzPZ6lBRTTpGLSEbWSE6uGoMcN1EL89KYoRMPslx7s5YrT79+Z+89
GoQ/MISYdqE1ezIoOpKhpSeyHGAQWBxaXWRB5fTnROPeezR2JxhFKiwrsOv1o9nQaFQd18gAEpF9
rQJzoMnWtTdZFun3Qjhy6M4xSNUzecB7wxLkAOiwQiwsPV4P2xF6kiXp5UDRavlWSlIEa3Ij2Q40
wXRPyaAnkB2kgzgz7jtoGkgpTCibAXEyFs3rgVlIqj7AYwooX1srBaahM5s39vIJRX0wNWJsjNBv
SUG3dTIhC6Z0ReFnZWuds3N5uyf5JpBz6M+vXvSn543UwT9RCkEGOi/ZNqSgHahya2wU0Z7DEL0z
FEIlVOnWzODt0VZaXZcUa3tGF/UxTOzumCkdiiWlpG7+7qL9caSYILAwD+RoeT290M3aqsXIJFDp
CwhfCg36YUZVKGd25NvNAel2tZBdQS0Em5Nlq05xnhQYuwTGlFaXYP1Lfx5U+UwseydbJRmACAmp
DQTr6dNQyywlo9blwJw4CGDTQK/ZTnOaqls7FfXgGV2ffp2poNFKbsvs3Ob8Aac8uaVgrbNWB1Xi
wJs1AjlD7yNzVsjqKEO6LXLJsFeykjs/nce85kY7j7ILJF29Q8CCNjk8Uf0ZjTjn0TFr7VnOpvEx
xBYdax56rcdeULL3pniVEx/pXn7JtFEdnlSlp57U0L535R4YbaAhcHCtcSF6ymLb+FyrSSx8jNal
1rNaq//SGOly0Nqsk9Cug+Ph1zMVmzOb9Z2UCNDuemCtQsZv7G+M1K7aDLBfoGFsQK1tQpxciuj7
ctX24Jn1+18v3tNtAiXMXhsEMi99hX+tP/8ph24LTS1tE3JeP8QNjTM69bqU155UxHVwZqjTsX7w
a4EGAyAEpU7QeT0WgmKFTVFyIg6ldPxaCnrHXLIm9bhkAOk9p5m6A4oLmBVIURJ/5siVKtcYHP2a
bMW+nBYwLy5cMtT1OlrgqpeOVVM9pno4W0cBJNhrwCY/TSHm8C+NkTuX8ti18uTaIjZNCkejgaDh
YCiZj5CFEV+38WTQNW/qvvKm1WPLi3IzjKCbW/LnZXYW3AxREe22Uy6jlKrWopl8qTXz1pNW9pWL
3xgUa3lpRLTvJ3n6ZEhqDGq2MHnArrDtyI/TsS5vxnFst8bUDfNRDwsKGS1Sr85eH51EuxFqlHK8
RkOG5glJah1Q4kuiXUV9xNyD05lx77Mp+z78+o2cnki8EM4Fhd4MbrVv6ZJIrOQS+6IPEru2EYBA
bW2nhWGfHwa678OeqqP66FTxFJ1jBr85kxh6RaavVHcyJsBir9cC5imqLknmEGh2E2WeHde4KsVj
FX2Rq8wavBgHEenC7FCYDpROUj6yW1E4L/IFtPzfngUSN7aaTGsHaOu6JX/aAlafgoqn+h60bTj4
FZIKbqqk5rOjg2gw66L2dKuNzgTzHw/4c5hjAmjvgJQDMwfW+xRJi3EAhb+66oMRnNzAFd10rpWC
uhyibyMiZ6k+UQ2O57CSr4opgkghItGZvpTWLZgdJUrPyQS+3Z7wNzhf6G+RFPHv1/MQl0maoF45
B3pZOddRL6WBLY+av4g2OxPlTo8yC1YTek0sAG4E6ht8bw6LlMvvuNAC6tO93hX5RQ38bvfrF/ve
KOjHAHNHrws58JP6QJE5SyipgxwseV/48ZLBPm7yc3yTd5ayRh3rhzcPk/cGtG8g+jTaGSE7wRB9
VRqX0Qm0240lesVXs9WqHrpNlYiDIwnzqJTleCaIv93HfANqaFQP0cug4/v6zVVjC25Hn+WgH/Nw
D+Iu2QsIudvECq0g05rZq8xoOZMovLnhri+Rugs7GPVTrpMneY82IHiXj4gtYmsJPkcNLWxqJTjO
8bYvJzkY6kzo9Cwo9yrq3CLNp8viAN4u7lD9ozcTW5FkgZNEN+XMd3tDz//x3VBagOTAWfPmWMsj
B+2OuFuCXMnVQ5WO5tpMssVXa8G1BlDLUEyoxdG48du1aQEmyFnKQB4aPfaAXEelByoUiai5HsvE
hdtUqPumI9vwpA7rTNdE9KvxtI57ihfGo/lJ01pzcpsaKRq/V0V7Y3LJnjwZEMdnPIbbGp1tMdBA
obL/NLL7r6ciThs3XNMZt+lEUbpyJI/fsbVIqIV2Vpq4Rke7wM3B2d/oqNp/lvuuPmdkdZrwrVMF
bwAFGV7TW3FQ3azDxOnaJWgMJTzKRmldFmmEq4a+ZM5LCSrvO57GfbO1qsa8//UOfScKUoamJoM8
AKXYN7kzjDK1Zf8sAeDdpNpYs2p8zyK0Klw9K6xpBVuF1yLt09xrCY6lvyYRn/JuwstB0Tuq5b/+
Quvd+XVU1lQUK6jVrgkRd7XXOwl3JRTrRCcHBOxRoskypwPyWPizKRpC0m4XZ/SGFBBfhT/rWkJG
KUvamVvwO4EYPXoScIIXdfrTo2HSpTIK52YM6qpJgTTI80aWsvADiWB9JkS+EzlQACUfo7hPsnxK
89TbMCTZX6ZgoUdzLbqMVnMham+MavmiJPL7RZbmf07yvz1P/x59q27+nM/2n//Bn5+rem4SdtrJ
H/95PXxrur759tvVU93+RkB4eeqSqvyP9UP+9UuvP+KfV8kzUJrqe3f6t179EiP99U38p+7p1R82
ZZd0823/rZnvvrV93v0YgO+8/s3/0x/+9u3Hp9zP9bd//P5c9WW3flrEl//9rx8FL//4ffU6IZH4
t59H+OvHx6eC3wza/Ntv1Xee/73f+/bUdv/4XdL/ILCvuHXaFQh+IjDx+2/jt79+RC0BCZ71Vs8N
l7X6+29l1XTxP3439D/ILMAZIJ9GbsWK/v03KuF//WgtHSFeCFYc1VeKEP/1DV+9t/9+j7+VfXFT
0eVp//H7691iUFHg3kD9Fv3ila8srwfwT5lTU43IPXTA1gsrDUFvPE1NjXQ3jBm3qxIDb/d0Z084
1VQ1Uq0/zdZf3+XnsY3X/Iofg3NFpJKyVosgCp2kK7IqOYU6aiEtVcCKFS2jNiCbBQfe1mHQYvUD
vGA0uwuAoMOt1OsZonuJsoNs0F60toaELHCyliar3jtea2b5oQNSTcFdfqQhQ+Iex0I+MLuqX1MG
7z0rC28SpZiex1GqaB7Kle4WoNM2UWN0AM/VhIomZNx9MSfqS6IM4+RVrTbE22Qg8utSolYbO59r
1c+a+TIMY+e2mIvkS7cAMUYfFxsKt0Xz8CN6F1tTyo0nSS5pwqYaLiseYup57DpCX7xGtarvc6cY
V7YxAh78MbV/a3/+j3vt1f68rr+VH7rm27eObfz/wK6kD4ajK8v4f96XByLMUP28lf/1S39uSlX5
g+LdiuOh5sulwWHV/7knVfkPGel//jdwQkX7oUby15bUtT9UklCyWk4XTrrVSPCvLakrf7Af0Q2m
4MKmpGPwd7Ykpa3Xx4e19hq40CP6BK7ihzHN612ZpyGSlWZWeqosmjsjrZcLqW+jQDQp7lPIzwB+
8eOyb91orqhBqm3+EZjHS1TlX+gXXqh995TKpbMxZiwE6xmmg1VxIleGKbnrHfx2AhKK/Jgz+Lna
PkUAL7az1biVMs8++x1FNjFeR2m3bLUy/DhSRopMGXmPtriVFGwKYxubvFGo3oyypydHyrXaTzeF
PMNNH6oRhrRyZTeJ+qEZLypbuZjSBsFhKX6Yku4bKB2xSur3x1JFOUcqh9APe4DFcIWhy0AIhg4Y
flWccR+b4lhOxuVkZY84gl3oQxEdIl1oPs2WQKmLaDM42WWoGr3Xm/WdKqvFrkzRv7T6Kd+PS35c
WqEGoZQfLKu6tOfkYJE8XCUEtxXAXC6hDXvBrJBlqqot3nXXqTTnm0Hrww1n2U0hadKFbk9e38z7
dJAMoNxauXPSYmNn7c6qEGwiWYRNGGku1KmPlCtAW4HqBUOL7ip0BGca3UnTPkTRdFzrb8B87mQA
laKv94mYNs3SBNSjQO9o3Neiy0HWNnbSX4514U24dYc0Y7mVEOfS+j7PQv6msB6ctii9JNQ+zpZT
YSYK0ls1lZ1TNA/qpG4NkEL7blHLq1nXc8SsJOzUm2QTanyZMXrOmsnDrm1Xzx0u1GWsBrGobT8l
jSzj8EMB/aAsjIUsbtG8KAZm3Wq9a+jNJo1X3RBIIzRVfbgYgdRHe7UUe2GYSJ3a2wQYLQQX4Mh6
lvhR1h5qER3GGlFDKUXQSWpW5Q+reoRYYXlZCQpcGoTXKOaWXPJbYoetiwfeZhmy3q0Qy10JKDvM
Z54HXblMHYA/SjunbkZRsAZcoCNozdLNdzLi8i4sin0qhtSTtfkpl+cveI3vZlu0W1xYYKoVH7GV
vylMZFsV08/a4R4ChxvquZ9N5UZRuTKoXbdpU2WX1Cl4rLSefPy4voq82E12RlwvVQmJrxKl8xHU
c4olyWjJ+1Dp7qZBDSh6XSIaHphSBsxmViQ362XILLqWblk/H8PSOspLLny7N+8UcNC0m6pLKRER
fE2xzyat9kK53FBgj+BZlbNn9I5foFa/pKgn1nr0Ab2qbVSv2Xb4aZxh22Rq91VweEFheNZV6eNc
luJCi3Tqy/rzYllPTdsdIjV+tuR2veIZ92pj5c+9mXwwkJaaLOVSM+ZLrUjcbBZ7Neotb56FPxrJ
LjWV66asd1Y23TqS0bn27FxW+fQQi/Q2AneJmvcHCmC3tSLdJSWrBXF2VcyZ55hIC6aa4oaZsuXY
3JkybWE9dz5plfD7WDuSvj6Ro6Isp4nbxq78OqQvX9f7JeVoRhrTMyR5r6So1peOsQ/r6gVLQdSS
XlTquq7cVh9GRbpow0x2AYOCE2/6YWuXBIms76h0m90+HxuoeAVealYzcE2xim09fQQFfEA+xAce
xQQ3rCl8BO/5w6rqZ22g13jjon5miYZ4karHwtKLTSoE3C8CjpCkC8Xst6Gm5txulDIwG2NrVv29
WNoHdSyuByWqvWZqdxkQWa+TuwINYhlIvKMhBVzHDwhnoOOQeCJzPiWp5tsq7GScYnx7SPagSTLf
MQHUPcT2Q2EDTpy1aguYFvzWqN0OSUfwX4YrGR/bYlI/ZgizdTCHWnt+ruBXd3oEBWpGRDhpnXTf
dpO6UXITjJTkGlNylNOJm6uO+5GWmAeK51dFVYK1TwwAAxgOpuPikzc9YBNzYxlsNmAa7BKV/GYO
Oyr29ErR9v+cWMadni8eup57vCtuEKX71Btt74ea0Xjw1x00iwlrhX6MZy2lZT+8tJVW77So0Fyt
Sm/7afhSVJG5G1tnfX/2QzOWtw5SRYyE46RpcNuOE+6TRXNbCXlbLFLtqgYh15qHT2PPn1od3Wm5
rJI9NrFfR6PM3X7SLkYZNSsBWo+5/mRmyvJhmOKPrV5+xVbg0inF84yqO1aGj4RzPFjkIB8czA0p
7qZK/1Fu+r3at6hx9U1gVSW7OWG601nd5vXc48objq5hYmuO5fuKkZsuTJF8lUwp5gCD6rRYo49c
ydWs2s/5MJU+cMh44zTax9IsLD82c0B/aX09jTonUw4rPnK+j4hbbme1QFtawGuD4hJtUstEe0RE
X6ZRfrTT/GLRi12D+xmoRRUQgmM9L9NwWE0oE7r47lJK9bYekOd2iAyuFZWfSiUVWzwVbxJt/ljI
0rdBiVXXGbtAn5W7bjYR1zatfeiA3bKyK73qbopcPAEnvkMvHLqUPRzB03udlvR+104H2wZ2amfW
vhoVcz3O200xOfvOMjdxX6PLlSgAIzT1xUrVG17nA4GrucyyGpYdnAlcHmqvrvs7a8QWwpbATMuo
VTizOXpVP32bIuVDFwKz7aTh0Dn1kaMD8GDd2SwLedOkqVdQW3eFWm0Tab7Nm3SCPWfDA66yGzrj
F8CVb5FdMli6PVi4IcexUheJl4zR13bC2XhwpGtNz55b1b6AdRe5c7mkV2Q0GcGGehgN0E+jbgDs
WMC2iXHeVHGTgFut7pK6eFQ00XG45/thKFNPcjIEIs1mYyvDEejnpu76SzXPHwDKfpccbV8tInfj
UvteVNNGauzDYMdLUNQFe2uUd7o+DL4WKZXbq71yldSfTQlm8YKiMy3JORsCKlXHrHN2aBTCqOsW
dIKUhfDQbsdi3uYgPldIcgCGK6MXvXxJTPsrDF4QwkjowFGWr3FQ2jn18rkKeU8mAL3ErCa3HlNe
SfaEIld80ObpEKecEaoz3GlqjbBhWuy02lZZ9y3LudQuAYbq9JhqzXX6nqpYVQy7UsSJ5xTGk6ah
k94l41VeLvJmMI0B6Yx2VyCG64FUxohkSR8MuwhmUT4LwNp0fJIroJyKpxRj5zVdsjc1eJ9QbHU/
NbJ7KZEvoeKmOwIZwlKDjh3dlIgNDUyQ3HIz+HWUp9tGd3LXzluCraFfClCvcCSJGqlyMQ9N6MVh
9GmE2LNFeFjbaUan+kKl+wecKIK5mRMXo1HFPkUg84HnNs0ary2rY2mpT0oNyKfhLNi2c3ckzh0G
xICI5PC41OQKF7knGjGRiwcrJlh2ixvrTL4FjayXoY5JXSdtiywBWJJOxka0+TU8Jn2TG/ZDpwLA
7ZPP4zJfqUVy2bawxHurcxur49sYMCHVGNcVo2s1f3YS4ZmiJhUI89mT0QXdIEfyrdZ6c0NcTPw0
m69HTlxdpPteF1eiDmUX+vi1pGqpPwrttpsIzCjKHscGGLOudQd76qxNL0kfinHazXTwClW7iDBf
cMNee6mh0RysafwA5+uh1XHvkOzvI97SHjI3KDrX2w6T7tisM38ximoLgYKtJVmbvOAI1+xK88Yy
m7yBXpWPKQBBZx4/z13k9Tr1uNgZL+cGwAbBFBhrPfiJibxqmod34zzkJMlpS8ikpTtB0VRaKs+K
PfqLOh6RJOPaD9DNwyRu2RZRuc9kigQAd25ZfTEeAupLJ6qHMCyDdO4RxtA2NSrHnj4v99REQjfN
xX2JRMgmm7VDq86PkmVz+dHQX22m+V4NG4jo2n0Rmtd2ttzRyj6whgte63iv2KqAL2t8bZ3hqpPT
EVIyxNg038/GeNBjLYioubgDgk0eWgGbOSWhgrZ/M+QWQlqF9A3K/FVRkgwvdU5JO6VnY+Dg0+XD
YSyrzFMXFuTc5r7cLzDbckxisizc45Bxo9YIHbfR91CL+x0d2w269h/xD4Uz0FbGhSjGT5lN8Qaj
3i+9BNcBqWdJL7Entjski4H/X2SxedSdFN4oyCBi0TbK0qtaGHvSro1Wx4+VNRF15LoP5JyaCB2E
gZqG3O9FjTuvK8eoHAGS85wq6fdz35GNE1ZxssXxrQvz8UJrygtU1B9CoR9mrQWnnThPQ0/i2qJo
vZmd1rcs46LuIYqUeSttk16iTkvS7hpJPrgdLHCv7RwkU3APoOib+PI4P7Z5rXI1xtNOh9I7t+kG
FzBuoVn7SetQdKmSjzaqVUloa5uw0qxNbWZPWr2SOivLxiwr2k6NM/JbDWngAPVaK2FGSmZNb65w
Z9HkN8OStF4Sh6WnIMZ228TpV0WNl4PeGxeFoUXeIAiJkybtdLwYdjL+mF5och1Fx+2oxcUNzohP
3UpiT6z0COs9d0VTbSVDuNU64khtDQ2AbLGPOlmsm3Z8CLyHRhIb2a4esQ5MuPhFtVusBKHUcEqy
5/mLOWi4JyUPbNdnEILXcbLeL5oCn4u5eXHqhMb/En8wy2fAXZ9MrSm2jQYymtyaG6ygHTJhuNVJ
mItn2aJ8iZUKqdsY91SgrHjB1ZLmzVmdXwLveFLimhxO4bfwxpWpu8QfuiWC79jFi4uMoE/JDcbV
LHGBcDYIT9E80xO/Ni+RhXtM49uCRLDLlYNRKqDik/J+6QqPawikqAat5MhyFTXy2mR4savNMqew
SUlBkPjQu5sadCU2ca4SRvoebVigIivWXXgQN2RXtRq/mNugrucLvRIXpjxVrmQb2yRsFx+X8YMj
w+FQ1OaxhBpLmDYIiiugD9QJqouLftvJj9Mo0NWt9W3JJXcptMDEG8jVbfFpGozEC8XyUVgmWcx8
FRK9cY05Ug5stqGlXauF4VWOtXPKIpiq8bbMQuzRO4jGVXVIWvmK2u9VRwqGG/kDvp/3RW18wLnj
ozIq+zamhWYo7b6H7hvH8z1lBN2FvXOD9KVCZqKSBaljvsnVz4AfkQJol4bLbo+v57FoxUODPZQf
xW22V835pVn0C3q8+lYnAwvH9RqP/wNYk94FfQw6fgFqYdQTmLEx4WJcXgxOCp22dUoopLHhamFy
0cGTkcJnTf1E72ADR+U2GeYYAkf+eChM56qqi6thUC7kKedyPYTXcTPkgWGHFyXjNMWseQbCF60l
LmvZ9ky52EFBWqmP4tICfqxbkkua+bgUT6K/MeonqubehIS0b0nDFhLIniAqez0+ZEjf4n3UHdsG
6CDoz7up7xe3TAC1GVP8YdYs6QBZrvM7Y862YhjI9S35OFv6fZXZD1qrlm7BX3DnplH2GSzeqgcD
Xb0YiwrfvVyOTWJ5i9qPu76p93Syjyhleko47M2mvU/iqtmW85ORGk+WwD4AOZs0n4KUSkJRytei
7pejgYZAX0kvCt/okw7kQJbtR1Tlqj32Ui8IGUQIJ87DcZ4NKse66almPPqWMCitJ6mKr6cc88ZD
ZWtlhR/NMdU6fD0l1Pq9seqlnUKdT5sw+q0qNopTJur3Jh4jpoxEBx5guEMDJb0aDFu6MForPcBe
gxCtUAYY1SzzERNfvLY3Pvz/2nI3rx0foJUKvXCkRemv0KkB1vGrOvP//l/5U/nyG20g/tP+XG9+
94P+VXtWFFzm8MYhgsJIYIg/a8+KQ6tIox2j0gpBftIEUPNX7dmU/zCw04FOjBAk+ISf20HOH4iy
w0p1ZA0qrm5of6f2/Bq7tuLJsURexwfihSL1KSBAbzKhJEPC1b+aHLfrMXZvO8iUMFsoFpjT9qf5
eqcD9N5w1LmZ6dVljIbW6zp3Zwq62U68+CnXrU1dcaIOXU7qKxchBTj1HDLxdbfrz8fD/9HRfvgz
0pl9PV4G39sRBkeWJfGvcVS6K2PO+xs5n2Z/RsGwcMNq7tAdzfEQ59p7BuWxfv5/96b/HB8FLx6X
b7CyiU/GL+he2Sgy+JgJmIGQsaEqUyM/0xE+6R6sLxGWGM1GmDyrSNvpKE1UKyp2WUgSjaWfqm1F
89asvUJO5s2vX+A7E0qeBcoceUSNJX2CAWvqNrW1el78TLe7fedIy6YwhEMuUiFQlnDyGFCqNojq
44ESjufsc38A5U8mFGYGFQ3aqPCkfnQYf2pf6jam2sKgVIVM6YJ4jZkrdyZfSaPkymZzoYo2O9H0
KdFZ1OlVoccLuUA196juSCL+MJkjjN8s07OHBcfJ1MMfkyyz6KXoZlH1+QVdH+tZrovk3FpU3ntN
gKRUEPrMHoDg14shdZa4LxqZxV/UzsaMi8YTENo3DlJrNyhd2cC8pauwDBX6mGnjglRFEdd0yn1b
Sfk1+ybZqzg5AlcOpeDX7/U1ouTHQgU/DBrJpFhNnrL+/Kd5nQBbl3UID0xSuBtgDVfvor7tKNoM
XoKimC8AJvmNUKczihPvRAQGBvatEggdFIBfD1zpSQkSVMOvrbb6rdXNSyBQG/DLYXqRh/bPo+wV
iuFVB5pPe7V8eDZ5pS4CmyV0mic7JQQfMzf5pPv4bavbUm2cG2566FuIuvZ+PaNvtv46FIQFFqlp
QwRdH/ynGUXUthVKu+i+0VLrzaU02qO9FD38epTXYBDeG6MgV0rnEGweuv7rmvtplCWsdbOJ8YpE
WQcKhNKJTapzLTAaCLZ1s3jLYvVnYsCbV7aOqdNEJRKsIo0n6xjFyTYdGmjQQxWONyMM8KtBD5HK
ypoI3xSlvf/1M54gjv56SMAZ4OSQ6Cb4vH7IIusnXZgMmBS4V+f0QrymiBLQRHbid3P2uR0iGMam
6D4U7Kp9QedqIxlldiaav/9FWD2WZqFcomja6y/C1beYJ1vinS7SsqdOIa6inKs4EL7ELWhO0rWV
kCVoc4jSxiSCBpLuph84VX89JW9fO03xFXBuI7kPY+1kRsy6rmMBN86vRVG7ZiKHuwoTeFtHjcdJ
5NrNOjXa/XrMH9zM15uHQVcWCJkSDvbGyYo2S40WD41sX5XotIDy8qa8wuuRni5U9zTeaKNe7iJp
/Q52tJELxCJARjtbEOqtZ4ZpuR9GIfsY0x81IZoDNQXNByvSnVkw78wOWwEldxOczUrcef2aeqGX
pqTraP/1+Z1p5sstqmjFXV6bnyvUp1exNDs+M+abgxFSF2qzsDKZHPCxJ0sDNlkUwmKU/SoT4jC0
ssQ1yEz8irB6L8fTc4X64wY4Y7iN9Oqsrceb+L0Ov4Ya1oRmvsHNmogwz2VrM7lyazHNtnhAilp3
p0LXfVj5/TbJJWWT2Bkaw2pV+F2qV7tZXhUvACVsjKlVt31dmH4zcpLjZ9ZvIA93LnX8wv/1Qnp3
qqxVvRZQBa9o/flPMWueUSDE2UP26RXQLBqlhhs0xVllGGo/g/gvItsrwGKRK2ZnVMjfnSfo9KsI
OQTDH0CMn8a2EidRxpbX1HVtf0SWMPZIBZuLuqWYGykRXVZOwvvJqLUzT/3m9F/f0E8jn+yelv6R
irs1i3Js0O/WyM/6ckg3KDecwSK+t/w55cCRQNoCqXkyv2jHFFRw0MaYZFiUoqnJJybL3kSKEu/A
dicXobqcg1S/91J/GvQ0MXNGJElLi0ETWyt2il5b+zIsnxdZvzEpKNM3ohY6RYN1WOL67+YQTC0p
i8z9ildKp+f1gup7q02zkP1e1ZrmC0LLJRjjMshK6MilnBhnFtF7rxKjMqSKYavBdzrZ63RFTNSH
LNnXi9JaIWa4r2fmV3TXz/EP3zlxeLT1erhKWq/uaK8fTZL0pWo4/v2yQOA1yaIBfzQIB3NLPxAX
qt4TZmWBUgBn+5/UndmW3Laypp+IZ5EEx9skM7OyJk1WydINl7xtcZ4HkHz6/lBS71PJyq5c8l1f
2F6ypAJJBIBAxD/MSMHuM7iX+0pPzCvfeKMUrA5hngRbEWSRn6GNm6iyLZ1+McTSsPN6DBEmWhJT
SnG1qvJi76Ik+k4bpyYApWPt14ryPr1o4CpLn7wTOZgl6hfzLe5a+unt3cRQZ93mWALQCCMGSLtK
7TazkSyjlWYgtcLJpgOegGvpvOYDOCMTLhmiSOlSShixqR26doTNVNd2tBfYAitDyCup0aWl57go
KbMLk01vl96AskFrdRIOAY5KeAo3FrXRJr3JFs39wElFD8anP/f2F3idjxkwsf876HbpiaLrSoAI
RhibRRSMgNAP0Rpzf7Dh4hmNk31+e7xLS52937HgtHmCffQ8Jh1oZ647Yb1cZuDpW2vybpxyedAG
LABsvUj36O3Sju9GDZLoVYaIcel1XW6A8DfUVXT7ul66cgeC2xDGdeWcQJs29wbyMwdLemDwsTDb
27Teg0pdCmNXdreDiOZH/tgaFKVPQ1M0zWFqCueEWnNDz73J/sWEgOSFmcT2oC6q5x8I2LzTo8HG
ojVy+x+sW3QUEAs8GgDKHbC5c65E3etDDZSbYgKoZJw6w2aTkFwLlhydmnBOEHAqaOAEelfNJ0R3
a3A5xgOwnKDojfjp7UBQ++r5ymNclR7YQCEVD+n8PS0sG6l+cl21EYf7GPs6ZsCe8I5vj/I63BgF
7KalOAdsQJtszmy1xrYiG4oGm/97r0FuyRdjHiSFNSANvoAIwPv4prGjv73Z867s9a+jTY1Owk92
h+6KQo6+TFbGKStlDQsNGeHEJ3W1zRCf1/gzep8ijNvs95Rn1DaLqRJwUJ8rFp/22ev9RYJSDFhd
5GWPfDJteM6yxN/ZKzJVc/FMnxjXU2QrHBReoVei9tJsUoRU1wrqOtiQnr+piMyuzBJGRtdKPsTk
b2GfI+b59myqn7KNGRtxAmWlCeD++Zh58X4jnTSPpirvx2Vhj84TyKt2wW6w8K6xnS4PhUmJYkuS
FYjNC4HViwBqMmFNtoRG2SBIt+oDiuC/X9dk1ijY2tQvSCwhL50P1aNFnVjFYqKysK4HWeR/JVMU
09geqIUtU/xvPiJscuxZwR+/yvZXB2ONya7AM2R9FvQtl1HTz2KIqPzr7fm6kIEgEwQImosUVSv4
j+evZmpNy5FVm2Ev9TGcYJ0GMacnQnNyBco2gzl2EWHOrCr6oklThE05g07tumte1pefRAUOFFSX
kvhmuzHXFqkvezLDGRX4g4zqaZ8AIwqxbVl2iyzxW4Yw+z6vEOaLfUhYaJ+Z2K1perl7+6O8PuYp
mMPB4qanuAzm5klqzRETtQgjlEgE3tQo+gL32xWZ/pCVbn5TFtE1X+VLi5PugccpT92FXOd8FtbW
dydukkbYd91w4wrkXvQRxbXffy8a5xCLEaRG5GuzBaAzTjMpYhTMAtKTgFS3513GoByrD3auTdwo
0uTKt7x0eJFE4/4LH4YFtImv1FEqGpGlDhFFma615tY0k+lYC6v7QHti2tEq0I9O63lXRr60tZM4
qZNF5zK61aJqEzFadpOZYdYAJqiBe+9RIKiAqdbJfoqra0vp0n6kGAi4xOBDzCZ/PodymNEe1Pi6
IgLBAEmP3jV+XwfDZXW9PZHPJY7NNsuNgWwAaLuqSGziRUS6CSgSM+y+1+aHZmiBdWhYlnQpwOI2
6XYa0KZiqRD6NXwQcLp/j7LaZ91rtENv6zUgFOl9cGJp7RKOv11iOFqw2s1BwL+8kSSaRwQhnXAS
6WcUicWN6jp/NkEi4ME95AdYkGhW6548RjWc6L7w6Rb0VIvw55CnNEvcU2mu3Z0tPYCuLhi/WBjj
lXB+/qKvvoKAsk7nBf2S7dUgT0u9iROTq0EvtPvSR399BShHHdFpTwiAdujU98OhEZp1iMCvHqY+
Lg5ZlgM47tt2l7ViPBYDmIipm6q7dkHyKgHCduU5LwSGgV7hfx9zM1mgCU1UIVkCiSzz0GnM/gPl
mJqh4nX/dmBciHmGgruPySEVPEf9/ovjNypMND0bLkuSOL31ivWPLu/ypwGCDJvpuqa/v8Zofuqc
9dzNYEhudkoXunAuVfLmj1P0gQ79cNNHvn3oxlIccEbJr7zfxU8JtY1bOUkMXc3z99PiyvMHR1P7
pBE/ZIuSxaCqvJ/6Zb6yxp41h7bRxb7FFqI4O4jxbMayMqllqs5SduXwtCYRJg3JioHDbAMZC+o8
Sd/ns+u+9wf9o8znKbTzPL0RkeY/4u/b/NkY8y5pzX+ysTceEA3DqqXslYJb0hQlETkkPb51zewH
WoS+PUW5Ye/nehdqsz/IQLrGjD4mkvJDEEWNtANkiifE2vEYr4K2bdwnHRQ4p3QS2beRhmYurJHS
g+6w9vL97KfdrV9U5UqnSYyfWpdyyY6SqfsYk48riEyRvEOWttB3RWw63+1CoOe/2MLALcSui/aI
PGWFCYZrojJLcwfQqb3EOHbbbj589aMi/2FM9UhzYoQF21qp/8Uyqa+FLh4Gf5ZmCcif3as7NPZY
m4EHTftLyUWnOPi4YYzsk00vghRTh28SIP4nfbGNAxwk/lpvFNYjdl7NV39JQTOPZHY7uUZ76kCg
UCtjXqpgcMQwByWgmb9jWymjUqePdLxMUI4Neu4bRyg84DffXmIXkgMu/2y+GHzSJ/A3IbiSMbhj
21NipBNzk1fOn20xpnsxtiD94XjBZAel+vaYl8KetIBV5qpze1vxtrNK6z2LMXWsWU+i88Fa9cmy
H2gTXAn7i0PB3oQqZxH92y6A3baRZ04DxbaRHaRq9P4IMa3+c12ZnLff6uL+TUoAEooWh8514XyF
mQmvMzZofPd+7obCH3CzKRPzBgrafV+74ztEr6oA7FF78JfY2HdCmdxQ8FMupVUQO1gmVCZXKKDk
Nu449nCMzNE/vv2YlybcJg9XGANlW7bZB/AlnE2oADrmfSVGBjgjBJS+naAeBuS+o1zeT5l7LS1X
UbTZfBRoBPV3WMP0Fzcbqxwtc3an3ggroKv4EozVeOhyB+IZnpAOWssiy0Fdo0gEjWKOP0+ZNz8t
Sxl9ki2wUsWnKp4cOqzXsirTvPBkqAJQ3NeB1XBrOJ+0Ei5V2xiRHuYop4H1m0B87YrFkEXoAAv+
knN5twIQx4AhNJBlj4kQAOUp7aV/VuAPf0CwKO/j1IF5EveW/oieVQ78z+2/JkjlfoDxlDa7iNzk
r1br3c9zk1p/j2LprmmVXjgrldAJYpu2Ujt4LkS9OCvBuTU9LpvUuTTXPbjp8q1vRiuYPT09+L1t
/n4YmSbtI2T2IXlTuD//bky+EcHeZEZ7DDsKd27B8eM+7ESJg84disZmxZJ+O3YvrGbULXCaYHkp
3VIV2y/esVu9qUV3zaCRqAxIzLoPVixiTwNQ8itDXSjUcl2iqgEEiqwb9ebzsUC/1oBseUFwMAX4
NzCHkcdp4UrgjkIzoxBT0Wjvy5WbXOndQX2pDlq7ZN/cvp6vLKALVaXnuxvXN2DMoLDOHybrpd9F
eMnBqvVb9hcYPFOZrLdo/C+7TJcVbA2gpyD4gLfaGKy+/d1fg0EcYktH5pKJ5hFeXQbczDaHhCKq
gITzN6r46afVWu27PpI5lE5bfMgHj3J2DrsT5fPxU7M2tKmGhk+VOHLXDBVSG6nDxaW/Kg18KfLR
GXjG2IBh2IbiOvsFRBxKXVrZGsdGzx6sbj6ampfcFnH2m8JSzzUvJsBgqVE259jcBCEEVkocGEyE
cx81IT0yEyTr2h5TDIODLhUyNKsasI81PHUaIMjemq50N9QWvdlNAebQXwGooSO1rZbJi2Vg2vCK
oQiYYawWdyoLc5fKybx5e9IvxJwgz+cwQ5QYJMPmOHPcAvXPQpqhXTjGh3oxF4gs0MqKaZgPYLyq
MEfN5lRZaXwaW/bL3x8efRKakFRROTI2w9MYShB1hVSC3n61j1ZEQSv0xMIsKvODha5lSJHBDRRD
oklc7f3bo1+KeMHLcw8TNOvIU86/cVIgjpuOlONSwMm7oi2cu1GfcKrzcLkcJm+5UUV5ao6zh+LC
XByoKxXBGHGRRAtICVIUwGNRv/Ua2Vz5NBeOcC4MyMioOjZIms38p/60guoXyM+78FESzMved2Ql
J9HTRcoFzAS80K/VAy4NShMDwCORT1q/GXQeTaBPTkLQLfux6/JHbGJXBKBg2xfj6t4tw5Uo38g/
/VxoZLcuCiXoWr1CC2WWn0ARZERfCoi2gOsPJjB6ylhde5+4iVDdxHFnQmc4ros2KYYKjgV+971Q
6HFEJrsrH/7CTiMQxCVLUIokr8rBRVk5Y92iriHmtPukuQ7WCFPzuW8652iWRff7eTKXX1/1C4GB
seOcx2AeU94SRSXC1LAh9zY2N6KRFNLxR+/KDn9pdh2ArroysiVXVmnSiy2lyQa7GFp0C+B65oG+
rChGjQhi5rX2Lse7EhAKygBX1pg6tbb7GJhgCj8+w76Sa7RZ4+hoFSKkQz3cpXZDRyYZskDORgYz
HBIHwmN2kHUaZfByHU4NXIXD2w9x8cVt3UP4FKGxV1DCrGp7mY08w9rI9jCs9hrOJZqjulFC09BM
6Lz+138xpJIOA/qiPMlVjfHFt84MLNJma2ZjXZPhsSLVJGvqAK/EEMzBzSzJbpBwj94e9eKOxm6m
wKiYdr1qhNadlXa5ERG8uYhObQEfFM6ac9dGy3r0Wmgd+VR7e+FYiMBE0AsPK1i9XTxUHRwa1Dr0
zHL2Evo1dDEm6O3Hu7S0SC6YARINEtjN9oJlGzdCuEQhdN9873TiP6lXx6Fvp9qdlc3+tc3FuhB7
wOIQWqEUQnd4s78L2+2BV5rPk4AyZU7hwckMJIO9ujlGovkndfL5No/L+F2T1/0pKtmDGuTVH9D7
kDtFxyUXlae3v4J6y+2KYPkp6Ua6Bv42wbUbOVZcv61wBRaJqSwANXzrw8EV17yUL8X9czNAITGV
meJ5EMZ+n6YpaMCw1WL33rWKnCLy6h4Ha6aRB5f3LhbpNVTRpUHBCuEMotBfqNefD5qBgk7xmbJC
qH5yv8zxcR26/KCUegFq1H8Agvrj9z8oyDo0UyghIky1mebZmArsR/CAbGIsbmRrGRB4WgQpetRA
3x7qAuIQbDACjehb0moBHnH+dqlIYtvo0LO0c118w8E9vUH/+27M4hEDZfxkZOmn+4S77RFxCzOY
qU7fV9WiHzx7RJc2KyAj0T8+NaTR+2o1CnDFFL8XVA/fftRLqR3pK813hNlQddgstizu4zzvB0Qd
tMWl5x5/r0aju026roXilue3o71OO6NOjD3wO/PK6Bd6KHQxaE6j6cXxvu3RVTWyDnGN+EfsLdOh
GGrgF70+QaLqmyPlS6hpZfaH483Lv1hdiNUj/Ug7GH1Q9VlebLyJpKxmRwUDJzblF92LIQ4jc8E1
Zfg3Q+FT6oKhA/ahbyLdqgWsvpZI76OqCzx9KndFYi57ry2vNdueuyPbTYN6JZFHTY3Orti8lldA
qJgpXNYi6x8x9h3Bv/fr3teMvxL8IB7mxM9u27n9Dx07k6QJoWd79edjsZogF8e9jiXt0e97GL2V
4OYSzTujwMPRoXgAAqmQdzGnxTFGRh7+eSQDTWut/dsheWlr8IEAwhaiQ/mq9L50WrHG2WSpfv58
SJDg2YvKam9bt+2CMe4nsgI0f94edKOs+pxiAoNFxY5cDtTEVplXaMuICr3k07Vjepezc+3KCEDK
7NZp2A06RsiF9TTiQnus6wHVYmz9rqyGC1s+m5MCAoICpk+7DUraacjUEymNhkSFAUL6XeO5X9MZ
sv2Vt1VBtwmUl0NtG8HI0E0jgixWCFcjP4GwEZhY1t5usiVEqt5f3ztWrt2vho07e5HLm6r0o9sy
jcWVpOvyd4dTgqaruuFtb1dUs/05i0wrNOIJnPEADKGx5x95Jb2Dk9fDEXmsMdDLhYqDo2kBvoTm
lRV6qcCjDC4UsBZuBSXO82VTl0uCI6FhhUktm0AMaEKnRq1BThzssCIFQBh8QmCMXG0vKeyeCiHg
uKLcFizQQ65MzqUwAGii+k4QATitzp+mTTFNmACjI3gWezvP1PJTluDsITtxrW9+IfV5pump1ppJ
a3cTcZUsFjo0RFxW+8lOB7qwN3s0O96OtosvROfu1yjW5jTsY3eppNlZIeIJbBt2wmZrT81ubrWr
U6l2uG1gq1qMogYST1ushetFbo/cC3JS1TJ8dygBBaB6kEAHAH/qp5wdy0ADSY9RRvOQENn5GvXl
dARb2Q9FcvRGBBXefv1L+A9VOoHkRmvbU8TH88Nm7vp2VocN6sE4EyvcXiIaKgZm1x5Mp+z+k0aL
tRvWan2Q6HSfkq5PjiiFX3OPUHH86uM4EFHoHFIt2mK04qzzja7VLYyonT7sUjlgYhzj1bH6FTIA
gO3ffvPL4zEglQLamlsMmr0AzOlqta6yBg532WYPYmycIOFo5/jI7WupvLqbvnpBqgS2sjyhCriJ
tEbYkd3OcJca/b0lCjSPqvlbrEn7OMJYprFRrqgbIPS7T+OsfZBd4h/Suc+fkk4mV1yZLr48vB9w
P6rfsZ11tHfsYq171taKoKYfOeuxL9o2bHsX1/PEHX9J3f4GRwwkMX0tEzVYlrOi3r7MaXDerBv0
JkWoizi+LYtKhnBIu8BN22un5XMCu/3QJrgqxB+BqWFDdD6Wa62x1IwOJCG1370Ov4jebz/vE/wy
8XeM+9CpqUz7+eCHyLOYAaroRgDYXTt0mt7C+pfx3swN99YemuaEBlx571lwHT3cMQ95W2kh3XfU
WbB7vZGJvezMWKL3YBX1sbXLJKhm4R0SzW3fFbAmD0lamYBS3Gv1tQsJKiKbimit+qLcPs7fc7UQ
vRutVYQ4oKahSYE5NJPEOSKF1inBLIrLebKcunEdrmyal8KHnBjWKf6JXEo3WzMEJd9DINwCPer2
R5RI+vfYgyjNpSzilqDrV8L10ptagFR1QT9QuNuMWDT6aicAiyH+YKg+TJ1APie5BwUznHpL5o9j
JxIlu9ldsUS4+KL/O/BzgvAiFc8nx01Nq2WT6JUHdDoj2VbHoEdBjaFkL5ybtzcl9eG2oavKaPzj
0nDeXncT3GcrVMWAuuP8+cOzK+8WuRsy83VB+Sv284eSaArS1o0PMvOvtRkv3Q2ZTa68GDQCfN7u
Cxp+n2VOBh+u2Yj/aFSnXyPS4du68OdTUnkyGHoTXd/Zig7SGsybFt7E98hCjwWb0/ig29NIkb93
0fRAe9F1zPgm5iTD/DevrnyrC5h101LcWq4vlP554vP4x5uC8F9akyqEmd04U/W3mFvuLq7dH1uF
Qm9cT+6iBclPpNCw7RnoQECp1u970+l2Eh2vB9k24lGPnX4/kft+ens2Lx6upMp8SfZ9HlQlHy/C
x+i11kBo0QyrVkP4ZF4La1+XSCLj+XaQXbOiQNt6X4o4dw5CoxjsuE7xTo+Sbv/2k1zKcuiNQAV2
lW/StvdUJna3xD7ItXnurc8RN3foJNT1EGnRP7891KUQfjmUSutevLOdD8Yw2zDPLINLO/poeVBq
uXXy1ii+dUbHOY6T9XUddP2QLtQwryQ0l0B66sZOTgNZBPuOzfjplOm+ndSAsfLYDKW5lPtR6tCs
Lbs+jVBWPsae2d+jyVaR7mTLMdar5NTgwxrMVWR/JK3/uzSzT8SvdQs+04YSMVt3FmaF9/SAlu/Y
/4KOz5wIlR7R70yZD/fJuBpfEcL1wlWfkLOrXY53G1vF2Z8A6ZhxdR/RGT2gjuAd2qoU9zZt6Ft7
NNvDWJjj3jRQgHp7Ii5hBpg+jwIuKxb1/E308RmsyhiBRnJkjR+SBHIvRD0XzHEcBcgRiPupGd1b
s1zah2xamwMCRvJuTQcnSIW1vqvdbNrTX6p3AvWWcESu5amVjoklSlMdhZNVBrKuyz9r7ph7e3Kv
dVYuBS18D0NlKZznWxArlSFpmCVSnkPEoy9l0h1BVedHeh7dlQPmwrVeOXc4kLABNYIl3QStlU7e
ONFGW8o8PxigXUC3jOVj0+Au44IDCRf4ub/lb/rzVu+xOWDywguCFjgfFG2C0rBG2jQ4p4wHMdnl
k5TudwN02L+4tQG5UHOKuRWiFucjGaXL5UZjpK5DqVJ3rNvIn8z3uSuuZQaX5kxlt7RCadKAoTkf
CfJFCy+XPVniUHYyywpBqsmI9qYrtSvxfXEoBOBpE1A35ZJ4PtTaUjwDN8ecKb93x2mLA+4kaZgm
Xnsld78QHuSuNFnhPGAUte1wlYtNzTGiJ9H18XAaYhEfbaPuAsCvcK0xhggW7Wqv68L72XBpKbqw
+BWa4fz9fKuPPZzozdCRnr9vYqsAhWXPO4R/rxVan9llm7yDOyZ7JmGocNSbhK5HVcSPFtoak99V
x8UBQ5mCG9nrie48aKno9jP870OxLuVjMWoYjiUYuCaeEijwULWGldIftaKmLuvHQBgRCAk5te3D
2mrePShB70MHqhk4tKj/acwhvluLqDrSyYkxSG++vb3zXcoMAMTQLKMJStNgi5YysKz7CbWAZVTf
pJAado2GdVVXoJ8+RQ2J8phVO7dH8LLF3vzozHp+byG1GEQNDCFdZkPYlVI89FOFKqvv1E9vP+KF
yQVSSHEZA0/sWbcehogTZ1KvCd6xTrTbJEELzILuf4Pj+DVehTrwNnN7NtTmQKSWZigiL6j1BeSz
5c7dbZbo0ZUt5sKxTw+YtrOSr1Bhex6thSxTe6CMBfABoa7Yzadj344NICA07VLHjD6Q2mYf/Uo0
JzC45ZUVeul7Uo+lXUnFnjNvU8bQx4X+9ILywdx1KR81zRD3Hf6jya4//v7MmWToKEXRAuMqe/6i
xiBAkigYT1LH9Sd0EeWxGxNq2ULI3fNQv+U/8f+dswRf/v9tKnHEIqNSQl8vdb4UmPeXz4th4NhC
pYDaGLxoOHt83V8+L675PwpRxmKmgmIi9sN+/0vYyxP/g3CSKtJ6yD/g4cRv9b98XnxMKmChwLzB
4RZNl9/R9TqPcbZhepAKyMQpCn4Rs6jzqa+dYaGxlsmHdh5b2HajN+doyOFJwt3e7GPBXoeNCaIU
uwKmR3SSpXDap8ibyubKxfQ5jf3fVa2exQXwRMeRZAVEwJaLwt6a9Sq3eCC5dMwMWT49GW6R/ZXa
56F0G+cBgnhP3oSnH+WcY7wg5v8lLWYPpVYvpY0/lHl90jxfW47+hGXbh16rMKB6Mb3vfz7QS22g
V58MU03a1mx0VHCV+tr5J5tm3Y1mWxQPmqkXGA74I8wZnLyF/EJ/LV3C0qDadZSdCbd6Mpykg1xD
j/XL7z8Gt2lmDvs7Pthm5sTS1mjMFMVDGaMf/FcnJsxoTFFm+U5A83YPI0Qipwu7Km78u0yfiuE2
Huba++vt59h0FJTCD1IvnqmEFShPvSIZRtmQUeuW/m2J1Eti3Dr1kA87ZxhLX79r0ng1/xjSXCIg
0i4aZJ8qyZtTZnLZmKNKX65s2pceh+SJTjAlaTqA/mYzm307jmQm3NumNN3qwxiLZEFZtUwAd6Bd
11fWIV65SKlSNNJlc2hPltbTc82RBP9QI8K0XLnVq4B4Gde0OJglyrLKB4Z6z/YcEUsq50i4pxG6
d72Eddx28TEbYruE8RTjBDLv9KJYejPwR7vMfthDp6Fx+vY8KT+p88egLooOBWAbEiLhb5fXILS1
A90LMXjxkyr65naiT5UCRu/bLSLYWtpgdYAuQZ4+YpwJYTtILL9JLLQ53QbVqHyUbfZDt2ZbD6ql
zrIlkJpWU22ctDgBnGbOsLbu4sHVnO/JPOOT2EGFpZg4DW6bfy8zwX0k8H2tzr/TDOPfw9jEgxe+
/abbEIBMQUmaRhb1feqlr0iQmp0BFU1ldKDQY0DPcrGXW+qTsPucpyx7o9KKYI3bSf1eMRWi2o3t
0BbuAaCOX2mB2XVKJuvtx9qEgcALlf3fBITB9QimwiYwG1ukC/SV6VBiSZofNFRemlvNWOMC7mns
PM4Jq3eHtaHmHfEtqa7akp4nFDYP8NyHgHfM9YwdbLNj2DKSeBUgYGpQwxkeZm+leFSiQvq3ZUq9
eEBOuB/e483D/8bSY3hK4rxBI7wq0JcbgB7L+5jbSHMEylYsWVjo8/p17QssKN7+Uuqa82LB0Lrg
ZgI2yGIBcxfa1kZdtNoBeC8IZDWa4x2QOzXxoGyTvn+oyqH4BJ1nmq8s0ldBA09F1dY5d+DiwGpX
D/WiyDNAWtJcmYyHsV517xGCdup8jjKqJe+spJeoiBtjHX/iUm21N25XRcVD29lWvxvMklT0SrBQ
1zn/CPCXoaMzSch6kgFwSJ8/Dyz7WSACkh2Xpp0RAJ/zfiVefanN/AfKUFzTndV8Oc3fUjFZ7nTK
S2fFoWNZs+qdQ1lj+CqfF14mehZuYk2SoDbGRO00XGDq2Qs0fY717EZvhngejyTCmGbc0Cgo16e5
muvsh3Abrfgj1uvV/pq1tfoJHDXOJ4w10FPkAfR28QKjHDMTb6B1iqIhgExZrU9iYQRgdXlhaeW+
XzM/8vdlVnc6qLt84Mcip99l2hCk1KD4I7Ks9bY56MXYFv5RH7Ocv74sHQB3mjq5GjqyqeV4iMe1
Ue+FpYtEKFLOgzeOZOR+wY6SJWXFIm8ST20sMGmRq4cgFvd9eowzDU7jjjSocuaP5eQ6cg4bADDL
t7FEv/+LUceLUd1aDivUC2FS8+v9rDttJI7RpGnZHMTA2kpgyUVlocaboDpRBGVbwdoKYZDnfYav
ZcSXC8fJV7/X5E7vPHZ2mqj/5xijYd94ZenjppRbw0rR2+Vjz8U7rXQc/FswhIhN/Zi1A/pXp8ax
oijDEwsCsq3mJ0XH4k5qplZ173VjcuL68dfT0nUirzqs6+yykWXzaGN/7dS9xJJoxc5nfcJ30rZc
Cu+Jodm7rLJ7kruIhiGvTBgVsr7T556N2gbnjFNBZJt9g9DVmBnxeGvUoyDwEo4WPv0ssPkGmKhZ
GR82Med1DP25Qz78GUhKVW2N+/x7lTtN9sOPs4x5asxFTRfiJgmTjj0fAgBhVNGgRf/t56/qhdKK
fQOHpuTtHbP16ycTuRr7o9eLYn2amqobHn18vH845Ff9Z9QgZPM9nSp9vocmiTznbujwNNXD1lgT
S1Xu/YS5HHNNDQoeBxwkoM/K/W61dqt9MJZUHQNU2dVsdYBScspVlW5/dkxOr0OTLpMMRxg145OD
Wg+PXPx81sTiEPzu1lGFCU6X5b1sPjSm1HL/OGi60eMhMK54aIYGolqsiqHWR0LYGmLJC2MfjmGw
76+pL06mXNSxk0ug5f6tblX+UDyYtR+JXZTaXY85dlkUNUhvw6nT3RS5sn8/2dnkVPs01Qdkz2Og
6fN9O2kD5gVsn2ubha1va9Mx7mzBrpCA9fbtAN1F1/5DLmWH3nhnYIGTDjU7ECLsQz7jHGKutfi2
1pp65Iy1JNJwrp01X4OsmWQ5wrqveceD26Y1Swvknz19BKccS8xR7DZfnxqU0fjWWKxl6xOCtOqP
YczGPB8gZtVG894z0pUQLKh98j8Nbp+N4EY95I72WGBaln5cm6jjK6UVAMObLIoHgs21QQylRzua
1H/yaa74nD32KtmPn6tM0EbjL1ldoc55c/WzCbaMwAfK37FjN/n3EeUSntNO0oW1whajJj21wACz
rdUdsZp1mcj+NLQIwy1/xXvl28TWJzo413SMbrDuTqOP1WQq+cjcUfFcNNQM/9FnVFiJozhW6wJd
OPbOmGwMTluaD85kotE+SSJNxp7mBWPm5OKDj35y+tSYo54fjZaT19uhMGwgXmmJesk+sQNO/kdj
ESu/4+ZihcGXFLVZ30etsWBo8mueINyT0+740zpbezlP7vTx5wunCUqMEwQgQ/oP4zK0XKIKqxn/
4w5zPH7B3SpFs8YWktsVeFe8nXdeW9NI2BuyGZu9FRNDf9ed0WoPRtdVeXXg7uV1H4bep7bjNLOT
6LtEGyFe9eOq3eXDGE9J6BWZKG+mmLvHYzdOBheCKMqHbN8VmiZxVGnSKH7C98fkgTE1zJiVn0tC
4Fr738SQ74el2s6ozHj+nK5ujQbrSuGyzkMTF10mWw7juty1fjvwi6iOVeI8xq46Kr3JM5a7wQV8
/R3sggpDFEFa+4TxnA3+EXXc0v84tFbPXyV/nZlTUh2VHEoZoQ2/K+0BVEEQYZ+OaczQrYNzWB34
afdinNL0noCtEO8EHmfsDKNwUVUnTDzv1gXmwoK2ZMbVGfxFqva4ph9MjjnBWaRpYUU1tPCCXwcb
Rhn2PGFbLXqa+dhDGMn7AhSL/Gtde3VeVwg18E6WEant+tdZnmMIuUgEi6VaR8myCH4+a1+l2b+O
30zVdHiSn0eaSSWLpdkZ1syfhIPt9Aes0NR5NSHbyV9zB0dt4uVYqzWhr4Y6i7M2VYdqJXt1flb0
LpiuAhMm9aksVy39X6ce9T+EkQMuyVFq/t8LD7ZXat90Hcw1UPoHnOQGOl8doyL7Z6YNeOL5J+O/
zWf361nFQ2wvKnuvPDi6GnQjnSRmKGXMj8LHi3kKOidjyeItkPTxx0WP1qL7nGlRqzmB1PO6PWBi
kTfszlYvWZWtp8XsthbpGicfRQbUE4Iuln61hD1r0BO3WcSv67thaDs2iFmzav6Ca6QqH9AHm5tD
oEe9yimMn0df7pYqbshr1NJLK8vR5v0ESkHtQD9HcHP6bqjKLWBI9H2ZFuoAteG/52A/xdzE0WFx
qJkOJBK20w6fc7PTmuKpowjHZ/CjVNOzb4kZqa/eri6mzGhCzkVUlx2iT4vsjMexNHHVPKLkpsJc
1IY6lvsKG4vmUIsK08bHZcoNJl3PffUWDeQ1PmRDSFs3jT6J1XhvtkWJnw7K2aIz3sWVjf3gXZ1O
Nu373SQ1fnq1o81J7pdixDA9f6kqcdX4CcXv6FuqoWZcPP1KC4w0T4e/mn7xxs+LJgSLEf3fAfud
rND0JbDKQW3DaeKm6qEbS+WEQpWZBgiVluAiigIIx346AiXqbvAiy5mOX7lHanbIXQetYamXLBOf
jPiT7Fpn+th5SIMKrCzKKgKTVKgfiMjZyOvY41iziJ71TkitdoBvTYw/dmwYtWWBewEfyUTaOuaT
0S5thXq0Xz/CLUl261PXDDWPZose5ECwJH3JEkEzvObHGHWKpL3CA7fd9IBaqYrnqq/V1CF8plbR
r6pak5QOjyVKQR4g0ul5OEpK/MicgoskyNu6yn6ATUNOOyTDhySgIkS9ZlZ02LqH8Gdy864o4j4F
ra6nuV7ucSV140fyfsxu3Enrqj/9JPLaf1yf8YIRfydrOPpu31R/Wk2hUxxpM4TKlEtF2TXTjTFj
ORTaZWFjbdZZZJ5hlsVT/oUKewsOGHTsSqEwaV0b+nja9/74vs7Xdfk/nJ3pbt3IsqVfpdH/ecF5
AG5foLlHSVu2ZVue/hCyLXOeZz59fympu/ameMV2HRSq4GNbyUwGI2NYsdbXMsu1FFqcKphQBciq
WCUM60rejHYbNOB2ajd2jDyM3SlnaAzFrrC3g+R+8EeV/6RTlZbmBhmapB1oQXmD5bhl26XDrhz8
nl/QGktgB40TDOoDP9eoVDcAi5D9Dpuga+AYDNTJK13OJka3klnBPCo+2lQ2Zagi5KQzmve6w9xg
eyjgpFZwdqFv3CkKXanmGDu1WB/khD1Eu1LKxa/0RCn0I+xxcSrtUlVt0/dF3YWyfRxK5m6na9sa
G5QtCeQCNDamuopDb4OOs14q+06xvJE7Movy6DjUucyzBWVGeSd0nWFSuspNtSCTKkg9MmEoPeYt
PB7N9u6j9xw1v7jsIlQdaovENlKCJzZN4eONDvlwRHvsaIwe6rowAtRNPKYslF1DOpR+ilIoewKc
c+IbcN6DyvwaqbHNm+3h7zAbt3UmBU7GRkl60zUkCz0nuD8Ko5A3tgVg0f5qTwp2Y4ZeVatUJ5TQ
uFWNVoSraV6JtE17vuSigXsm2agR6qClqz3/kUz2dRs0aDpJTbLttUQkZSQgNS7jOTc1qkz8LDgp
KB1VmcHXGwE2m4YPnjfo9R6jdbjSMRSCyekpPYmc6OleSPg7N22hibteGxFi09DjEZmuqvvi9gaN
2rUABEbVy4c9Y9ZeFL57cRdUsjJuhLYohNcn8PMqBUVvGs5gImp49ZrwI3mih1ajGesMsmxiJRT5
SmV1wrWPtSRizMhOxQWMNBhfKv4KMCyBoqF6zQ9GNpmtA5cXP8WkHpCE0n0pOslmTpoFw51weHbf
WtwZdSezQ6ZVOs5UzQpRcYtSqci6fdzqURUfTZgORvvgUJofdrBqZOWd1mjIrDZhy7HhNbAaQ/Zi
lXtVKQYBU3m+xjMzGvCRo2E+nctzGiPVta+UdJnNOqMLbHfBxtelBs8mTw5WtpkCZ+JvaTmV8CM4
ZeFFQ+JWEqTnwLnxnTR+qCRNVDUzBl74A+mzy2sC4FXd4eVy9Qop5IXEtiQloZv5KVwYbu7ZEzZc
PEc+YeMJn6eN6I/mCIyivUke9Ryu+x7qq/lVLkOjQ0IxIoF1ZGBNlBqUYRA3nd2GLReEXSsi0JJL
KKPyXRJKTnDTF6M3qj9GCbHl6WBwwANz4jp5/CdZLxsm3TJmdfxHJh0a75PTjWV8nMJA8qZNF0md
Bq8Y9oMQsB6U+rjxKVEoFfoKdmw/UiaQP5e5Vw4/gp7B4WGLHr0cHfS0C4EKdL43fim8OO0hS5i0
6eAXjTZ95p3QQz7UuYPe6vVIqbBk5CHOp/jLAFGk/F31UiXbqR3IHmkL9LH3kXRV2rpiGLSPW0Qm
03IyIzdMtNA+5koohVxk0zjGuwZgz4PiJYN6JWVNGf2MGmitItiBrUOmDU6ZXTPw15lXU9NJ3acU
Mi3vfeeH4rusMz/i0IeSAO+PN3WR72zN2s4QDKLuZ5KzMItiHMccj9Ugj1vIDMhyTepeeCtSM6i+
lKHJshup4eQIHpmfrvdaEspKcjKCsp5+vmRcL1E2YYCIep6LBM/5ioTeFMaktwFZpe8UBPAWPCAS
UlB5SxcC2CsC0qgtPifqPvvNEZUU9j88x1CA+MVXNYyToR97qkeYR0gHK354zi9ibxKh5kuc+/JJ
gI8XYXUppyIKl7SmlL9TNih+lt0YWuh/6uK97yeNmXJGeKw2LVRgUl7f4bRVGwvbBk33Eo6I0DqM
SuEt6niqolNDiSx6n6s28qduKsl5em11kxmb29EfhMvQi0zkQRIJAss7ejHw8cd5ykSYSy2DVLIo
Y6UkBG3RGKbD5PGGUdEeC6RTtnHYKv4f/FKC65qKUXF2cTmEQ7ghK+uTz3xSZiDYT1FT7N3aqHL4
UHXYjt/xAov+nR/nNpP2oaxNsNGjvQMxEi2soX5EEqmtH4kl2oh5JqBlX2BQljHDuhqb6GeDrCAM
vo1FgTTmvjArHbH1SRb5VDj2ongMxj4bf8ANL8pfA4yL5mMUa8TTB69OO/6cPsridcn+IPx3DomP
gpU/FY8sQzXzivozbSKksKVCHEdWDjKOtCJiIDYqQ4NfdLVdme+g7xU3waCgOE4V8dmH8cXZlCeC
ukMrTw6VUolh3jE8J3IVg8mn9EPpg2RMmXt9uodaWUt5nOQ5nK9kTWQbCI8I9+UoE7GoIal8FEw1
1qmOGsnLJS2KThx7ztQ2ZU3FoAxi9mprVofRkOn/UDS1C/WUGbkwvrCUc943zH4dLxrFZFHQKM2i
rlnMVHxAJwPcjW20NY3BwzCHlw4MReAEaV8JMWpzmzOn6DguREUx8I/xuQaQIv2pH5GFIomGyYvv
x8vAFJobR2kQMLIbZGy+TkVI4ke3qjDfWWGhcmwwKfj9Z19X2u7zy50qZ8VT8bSnWzbuPMsrxp+e
7pdKK4Qhe3FosFJw1n3ai0Mj5BbH5AWDhGdGdj4yGGP3xxq560ITt2alqGPDranpFIM3lqSmHIYc
VkK8Ez6HpM12gwPvGWweBRwH/c1LfyiOkRJMdxQgYpxD9VLLow5L5NA0lnAiL8mi33k1KUXamukU
uaSV9oAcSNkNGHDTjeZ4sEqtswmTxxF+qk1VG72oDvk1FbFjiDAS7wVAhAn1EaVRG1KJmLFR/pMx
ngxoThlKMIjYUJDy6qo0E3UHXzJFgJ+GGe8d0XPxCynIDFKA0Aq7tCk343NFLYw7Sztx7nnxLmmo
9z1OYeLLxF7KML3TA7VHn15z7H5QV/rFM0kk2rMmDVoxcQyPAopa84k7TyWnJgKrqWDIzns7pyqz
a/kS0yuo4RTa6UPQ3ZnFVJHNBqUC10HU3qVRVTNAYlvTdzgHPfPRkSLzVq3lRNqB7iHEUClkQf5I
LQYlV2qL2Ubzw0ZaefpZ0108PKBJG7wvTJVw6VmX3RAFvfLeyetqH3ut3d3F/RBZ3qYJB+1gTEOj
fplGcxred8UU5n/6Dhfn6rFtPL7dmHrq0V12pmz6ich3ICKA7NoczK43uizhnEqmWJBHGPBkd20P
cnBDhlT6qRuSpyi7hDCyOCVhE/k3Bo0a6CMHbxgOaSl5+p+koiifr/U85809DgguBRkcCWhoGqCz
7mLg6HRgHJMqkApgHZ0KcJcbPymjFtRaUKRbyWhG7ZCUkLBtYi8Q/QrDgMspifTE+qzruTf4cOCN
xackT2LjPVhOI35PryytV4BNT88yO0VaoIg4AmCxQIzNnhUCVTSpadrsi9pK7xtEjYMdIuekQ4FC
x+E6VRRk4m2E8KAt9OAr1MxR8Y9qATXeV2vUUDhIPS2l2Jb2EKXXRrC3eqUddr6noCapl1MmagxS
fdV4k/VAyyQcrgd4nT/2llxSBwoZO6O81JnXYZg1eu52xSBFt0xN+HXlVoNffrK0vkWMtNBZwcpy
/pYSaVPz8LZBCbOdnYQNIpL/8S8+StEzPms6+iAiqsImShqUaQzvZFh/8FpcJsYHjZdXXoWTEZ4s
WUrv/8XCNhcojLpQ/MzJBxsYHmBVZAKtydKYwSWjLomNTT/Yy2lWttc6UkEJkB+laVZwyQtfMgp3
gusTznvdmFPoWBn6lCoKZ1RskD76lEaG9ZXOUfo44Uud79ZogXFHHRXW5JTmPqyvHvX8lc9l4dwB
QADqFRMprxnpcxJRXbL7Zk9wWtb7sh2UdiMZCqryhaH4/R06xvYW7XP/78h8nrywA/cA8ygawB2w
nJdvXCmHorftotkzVdma+7LzUu9PzTeNfFpPO89tbKXOdwy7VmsdboGunRkbkDGInQx66jKLXy6d
x3GbDUgr7y2jRWqQCZFBIKoUh/y3RSWE9IopGUSL8r1P5SI51J2EIADtd6++yWWZw/lrI3SoEsHZ
gMopIJlZizuqEY7Ngr7GD+SZcYptp3hM7NQ5laokFY9dNZjXkz2ARHx73TkSg9FIROQQ2BPUm7B9
zA5iKjK5qAxuQkNPkMQdh8z+XBVq/bkvSgmRd+qJtAJ9FQy235pStHt7+XlrX4xmCspDDXgKY0nc
JJcvAmq7sFKnot7HY5M4LfofZbfrYO6ztjr9gI0ixzJKrpFawBdQ2ob0Pmdo8obm+4R0Nn7ofYco
LpFWXFa1SyNolWn49fchjgeCQUYNgZ/On7Ct7LaQvIAnDJlo2RJ/2eO3aVCkKwdd2vqb1Mf0BW27
W+N5WjobwH8w8lqCI+UVX6WeMqmJXg1cr1pffm79JhhJX1WNEpSSmvBy6NnwNXYarXah/YIaDM2K
EyGzeieDfoBfdlSYeD4ZsOo+qHAJ2yuX1wJOBPQ1LCMAkCFQ0o3Z5VUE3TTpvQdjUTjFvzotQIHR
GDO0s0c1lZkzMdToe8iL/6iNSnSVUFvsNho9/rUx79eOFEcCnaXCGAmPM79F1SbukHdLq73vmIGE
Lad2WLl0B6WrTKUosB17Q2hfw/3fF9e+6iH6ozOI/XHFmme4MmHNBjUKgWwT1jJ3Kw6iCSh7Skz9
mPkEg03catMu6mAGdMGvdOAoaq/7mZd9arkS6tDfs5g4aD8CobiF9niKDth8dt+nitWuuTzxMi5d
nmMJIkmQV4zQgL26/NKCPG3L1JgY+0bRAubqzk5OdB6qd6Us+zeEFul920TZvZTbY7E1pIaKsk8L
8KDkffpYheUYrvi82TwiFwBTMgytMcrF2AoA39kjDTJjw0PHcdl9rTGyhwD4vefUerI1FA3Fjmmw
9UObmOFPmw7NLRx4KXgZGFjJfdMcBpukbDi+DudcbvLBCsGMZREUvnEeVJspTeV926qkVyuv+dXt
wUWJepB40ybSvHO8KTpJdcR9kKCfY0Iau7VI+sL7Flq0AJ7CerQ+NsNQDL8bzQdCUfWRHXygvDBU
341YaSRXTeH8eIGT/7cz2LNxRHGaxOEmaYUsEMPMR1y+YAonhaSZabiv6e8iIz7UiQBZSGpph+9V
L7HN67al3crtPhIXfknyiSLp1LeeaeysNJ+iZj/oepZ/evu4nhg9LiwPiPbTuDaXPZPMc9BnBjSg
Y8bH2xlAdUgRteemo0YnheQQSl6qU/kLIMZiZvDhpcH73JNtC4P/K5ILgWiKZSj//G4wjrDlGM2J
1l2vX486qYXhehL89EfdqSP5t2naovxZ1rYoQb29oVc3AjN3oBa5MDVkifiaLg96nBi1rH3Z2VG6
tYc9/Wo5p9CXedUutvsqzF2I8b1h01pTnj1r6/zV0MDnPOWf/xR/5xegGXqcQfNf/3nxq8Nj/u4h
fazf/EO34S/yq/xPM/9TFz+5/q+n3/Yf8+1D83Dxi13WhM141z5W48fHuk2en+LlT/7//ub/eHz6
KZ/H4vF//c9feZs14qf5YZ6dTxGI9PO/Hzz4323dQKgYknI8/zShVC7+yvPgAVDf/yC0VUwGZPHQ
Z3MHIOz/A+41XJ5GDgX2nxj0ZexA4u9ADgZ/BJMvfFRPPGgvcweSrv0HFkvahuiH8iw2/vQG2PuH
Z9Pn2P7bT1cYzD8fiPCCIv2Dq4vRA8Se5oK+fppbjRP06sl6n2UuCVs4bPpvSLJka1z/lxfl65VE
6nyWZE2+p8cUeFUCTKY75Z0fXpuJO21y5V1V3tDgdM9ew8tOzwcEhAd/a2dzDw+kV0401mus925p
X3XJ1oMQ/+8XAeOsogAFYx2TbpebKnQ9MuA8Vk6MwG2j5Iea/qqU6BDkf0cZ/3x64JSIVQ1eujnH
xabADQaUiahd1vZVGRYb2w428Rrxg3gHszODExBOMjGARHoo3M/ZO0o6WTPyNNdP/tD1n5vRKzaJ
TDwcJ7W2EhSIDOv1UojYU8SjkDMvJTEsFmV+Uumnksr9xrISeCf1wFuZhF0wAvjVoDgij6PsNr8u
u1wtuCA0/ZT1dHeYhCWW7YPdVNjF7djV+oo5zMYdn16T0I0Uk7cAp+H4vzzAzvalEuJa/cQsUUsr
IaWykvfgQFw6AX7IaWp24gIm7ELX7jv5Oo796qGt0iHe0omqjZ3fGx7crfoEL31nFdZDG/WFv4eS
CmaRKYiiz/nQTMxRy2CJywq+a0hAuu8AyNT2Qzf2gOOKODagtuQ3V7Y3u+eft2dSNsMSLW6hOcd6
W/cy+IdWP2mhHOwapXzHmIK/BSuvH2VwEYMnvU/19kfhNdN1Uku1W1a29nezJU9PQd6PP5UZuDF5
u5eHbBZeaYIq0E+qJggtAMvpTnMb2WPo1mO0Bwu9M4rGpRUKpxD157c/+aVDgBmFT0R1mG3gX5fL
6zkzzzQQjZMeQ9iq+cV4lykf6wrGOb1pklMI2yKFl3LrmNFVLFXae8Mihf7rpxB6jvDGQl+CvIc6
e4rGVqOUjptxUpW4/Ga2mXeULft7B7MZBXSVPCiRY7CGExS9oPJ2ihcqx3pI1qToX33H3GmCo5qh
Rej3aAZdnkYBDlnr7Vy6MSnwHUbHGj5NzDis1Apm+R7vnGWY/8Q1oWgK74BIf848E/z0tVarrXSD
aLnlTdeDVfx2YmlyNVPeBFFQuL1iR5hbeOuvBJFLO2T6lEsSNwLT/+ykh1yJ+8oHVGkr15WCLIn5
4+13+cpJib39s8A8SB1R/5RjIMs3qnqXjtcdfH/OlWysuMLL0PHpBIXMDqNyTEHByygyi7MTzBNL
aZ3acW6aTlM2AEg+6VK1pwQSgSzy4qNvo8X51xu7WHJmG/QDqxQMkHNjwVf0XVHv7fi+1u7fXuTV
nWWQxZ3ta2YZPRi/rstN58aXf/TZg6Fc9cnd20ssvCCCN1V0HIBnM6FyeXTU8OpY0sPgJEngr5G7
dtR2M/h3wBL2b6+0YGsXK81eUl9DfUFZNji1irfPDfvQhsPXt5dYsAMRiUKWRdyHWqbY7JkdlHan
DnCSBSeQxcGhm8orO/brXeabNzG9xds6CNc0dpZ2RVwhukcwazN4dblkl4wtU1YNS/rVoRz774go
fHh7V2tLzEytqxhDzUuWqMYqcDWr8t3CWAspX4WwTG/RsmNaVwwRQ/F/uQ9l8tqq8NrgxIfq+d21
LR1GrvMGM8icG7v81NhrjMFLpvfUkhAs4XCVzJxPK0NDhB58cPLVW9mHM9e/k/q7sPbdf3F+ovXx
vM7cxJXCiUiG++BkxtVB75XODcZ0WFnkVbIhzo+4klScGgENxMvzkxOvCo2ORZT3jEzkutuOyfsu
Gg9CCrhcC8YW39bZajNDB9hr0YYcg1Pqpwcgg9dKJf9mANUFTLz1EHyuaIkbvbXi9J5u3ovIdrbL
WQyojGYnxXBenKrgo1w2B6CZSM9eA4AOVPVbV47bGBigolRu2CLWGN8EyaMfHNPaQzzrR1/dpuGv
vtNBqTW3ft+5fb4D7rVPnfhQa8ZhyJttZjPxLB39avwXnu78Dc3qC41slXYKHPVU9CgdElNwhCiV
a66RPrxtcEtu6HylmWH34N1bY8QWgvaukot35RT89quvfhiortTWm7dXm1EWPd1+1LIZ/mfyllL/
nFi8Yzy8tyYtOHVG6E72kdqEU/9QpsqdxvY7WITPPgnpUH6Tom1KPSe5i4rMDSrmhCcYirLriK48
o7aa5bm2tfdh6Xv7CReusYsHnJ28F7WBXNkOnp8Bl71MgPmuHeRgo0/j2rW85CvpURu0XKgt0He8
/AxDeTAhSVaCEy3matsauum2up5evb2hJc91vsrsMxg7M/AaY+AzCB/qtrrtpR/NqF+n6t/RkDy/
WiAJGJPB4DRyR5fbiZLaiEmOg1Msfw4KRijUNWbzpXfzzwrUTC5XCIGE9lXHVpjJADxduUze/Js4
BvZqCFw1KtLyqyI52Hr6LeEE+aBy54/akSnMjaQVK2n34lagdwA/Ae8vzc/LreRhQTW48XDBmL7U
fSmmH7Ql3n7zi2uYoNLITuDlnEsZABeTTRCqwSnKKJxrzBgeGMravr3I6zQMNwu9zf9bZWbFGtNY
hl0G4WlQM9lNG8FDQ+f8Cja4AuCfemtqxTeKtJvaN74bdZPufK1aU5Vc8mLnDzEz8sHwRUWZrYKJ
ltAI0UGADaHA3Q2Gy5wL1OJ/qX7zYu+07uHooNQgPx3MWQDnMTRHd4dXeJWOaL7kg2tP+kZX348f
3z7ixS/4bCH10laMwWyrjuHeUwv3oqQ9GNSFuKQYdVl5l2sLzUL4SET33WAHp9z51AiKZLvdGNq1
XRS7t3e0aJkIIUIzTq5Kani5I+42R+sppJwy6R7Gh1013kvhWgCwuBv6DuCVRS1ojk6CeU/rKykK
T5H6x/InN47eOXay1Zs1cq1Zl/bFElB3IDOmCkAt+XI7sMdJVoWOxanTAJaOzdZOD2V/m/2MA8of
2XHYgNicHCjl97UD8dzKa1s4TVrEOvgrSA1QiJotH/dJFFqD2Khz32j3AfnXmitZyvsv1piZhlrJ
KKcZrGHq0oEo2Lo2x3BX7JsxOY6loAb7LdlrjNELFyQcHfhiABo2VYeZa2ktlVaK4Ycn2+vvotLY
0pML3L82RaoJWDY9Y/A38zvFs9pGgpI1PHkIS5MaS1q8q7xyJe5Z3MnZKrPMS8AmmkHLwhNyt25r
QVxAle7tjSwtQRUKFlJTMJHO6a7zsgsG2WnC02Tfthl98O7vlB2fzJxEleq6SZ2YXsnMBhwg1Yjw
1JC8yV9C9bYf8o+BeqvJyUphccmecQ3MltnoIfAFX35OIULfQVKC9IrMRz39KPX3TbIW5i0kJTRb
/llj9s3kNd2PKNHDE0R27bUfayXwcB0mz7C4Tgvra+TU8Z1sl3c9U8f/wuTO156dYzPJpdR2rF3b
H5zuS2R8b5w/bxvDTLPs+V2dryGs5exymuyQWZDaDE/STa2YB+Noji5SKgC0Xe2R4RvXUg56C/69
2MAHs7LBBc97cbjiBZ8t3qigBZkACU8xNONjtiuNr2iKw8f96+1dLq5D+GwJgne6JLNYncFtO5YD
8C3KN3N46LudXn6W5Y//YhEaPeANiDAgU7rcDBMkJmPuXIqaddTjQ7hRrJtkzSQWd3K2yOzEzEyR
Am2yuBBHp98ZdfgRQoeRwYIYJedBX1NZW15OwL24e2Eamy1nxXCQQCsGljJI3NovtmZznZTZFrKb
FVNYCMzoEKCsYcAmQ9FpdtMDJijbyuLeYITbJaIGds30XLvVB6b92ufO+H/bRF26iC9Wm3kOZfQ8
hjNYbaq21tdUAr2a3CmTS4MpqBFAYup8uO9z3K+182PQUaO+4oUX/QpdNFkjgQCBoV5aSwZS01Ms
fCTzA/lOpXmyacfedisZuZNKcTwkHLVpW41xf8hRyl0x1kXXebb8zLU4pao0ijhuyRldWOsARNyv
lmFnuO9n5wLuXLSroZMCs3e5ySkNbEluK+GgG1eS3pddiJXeRum3kOvNqb5a9wpUzNDo009bSWrE
Nz2r6qBMAnGgEH8E/z4z3Ra2f6UL2vD0ZcwRegVpkTCql8coKGl76Hn+Pk+7WE58SWeuDFovRu8q
lpOHBIH2u6R6nKIvb3uYpZd2vqVZ8gL2drDQTQpPRXed5w9hezeuaVMsfYbnS8w8pS0FQVky/nkq
trp6m6kM9B7t8bFeExFajBOha+ftOHz0aAdcnpfnKZ1mj9h/HSAWH4Zu7n/0C3kbtdLvNihOcjZ5
m6y7auJ4jTBRWN0ry4B/T5CuighotnTRJ5qSiys9RZ/+ypxSxop7ZqdDpbAPjPJ2ru+V1YH6nnLS
qro/mGnqr1jn4r1LXkMnEEZKZLBmBw0FBNNMisz+1bvcHHOmVUuUY7XfaVghPxKe4J27EmVDrZB3
iXTo+qswk1daTIsGdfYQs0qM3FSVH0LNciqVW6diFL6+W22WLX6HAJUBDIvMZ16oBqUfw6GYE0BV
jL1knmNeGaaf7dpkMq5iFL/dihFm2Sj0lUt/0ZR1okKdyj8R++w+Nns9zbuEhZsika+VTj9EijLB
5GN2W8s3bOabVgXbll8r5HwkIXh1wMCXZt0WYxdBxIVbN6TbtryPu6Oq7ZCqhz1u61CPbO0vXqzv
QiXZUVXadd/fdhFLwT0INoqmlgjv5wjkHhqj1uxElhJ5t0Kki/bUys21aDRnS8yMxo5C06x6UhQ5
/zIVkOnIt3CbroQDi1bzzyLzslcVBGB4AxaR0uIb0WkUfxqs1k3r8K4LfyXJiq2IT/6VSwBKb8Ch
B3XwPPqYPE+vRqdgT+k1A8HwlF1TbQ7SlVt30SQFkaQMKIOJspnn6ZTJLj2oqE6DPbrAuDaW8QNG
lq0Srn93i1uyGLZnak3UDWeWqCQR80IDa0Xw1YWhCpHWH6jEdka/5soWDYKBBBS+hS7nU7B1dvU5
fVI0zGCGpzyp3cH7HYx7td3bhmD23lw5drGh2RbCgaKbG48Iy2Q2vx9/v234aw8hfv/sIbLG4jJh
IvwURQ9BFTLjdj2FP99eY9EoqRKJIgAAvCfB2rM1UrsIZCAc4Qk0v2vAZREpm6D8wPSPVey9aWW1
5R39s9rMWHyolIwSGl9mwIFJVFsION0iuHt7S4v+4mxL85AiQ0c1THh3jVrC7/bDL/7Vl3y2wuyi
szTgTXnNoTFA15gf/dTbBcG0T7ph43ypVlW/Z6rBLzHn2Xoz99QOVlQNXkeNLfI26vA+jqF9rN/n
4ZVoBbXhdTHk8C7JHyMjPRhaC3t34/pYZLwG+Vk527lTiU0Fio+UnQdwukfWHUxe7ttvb9FE0FcA
ZgPAirrUpdFPE0wNVjLiJcP2Tw2G+GoyjW/wgOQrMdOiMzlbaPZ1lX1pDInJoQ6wWKTxJskIqdPU
9bp6ZUtrK82sXvEqHYwcK2WTcSzV/JrWDTAHtOAe3j67xbdztqWZ5dtZxrx20+MwEAlzQ/MxDqs1
2197PzPbH/W0z6uWNSbrHuaNXVb/VBDceXsja4vMDB6MsKUFMmZm81Ji7w+Ig9UgbvmtIKwkM3tB
Pjd7/whpM7Y/YGgpE899NrlS+meEO7IJVwxteTP/LDR7/QxBMJLrc2JWad6k2qM92jupsleMbPEe
Rr5UBzrLKNJTFHfmyIsGRl8kMUXybViguDQLthIldyPFgGkvVG5sX4n+Tdh0tubsW0XeCfiowZpt
9yArI7yNj8VQrCyyeEOBcgTizGwLelOXDqGQ/YDMfiKryP/Eieaa3VEPHzsZyrf9kMlXf2956IQ8
Qd9NyMxnVpE1URs5g0OtP8jkQ5lLKBp6UX+o4zxZWeqpCTOP0GggQpVO+Q4doFnFBuKSqoWALASS
NB1rR3FtLq042dVBfkAA3Wn2Ions43oXd+PWmu5gG/nUtPp1LUOaKqGtOTXj4e39L30ViMAw1Ubo
4wCKvjxt1e4mJ495pjCEecv4oWR/MkZ2hnb39jpLrorpdGBFNE8FzfLlOn00Fg2c9dEpga7P/0MT
7O2fv2Q15z9/5gqjADImW0qjU47aKCy9mhJDQPG1GNtNxQUJk83b6y0m/2C7gWcy/0anYLYgkpoM
FTViQ05f7qsy1vdIR8FDNeTW0S9UqK8Sx9+U8Na5hT+k30YHjO7bD7HkaQS+DWgYZUdzLnSjWTEk
lSabVny4cuUNrTDJ/PL2GksvDoIBxRGTJLgZ8ftnfibOpraZ1Dw6ZUl6X5Ptu8DDin/hzHDJJhy3
6CKCLb5cpGTabszHLDqVkPRvWjnoNjJooC1jjr/qouOydszhX/gZWrLMYdOcpYw4s0jqwtUoQ7V6
GuVb6IQ72D7j/LvipZs0vR2dfGWL4gqbf/xCSQ5xAlwbM8iXW4T6kR5F0EYnO7K+MKqltt8j9Thk
x3DwPijFB/LPFetYXBG1CpXBb2SQ5pCIXJNDuLzM6NTVO2Ke3M7IW8Zmk+s+JVPL9cvhW2nY+7ft
ZTblKIJXXdaYfGDigF4mTa3LjdZGkRbB4NOo+AWrfrIt0xsl2bQ/vUcqNIOyceAqHg96v2ESoYuv
J7PeQODoQvW8cuKvLZcHEUPmoLc573l5qgdMCDdxGZyc8dTKWyVbMaCF0jALMB4DuwrCu0CcL3c6
BnKpMQEBCIjpcbcJt9NRqrwP5liCpL7vh8cxK9CSLjea5L0bW3Nlf69dHsvTmYTRh/YhI+WXy5eF
ZcKqXQcn7hrXjxkopSPfKdWm2TX6d/qKK+u9jjgYASOOwH8rlKPncpqJBQN3xsznqbTqTdj9qAto
X/pfibkP4Kp/24qW1jIYOWLyFOoXsAaXe0sKKYW9FhiI1hU7Nf00fZasCSi0m+p/XT/UabuCDAWW
BgBqPifstIEVxDkBgKT/iSOCqOQaPZAVU3n9Ker03YElQaGAq5n7t5Qp2BCSC1LUkPZIeg+t/8Z5
GM0HKXtUvzr9Ska8YBlCvYrSGbe66Ctfnl6VqoNRM0h5yuHo8mAc1ryvaJyq8ZWdOwRUv99+WUsf
wsV66uV6EoiUMKtJ8xWGhBGT3XSFcZUE1sFWui8auGF/+DM1P6QriHHctYrGQr1SHO4/u519hlVg
D709UjaB5/1o2YObT+h/WMV1HV6jFXbrtMauLuyjB+mHKkN82xkbcoCVr2MhIOAxRIOIWSVklV4N
l8menRuismKiLqs2Kvp2P8boy5jAxpvUG037PsJR0Glrd+frIICPkjFjKtOiLTwf//JSWfGdPMHN
mRBpw/hNC4c+95oJLxQlgNEDdhQDCdQX5zZMuTY0xgS0+zT+lg+BvIWSEhmHAKkYxR1T9964Mg9T
d8wkN69Xmp0L7gA3S/EdWR46cU93zlkQIhxEOfohVSvrlzLUbhJ9rqpHJ/oQRb9WbPl1Z4V3eLaU
+JTPlrKtVrelnqXK/gE50Nx4F6a5a/ofremgm9eevc/X9JyWvp/zNedVFn2yFJjwWDOPa7d+FxjH
ML+JvMPws6k+Bobu8o8OI2614mWXbBbEEaGdKHqSZM+if9+rOO6BTydITnr3KJcP8WMtaxs/bjd2
81m3/X26Ok8uAqvLSEiIaCHvIsRcxXDT5Ql7uVK140B+PFQ7UdiF7omB3GmjZitucKFFfrnSLHa1
0U1RfVFHS6d2wxSjVH/NKnVHyqU5zMxuBGPfKN8ERfBBVdND4Hz0xuGvAT48g8ApMYnCd/r0Cs7s
aai9KZLFbhERUTaV1BeuB5u0a2qrpDqLnyg5CREY8Aosanayo1dPQaqMIaO0+UbXmmNSvIeazLCO
pa7Hrm5/URCSTixva+nQgdMlVJP4BL3urlK9lYRs4cpj3/88y+zsTbWLNEgoKYJRMiwyx/Wch9iq
IJ213KlN3SgIN6vV7SVfeL7oLCRyGMsS6Tw+WInvncLe9pkF28bj2z5icWsOrXJkM0gA58dcF6bB
EInD5zopx8o+aK2zbRpza+vVY4Rosq5tolY+vr3oQjRLakR754k6irLP5VeTZ11ryoFC7SVhTKIr
dFiYNa1ducWWvs3zVYQjPrNW9D18u+wpvqhScmgC9diWdxqsFas4gMWFFBw3k8l0z4XI4flC6QBV
nddKmAeFtB1wvuKQG9YfnQ8Q1SffXonyFk+PYBlGGGaAqPdcLtdMht3D8s4U1QhCZrob8zVmqcUN
iaFAwmODiY+Z6cVtDZJSwoenpbPRjFtFzneSf71aXVz02aIb9n8Xmp1cO0rZNIiFlMA4WWmwg/p8
Ew1oQMXlVoEQyg2nYS870S/KDt/fNsK1Tc7MY9AMv2rEPWxOx2jal8kHxE5cxR9XzHDxdZFXUZL6
P6SdWW/cuBKFf5EA7curerO723GcxJlMXoQkk2jfd/36+8kXd9JNCy3E92EGAQx0iWSxSFadOoc6
MNKQ18tlF/QKegadM9ynNjTraOm0uz2ShSsy3Rt0Is6PJ6jghGNeS6o+oVWEzgc121Ik9bgpm8qX
pAn3BeVma1g5auflFw89ukUU1o3/QXB1PSItgcVXs+gciJrdaAKJvUMe5vaQ1kwIjoHMQhfRxhme
x+ZD1A3b2k9cFYGi21YWXeBiIMLSaAZsNVJOJ0D/C7VH17KeaOeYim+3rcy/cmu6hItJwWUXxgHG
MqiVGyclOgCneHg3RO2mWCNlWxuR4Aqpgy4SpWYia1E/wKd/zIOfQ/mXGlUfbg9q0dCs7j33dPNM
UK99AC5r1HBkdk8pz7JIn1H3eajl7eBXm9uGFj3hwpBwDwDGVSEywnOzVgru5sr8AnSMrwhuGSun
0uI60Z8KDMqZO0WFU75KC8XJYtYJXoDNqB1jqoSfmoiymp4Hv26PanHLXtgSthDSbRDlRuBCLL2e
HvvMkw/paD82lvKzqq3wkKXjd1Oe8pWdu7hqsN7YxCNyrWLmWqnVVA/QYIaLs8l3lk+vSJ55H9F1
ofUfdZuV/bUY+lAMNiyUCAl9wijrSYatCqmMc2KRa53J7PYdPYa723O55CFkrm3eqtAD8Y9rV5wq
r7CKIvkv1I893GhP61F8zYiwscLYhgNuRtnEyhFdI3pgH8x8jR9kab7mxgkyfaRweFZcj8QrSrD5
DrmO2tLKj8qs6GZIUb7yAF2o3eiAen+bEZYl8lu9QSOLU9dx8rssKjWwdsnXpIrSfZI40HU3yrj1
q6mFx7o1d54ao4DiScEWwQ5z100xwhuJqd0pQehw+Z18tAbN1daV+R4jxs3Lz5yd+eL+Nviq+V8Q
UKVucrMHNdDsBh+iCg3tQf3YeifNiTe89hB7eEPQIZFmWhoyN7SICTOklB6U5CEVrXpHo7U97rPn
2z67FGsuDQhj0wyIbMKJLBMXnhMQQ3tX6RnScB0Sk0XwqE/hys5fvGrN91NbIWjPmd7r2exHSnb+
yG3YKApnV7RSvk0RunelrI93SDWhydT62SazedShDFT8XRn5WpZ5tvFqRYkE3Pj0l6hw/Q1J1Jtt
4KmcTspXeicdOCeD+PvtmV2KrGTrac8EZGzZhrCHMh8mENWLKQJaW1k9llq9lXj5Z19BLPj1Snn8
Jfv4akQX1oRZVZzcRH2A2BOq8h4qb+RfuCmPTxSBdrCb7qXqa6qhqpC2O1ut728PdTFcGHC5kI2d
CQSFoTpKWAQQifLuQKIEEdO3hG/W6t/fFwbndSN7A+nx8+ClW0XN3SlcuxzPYfPV/F2YEPaBNEzS
aPWcEHrZ72M13KvKqR7bu0j+lGufDYQc1y6vizvvwuL894uo0hh9JGkTg4r0H8kgzVKF8RbGp209
Bj8jZX97iRY9/sKacDalsqTa/YQ3RoCXp7J6nA+N1q/ekJjhTIcXXyErw9a6HpSn2Oi1vHQvxN9K
1FKi41s6Qjg1SAqbsCfCBS+y7HAwxFCeE7KmYEsJ7lNmb8v607DGOrG4pXgpAQif08BcHK7H0gKj
SAKZRFcStSd04JDv/DSZAHYb9Got3bW1HjqFgBRF2B5G2GLfEPtJ5FG91Qj8uiwsmWKWepj3vOYN
9VcC0okiSovp236xEKX4dZaKWwt1NTEaa1oaylmOkaqjpKbVbtEe0JrckrTY5kHu9tlKrFjYaBjk
rQYahRNAvCQBGxktJDiiMxC4TeRFjzoiKpEKjeDofIZB/9jKRxRStreHOW9fYXuDdKUrH0C9ClWd
EKEqyURQxCyjc+WQuzNN6VMdxg+NVHrbTLaSP185ghWQdgCh8JYYQmIk19He0If4BZeRUKIslIfe
fro9ooXwcWVDePcYUUYTgBehhkOBctS9Y2yNbjA89O3nKlyTgF/0krlOAVsaxRCxSgmxL/Trfhed
dQhxqeOnjVsaerBHkS7Z53KPNIqf8743f94e5ELUAk/7266wbI1uJ5MtFdEZRRLdf5BtVNnesFYM
C1LjmULp1Usk540FOXgfnZ3efvC95kTGvBtWoNDzd4ruB0EoDQcUVeiYE8ZRm10rOz5GLBWUzs/c
WusgX/JvmgtoeEX5HB5rIVYNSm3QIGlF5/mWCEVDuEfQDmXRD7fXY8npLs0IpyTCOh4PN9APYQJ9
TbJX7Xv1LqxSeNa/3La05HGXloTTkbQbopkjA7LGvdRVmZvI8pfBKCn2KWjH7BLtz1saddjbfk/h
/EUX53GmU0WQZT06a843w3oww11XBi6NNv/fwOb4eGHGQd+w5rYYnX3lXu9hTpLy85zsiT/DPo/4
cbUSb5e20MWwxFJJ1GlGY3ka/j1RpbW8elPPHI9t+uv2uJaOS+aPQiKNS6TjRCDeFBtOnEkeyJgM
hJaV/q1q6r3cV++ivPlRdvtO/ln9NAJSglMurxG7LLoLyIaZtpr6iEjeXnld5dWaBFLNBuSHGOfW
RPKt8qLELSya1SY4nH7cHvCaSe16ISHa8iZ0mqJzryiPSctdJIOcMYLJo67v9aTYBX7+hpg/4zf+
N0ohjMDXmRVo4cbn2Iw2RWD6+yrVcjfvFcmtguQu7bt4xeSi+3Cbmx/qcNmIdcVigjC2mkHEarJr
KbNHpCdrc6WQsGiEHuy5OYoeX5EbbZDqgkYVyjB6+w3MZtA+r5YtF1eLZ+fc/wRhkins7qQIIkhx
efGFPYKwI81l8nev4NUJrFG9U/+Q3v0FsEVF/bc9YZvHUh5kWYm9Ioye/LJ3p+JoTw9KuO/Ueid7
qptq93Hyd7H2vl6cy9+GxbY6hANkiBw0EtbKfabTo2jaO4r/7287/7IVoIXzkcl+E6bTbpBFDQcT
7A35cCs/VkkF9dThtpGlUxOqRnnuVOLoFBvnoe+zwibFSGQo57hKTp3ufbttYmkcM6COZCu0JzBo
X29iUw16si6YQG8RooFvuvMMK98bbECgRE8BX/yqWJ0Zad4aYciNtzlKdPqlY+VGZN9vW1m6AYA3
/teKcj0S2+/gqjF94nz1lKEYMTQwy6VHQzJWDpSXVkHxMnNpSbh5mihlwzbecFAGfnUvJUbqDgDJ
7po2GHZVWFRbX2usJ1mCUbHUU/N9pCZPdd//bfVW4Er+NBxyBcXrQrfzbTCGJbLo7eQOgQytcoVC
runTZp/TWV9rvnNfRiH9fWESHKyhac8N0H2oO3kIdX69xrKy6A7cb2eYPPV+ETPiFRpUNOSfz1MU
bayk2XFzD621w+oFPfRqBmmv5f1KizPYv+u1QliR95gPzNlI9sCdj442bmw9nftATGRPomc1+ajq
M+oZlFf1FJjRZyUqN535Xsu+t1Gwnfr8vu7fwYuc2k+A6vey+uxLCBhnuyZ5J8Fz5uLU+9setpSu
naWFyEVCim1yVbr+bMRjUbQMuI2bxSnq06ewA9075fdGEG3lcTqPUfDQpGDEszJw3C6ARjlvD2WN
Nq0VblVLO46huvPKUX7DHf7yw4RdHGvo1tcGkG2zHTZDVLjhsda9u9vDX/SNi9HPf7+8uA2RoyUa
mO06CTfS53L4mdkr2ZPFgEdnMmjtma5IbJgsy7HEX1A49YcPqDJvZHkl3C0GiQsDwhiCuqxHKcRA
n2yhPsW9VPVj7H++PVNLrwSUjv4dxvwVFzOVR12e1RGP7cG+z7pjPxzhdEjeIQ1y287SmX5pR3gj
VIrt4EwEItV4Z0nbAfQ1hKCVhMxu8w8eeNvaUuIaPDDEAMCO2ADi6rSTjexBiZdxFdLUadNb9M8O
KYCnD3W9jSrlxCO/k9YeDHMweBUsLswKa5Z7kpJPPQmTKtjZ0FjqXGjdYho2SmC5teZszEFxW6Vc
w9YvruKFXWEVwz60k3hOYmjeowzyiYGh5OYazq7iRn17bhdt0WE9N/HM9I/C4TXWdJqMBivZWcek
iRHrVejKT7q72gtJ+K7R/85T9mpKL8wJJ1hkGWGnVzio43+jrgTRwHOerpz6i+8hGiGgNgTbidaD
EOSdKtWNfKA3QfUGc6MUAdprG2X65tFxncLi4jeHIpU+Q5qbVdHzW+bzX9viOZZNZdoNPbb75L03
1neNXm9AArmF/dMJ35LtuhioKixe0ElVXlj0fEi8gniWJPkBFbH4CfHW9A24XDQ64FKaO56otApH
kK4EeZWj6Xo+FUa5UQsYh+VhpZay6IwXNoTTZGphF0x7hUAvt27T2Jsx/WZW0baHlp5y3+2VWnTF
C2Pz3y9iJdthzCHSjs6pVfylSOHOM6x/ZMfc3jazHLzofoZTBZYB2RZ2s9mWSL9VtKQVWuWORvJY
eMapSI9dnt9L8fSuyI6Fs0m/r5id1/7VTrNnwreZQhQ4w/Xwhhb55HTCbOnV2zyyNmnxDMdW030a
isTVutzVKAEepnINc7d4lFIlIMHMu5J2smvDEheYaEJlA1WF1NpY4TDc955cH26Pb82KMDxPoc8Z
6WyswFe7kaxi3Hox4eu2lUUfAQky06SiXSBWEkF9tgmKnuTC4Kxtd85MNj2t1OLn9X+1UBc2BD/U
S7ob0oFHihYF6pybNzZTInPIjcFmoCfp/xyS4I4NeTbTrBmS5h3t/puCJOJay+vyiCDSotJMdtec
t/nFzorbwQi0ERMycibaLwOisuZTlKVvcIE5EQ+ejpq2ZQuONpq6hX4YZ0nSTEAV7sdA3/358l9a
EJxM9SMtVtWa14L1I69BPHiPZbl6u1lyZRCjoKjAyMC9LBxXUjhICTKUXDPqI53Ig7+1o3hLaXer
8xobN0PyoKR3klztM/9Dmr1DqWzFJ5biLi1uFIegIYUoZ/7CiwUb46lD5YUF03FwGOzhH2v1XWsa
2yw0t5MRP79hXi/siS6fOI3TpNiTUvue3vWN1hYPUj6uvBuWWmlo3dOQiYXol2uj0HZV+kmYpAMP
h7YrtpX14PSjW5RHkmowAXYQKQa2m/J+07KtNEBP/qld0x6YRyJu7ssvEHw0RPiuy0a+wM4+t5Wx
n1JnY0drnLyLHnQxTsFP8zhEfrLBimnsQ8u15ZVzeW0UwtmvIaUOzGCex+od3f+ckb2Urfjg8hjA
pEGbgVyq6IOd2klG3PDEtT3te+Cb9iYolGn7Fsf7bURwvAhWhsybG3NJCIWlerSNH42Xrbjd8mz9
NiJE2NioM62f5jtuWNx5vr0tBuVuFXG+aOUFJQY9I3wI8xPtYs/aXRnltszdLzdLWD9aKPTqDnLL
SZLS/e1ZWwwPNNXPwh3A10V140JBxtCPMBUo5s76Io3IPuZ3Ru/v9DfNHYArnHmW5xMpfZMgN0hr
TXONWt5k/tcZdl6nK0nvpfNpRnX9z4iwKTW9MTi8uPk5ami6ytSjNteP1l7T0wxuMG0Nkbs4f8Ys
U0j6Zu4QuF6q0LIr5MBkXNuUFBKQTbShgybYS0pcbTNHp2QS9ulKZmapcVmjU/pfq8KxogdpMTUV
5aepro5qPSE7LB9GBWqrPNtNnXNvjd1W/aZ3zn4InX/oDnlnGf7ZjN5PcXTUpKcZrTQzytx2pkW/
pQeWegP4U0XMXwMFKNXJsbl2k32LrUOl+xubiun/Z0UYPDKu9azly4km89ajUuo8m+NalnzRj8AZ
vGhT0gYrGOn9TE656cbnXLW3sD96MtRrzriZuhWHXZ6z/xlCtOzagbycJqFRkqKXXHnc6UfZalxE
Bt8SHf8dD7CUazM8IuWo7hhP4Qxb1XfuTD3eJqsUw7O7vzoTL8wIp5VeR9IMfIEdwVP3FGTf0zbv
ROGmbR7mhkF6Pt5wfEErCd8DbAW0sgrHV+rFkSzF7PdAfjd8UFLG9AZ3u7QwH24Xwbjo+6CcZMJW
0H8Mpp9j99CGa7nrJSege2QWzKMdh3LvtQ01L2Ibsmsuo1l0F+T6HX3WkRGs+MDS4oDNpP+Yi/tM
7nBtRZKs2m/jKD6H9ejCQ72LQQBQzVCkbCOVkxtFK4uzFBwN3gi8UtFKR2j42qBGt682eU1M/08b
ulk7ev/4U2ht7LKzN4WDtIDqKW+JyOC6UDyZ23HgKr826g2JY3d9Gp91/UuR7TlMD9JnI9iEVXG4
HYgW5/PCkuAZRp9VQ+ZX8dnr+v3cgxp4+8ruoK8g5jll79/J2po3Ltvk+UUnGg36IglOV/Zqrk19
fG5LMNMUZvND0WjJ/eTEaFLFg7zj8b4L48hcyaIv5jqgrfnXshARx9wbigx60fNYjbT4Kj6I4vGh
bRWkBTegwwJXRcmpir6D7F4575a2B5eTOYcJMRRNz9dLmiW0xqq5EaNyEP81ZON4r4/xl3A0/ZVg
vDhI+u7QPIc8FcyDOMgysPMk5Kaq9cUu97hyB5suzvfG91ozT13xOe2dbW3/c9uRlvbJhVWRQkId
PbtL0Uc/58pD0JxQCwdp/HHwjwA1V6Zy6Vy7NCWcA2mvQoY5VxFSICM1kLayeqhDn6Lg8+0xvYid
ikfBpSXhKJAYkxzP6Kwqd7Mw2ZUhAKMh/QnALfbIUFndPpYTVx+pQ3r9lzY9RMMx779NefeuX9uq
81Z89THgaKA9gF8F2MO1B7WWn1pBTurWrIot+lZDWuxvj3fJR1Ea+deCMLEhpTHIZLAA5+i2ja0d
E7v6MFj2T/oAKRNy13zVxCR7FnfKcOAOHRiHhI70XKaZiDun5237qXNzbVDdpm1PUpKveM6ik16Y
FjahXSlh7k28FKpkrxC//cF10gry+GbTm6vUPPOCvF6w3wMVzirbSg2u8tyrA+cZ/OrG9MN9U8do
F6ryodYP/QChpSM/NpG0ct4vugrNllRONWRVXwGEvchSfWOGdvnfbO+X769sjMUdePH7QogpQlRp
4gpEHPo3RVU9WtnBCPId7NArA1k2NEtZgvak8i4chNEYO0MyknHX1Xw3JBOCdcphyvYSePzbvr/o
GtzAYIya2eJEvIehR9wsZ/Rdk8qbuZCL+vYurO1dqRnbaq0FZHGnXVgTHDHQ6pgCJRMoOQ+eDfID
Ln3z6+0RLc4dVxdKTOgGvRIxnlQnqzu4Tc969LGRt5r2NYKhZcUT5pV+5eP/GqF+cB2UbJR1gkLi
uYSnSdCQw4SsmvBM/KQieCdpkZsMa5WeJZ4JuAqpd88IYEsR25UjLwuqXvNI9wyfeuO9pFXbmYoc
gPdeQwsazpgBWT+r2Bm5Zm2CZpNm5a6A6/JYpH+uBIVbQgRDOwCqAYoIr/WkSImbmm8J4YRvpvAh
f4lkEAjabylcXJoSwkkx9m3cxrwZIzk41HLl1oqychtc3AS8euGE4+n7CiwJn3XQmwMvLK1+UAN7
C429W5rTJgkjd5XqbtEY+EFaDGi24k507TqO3XZSU2CsqoPPqGc3erWXfLSs4U0q0I+5vRsWd9wL
bQ8+CVmHcJRrnNVNTCMNOd0nz4o3VXZMEK67bWQx7iK3CBIeUCSI6+shVX1Rx4YVxvTnSl+NyBrf
y1AGPN42srSvgSrS+EFHFUT1gh/Qcl4asVbEZ3nK3Ch9IE3VAHmiJSNrV0wtTRqkfcDfTRBwZNiu
x1M7k1dEEa8D/aigrfB1jYpnyQUuf194M/ZGWkhRX8ZnS9nKk3bIkmBrJ+OxIK2G9Nj+9sQtj4YM
rm0CuOM9dz0ap0w6I2uJVYNsummOsHjkbLps7XmzeMGxyB79z47gapk8+hIwBQo/yRkiazeAT9Sq
/ypBtsF3uFfsyh2Kn3W8FhgXHYMcArUaxAsgWLseX5ckKQrMxCKgNXUPz1/5V5D+k0zR9vY8Lnm5
9dvOy/gvsglVJ+WN4ROIsvSxCh/rNfHSxXWiQx4WRZgPAJpcjwOtasDoIW98GAyLuNrR3hQ4a8p2
i653YURw7S6gKqGWbNU4ozILKCj5qMRmDer+2DdrqhkvrzvxmISG9d8hCY7upVnft+Mc62jUpTYR
GBAv+xvl76I+mLl6Hif7MZE/msm08funoAHhWJf3dMFOgboN/a9p9ZS298CKHIXLyQeaYts5xzaU
xofba7t0ntPFg66mBqURKk7Xcx9mimfWOnOfJRtH+qqa0s5o/kFYFzGeex5Y/ltg5JcGhZmx+1oP
zRbkulx528YptjOOPBtXwBSLq30xLGFrUEizhlDGStP+zJASkeI72flkRNukWFO6XNwdBuTGugbT
Cen46xnUwK1Kw0h47izvhxPfdfXw4/YaLe6PCwvzF1zsv8gblMYuyWL0Rb4rKP9DOFhsosYId7cN
LQYU2htNqA3JEYl9jkFa22Gtkvtyoq8eGdC4P/Ye1F5rGYvF1bmwI2x4OQ9735A4Zsi5D12PiM9p
CE9QCB2KqtuNycZLvgfqc9tmm3E4OX3xYEX+EwoSd9k4UOupVyZ47XuETVCVEIA3JhMMR3MQ3fWG
9TGXarcs24PfhGswvsXl5GJHug+kANfa6+WMaVAxpS5nyzn0pJTHqpvcfo2qYCnnNiPMySqSFuJs
ujaCIrDTT8MUAxXov5SB/qSF9Z6KqZlvycLtI/D0K3ehJZo9zYb9ncoDg4O569rkFNMObsLEcPZt
bdNLd1169BDftijhlyczz7e6Du0dvWjtxrT+/nPP5RpmU6Qjw/Dq7ZP3zphKSYZt6b00dfdODjFD
0m4yeU0YbmmP/Lb06gGEZmktVTKrp0zlMcikPeoDvWO85+Xi/j9jouvlej5JeTWWaWLJSRp4JcZH
gIIPUtpuZMrrK4u35JOXoxJ80onjNAwk2OrCKXGR9a7s90P27Q3jeUkA02MJ9Ey0oZDNSlN2WdMf
dD04+fVDnJebZKpX7iuLqHr7wpJ2PXNGJUm+rHbs59HekHpygJ3vHG8r0Z+o1OY/fj8+gKM6OGn6
fozUTWplT1aSv5+p+pRJvqu/1W3yHEfd3vcVyg7WIe7/DvrpbpRrx6Wh9z6QmskFHMwTUF671i1v
JLgMDQulZjRkhPDYZ36CJgifn/XTc2RoSJIcqvGHYgcb29jUUnxqDf2dkdqnwG9curlX4vOii1vU
aumFmdPXQjhs87boURRhM1GqOiiRbd53eap91ialfFdJb5BwnjU3ZwJ0GnzpBp+d8+J8Q59oiBAO
wvkok251uTX3TUZjMbTP6t1tH1y8q9OZCNkIhO4IRgtO2Jkj9XQJW7n3vpOKw2TZ+SZPio8k8o+y
PT7bfrUzvW6vpfX727aXLgqXpgWvbIJmKMZSic8JHB0biFVAo3XqWtZ4cSfbFsm6+Y3NvF5PpgrS
kbsedQcD0mx2MlXM9YrOkoeQMQBJRPbY4YC5NjJ5yNnWucf1NmvuJyu7D+LqLm7b2gVUtpKoW5o2
QB4QRCHJTBpIuP3ksVaXVibxkFfjjxbpYzWvo5VQuzRplzYED1QbKTODfh6PD/f28NBM2Xb1Tro4
afPVCuFXmMVFCkO7TNXUgLLiPDTDPvG/FpRMgrDdR9Bi/7mnOReWhOUZocVoDc/GkvYLFRtX7n7d
NrA4XxcGBCcrSt2LA+SnzqF8IB3nxqBjVq8wa/Ml3CdgDo88SAg4L6QHLSFJVD2MHRTT2f4NgwH+
QTsH3BfgcK6d2ejR3pMLBkO/XA66gB6A1SLIohNf2BCuY6Cu4jEJcGJU6rsa7THU3G+PYnG2LNDV
7BEF/TjBQlc3dMylcXIu43xX1c2h0Z7KuNn5tK/ftrTEg8tbB078l4ZPmiKvJ4xuOb/MnJYQU4e9
qwZc6CTwDFvF6FBdaVU/PnW+J8ODVUlb3Wu+aKP30KI2dzK6ONzmMpzHltG7lS2Zv25/24JjXn2a
4JiWNAwRKm+8LrtqQ7tRk5juKuHG8gTMUPI564c4iBCSJL9L26EFMQI3+NYH+hD5z73klprv5t5n
Ss3mcJSsztX9YhOa5BdokpPdQH0DBIOSL88IbhoKShvCDTG0lE62crIMViXtG2nnxOpGy5//fEov
jQgn5pj59kut5DyL5IYaskR27DbWGgHvgv/SSQhlAK0/HMu6sHJJMITcEYBASJG1Re8XBpOthCvD
TfrnOwUuH/IdMwSXd5iwel5q1JUpYYnvQLw22AZtsUeJ24Bm7PbUzd8sZIF0hz52Gi0QxHolKo5y
lNZIDe9pMuK0PTb60cpodJik+m8yR/mmCwt/ZXMubYBLk0IYcAozbQyFbAQgX7fwxg+JHm39SNne
HtnSas1t0nAbzlRS4jUqrhQ/m5SR1erV3u1QUb4ru7ugfTSMZE0He3FIoNnA46DvQHbiOtzMykOl
HxGf9fEZzm3j01pNayE402LJBXQm1+OdJhhQsi5pDdrXz0lgZm5mqMZmcKq19/HCMK6sCA4uJwVq
voAKuDPth3Zw41ntcFhjUly0wqrQG4WyB4p/15OFHGSJhG2UnBFID5rpAxV9uylXbrLziSj4tYHW
+79GhKGoSRCmNmLW5zK3+h3Ino+wexjbIGpsN9TzZNdIrb2NpmjlBbk8OHLdM9k7QnPCDToK2hag
KFl2WRnCrVzWyOb2/dZq//wBxPh+2xEiRCI5fmii0nvOiujOyT4HVu86+bCxupXnyEKAwBAAyrmJ
GnSbsFv7qoRWsaqSMzI0dx4ERFtVf6cm6l0nKTDLxsH97W27OIF0qLwoW6P3INjTnLYKrCqDnzJV
9zyMtxKikIm14h5L7eGQG+nE6xm1xz+unRCKjUlNaobV0zxCacR3myTZWbH8ENATPrbeu97+3kfW
F7/xNs10DExwNRC0xJ8gK4cC5NnO1ka+ELCuPkkYueEEhkf+JJlVETqeRDHKUJxjs4757SleXNLf
YxdxUUre2ePY1cm5854HT79T6p50V77Jhn3a5iv+s5QqgOIJUV2a3uf7uLDdA7VumNoiOeej1Hxu
0yS6L3sF/BeItI2UptmTXdjthwzKrt0UxdEWZeNvkA1FT2WXOV9uD33Ru0z4vmfifupFwrYxUX3J
ownvggjzkySXHECWjDacv3L4LMG0eAxCqka6AAEuVVhMe1KbyZGYY29KepdkWEvgMbLK1YsnpBb2
wIYPnt4eOqQCPPmgx79SisDxxzh5GoIVZ18a9MW3iCgtberiZFBxrKjmVQcsIRjy3WoP8ZJXXVoR
bnpzywUCbqyzHP8l5a6uu4iVa8bfa1XzJazF5dRqwm0vH9KA3HxJIdNtkbqqDj+LejOqrpa440er
cFtv+2uNemVpb14OTgjrulantWYTLuRC26VUAdKo3pTpMwXOlQvZ4n4B7kBGfA678GpfR6YmMh1f
klmtrnyy6i01UwLSZByV6F6tt4H0UbJ2sbKJuo+3t8ZS3okHw2/DwrwWWs95GvbM6+BBY3bs292k
ufmwN5uXgiCoLrcrk5WdsuicF1aFmS3aKvEDuyU8RKYrgfCdBYZX30OLVqDQtcjU0UehCZPq1+lY
dxM+k0As5tfwl/br3DmLO4BCN/AbGUCkqChAd61UmTF7HqLeQKsOMS+dGi4lxDSTNTjdUsc+5zEM
fTMGTaGqd+0moPZTqdOz9Gzr7a5RlXtQMnf+tG/MjzCteH2388udUX6NmjcsGABU3nLwSgB6mmfh
IhUacn/3rbBOz17xrvcpvfW2m6wZWZrK2cLcbD4DSgQjRqWkZm056bmyzH/aXv6EBuR+SNVPBfit
AW2k274/n/ZXt0UCNeitmaoVfiU61q/HNA5kmqXIH06wa1KylGRlH3D/rZWTr+kHvx5W5nDJHkPj
kJmFQ+FsvbZnp8iGDv3Qn9TWyX9kVlhtCHn+FiW6aN9lxjfKV/ZdHtGCdHugr92GkUIWz4OIDm20
NYSRyqXpDZXc96empW0pNYL4wxCbf4X65Nxlcfwoa+U/bSOrZy2LunOAytC9o2XqSpB7tbx8BbGN
9vB5u7zCUPYZbMWNFAyntNXIx37NMsNNnPLgFCeZQv/tMb+K3byfAT4ZPKWhU1VfKRR0Rlz4scXi
Du8QyNjFuvEAIOYuzMwVN3p96s8gKKADwNR4dL7K0yWZH8Sjhanmi37sH6SNtQmf/ef4QX8fvZOO
1XP+vf4+fvjj8WGUjC05FjLEr453aRrSCtW70wjeb+zzjWPHO1WK3TRYQ6gsTCVBhz5DziY2v/jO
HafabiEhHU8DbRFOeUQMbuaLzeLPt4c0+7+wH+mmoVNgVpqcYX/X+8NKc1MZo3Y8qdFffvkFRY7b
v7+0DWAmBH45c8bIr6KnM1MUaLE9nvIq3EvW5whtUPBrmyjPznaCHkzGLb+wNpP6BRT24bb1pdEB
6p0voGR4eNRfj06T2ynJQ2c48diHX8VPgYMm5RoP+cJawd1KApBkJzkJ8arbDEpYxQ3ghFo2dmYj
P1Wh/JDXVeRWpK5uj2ghnkEcQ14M11AQWZq/5eJMUNUJFpfaZzrNots2HUq2XdHTqZmr6ffQCuUz
hC4ULdP6j2Us4JckKc7DAvgcuPb5yy4sB5MVjmNqDKcCLbNAaWZ3LP+Y8nE2AmMCUYvsC/v62ois
SbmSqMF4kqHLqEtjgxFVXckcLK4XNNO8tjmMoPG+NjIiDKPFbTie2uRnHDeuwuPE6Tf27vZSLYTe
Wf1Ks/UXFIKYScpVX69a5GdOifnDkvYGVbEkOeoO6PJuDUYyO7Kwjdla8zNLtyADEaumhiY1XtiE
04nCwiEt/E/dlB5H7VckqxtV3SjVc2sOT7fH9+qmx1ppBjBUSotgYkTK7qHPpJJPIQSbkevpT5md
bMmVrDj80iwSbmnvnhsLX5GAOmCOgjy0xlMBQCaWdkWt/UzG4l1bWKc+yVbWbCFgzGVFaNZeKEFF
msxc1qsqrqbplIVt9dNOk7ZzweXZf36QQAAOBwjABxoBRG6kekjMPNKN8RQGtb4tTIeYoRnaYxcT
7XOlUVe6AZaixsxwzn9UCCgRXHu81ui941nadFKy9E4uTlog/egqt7LifV1Oe1iiV24/C/7IXWDO
ykEqxCiFMFVHrYPodyCfJqPZBcq0y2ieLbXPZn1I1d2gb6lOrZhc2NWYBOYE0bVJiBJMNm1US3AR
IjFZBvvGSXfSAOPgT61cmcsFh4RiVKEhHSY+DrV5W1zEwXGySGKZrXzyagV9yTHSv+Ywd+8LM7AP
UqInj/LklYfbe21hAecyCLDlWT+dOoVg1DTCOrPU6RQOT3bd7r3kFCuG63gGz8bAhRrgtr2lyby0
JzhMwRtcN+ALPRmhm+4mb9ccVvuUliby0oYqjGlM7MrL9enUGfdW8tQ3/c5RD2byUDTJyvQthCpQ
EHN9B2S2RWrs2lRmGFaWj+l4Akd1kGpQxWm3q3pvpV14YdZ4QhENZ9gb1oRZa4ayyUa9GE/joERu
6FVPtLNGbXdqirXa5pKpF6kcGHFsLtyCF6ZxXIVZmnGGFZu4iZ8lHZ1To1a3NjQJt31hafIuTQkb
K7dGVWsVTCXGByVWXE4Wb1oJiAu+AF6PMpzBKs00K9cLZPB8k5toGE9mm7uK/qj/aDvwEFDTreUL
FyI8oZ2CwUxezXEpeB08pGg5xoReWF1dCYSpOv28PV+v0zs8Gbmc0c3PoTXjH68HI6HlqQy6wmD8
4ikP33v+Hc3VhXxf9f9ljw+tYyx/um11aZVoiiL2zYKBsnjVxSfRYAhUjhRDGl0k0O80LQ5d32//
/NinvZgyBesFhZa4lyIt0vzeYnS4g++VMFzyknfWmuCXJ9HAxPx4xY6wZW2zr0ZTYp1QvdyO0q/Y
+9bvw8ds09530rtxDSWzEGApucw8ySQfZ02Q6zVrfBJylpRMJxAOW18GrJq6EgwgkXqsxvEYaNLu
9notbOCZ8GHWhaPnChzQtUFPzqcgqYvppKMfj851/hwGACY8un/3xaT+uG3tNdsUfe8g3Gw0OLl3
YPPanKP6gdUO9XQqS70/ahY6swNVw40V9/1dQcsUYiFR6YYovJ/icNDuNDnMHs3/kPZlvXHjTNe/
SID25VZS73bbsmNnuREST0LtuyhRv/479INv0k0LTXjeIBcBBtMlFovFYi3nOIXd+SnzhlNeLjK6
rZWjiNI7giC0PQOgQpzK0jWQK+nDgGBrTFTEqIC2pW0jmyJdORiQAgsCPAUvHAunEenjipB2XE7T
UY3YPzIUvpVIB0AGHFEQDIJ4TnDPdhEODKpLTLWeEFrFwIuJMVf05BZvhZMDWLBQMecx5AdjriWn
fcVfehwWFW9O7NKHMX9lhCuxHQbV2bMf91VIGdDXcBX0SzguvyTGw+8t4XVxKU0sY03dqAN9iMJW
j8639nUGFMbWDdk3dwzqgy6TtqpR5HTwF04GnvRao/HcwoZ7aLRzhlOjq3tMEO7b2P7CxreieLDi
F0w13YM3zVnCtjm16kbHkH5bIugjQWk9lWqi7lNDRvm6dmCRunTQS4l7A97v+rOSxV4wUQs7Mown
U7/Ppsw3l3P2eWxMR0OUx4cwMekP7FvhgiIuYJF0C57Inl5M79lBzb4t7uvuj6UNr1lqBq73ENtH
Jf78GxKCUa4zsT4bSUPBkgmI2zmSMXa5/9V61CcIb10a2Nbv7kdi+QkwBm/b1ceNRhMHCpa4JYEE
9WHChKnAjAe7CYJMtTrDR6IAO2IHm7tRx7jFdMgabQoLi0keCh8dAhfLO0h4IICq9PVGTh5gk50B
rtAuvirGbvCel1Tibj/eJrw9Bb4WoDG8SiGoshsLzJclEAE0K8bSkE0GEEdePRBiq7Texp/u84XN
8FIrhg6R5DLFwHN0il6xTLgDtdD1fW2i8osXTPJDa1JJN8THcv67KIC3IJkMJrcPzyy2mDOukuXU
vFVttSuVMRzN/q4bZn9okxBUI9ueVBiwSk5zf56GNioXwJ4UQT0SinL/FJiFJtnRNUOCwbo4L2jC
w5/rHc2RTNI4othJK79j5sRn2xE1UX3fk7sBicZPx8N41+KIogudt72IKdOFtK6dgfz2FNfnSfnD
+ddkLF4fb8ZrEcKCUH7p4tzUoOTpK11+GZ9/D2EYCFM5KEFi0u8DPh/YM+wKtN/qCR3oWyAu4egl
46vipJLs79o5QKUTThMpS4zIC75sGEGhl5MUb3J0N9u7EX0mh6Y7zztiR7d9yccLESu6kGRcm8Di
glrOaCFJT3Q/08Yt+FFDzB6dGEnC2JMYnGxdwl1gInuoMQppmXL8rQ8BMQKLbRpld3tRa54KDWaY
VkZeQ0cJ8HpRHbNKa3C5GVRZGBdN2KD8NzMpKw3fhuv7HcoDFhPyJryiYgoecW6sDjEMsgsKXIad
+pMxgjaXVSDfaMMp+afyumdtbh6mnOwMBag7UphZvj23vkAweJzdKkY4g6tgyLZK0t9xr+kR78jy
LV4xhTq8AtVom8YhUPbzIZhVWcvpqq4NMArjJuI0lYKu47E3JzpAB2pzdtFrUFtgl/vsRD18J6az
HYQRyMKhDHq9n5ZCi2agyHjY089qecLMkzSBvuY5sI/oZoC9oOoinINJrQZQoXiIUkK6715u2+PH
EAjff/HjgtmXpt6TxcWPD8oxr5+a5H6xMa+5uS1l9SgDRw4pNsRASAhca0knKFc2aYzYttvHdWAp
p6n2sy4Yp+1tQWvXBt6v2HM+r4uW3GtBKmecHBoIQl3nXkmWhyLOf2O2/9XQ93FMvwC90gGLkSR/
uGZoSHPgWMNf8XrRtdRMKWg+qbl6avI+yLp7RX8AvbrEQa0u7UKIoEPgDqGPxsrU00y914aMm3qm
W0ATBI2rB26ug6zB2ZZ1LnFYa34R7zheuUTPKVZ3vbYUJM5JPbXw990X23m0gd9umA/QbJbhvdB9
vb1/a5rE2BbKKyjtoewsOA29aBiMFdK8Yf7WK+SkzP0dqNcOt8WsWf2lGGFRlZcMbZs06imtNhYN
yuyUVchnv96WsrZjaBT4H20WGiQEH0y8HJik4FQ7kX2hnfXWt9mWbmIlrHYk8W/LWlUcf66iMoq+
d7GjhbWmDRg+XF+WjtxxQsBP99XD9XJbyqre0BeuovUA1Vexs8Qbq7bHaIR6ctM9w5QWNR4cVNpo
Lsm6rq0GcDUA4UG6yMOY5LXRdbFBsq6nCGbgJMwEiJBQmJb9+vxqLqUIxtZVRtmOyaSepmjsf2sc
aXinf3puBxcEImu865EJBXCycGxTtG/SolbVE9OPjO0GNYjHXTpKFLbmYGFgqMtgZg9FUK7Qi5SF
gt1vGDNUTI6eK6zBHPtgJoFH2UZemeSfLNzsnOscPG3weCjQcJdxIayadSS4ZoWeFmCQngYwx/gZ
YCefb+/OR4wN1GR0zDvh2oAlAMz4Wgy+Xe0yFtNTW55a59tUbeMaOIR3rv5d0V67NoyzI/ttPgJO
uaxOKaA+CnbnPqfKMdmD09jM/Tgwfxlj2BeSW2Ylk3n9aYK6Vdb33owp0lP9kx6K8GnZse139c76
flsFKym+azn8PF5oOsu9KnYTyBmAVLDcTyTzjTp0vE1lHBLgeX6f8sg09smL1J+8By4fN/mv9oWb
NMfWGxOF6K4+pOrBiHdWhdSzr2tHq9+X2VcToPbfFDATsXgbl0H6pVYemy2gajoFJFBPi41sK7nL
94u50b3fg77r7LtuuSf4n2tf3yYv2VND/Gpo971yBLO30i1+XEkc1jukxa1lCLbqOhPtDOrRU4+5
9/QI/h031nx9ehk0289RaXEcP0O+aUy2yxQkYOy978t6S5SnNNvl6CDP6oM7f7Oa5GCeLPJNax+r
KrTMyh8aExNxYbHkgTWCqPYlU/70E/FToEpkkrv/vQJ5axn8qrkwBDuZHa+dyXQyq0cUB2cARoIM
2iZ7Dj6z+DSoX5K30u8OThwu8Jdj5ecPVh3Y2IX2VKBHJtmnzlkJcvKVuSHQuAeahHn2WqtBa5+G
hzSaD+Sob0wgvIF5BErzsS3dUSuf6239qMyBzh7MyPWiMnvJlfMMnGt/ep5fW81P8wd6tnO/1v0Z
Y3/6nRo/eGUItBsvkShipfcIJwKdTWBYAHMaBr2vFdEwV+lnpBxOQMxCyx8r+43dtcuhbGvges+V
fspqwC0Tw34oWDl9KfsRSJQzkw2av8O+XO+IruH9iRy0idAcNEXXH6IVtB3plE6nBeaCHsxAs+gX
inw3MqvB0g0n93cL6vgOjRR1q20Kz94Y6sFjP8Ce62eTsZktnyHHMvgKwAmLKd8AY2zPk71Fkvut
CiRbJRh2o93tXZ7Zx5ysW56G3t6rMmBB6VoEpepjrbeNl6CvUTmCBcb5Zu0VHIv6wTiRfDMTFz24
m3neA0s3BYtqmSBbjNJkfci1h+zBcHxT2aeblO7qPIj1kNb/1NvkiASjY0T16OO68GXclB8jEagf
3WcIdlBswWV0rX6Q8NDJsMvp9MM8PBqPn/a7178uKCQ1EjwqC/x6PCzYi25b6rvBRd96HfBqhqKd
PbpsBlZ+H427viF4NCWy3O374PsHC8N0DUhS8KBB/H29RDfrMrUcswkdJexBUZVH4IGBATh5rHPr
WAHvu9E7NC/DjdUoGDA9VNsgjotdrXtPo7s8J5S9IX93n3QuSLVpf0/beI+qzRNIPbGpQaoZIcHs
orL1QBhRLdNmMLaGe3LGp6lCO7RjB0SRnN/VbUMnGMYmdQ9NOcKF1qgGLQu3mk5dVqIHMgvrkqLY
sYlR87i9h+8Pkw/quxAlWEjTaWbbkW5C7GA/daTC0C56Vmo7AirIi2GlYVEp6Pt2QtVg93QqvtG8
CaunIfld9IMPtJk9dVV/NH5O3dEozUC35p1e7iVf+TGWgqXxDgMEOSiMioxPMaFu3SfLdAJ3jLNl
Ct1WldaHJbHtsFLAk1cr8Rk94/D5OShyFDC+DybNQqVnnt8WlRYsvWLi4I3jtkVDydYEDMVdQiqA
T8xVtUlb14eXLJFnWWw8GQd72+vm8HR7GR/JHzApikIc2L+4ewZmxLWtYvABiBxeP51qgD46OkAf
R+CEKrV1MBe6662D6+5m9tNUAi+5B0/C1vX8SgNCucYODSKZKf+ptzL2lY/vL/C6YIAVQ9wAWUG/
2fVH6WiP5aqdTpMbP1XebqgjjZjbsS/3aEtt6SlZZESVK9sJkZgD5aVJzr9xLXJuMW/s5SpE5l2w
ZEfAR0oimtVFGdw9oaENbwvjWkIzOJMyFOh+rxAAJMlu0M+OXgQ93RWoOY/Hmkn6srmWhHOEnsq/
AgU3hBHJyqprCJzmjZH6oMabrR2zNlR2YlfuduwXcsocpgFVObEXu/OUeSpmKE9z9lmd7RFj3Vtn
op77t+6VFvGWyMjJuB//uLa/EoUXYFy4cbkQSEyzPXgT39BvfgArwO3DsSqE82wBDgwVe1ewiZGY
OSDxtenkNrFfsh9erGzT8slI6GEsf1BZIWDVQC7ECQZSmeXS1AnWVByme9UO3If+oGR+dewlhrHi
ywFN+XddgmEw3WRtziCIgsa4LhGN/uModwDp2t7W38pri5NQ/xUkvLbGvrBLx4WPNL6Vu/F3/L0M
jD8m5jv9XlLcWDfBC1HC/VToy4AZcojKHrtHQ/WVzbgtQ3vbHXGBOJKjLFOg4J8W5F0bZ4Yw4EU/
YYx/egCKhER3fLc/WPjFgoRIJjNQW3A6rruH5JEO/vCLfh3D5KhuxwMa2savEnn8xNySJ1wEeWJ1
fY1Y4jRsMRzQvpQ7Y6fegQz8YKGjWAb18DFPdGUZYt2uamevNh02ocawp+O5n2GLsiaBtbvt0vzE
5oWUjoOXqji/I1jO06DcV4lfLeFy0qsAdpH4yUnZuVvVDx26SX5ITtnqEmFzqOWgERxDwFD4xctP
mdOqUmK4X0wjHIsenh4kwJVskHAl0wBNXogRbNHLyjJVFBxmclqMsP491OGMTAPdgkbES0jAWnj+
ZAN8q0ASAskWKFioo+halvEr08w3LpixrJ27MNkxWD1qyCijGgagKQxBX2uxKUeSDVTHc6E6gG/4
zjjVhW8H2UM3+Pbo14dio1JficxOEvCuexQ+M6byIW4AklxLHoCukgM/BCaKbAjVl/34zbPqjVOd
3HwC6iumjprvwEwLJjOW+Jf3nnPxMHIAG0w48ukS8Y1aLEPfDLGF661NIrPY9fZXp6A7s7pb1AfL
AOgs+dWZvpkBDUu/11IwQJLT2O+m7gvjH+d9V70tMfefB4l1eL8NuhrRc8h7QwUvEac1BURsgcGT
9KmZ/ijLDza9SjzRml39lfGhSSzT04TTkc2n7M6y98DW2xan5Gz78x5wU5H97E8HY3db5qpIHmwC
/QttIiJukKpUDmk0LIvNP3v9PNc704lui1gLJtCE/68I/gkX7sAxqN6OmMA6xS9msOwH3zvPx0QW
iq3FEJdSBKO1ACqFx0c+w+U9O17u25myWwo0vNi7Tj30w14KBvZOki3aKuoWeDog528DfeR6YXoz
lRVQJeYTwDI29Z5sUF5wzu29dfSCbk+P89F5TH8tW3tHHozDbaWueYdL2YJ3cMrKtZalwkzZjqJ6
gum8o/1yW8THwXtu8qj68w4i8ECJdbQSCSDN7CGjC9FvvXcP6W7Y5zsnaHbmk7Itt66kJMDDrw8K
vRAoxIGlmpvz0EDgFMy+DPloVWMXPy7Efr1RTk42lNBYOWHEvX3Q5l+JQs/YQcmZeu8+urUOweLn
LmbxTLEO5XnbPjVf+g35CYylA/Xdw7JPj22YH+1De5h3xV7/lp2d7/GZnfpHSWi4erbRVgMAWsCb
YlpPsM8sNgc9x4otoHufC8XytUbGSbp6C2O+Bg1fLkSpYvnaRT9iY/A987bpy/BsHt0NAKf36V13
7g8j3Upskl/qH1R7IU64eo3Mzuu6ajDl+Kffe88DTp6xTTfaqdlPj9O35Fz8fEb+V3Lhr9rOhVTB
+efVUqS2xw0TcP3TBu2SQdl+yUdJEk8i5v1VceEpS3WuxtqGGOrule6ZLg+LeWayzPxamgltGf9u
2fv9fyEGQO+Y73FqiGn3ZRm6u+Zgt75fhWDbCLVj/2z6CwAUH61NGxgRPWpH9/+mTzG2YaQGtNrY
Qp/2N3XeJYnm590MGFtJOLF6At4hXDEAgYYTrvCLlWJaVPXqfphP7bJDEynq2Ew2kLrqsy5ECFFo
6QCAN0aC/zR7GbpTzxpUKbF57ss/2jwHov3fKgSbr9OGZszFKspoav3qu6X7RXVf0Sd0zf22VUyN
omNeIlTn9epbQgWTtx1ia8WAdSF7Tnzj13LHfrq7bg8UvK1zr74h4LXfsv3R+I7nhNL4MoiGj7go
/Pb5V7EfeG7NYZxzr+/wAeyh9+1jH9j/mI3fT0jm+Jh8/znKAMpvWwsyYtfWwvqOqmkDPQMSwlV2
abrpB8kNt+6+YIrgEcchE6ldS6LYZmfBfbmY6LBfS/LcPgJr2JfW8FeDeJzifyUJ+6fG7dTHPY5Y
/jodgYa71Q+gWt43AXBK/pNTRvDlYD6WgxgLF03cL4lqjyMcih4+GNRfwEv3bTovXz3i23fOcfrH
HoP4rQ7x0q2I7Lmyli8AbM6/0oVDTuKkMsHJiai5DEDiUv/xkPI7kN+57iPL6D63//SVtJiz+lC5
lCqce9Bg6i1Fyw/61FHZ9MidaoRGf8geZkMN3KLzXRZV3oEUXxP7l5ckvpdv4+mQDm85qb6S6iWb
6Xlgxp7Jhoj4zn44uRf6ENxFC/Ct2mz4bnRfTV0BTtJmcXz9rUojUgT5f3upXqpCMLU6BSb3olGY
Wrwx2lDDrdwGB5ThcV2i0uNX+7umDNMv3uG/OMa/KxVzKVpsZssCXu9T1h6Kx44RjNJ9tbstoV86
7Z+2+EE1hFxuNEh7DdZj4wvRgq8YFQ+DUhm2X43iezvqA6C5B81mCl2/Dedj5+sSz7F6z1wIFAL+
wbPUNJ7U+UTcWgtbZcZUYqwYktTNagRyIUWIwFNdK5ieTVhWtu90X8PbwsuPpvSly9Vzw0bFQqHF
6jwnI3e1QI446PR7qT6MmulnsW80Ni/L18qDwajkVuOmf0us4KgQ85gqK7A84CblgXeOt+6eDX77
9bZhrl0kmMkGAQuKKjYGS64vkjLukqwYlvlUM1AuzjvaIGqUwcCsCsG4Cob3gHAFSddCZgUk5Vlv
4OWuH71GC9oh0i3ZcIyIcOMCchLNgBgeAX4QGMXEPlFmZ+jPBGxJVPZA7wM/Qb4lNduCwPY4q/0z
SZ8q+oa2CTTZ+4uHISj0hhelg387Ie+zu61YwTz516CD38Rr2+Q0ImIrxVJNc5VVhQlQ7J03IxKg
pW/NX0wpnrRwp3wQJOwgiS2jKlC+jGrzpEyaX5I8ZKOC3MUMpKT8mblPJdCitUOle5tpKV7LXvnc
gMf7J6B/FREQ9hcEzMInZA5dGjzrzAhN6WSTDjXdx1mnBihXku1ttQq+RRT1wY92eQpoxNmMylq9
U+biCy/P3xaxtnNoiMNY+vt0kCWcvNRsWVOmphmhNdx66nV0i5RTrRzQ5zJtzabWN5+XxwFq0B0N
5ndDDEmqEs/dCU2OEWXVprOG0HZeGssMySDxmGu6uxQkHENtVPOMzylFZZv6TYWxBdkYjnDQ33cH
CWAM4/FeSdfkX3DxiHGBmEdnvbeiZIza5NFzHidDMhKwdsyBjfRXhrA9jPXAxSw7CwLmDWuCpD94
IPXQ4n7L1EOD4ZJsac5eEY7zo2fR49g9NOPLpG479Pd9fucuP0VQqMpcmpYePgWP7k2t9wFXKlDo
Nh6VxA+rikVLMJCwMazmiVhCzOoZEuBQbFE8TSiWJd2LLiWW0q+vnP/tHjrt0SCOoW7gdl3vnme3
ba5iojECli4GOnKtVw9KY7F7xeloWKNt+E7X6BM1S6fwNT1F2+IQ+/XooGvUxBTRf1Au0nZAsXEt
nte7/hrLq4y6orEVzeOuGk+0v7NepAa7dtYBnvCvECE2ShYvZi0aSKJaN30HE2rJYxFn6Oz9L/t3
IYer/uJgpGMLqhvqWVEHHsMy+2ECEZQq/0chQkQESIgyzTtozC53+rxPkydp6/iaC7nUl3DAMZII
HLkO64CuevNtQu/T53ed4xZhxB2gnUCNu1ZU7JG6Ur3OjhLvrdOWgKrfFzQZl/2fT8tBphjDnxyp
EkhBwtGNK2Bhp2YFOYnT+31VoWjkxd0GPIftPbNb2brEMVB+uEBDDmA34DXCO4r8TU7TD+g4S+1o
Ur/rfe6bztlBm0lfnQsUAG2tDXJmP6b2DlijpeUAAONAX9BlnY6byg7+w+I5zDCvBViWKxyt0ayX
rEphKPHQhWX9pIBM0OnOHsZdbgtaMRcMMf4VJByvsRvdxgJ1UeTYxAdWt999crb0f2q1+DQLEBs9
YEde20sO1hugB/F91JGHByCD20dW/HR7GSteAtb4V4hg9daQun1CWjvqkJ127pwSPU+Y+fv88YUp
GkDWBQqmDr1dL6Wy6eDGzWjz45ui0xfnF9MvkvMlJlveFaZxflpMf7porBWSARScpxZD123UFhm7
mwAOoKDXKqQtJq6dolLvie4loIc2reYA0nd3ly+5iiq8m8tyMSt3GoC8QEsNViOU30W4N0OdSlbT
wok078WxgANhb9tJ1h60KoRPlr/DT6HMf61UlgLKtHUGJyLloZl+GDpQqD6XCn/XKJ9O/P8iBFdi
jKTJtRoiPDRwzYmGbN+3EVjZmSYpkqyZ4aUgYesSLZmpY7ZOZHTfc/BNL/QFYDV09DafN/dLOWIc
oMQo0Ywj5PSHZbKeS8LOTZr+xsTQbUGyzRGcvQUAPNA51g4sPvbRxtwnaKdM/vyfhIhxRDpNRazV
jRNlKiDOU9y76bGUNQMIr3XYADBBMYaEBxD4AWDO12bmjENsF8zTIg/80hv4PT2wc2ZsunrxgjTp
oiQlyT5xBxkkzEcVgiQACJoAPEXXL+qf14IXYyiA01sZUWcOQZI9OEglTvPrbRWurQ4QOODJwSMF
01aCk0WZ33BiszMid/rpeNEy9T5J7/L4AAQyWqvhbWncjC8yH++6BBIUXs0cvw1x6PWS1L5rqaPP
RpQvqeJPWbrRx6LfmKkTNui2WAYqyVd9PFd4m8Lf4i9/tItgEN48d+DV1owIPZjZGHWY6qiKIwHu
5O2FfbwNuRxg9yDTzXMtwrkyQIdY1ACjjLrMGANeB/UNoo2721LWV/NXinComnSyspTqRpSg1G71
O448OpPWB1H4bUFrpoeBXuAhgMzK+qC2oi/bLPMMIzIVNSgxiZDWlg+gldtS1pfzV4oQORM0/Vrl
gOWYlrWd8jPmjXxb63zpILhsOYKRKwkyHLUJQbA+TPg8Je2r6/y4vZg1CwAcLD+pAMPAoq5Ne2FL
ag0GDlKPhA2KACl9yM1CBuy4dlwR2KK6gaQCQgTBJ9TeOPFWSzMavWeXPFhqTZ88MDk0On0migHQ
Kn2eJcHL2qEF5AJ/qcEXgWrwemVG24wZxahmVHXdxu1+x8rTgsoXxgxD8FVtb6txzSYuhQkewo3n
vsgaBTah3zfpd7M5JF0QWxLklrUlueCBxHsbnW3oTLhekkKBtGXXqRkBLenVmjcLxo/0O6DE7Add
Bm62JosPYqLn3LEQMAtbZhRtCka0yYySLyn9YaPflxj/lAPdZI1EdysmCNPj6O7ogADftnBT6SZh
pjtndkTipTugIxyjSAVo42/v0Mp6uJdDeh59aHB1wqntOlfrRiCbR6QCNpFLrYhqXYCGASDtxdkv
KyXfbgtcMQnMz4M5GWimGF0T063WYuZ2npVO1OD0hQq4IgOntU4AKMAAIZNhX6xKQ1sCSoiALNTF
K2rIp76ue0hjg5WUASU9OMJmq5jHYNYX9xfQThNDcnusnGoMBQPXBJci71cV/Po4pgYzF9xSSntv
AD9lwQRodcgq91zH6LQkncRQVvwhyLyA7Y/3KkarxWn0tsQoXdlbRhQDVMquf5bJHCxzL1nVqiYv
pAiHrDKGpW1r+A30bhoUvbcj8acaddn/cFtdLUdQX6bOuZUBZyTSzAVd51r9056KxnfiVjpFuWb8
DrYKqJLw8aj2XjuO1piSeswIAJ6HeWcukcLSx5ZQzJQUoKM4ewamPWu/BYlS59ITsx6MKVRIkCT7
pQQ0ZNsakkcfX5sQUaEggoFyjBBhqlMkga30slPjJjaixbsfvPgPK/QgPQNfaImjpkd1IJ/I/vPn
EeBSFgIdgEQCHPpaB3Nb67ldNkhYAivJAesozZ9L9jtBffu2oBUzRZqI49Uj1EBKh/u7i8xaXzFH
HUBuEjHl7KLFGIChtqS8sWKjVyIEl5ktrEH1akCOYVnSnVvZB6RJKQbkC8uHt6klK1rx0KBmcoHn
h7cCYgRBdYROSaa7wAfX65ScPBQjfKOKa4mHXtPbOww5b4fj7CLXenMZSOAGmlsRGTJE84CZ6FIA
Tss4g1bOAgpDiKp59Q/uUhDT2wjiGWhDosTcZA4mddHev4CDaTRfVHCI37aFFTuHMM4EB6wYWLyg
OSAujoCTRj4+9jAtS4ZgAuJ/96tiL32RbFXwMH0ShIS/VfD4gqE7AJtCT4lwbzfeRKhZQyIj+ouR
JPlxLI2XvhscTBKAbtwp0uRAmaKEC2CBw9vL5csRjrUBJm5gX+Ce5Qmd6y2sWE7iNKuR7zW3VvzT
CJVAHffTeMxkg3drJwAThqi7YCt1TwxPWoRJsaoMOM2K4Zf6j3lM/CLug9yLbi9p1VzQ/4ahQjwA
gQ56vSTbm2bbXJCZxBTeZlB/D8ZPp3sagGQ0yQr7a6LgM1zuEB2wXQiOw+uBwgYXZUdo6LtfiD8H
tifZIHG26t08LmUIOzS4TlZoObKTLmXbbGpfiA1cie53XZUBEnFgo593PYkfs1Tm8td2DOV2js+r
OhjmF1O81TyR2lvsqLRBYLMYTqhPcWAN3oOrpX9ub5rYYfK+zEthwikYSNotVcaQudTjOt0hy62q
G7B1N3cO1bw3bZls4Ium9qOX0yPFBN290o/5D0YVd5to7jL6MWycBH2ue19vf9uqHpDn1tEaALQb
8YBmyaRNs1vYUdzWb2z4oROgSZDyRxlLC/F8leJxBPAVp+PAIApAZq9tN4vb9n/XBNgEUUsKFS2M
K2c/DEqwaH5Stf5Y97+Hudzq2s/bq1y7MsB5q2GEiQNkiVkgM62YDQQwFBfyza6YJFfFmg4vf10I
5q3YUjS7wK8DoAQgO3lQLLvi5fYK+EkQlYeKu6rhJGLU2RZe34O79MwF5HLk1meCaf9ZP/6X1zdU
g8OO5ym85YeBHasYkOBGujEuTzXWMg6SF+OaogCthVwwh73FpXptASmbiaO1SNB2CQe+YmQPNhYp
GtGaqnDTuLBnC2ObDv/vFxEPs+M679mMaoS9SzAF+Cytiq76rUsRgikzsF64M4UIVSE7x0XLmpdu
YhcAJ9lGb0nQzeoh7aYAgLOfT/cA04s/g8FSh0MkxAvI1SJxwf1WHW+6zAu13vHB/KyPVOKb1y7P
C0FiA7tXUCWnow6fhQH5igJg5E7RkJBTOl8tNd8zJEnG1V1DXR2VTbgHcH1d79podMzVGs+Omsby
0eq9JW6MTvL/kA8GiuG/YsQpb21YjClbICbpHPeh7LVpDza3N5C6S2KtNZcDiFBMbOBZhU4nwecr
ILpskXx2osEhfjlkwdTJgKDWjhNm1dFMjgwMeIcEv8MWjNd2C4FPUJpAn3pQXkWlnvmDlCRqRRLM
DUcWTADYHLHXmTVzAl5LxY4c9XVCvL10J+AYgYxVEtqvxBxXcgQjiId5GcsMKyqAJeQ+YebTH50y
dPSIOaPkZb1icH9loSddiAC8aYynihucOhg+2gEUNwtcc3/bba8qDsGai2cuAFHFV8TCEuqpGa4G
OAozrI2qAQ7q0gVax3q/0x3ZgMGK1QGEDxjCgG9GaCOm0L1Bc2NXR+KlHd5qDVia2vPtBa1q7UKA
sEMZAepajAaXKNW+58W5NzCNTA63ZawqDYwQAKJHeswUi0V5OZC+YZUTWcNBs/40y13aRH0uiz75
pwpXKnT1Vwz/jIt7wqSGpnQjllLYabyxOoBXApyF+lWtpUHfs59jPVqH1q6956RoJO5upc6MXjYN
LAJ4oHCGbsH8QJadxBj6cyMLdLQ6ZfuKAv79BS9OH6iN+yR51sufo4VuolFyyMRxDB6OXokWXJPe
Ku2SOhBtQKZmDMeuW3ZakocOvNRbBWhtEs8bYpj7yise+riQhAHra9dB36fpQBdCa+215qccLGIt
zdHNDfSqcSZHkIwdkQQBptEdBpFPup2csqYBsJ9bP9X5t9vmtXZGcMlwYG+MTqGf61p6W5g5rXHb
RDrtgQRc6HmQqqos3F25P1EK9EDcAhNGpoK7ugvrWpa6qMu2cyNEhv7cfQcw2HYynzKAOE3pdhr/
3F7U2hsDhQUAFiJG5NM2wsG0ME2nzLHqAmQmnOfn3A3rGmif+0aN92AlDge7Cxf3i0Lnl6b1Oy8B
DJussLLmvvGcAz0quJG4bq/X3PQjrHUoveieDNtY3dMucJWwkMEFrIlB7xPa/JBSAI+uEAvnFqJL
wpCiVyZ7M3l0T/CcGsmmse0D0SVx0JozQt80HvWQiB4GQa/O2IIXeEI/SDE3QAyqUI8sesM6lHpj
b3UQuklO55qDRQ4BbVAccwFlw2sdMqYQJU8NPEw99AOpVmP4yOkDYi+TcbitroxD3SJ/jc4gkYTD
BTCo5VGsjNFhP/QO8CSmWvNbcpektuQeFGfQ3n2OdSFMOPLWgCbGHhFtBG5LYHFMrLD3jVUD4hDN
VXUIKE/q09bsQ4Ok9Uaby42lZ5g9GvQvdVyrgLxAq/pkJHowxY726PZNu5mL1jjiVVTtFZYBVSGV
AbKseQquGlQ2gQADHOLrvUhQsFU7QNtHbc1egFJ0gLYk98C6CARWoH9Fo49YCMqTtmKo9dtRWti/
G639wVQmGwBcOy+8C4LDQ3OOJeG86CTv52GwoHtrCtDssUPzyml244BoHRCcEknXyppdIafNHyko
oOG5d601VuRlChQ4O1rKSbu3DA6IyLxpZ4KG81cxzzS67fpW5XF8W/Sg4Sr1hOV5I+tt6iE4TYBJ
ZbFlm/a13wNJ06u2tyWtbRbOC1ghsDCEdIIRlwrYstDpjjCYOukWXWIgM7FbGazM6noQ1BuAIMbT
Qbw5mh4jNXbDQ6xq2uV6DbBMYDo2eIUVsrGr1QVdiOKX2MUl5Vppqs02ypDKgFRwCsZP3y1t2ajO
mktDMIp3l4WOUkt8Suq83YKAey3y4kb3FXvo/cRZKFDYYtmTSCZK2CH0MlFUVXlQX9u7qbRdf0wx
wljMiyQOXksBgFgOqFqoYWFiTiRIjTFcmttmhsdX9ZjRP4qDuYRiV8zb1MkBTplvvPSRyNqoVk0D
+XvU2/8fad+1HKmybftFRODNK1CUkyukltT9QkitFiYhycTD19+Bzt17qbI4RfQ62ywTHVGT9NOM
OQb8Vk2MXkcFpIVOBqMGKw9Fqz9UdvmgJ+CGNevwX+x1eBMzbwRuP7FWkPCoH7scuRpZz++0BCVB
+S9b8b/eBETHMyvFrAIsVmybPDYrpxisU8ebfe9UQRbFzyyRb6Az8n59NEtX4DdTored9zbhkw1T
RK8Phvkn1V7Ulgezfs6q4NLSIs3KMfjfzJEnEq/DT+iQpLGtU19uYnBiF4DLb/I1KY81K8JOnxQZ
BAZwPE+K6rIpZIOP/DUrg+vztmQFRKcmyINAKXPBH4QxKkwpcOOpbXGTpgc11txx4J4EbNZfW0JR
CjceguQ56pu/5NtVFNuTLSlzPMQg3eEh6HqF1tDGborCtR2+Fvwv7Ad4kMgPIouHHShmmwCj10at
SpzTUKdbOjnwQLCa3iiV3kDaP4UW5Sse0MJVa6CBCbtdQwocypTn46NA8/F2KJ2TYeZ/eFqAymuQ
1mRkFkJayHfCH8SI0GZmC5uiRttP0feNc6paT81ByIydAX7TibvsV8k211ds4a418J+Z4hKUVvBd
zkdUKPAq7LR1Tgoailw5U2O3NtMnphvb64aWFguJNB1xxVwuF9+PyEn4lGiVc8qUPzU9OJUUmDCW
l6pnaS/XbS0OCtywszEQkomga7jkbHSq0TnFbQiQG1VuyRpb/sKZmuO0/5qYh/ttp5MsSSEg0mHe
HN1DoSSIQZktx9RP+2TlUC3NHIKhOX5BXhUu9rkpdUgL3nOMprPeu0w7lD8qtLNP7A1O4oqppa0H
nArqywrKSBd0CHlVmk6HatapQ4uX5SV8c5cd7MbtH1FRur5GS/kDSED8Y0uIyUZiV/FYyZjB3CsO
0zsQnE6Y7tPO3Uigcfv7hkfzmzmgmM9nsY/HspSgs3CyQIVTH1V+M7yY8sf1QS3P30y1DBAK6tXq
uRHolUq1jSa2U9//qtNnRf9ROH5ft64T36s68Yc1lYvFvQEyuv8YFC6kzugNO1YnB4iw2LVNUNAp
r2R6QNtox+uVy2/pVJmQd5uvPzwkX8xD37Z82cnKiDKZg0r8qe6fuvKh5413fQKXjhVc8/nQgsYV
FYTzCZzMYawL8LSeQLTnKfRklIMf6Z+q+nbdztJYLPTywpsFqepFeYmmIGhWamz0KGmIDzApC51K
Lm6pSrfXLS2OCAJ0CDVQLkO97HxEEPqs6KRH2HfaM6jI3TINkVtJ/kXlZb4gUENA/I0Co/BoML0p
e0euohO6nIjhtY5bWE/XRyLyq82uHmxAvXDGVAK9IL4VRaMruSxH6Gs3sgCzW+9tpam9SqeZB5pw
eqPk2Yuq2tUGubTJ68EzfKClRbdtoUj32ah0vj4l07ZINHmjdQTYLE0eb9UEXEONoZib6x88Bz5C
bvgLyIFkFiTugWI8n3quW+PQoOHthLbE26iKH6h0Q6PHvOu2BkpTo/Pzur2lwzgDR/5jT7jRoiyJ
yw5k2ydA7B0QkqNMXcdv8ZqCzlLU8n1com8qS5gvxYiiU2KoH06kQI4qK/wKmRNAWyCloCB0iYIM
/XeVvpYXWDo4AKDNxT1kXy8Ojj3lZCSgODul/Ru4Kl2pebfZWq5j6cyACXxuNEGQBFDD+cJZoALX
0iaLTsVogUNd6slWIdrPhutgn5XMNSa6hXVDh6CGDhOo30ArZv6cbxeb0qtO1CS4dAwjVNNP3nbz
KTWhckfXBKwXHghEYzNGA9tRAYj33JTDJqCCWS6dCBQy9RJcpcXoKd3N2KFtMPN0EnlTufaqL6wZ
cp6gynTmOBBP+7nRCB1IY86s+RyMQIe5iRS7a5tyyQb0oNHPMiO7MbxzG7yShkwademU9eq2Q3NJ
RNXAIZvrJ+zSygwVRNIY77cB/gth+mKFG8PAsDFUnK840V0NirSq/tcNDOdWLu7SSHGA5IlOJu29
SC/9ZE3M7nKDzxZQ9jXAwABlImHHRfIMS+xpdMrBg6m9Rn3iS81t0T38m+n6x8y88b9t7LaXi0hL
S5wjKlXH1NGngxLRXUlBBnLd0uUROh+QcNWmQ62nLYgxThaonWo/8Y2tsx2Gf2EFCVbgAdFkDLC2
MG1FWsMB6VRnbtEqItuT5cACoioDzyfRVrydBf8UDjCYVCBHgKcOyaHzyau0oSkUxrALmqBo7+Wx
8wz9ZuwLT8oDkzzk6lPcS0HulCvokIV3drZsznIDxozwFJYNkQurmYHJLOt3JftRaS61INVRBMzc
qlo4JUHNgbBL7fvogVaBLG0gteIM93JCXvXIfqqKtW61y2sLX4TJkDXgI4EFFW4QyEcZWoocP5q6
flGw9qem15UHPD7DD7VNvHhlneefO3+4AYxBAgHdY+gXwUk/n3okF6sGHnYEfixcilUnJX5WMn3F
11y4TGY3fZZ+QTCPdvxzK70kx1B2qDHNI64rsoFL6PK1rsKFmUMbCt4W+HZgsBOfstJKSS9JuPAn
PgRO7eXdcwKULl5ONvrj+LuwPq6fxAXvAFIgyG8DrAtpB8B2z4cFyS29oU0lnayyHqoNlxQldyW0
yhDXnprh3eyqTHXR71E8SShMtR4HfLdx67px/h7IMG9gx8ITrsKZt4VtY9Qdl2xqSCelMFCc5/xt
0Lu1hkOR8RRu6SynjQcBoTHqpheR3dgNzlhqGLCdu6pa7HUL8lrwhLTR9pwmyCl4A29tjdyjZSFo
JfRr/T14EJ8wI3kB64JEgxgaGRSt/yjsSqdePWTVC+T57NqD2Mv1pV3asN+tCNPJqpEYkWNJJ4m9
1vaDBileNq3YuPSZMZI5EwQHBRUr8VCAUqlSqpjEIVInab7dWv2PrPTHx/LvWx6RnEFbpYkKjI0k
vLBNp75V+kkp4jCLtwAP+4TdOlPmteTn30/adzvCm2HVZls3Zh6HSQbg28gPfO7dYyuvxcL7dzYa
4cpOJ17Hholpy7IJxZHDTA5lmC5NLK9bW6LFDW+BO0HDq4SsvsihwAfOWsWu43Aqf+baBiytmWLv
NEl5MPR9wnI/qx6MnLvDCbxO+3bga/i7BXoipKO+fYGweCbUQVlcN3H4nJoukAiaa/Z+cWqPqeUm
xGMpUkdeFXk3XsFXXselmcarPOcHwJkDX/D8euNqPqsZdnE4izOOm6z+/3qYw7hyEpZOG8QSEOog
LYrQVwjcJ4gK2JKpxWEObiW2sdtt0q/szQU3EAzv/5gQ3rleMtQymvQ4nJOIkla5pnZn5cl2te13
6RWyQaxk4g0HXEn0ZRywk1tJWiVh8zCmhzr9M1THhnEvjd/AHBXJ6Ro4aHbEhRcct8h/DYpxDp2g
HV7JTRJS03S76Q+XMghOYoBR4k3yTakkrgre/jyr3evHfen+mvtzTaTikUAXt8dcd7XaCYZJxQJi
G3CTXnqUkUcdNb1bu/17dizri7npP/aEXVI2Bd5Nq05Cp1XcejxNJHJnWuO1Ro4Fah2QzslwfudX
Hf8g7ntD1Yaa9kmokp0xvrD6mJi/e7t0K+sGkDO4wmV8q0LBlIbK9Gugj7UU8KLbpvxfnIvvHyKM
2EoTGQ0sahJW3TGPf9XqczKsbJ+loweeArQ4zSSyEMU+P+O5kw1TompJyLBPmkj1ZLCWNt1atWpp
r6AmBrYxBOJocxVGMrSqljkmKBObxFfKXwPjz0qxy8LGat6I/XR9Yy6d9e/GhLNuJ3pF+sZO4L6D
knTQj0R5AAWNWjeb/5shwUvghQLkUW0lYZoSn41/lJx6eq0gcbLG6SfOHzrQ8H7PXQZI+ECoTHxa
G5xmLcr6E6cbJ5ODWvEZDwBb9JNp40QrT+zX0f1+p4jmhDe2VcAum46khwyJDv/OU6mvJO+T9Ts2
Q9VUfHv8GNPASFeQMOKDA8wQ2HsQJnz1KkJZ4nwzqsxIDSPS5NNU8SCXoG6q231YDVLhlTXZN6n8
eX0Blwwi2kKOaK7Wot/z3GChVFVnkkIBchb6fNTc5fKz1eC1M1KvS9c0IpesIdhCkg31KrR0CIuo
9qUFViSmnAaSUs+orfeIykFU2a9tN57SWF8LCsS3aNZenRtZVcQDgNqIgAG7YGXN0AJxmmTiWZ1x
Q7XpWZbKA/LaXpy3DxqPNg23V3Ih8zJ93z2CWRE8MKYgUB8JzMKx+HTgpDhy/Xx94dZMCFd0Bs4L
hJkJ8r9EPRR5E6DguXK4xZtxhj8AiI4EO44RuACE1apYnLDWSuPQiYtgspwtnotdWr1cH8jlEp1b
mffMt7yRbjppF+XwzeUhh0xr6VHN8QrlMc8JNKNRqXNuUYh8vG50bWjzbfPNaA7WarVrYFRr0dMa
AwlabhyurJzmeYLOtwGGBgwo+HmBmUQp49zKSPSJDQas6LR2tYp7Vt176CbNszVY1polYTdEzkgl
MtI4hCIusguDvIGYD1krqy/OGvSozJkbCclrYTy9QduhZrBiQHOLOuB14f7qe3yRU8C2Q6JyRvfg
2CLzL1jhEpNtfYAv3A8WYPWx5NYWmo/zhzqgJPnqeSbonvPBGXG6visuzxQsYxPDbUU2DISo5+tF
cwrFm9bBeiVqAecmS/wh063gupWFWUSWAl4jfA2wT4jZa5PqcR3hNQsdle7BoeA2Srwn5gqr68KO
OLMy//m3HR5LiUoSACFCxbY3Cf3BzEPSsEDiK638FwHivFyI3xEgIvWEtNM83G+GBo1lml7AsdGi
N9JCFwg8agY9seGTV3dF/auVFXc09v2AtgxIqxZ/S4zyZR8JYaBYMKloczu3DzA9gLAxTfFKKn4C
nVw6/BgfgdBf876X1m3uAJix+eC0MoQzpsaFXTsJIoksmra0gw5GJ+0s/eH67lhaNzQiztK6wP4g
9jwfzgDsoJ0nQxoqRgpmF8tTo/taBv55TfBi0ZAN5Vc484DkyMIV2Ji0slp7TEPD3kKxco87I5Gh
Lz9EK6nPpVNlw78AnxVQ6sDDCCOKeUwoxDXCSEt+QcuZuIoMRu3r03bhsCFFLwM8h62I2cMuFFYH
JAWQlqeMhEX7oxhPrQVhBqXZ53pgkzIA/MObwEiOEGatKeironV+y884bPzXhFrqfKLPx6e2o2zH
mpaFkjW6BqiEJ3srm2hKvx+kacetdGsxr02PulUHcsP9Kn+tsjWxm8tJBoBwFhUBaAdALpEtqkqj
iElpRMLyRMM14pqLFAwmF43vyE6gFv+1Lc+HSPWeSZkV52FcoJdh70BJPQqHtr1JO7ID8TsB/i69
swjb2skWUkn3TrIrmXrCjbOymS4PIVoxUQ1G1I1F1r/EL7/dNpWeglynG4twzH9r7AM4Sd6v3GhL
JrCTAPMDytRA/fR8sKkKOQsHGPSweuXtvXL71+g0zCb4f/4xINyYSZIbpVqVRRgZhivxI3OVEQ73
bYZE/fVTsTgUB3cWkCcA/1pCHDhmUVO0PS/Cvh32fbQzS5Dj6mssyZc3iT1PFdx54E4AbhaezWpq
qrrVlSJMRvOgo76h5u+QoHkoxo/rw1lwDWAJZ2zOTCCIFhMuVsrkeIxULE1eeynP3fa1oSBaIYey
rT0FalmmDicyWkPFLR2AM8NC9D7Fpj1KGQybLEx67nblj1Q/sEHf5gXzSCf5DH8jXj35Gh6edvyE
62oiXeiE16dADIPnvQPqNBS/QU1ggBL+fHOClAog7sksQt61bpzFbtw/lf3exNWjW6BZXtOAWLT3
5f8DnAxIrzBwK8ltC0kRnDdl/KGzRq/cnNEKqdbB3PeaknmTQvMgK/Vud32k87UpXKuIP3Cho7wE
F0OEk+dlJw1g0gFtoN4ezByRgOXbsp/a+ssgDSvGli5xcIE5eAjnlJepCpc4z42KV/FEcVIKOCuA
ndzrGUv9lkV+JvXMK5q0CYxCb3x0wknb0rbyG8gsVXulLJJd3IzEtwearzT7LE0/irOz/gZcAjBe
ny93j8ZHOnKGK92hN3pk/CjMfK/l0X5k0R2n91UG+OL1eV/c6xZ6LEFKg/APFelzmwZE6Ic2NWlo
KXfDa9JvOw3X+8C3KPzyeNvxxC27B9M6qErtziAZ8pwf2Boj4cKDhjIemo9mBj9gqoSNXnLgcuKI
lmEVo6Ft0ri9UaCEtvKcLF1dDrCayFUjs2SKF0qj6IWK2KkM7S3KQc+55csrK7h0BX+3IBwgzRgr
dZJhIYELkqofyXTSV0x8bU7hqCBxhL4fNHoALS5qGdR9o/ZI79Bwkh0X1Rldeo02av9b39oQuKHM
16OdmshuDzUM85Dnb+BI648R6G2Lz7F8pXegZ5iGTd9se0Rchhq0Mqos17fVwjxgihUcMKS4ALQS
5qGR2owOCrpzzWzcjk39wXRwjibVWp71olcZNySq0ehnRdHIBmOccGSmwmgVqncUob1euBaz/TST
PSDCN61xkN9Z+sxQHWeGRyJfWgUvLGyoM+vzn3/zTxw6TT1NkBeXwVdl3039naQcSPr2LyZzjnYc
5ERRkxaydpCjJCMAjrgWIgmBDnEbTvwsWYt4RC1T+2su5zgcEcLcmCw41TJ1IklKcBXE065mkPqL
7zvk/msHEj9k02e3FdtmU48ItvQcO6RpAAwiaNA8KI+6qX3IfqTpfTwEzeAprHVzZ9hS+0aJqoPU
r5TqFu4LREbIDoPuBh6iyC2aNj24p1SLhnkJGijDRk9ky8gaKGhpeYEFAyGRM4s7iSAD5gzT0Jk6
DXn/Fg/yNgVjczmBy/3z+gJfJsVQE59pPtHlBC40sS9aVnJikyYvQ249OgC8pvWnHRFvBBDNee/z
Ux+ZK+dz4bk9syjc+tnQ5FmC0kdog0+OU59DZJuRT5UXfietccgvHlLQOgHdDeA1gJDCBlYSrdAm
vS/DcfSyEtLd7Lm0Hpy69quq8eLUfCbtvup05Cz0E09XciNLwSI8ipkUCe8LwPPiHZEDcYc0DHy5
krnQlXLlNLmN7C7glvTQs/EXLWNXb7unYqjdaKqnlWdnabPiVCELDrY7uDjzs//tlkjGNOoSwCRD
KkdSUDecvoy1JK+kEhaszIy0AGkjXsJjKpxex0zyLOeEhQOvrU1vT8O+yCplxXVa2KrIisB5QmQ/
N7EJc1lLJnesTmdhq7/m8R2EuLeRrOyUVAkcZnkWhB207i9Bk7iXAJMDqhEAUzx5ItNcxUuzapWS
hwVpbEh9lJrXdfoa7ejCkYAB7A4w5SBZpwgjy6eExpJU8xAEKU9yvknjbmfFvZeaf1aRBvNvCU/4
mS3h3WB6ZvMS2YHQGFF+nPRjUo8Hw+lXdv7lYmHTy0iZAUGERIEIajRoIac1p1Uo60HbDtpOV7ke
VEN2yDJ2p6bVr6aR1cCyk7XWzUtPFpZBeju7WsD1ixCcHAdhhNZZFY7FocwQIjl3yARJGfE1J5Sj
tY6fy/mczQGBMDfcIvc+n41vJ6zqVCDPLLMKC9Ovu6NU3gE0s3JlLkwmvhjgNSQkUM0S264r2Fac
nDah0vMjAHD3dv2LpEcQSAYo8f0q04226t5cnmln3vHI1wGVD2dPuDn6qle5VWcNpowZwdhnEOZr
AdC8/vwszB668LW5+RBZFqQqzmevMyuaK7nZhpX1W4IYl1FCYun1uo2l2UPrDbSxZv5lvNnnNpye
8NRiRhtmmuLLKeT1kN0/dHXuHUzV/iQsBtio3l43upCtBi7dmRUNZ9Ai/n9uteypWRPSNKFRaPdl
4wCtqO2dLnZR/OGJcTOlqUtI9tqSxDej1O+yuyyvVy7mhTzG/BWzYu5c6kV0c/4VBRTFs6gtmxDK
CL45bPBQum2+qcefunanSLJblp3H0ROwMvqFdT2zO6/Jt1MhEZv3/cCbsP3sbd/WXSKFDKQ9k2/c
Jc/WZkw2A6pTmutQz1oLUxZe3bNRiyJJRTwZeHRhXU7lt6r76PttHOvuoNQb3OJjvQOZFjhwfB2P
7vWBX97kcx1JARsiQIaz+vL5uAekN62sq2CZfhjGXu33hKGi2bpTXW+um/rKQJ7f5Oe21HNbIAMl
BBEAdtjMybRl0X2jP9MeNAYQwQAz9Mgll73/1Pp7WsfIaNwUzm8UIat+M6xss7VRCyG0PqKuX8dd
E6pJtzccsEEM29x4K1T7ZtTTFWMLscI8bqTCcS1hPsUgFCIMFkgOiyZkZq5+2FovH5AvckYIQsvV
Zzu1feWlY9RMGwJyh9a1o0xW9qSqaBnoXd9upigr2ANvUKKKC0N/r2nGcjcdcuuxLKjKQMxAemMz
mWp60rNKrX1Q1BNpq8g5K7ZJabTyfqjNTDvaEk3uU62na4zxX5fSxeJCswWSE/BBEAicL27dOmRQ
jRGL68qbcjvssnttZ+2ig7xhewkyEG7fbs3jY/kOeS5j71sruenF+wu5oP9+gLCT00obKoNOTdi8
sizQ3fikbgpyHIbfk7zLeOta+4r7RFlxWC/jHiyupgKWgt4ENAuIm5r1GWkTjLtN29xjZhS5rUqL
3WBF3YtVRHG4cormibyY6G8Gxb1LaFk5oBkKs4FD8J3vVOBwLHVPrNJvkHUshudCnzxoz183vPC+
osSBpgP8FRlWkbwJ5zS3maI2YVqomkdi0rtGN61pri7dw0DM4wEAl/vMdX2+jSSjqRrZytuQF8cm
/Rmpf9S/VvUEZBZJkH9sCG+MFcWWHEPLKDSNV7kLeX7oqk2/KflND8qC+gggTP3DdNujWt9W/C0G
APv6VAqDxNuKAjcyB0jTf2kUC4NMwCYoG5E6HHPtOW5tVzb3DV3ZJ8JyXdgQBpkxHUoRKmzY0SNU
MKTVoq/gpVwYEF5M+FtQw1NgAAhge/RaupHYxuR7DmhA6ZE18YbF8QBNCg7DuWPPEMKAjNUK4hqY
w23i0ZWnaXFBvv24sCBDYmSkbPHjZFfszFdp5QX4ioe+ndn/matvvy8sBpJ+aJjj+H31tnBPw/3g
Qw6Cn7I35RQ/Nd4n/iW4vsXEtP2FSXF5wEXeN5YyHJ30R2kqbkajQ2NxD0l8H4xfR7n+o0KneXxk
vKq9Qe6hyti6Y/xz5TvmqROGPrcXYNVQ5EahRHgXqijWm8zSoccNaBFg+IY2MyakySFTxzze6Llh
jm7aywZ10dVcPEYJQyWlyhRlwBNoObsOcJHcl3Quk6AxC/tgGHS4aQwH6h0RZc1KHLj0vdAWQsiu
o1kTzJ/nF5Cd2TkInOZtXXO4JW0h/S45z7dq7IwejYzkaE3aGgHNotFZrBxPCVIGIrBnUAfwmBvO
cOTdD7V/c+o9Z7qbzKngx+vrsbDTgfZDdgdERGgkM+c//+bndgrqVj2yjUcyaLqv88TcZai4enrT
Oiu7fmFQaOwHphEVVuQkxJWPNSa1utzLx5J7MrKwHOSjrPcjaS7GPV0f1nyAhF0GHjFoXaFbDR1I
4uMEmhE9qvVIPrJOfmHotCq5A41RCD2Wd3I2+eWQnK5bFN79+XyBrmrmhcHORp+g8O53CNxs9I/J
R1o5cVBMoFS1ozrdt5Ozq8FrsP0X5uaJBLMAguevtOG3dUuoTRGhyfLRAcUp5CyPUqNviWz/ia1q
rbK5sHCACgDMA8AXgCkioU9qF9aQ9rly1NG/rqeVlwyTR4wamOLpqWrWKCiX1k6ZKeAQ7AJKKWZ0
OUssswHk7Jib4JsbQZ9YOahMSBs7tg6gUnzlpvLn72cTjEW4kBSk5pAHFE6BBZbLqLDlI/lEuvWz
aHigyr/RMf75L+xgyQwEs5DnUYVN0qSVlVRosToWuemS8W069g36E2q+4oQunGpcHcC4IIsEvJJY
ElRUblDSdMoxLpNXy2FBPxk+WKZXNqEYnc+bHiUqB0kW0HADqi9cjgBa12YMVqGjKrEJffpF4xcO
GimVQRk2ttMhTh6a+o/tZNJNVnfxvjPstULDwu40MVAINiKvhHyH8Ja2KhniFF1BR9tpNw3pAril
gR3HUBtSNwn5uL6CYmj+P0P+Zk54RxU9KXU0IClHC7UylhhbZnHE4e+4Qp2cbE08QCaanwdqBokD
3MV18/OvC/caBgu6VBCHzWLpQlAzjErEKbJ4x1IpoR+FJ2+Ktr1ju7S5ZWyby/pHLrGVUGrhQM5M
0er8XuMCEEu/wIvXNWYfu5YmTxbx6AvttL0kP5VGHmgmW0lZLy0oimggZ0FaEggWYVPZCgUas6Pq
sXEKUD1QN47YTcpJUNRx5Q5GtFIPWxoevG/ARAAfgMCoMKcqmVQwGhbqMZ6boMwXa5g2Mb/t4lNE
qpsMenjX13BxfDOtBYAKIDEWZQaacWzNEryTxxLiI0zbFM6Nkae7wii9Ql1rw114lsCC/V9jXyf4
2zthTlAgQRpUPbZdEm86hR9RXLYQJ6bJQ9PVv68PbcEpR8cV0E1IhqIBRSxdJ8hnEEvn6pEyiwSI
acDnkjST/2+soNSHXTkjPYQNIpM6ai1SqUeU84etmpqfJk2Ltbtt6Q6d4ZGzBfAqiTiXgWRT2+gt
lglKacytmmx6oHI1Pug1qzeI2UgQFcYmZnblsqgmN1KZ9242ZNMmGfAoQ7RbOzB5Ml08LcPKBS9C
T76uIRQmoCE0y8vA5zh/sex0QN+L2qvHJJnQa6a6auJsiense4X6RX6MDDCcp+2xrk6yvaXccuPp
uSq2toqMqbXSGLa0o4EynFmb4GohTX3+MZIkZ4UEzAiUTby2fnOKDGLr22gcXZOsmFraYSbQLsgF
o4f9Ih+cIDNal6qkHGvJaHcEe83LycBWnP4vVTrxngXDAw7oV3x5UdCiFSu6NsYWK3J1V06qvuuj
pNsZA6Y3takcTghj/NKOX8oI62wkvbzttXavR+QJBIztvrX7IahGyI4pDecBpBkhXdJ3mqfjl92s
ikAVQSvJt5tcRXUCPM11pOQb2y4l39Emc9cZzHAp5Yrf9NKzoZFin3RKhGmVX+t20ANAyJPN9ZO1
dBUCnaigpwfeyQW9MLdK0vWTrh45WJN2rS1HR50x8ltP6p990dk7qN/a/pBX2ue/MIwcEmRIgc65
EJhMiKOVTeyox0kygypidzShAaure0sed1o8Hsp8TW1haSeB+BBEwHBdIL+hCZs2bash0XPtmMDj
hQrdYajHtbrooreAbkk8kV/Os+jwcVAeokQF5feWbsc64Nvkuf7pTG4auf2H+b6aFRGznl/3wneD
wqhQk1RaNYLBTBvcuNgo7xJx8zfzkaSu9hY/xJrfRu4alemyWbi0CjxbDFcsUemMWEoF5exjHz10
iZ/fk1vzptMDuXWVO5DOPLcPVbPyDCylNNCzBhA7fAVoK4nk1DXVh0FG/+ixblsvnm6z1C/7jSG/
2BmKM5lbOgj3njNZcvPscxXvuXgFgwUW/hgaHYCFFIKGoYzgOvSRepQkG+RpmQ6GCZD6Tp5ux8W+
KEFp38nmtJlspf5dxRIPeGyVhzLW0fbh8EcqKbFrKg3gQSmtbupqeLx+qJZesLmTD5EGEtHIuJzv
8NSRUEyUkOVXmD2FZVG3G1VrjG2p9WsZzKWL4x9TyJOcmwLGigIIHmvHSduYaQJw8d5RkfnOyz2c
ghu1XFv7OVISL+jvBgWnrSejWakEY2t1dhh5dzsWctBL/A5BW5AhgcHUo6LlgWSOHmDIXkXfrk/u
4ogRbkA0DI0uYH04HzHKOh3e51RDXgitEg2vX5ks+6o1/WImadxsirc0JSuu49Kem/MZaDkHNQ4E
VuYl/+7OydEgxRkC1VQ7kMHeRkbs6aN650wfzUsMZRrN14bb2GJH4L78CR/CrX47omq7fvwWthfO
Ox5h+CAQYRf5kKLYiWgyIS1gFUWQGk9RLR05KIjSTd7djQBGqkw+yOw+NncV4OA0eojtX3IUrzwd
C84HolCgC7AGoPkTm8QSK65zTe+VY1TeYaVx/USbcYqAwPtDnHRt3y3407Bmm6qMKN4B1ez5AkDa
kPcsmqNNxCKGMgQFHbc2Iy+9abiolmoR81PoR+Zqi1DlaFmxT4v4NFT1Q0qbjTSuEcAvPTFzAQOy
IHCGUWib5+fbluhGMylKCSFhJfPnSf2R6KA6yItHp4POwwii4sGOQXQ67BvtRaVrfRNLsw/86JxC
lJEgEmF+LTHN1hngj3WSFBTjQanJhva5C6YFZQ3RvxD8QrrjP7agYn8+Uq0qExsMSspRqQ/jc0Pd
XnedF/PGbA7pWn5t6XGZybXQ34i/zB0o58YyLL2dM6IedQ1CPt3oOaBFTj5OWfVUoj7dm/Gt2Yze
CAhlhdaa6DRC2+f6FbPgoaB3boawgLIW0bdwxThmmxG9dXDAYrvxJWpGnmPlaxU2df4Z4SoFNRW8
PjA7zm6KcHer+pCiLStF0NZFWyVG94DxpKEGYFblxtKSQwlWki7yu4bsZU7dCFnpdgoYY5/JqGwd
3EB5n4Kz5KOElN0wFXuFJcC+y3vIUK8cv8tLFxlI1QKfKgA9CAOEWz/XGTRVCaLZpmp7RF0bHv9I
m02t7eXIT2Prz/UFWDAHXxQUZNBrRP+fyEShmZmkVAOCLBZ3jtePYOKqjF2FQD3tILDbVCMe8H6t
dL7gTOE2BR03kpFISSKNd771FCehuOoUFTwezoaa70WEpgrHd4zstkWDh/WcTb9z/qHHG6XQCpc0
aym1/+ULZuVSdHVBo1mYZ1D5OFIvjeoRed8MrTrlPmPRTStDvtt+L5TPRMoe497YW1L9J0IpvwWZ
RTd02+vTf3ne53mwEZAA/glSofl8fLvZhiSn8cy1dDR/FIa1SXRolxdBCyBX6xg7Tk4A4Vy3uHCZ
npsUrhhalXHRFQiADKlt/ZRoPLCmSQvVJus39gi9PD3T6Ueto323yrXca4rUdqWWybvrXzIbOj+U
5x8ivDNlZpspLnX16EiZFAx5wh9GZ8oDverk03VTCxcAbKEEDYwtjj9W/HyeTQmp2RJ9CMcq0YNM
Ry+AqafPEMCkneFJ9X0KYn3NLYdhw6IS8gF3ueROz43pmdF9MQT28NtCpVABPLlFwO9CeGhtWS5f
3fMvFGYjjhMCHICKFF0ZfehJ6kIDCxyjyC67UTQcWP6IjswglV8ie18UN3D/YuX/kXZdO5LjSvaL
BMibVymVvlxW+xehXclQhnKU+fo9rNndm2IKSdTceZgZoBsZIhkMhj3nMUWc1WuyT+HW8OZgrjZL
eG7nBnW5GX9+6tGx+wpqZU0NkA0d2D6vg4JumkwCjSDiTiKkw+IxCoIaDFwcYD0ujwfIYR7gkl39
pBrt4A/Dkz3483BuqOtnlnbQ3T91RvcaemzQfFh220b7NAFeqEvAXlpvp/jUk8CNJV/1zicr7gM+
B4y/PAsDEJjlV9U6rSuFInwGMVn+SZ/SNixjNm7UaX5oIkN5mq0s5fDRziVjLXAqvFIN40570SIH
eICm/d3pu2HjRbYb1FWSb1LPZfvEa3/iL508hM3PqFl+0zqHoE6dly8V0YvHHm0amxHdmIE5F9OB
9a32L4wOp1njriQmCsSEKX/ybcaU9xTIwEASpk4vleaBbc2slKBy7WfDiwGnWgFV0gdOivvxJw5+
JdLpPLBFClXQL9MtOt0AytnJZuamRq0NxEsuTcHh7CuT7YPURdacK/bhcQVDYRsN/jhLNC6924cr
O2s7ihMBJtw4FXYPhmqmNq8jc6tNn+bJb4AoTmfDZFPmpy0p91YFfBg6G+eYaA16jdJp0zSx93Og
nYZxhDr/61XgSC3zOjkrdSRDWlmxBHj6kbXh7I6YdxReJtR68qzWmHECSuiuNnXmJ3Wvb3owiwR6
Gg0fTjcCLgHaDSZzgF3Ay15qeTkyLes7ZqK8+k03U5SRP65uMBgoDGP+AFOjnnDcAA5qzDgfzFME
4JOsqje1iykA+wW0mRx1Z58Tv/16397znxRuLkCnwRfgoHKMGXVhTVVRMYd2mXmaMVCzLww1e8j7
BriciasFap9lIe1tur0vdKVUyKGV0QwIVwrNcSKgkQ0j1pl5ap2aufoGWM5DbSSfotTbz33/VLNT
HIOOfk6PZtRJTNWKF4c4FbV5xIhIeIhpotErvdpirnnyGt07dIC6D7PKAhY8SKa3KcFUho+5nb9N
GTeSw+U2UNhp/lJwJh/4pQiVl9oTOXbvAhnUOuXM8wkKSUn9pZkkz/dtlGDw4TNgpcEhBq6C4CWh
Bw+JKNQxTqQBml8MRCXfU2rZUOLaJqJEhpILZ4tBy8hyKWOhYBRhsqyT2rHTYBqBk/wco0MSJyGd
IqRqpSRgtxkeBCMYqsW9sBHViuDGDLzvfUdd6zTGm/jCiyywO6o/x343+XURND/eCllT2crVgAeE
upxroLYCQ7NcJV6FtqdVYfMmqbLYqmSXAolliougJKOkxrAmC6lLwL9j5sgzRMJ2fazjHkUk++T0
+i61lVCrNYwGKjujLHwv+fbx+/fu34HdDMlosKAsl9ZrbY0WEc05dcoDAMetLizTXVWBY1gnL6x3
z565KSoZa+mt2gABGDuK2S0+B/geZV89LU2Nzi5ripxTEQ1hXGoMDV+IFzwb9JvjsLGNIgu8ZpQR
xN7eiXcketwKqA7GD4WLB/CZuUK86p70hkxbqmX7hmQyKuWVLr6lFCFOmxT0OFVm6Z76OvlmxMSf
NWDrKNkmcqut0UYbkAE/D18NjGd4yamNFJ8lf1iWhlQGQXyrS/gS2HR4Diqq9KIuOUqdKWofuyda
q2GRPiDlTafe170EZcjgvibdvsBLWUKxL/Lamtl4K05lkj2D9w1huB0a+RPNZ5nRWXk0uCykV+EQ
YUjZ5up1pT75OJi11TTuSeNbqrD0Zwq+TeBOUrLp4watCFWjH+PCBh0Nhkge7JoMX+8vd02V3qE6
IB+VVjE7MpJqitjQuiclAdKl2nWDb1DT3N2XsrpSzARoaDLEiwyK2uVK2yE21bns3VOcvY6U+klh
+bnxVAAkeFSLXRbVsHzuJkt/3xe8dpqws0imId8AEjquWVc7rDts7GmMHa7qoj6gW2B8sWL1wUlG
9cGwB/XwcXEAHUKzKZpUkDIUrBBRQBzKyOy+v4iK8jQ0P9IEwYsmS6KsHdu1IMECeKNRTXU9uScG
1BGEzBga9O8vRSZBODHQe079UECCap5078uUSFRizXRyHj3kH/ES3YD7j5gCMZVOdU/ARvKjP+yl
fzLmHYDJLFlW7TbPwhEdgNSFIUA87bZwKGVBrGLsFffkVd+j0ocn3cebfAqDcvQHS9Jts7ZtUHF4
Yhzk4GZsIHUbbFpuu6eCAFYBHYVNAGpeS2Kkbj0vtFqieA9IFFR3MZy3VGvW2f3YNK1zKpXP1agG
k1sF+SRZikyIsG+UgGNVTTvnlOmJ3zLVp9rDfy1EVGSjL90I4JKnMo8DnT6iCW6Tyho4VlYCVwsR
IKcEwKSw4N15GkJ3fUrU05TGe4CAntBuFdRms7l/ZVZUGlEUTA0SuCrQfbluXBmbRh8GKwWSxMlO
040XV080PhMTMF/m1zkHWHk7SjrXVqybAZ8VreZ4E3kmdylwKudihsVGG7Czs61PTlAZje/JMjRr
uwcGH8zlwmvEJAn/iqtllWo89lMxqyf4zmzvpvmGKKWzTUZZrWdNENpe3H8ajeH1LwU5saKqnY79
y6zqR2PXQZl4z6wZJJZnVQy6NtH9AsN7k3dFwdMGADrEGBiwTpyHJHvtrc8fVwXu3/N8FnRB9O4T
SlRqeq16KurOn5ptyVjI6F9WfgWvoaw6zR+xZRxmwrChoxhwKpyTjy/4+oAQFKEJDmoQP3bRQ1dX
m9q2kaw79pJQc8W4Ye4L1UFudpBPETQBNJ2zmjmdelLsX2b0BoTz+7sm+33htW41nZjJgN+fp0e3
+vnvfh9+Fk8IwW1/91KuNsoYtSy3awZiXbduYTSBl0K8Zn9/EWvqxdtF+TgX8h6iR1VbRdLQDJ3y
pPqbG3UAdDxwCkr8mtUjvxIi2ObI0hS08+hYCUsBes2eoMexlfw01B/VIMugrZmZ6xUJNlpv45iw
Ds346KjcGfrPcux9YpONJZsLWTOgMNFg8+IIEoC/XiqyMYEVm+Ho+IxV5Uftl3G+YPLbsLeFLHex
qmq8Vd1AoQ0cKqKb38UIXFsPtprjic2+DYay+3qwtmsWxjPQncpnzMW+W9MatBkhPiYmiuKn3pkX
FTQgRubnMdn+C0mw0Hh70JwEG7DctkSxZidB4fNkG9vC9K0a4SiQuWSz02unw60zyvFgj0BhainG
Re9cUsDzOVm95/ePnRYqyBFrzAEjVoJitcSXXrtHqIbzeROEfEhxLcXRlCSVgRTCyYnA4ohKNf5O
WMmIWkQAGmSH3xt68drANUR/gfBoFxnaiCwn5RX++qGMx1NKrAnjY+62s4621/tdGvta01+6Kj6P
ar6JZomirO0rUJQBqwRYe/iMgjMXYdQqbTSinaauA9bMl8p99ghETbvG3lT5y31lkUkTlGW2qU0j
zIOj9TPxG5OGbawOoN313Xg7K1NYd0Yl8VbXjBVSMiAB4ZkZtLItT1ItSd5ooNY60WhnYjDTHdhO
9/5mTR4wjBZ8fH0OOhJR2sUEHtofBWF1RphJ0EIE9B60K3unHjkYN542We2jB9O3UtnQwuryQFCK
MSXgayLOXEq0s9jQxgqKqqMxWAeWCSvBTVPskXWGkynrmli7FhgJhYXEQwxvVjg/185mlApb7UTB
ZGIf9ejByiQwcitlYrgTVzKEm17MaeVZBHUqEG746PfC9TODzv00aNpmMkHjVe5RD2Pp706G1rK2
l7DKPFCzMBAtvtB4UXu9HRqNp/FmwF5U8e/BVgLQ7MDdlJjNtZ0EhgqG9uCy88BweW5awox+iiHL
BvR/RKwvZU2Dri0k2r8uxkJykE9B3zhNeIKA5INhXoSfL0bvt1CQIZeh4a49NlAGVCrR1YyEIN/X
K88GechagSOqnYa4DkBcGiuT37jP8yiJCVeeTRPngqk8JOMxTynoemnTVjF5LDDmZPZHlOv2etXK
KD5WVsPNBE8WIWOE0aflamZTm8aqHNWT2xdjGBtmGxqz5rN43MQuVSQWceWAENsguQgYt/dRkqW0
aqgsIxngS5nZa+Y8zO1Fym+2LoKDvMAIoswgXNoIAVMf9XihAaXjgbDdfiinloGuqpWcj0yQcHNH
tyW0xmJPNn0D0jRNXiZL4qSvikAlhuP7mhzmd7ldHWreesrXMs0lJuGPeL/8UsY2tqpnmLzj+L64
IKKeFUqqpMmQaCdDi0BROnnmAVXTr/efilU147NuQEcAoq0IaTtgvsUiGtVOuTl0GxpZJFBMK9p3
M0aRUw+ttfflrdlV7m2CghWDi7fzB3PrDVbVl9pJnev+AIbGeWNadRYg1aMiV6QkoZMWFliHayg6
yzBWoekUqHuDrANqbeU836wiMwayI7Fvv/NS+DxKBpejyvxYf2i96AsrN7bSXyRLvu0n4ZOLLsJg
BF0usPmX2qIPqj0BuFY7zdvmPLfHztgnub8jn+AydhLNXHk8wKLAO8p4tg82fSkLoKIYyRwgC51f
vkX30QQHA7zUDqVb0/x8f2UrfhTvKED3IkgiAAknLIzGwzSqLc6yKjA4eFJctOTaP+aeblzjS+9K
bNS6NBS3YN119AbyP7+y7xpK1nXSYGkNXuAiBGxpG5h/6majyeAf11QDj9T/SxIsfNdlMP4FJDHQ
bDu/aPFjsIbALiVntWZFrsSITm8+eBh5HuA0te5XoIwFavITBPX3j4h/qpAX4UmK/1uKCPYUj0BN
Bhko9MF3dxXd9U742M1B/2fIJatZ0zy4nICRBMwsLpVwPLPn1oxUI1wJg+rAm5jL0HTS5gAXtQ/K
gsZPIIeTvZI3y0OPJLxN9M6ilwZlZEHdW6DZYkjX9U76PPt6FB+GmH3r+u3oeQdmUj+d/wwk+XJ/
T2/ODWkmbpbhY6BlDk36S0VUm9RkDdOVk1JUT0p9yNTi4lmtzAO9MRtcDHpheecIDzjFkAFATopn
RsopL+qN5n2y/5i1X2NOCqN38bZP68NYSpKpKyvDU4BCLgaWMFYjxuslmTHUYKrJmaAFiRM8stn3
BolKyoQI7/ME489qoifnVD0kaQj2C8P99uETWqxD2LoIVNVGYUFEYrdgPnwbcINllCE3zzMPlK/2
SlA9pfYQ1A1TcraP5bb58JuBX0dTCW4TUs58Wm+pYyzN8fMOTmIoH5HT962vnvM9H7fxeOyqtxjc
9S77uFrzvD1nI0OhGQmopcjaNilIFecETNvofvYaYGU7wcgkZuLGtvKFIa/E50rw4eJo9BAnKAV1
dnKGjx0oKkHPR+trxXFib/d14MYeLQWJYZRaurbSgsrwzLIIwe/XIj1H9g6Dh0Am2d0XdavRyARx
+CoknrCmm0c3UgxgsFrFOcW1qVHBy2M//fBrgR++FiIcD2tNJEhmCFESIKx5kKC026L48OWEFMz/
c7fWvcV0jiYrYywzi/Ps/gT0YFDmxzKRnMxtVwVfypUQYSkdSwjShUZxdmI0TBVDyApn01DybXLZ
g5cBgH2IGl/vzTCZ0IVoNBgxpPUZfYrB2FAMI8nSF2sHaPP41wSaDJrRhQc/SbpqZGWanr3kTC0H
ZapdLRtpl8gQ+bTMeTKzREvS8+j9aFQv4He4BrrDx1XxaiWmtrzEJkm8qm2wksb+bLXUB3dcrzf/
pRDBgg9lO9GUCwE7WAqaJG3qNlYaS+K4d7Sghe/CyYvQKoEeH1wu5AaXa2n1NK2aQi3OLct94ib7
KYp9YgKQO3B78qD2NKz6ygcywFmrvgKI2MibLWsL9GuTgOR/oTx7tTUPekr9uRk293f61pAhPueY
sGhAQuwsnqenJgNFH1d1pmaL1mFHIdtes4sgBTFtOBl9KjEyt+/NUp5wsuATijXiJNUZjL4bc243
4Dq/vyKZBOFYSd4nczeQ6jySOLDtv6ksXrj11pZLEJ5lpkZTYllYAuqZrOeQX5Cj/NXsl6ayN0iL
hvZ4+e/WJLzSgLdFSEnz6mxU1kazHpijSnZt5V4v9EAwZt5QNVUfZdW513bj7J1m62gRGUj7qhAH
4SOwqpF7EqGnJitN4nykFbBKEYmgcPuNUdiQqGz+fny/+PuPEB0XDlX15Z0jqVphwLWuzkUCgFrM
zKfmI6bDZM1QK5cH5SA4N8gEgS5PnFvWWvRxKxgdPhdgynMC99vQYtZSRoOwJgVOBmAOOO8kYK2W
i2m73OtTeDVnooQFVV8AKv5mtgf0rMuaUVauDk4GY3MOfDagSzlLSeWAQWRml9XZm8vqFNmJvvXS
9sv9s1lRAl7uBBATKghorhHOBvRALjULszpnatweRq2JfynjkPkd0ncyE7+2ddeyhK0bXKIjNQxZ
6fxZrZuDZX0f8SabpQxM9bYtDkEjMrY8DQOv8AZFtmMTMifMxg11lG0OjyCYSb+jTRMYRr5hKsh+
6/gpT+xD2z3f39AVe7QQLWwokkoFR4bArUJV3Ifu65scrmhShV3+x8sa31Hyc58CU+6+3NXNBaI4
BtXhLIK4ZKktGolajTRVdW790X3JVT9J9g473Beyqi3/ESJGqQCIAJYIw01WgW4d0c99Bvrr0mGy
ytaa6iO/gLQ+RoOR3xc2EX2iYOHpJ2hll5hHo6rGzZTXo2TL+AUSfAGk0AAewkdDQGAsXDDdbSxi
RjGF94S6oFKcRqd/RCbsd4qxVt8zdUn0vbp7GAaBPgIOCwhByyMyqt4sQVZRnd20KkMyzVWo5I27
rdRElyxtbQPB6sSLMOBcQmZ0KaolvWU3BqFnr452rd5i7DWyevTIfFwf0FYE44EWVMxIiErXawW+
oKLn1n2ebHDVIhJqCxbel7KyGCQPeOsX+qRg34Vz6tLcBT1VR8+mugMCOST8C78LiRG4hBwRFvG3
cDJJlyl50rD6TFL67Fb5qUrmv6ae/LVKY3d/MbdKAGQNDNEgMgDoCaq3y5Pp84KUmpcW5yz7qVRf
ERWYzst/J0I4fM5I2LMqK84o9o0s9TFkoZWf78u4NXNYBuYdkKhFo+kN2tqcgGClsSEjZ/UhsgHt
/7keHtz4YuQ7Ffg0qkTT+LYs7+pSnrBtwMNG2UyHPA/5CvVhCkj5eXAPqoxsdO144A0Btw45daRi
+J9fJYR1gn+QwS/OFBxMZWyf8vTBBDjD/d27lQJ3yAIaBGb13gUtpbhZFdtKORbncTTDcbows9xI
k0m3RwQhroFitgGvCF7EUkhdw3jWNoL7oZ6DCuht5oBZA/aWJmOAYctq11YyDM7bR2gpUrDb3aR3
Ts8Q6WeWEmjDFwddelCIQZa2X90/D93HJk/Roh1huTQ0FqX2qOqQM5hhgQkpD0gD0h7aldWg8wAN
JPCPUccUAfcnikeI2E5x1mkeOJGGqKxA0kB9lR7VrYWDlb6SJNjRaS5U2lmQ5PVf0/HBG2TggbcC
0JEFHgw4B6jHoRVzuWG6q2hIKE3RqS72JWm3Uyprz7vdLD6OxJs/4Xuh+VMwoWBkMDTaVt5J6ZuQ
KF/iYsZwd3nkvAL3L88tmg3vxULzErBbMJCE8G+5mGnWaGMYdYQ2ij9lt/HULyh4gG0i8vXJV2Z9
z5Qjhp0Vd/pFkUmg3TluDkaXhpZsgOZWD5HPApEj2rZ4a7o4qUczr58NNgPubHKHM3VYHs4DygSN
pxZ7yar5Bi4tIIDlOE4WCsRotfT4EV9ZpqTJ0PtKugi1kG5H3b9dkoVGV+1HRT+ORf5slyoy+a3P
8l8pnT9XeiaZPFtZLDad1yg8NKneIBsOgFprEeUoJ2qwjW6c0/hzGctyTbd2HgEiBsThHuHNRxVw
ucqxAv/y0CHDWpvR1rNHH9YxnrztlPzojZ/3t3RlQVBUFEJ4/wDgLgUr4oKR1KAsTs/AbPyVOz9K
7YWU1pf7QlZuHgwInkq8kRjlFEEO67boSG2R+JyOdb+ZAXYGzBNT1qeysm0ePFj02qFVEXgMwlL0
vK/nCclpdNs9AJXl0WgfM/NFKxjogn/dXxD3HpZ6iKgXFW6QAYJ1AG0EyxPSC7BUJJGCRJ3LNkUC
jPF5FxntFtzWQU7faluS3L89JcjDUD0/JdwwkcqnT+Ayz4mXgp112pvJfLaocvIApHF/WeIO8uw0
0hOY2ubgXPjf5bJSc5ydlPRIcqYFO9WtUqOEVJRbtVLgOwM3NMiwGx+8Uhi9Q+IFEwbo+8G/RbLh
IotzE1Fodm7Lo6J95iWl7u3+ukT9gwjMwr4j8KKKelNYbKPUKXWSknPiYDynGuPX2CpkY9q3m2ch
2ADWEBRdRwGTn+GVbUoHNwNhZkfOEVrYXPRWRI4eTmz4XQGxMAO57/01iSrB14TpUMCHoVnKwbIE
ceDLVS3guJ2dFinaDCRnmG35fl+G6D29ywDdpYecEue9FPTB6d00a7yRnMF5H0wULTnVT3t8BpaB
P/afisZnzY+PS8RkL94STq2KBS5XNQPFt6Auyc+00X43fTo/g/R5eHJh2Dd122SHJLKn3VgP7Y7U
rQyRS7zWfL14VYDohPQFEEOE9aojQGobNcvPpgf8iqxz97S3vnXusOmHcWfMR6nTs7bD6BEEIjVu
N7A0hQdtbDozBdVPfnZnUA1h4tcIoqHbmmrt+LlCssDKjSosGjUCNxprJff9xovAghGHozcZZgy5
PLF7VumV3h2tvDzPvQtnNa2bnaXlLABSt7Vx2oHu1I7WIdFpv9eolwEXc8y8QzmOveGXdjmF4FFn
l6qL8lNaNNUlB/Xf832VWLm8mM8HnR9cXN4TJthaFlugbDK0/AyOJhLmitn8yC2lkeQlbnCb3reC
U6ECwIQzythLzQOMWOlqtQu+7c8Vfcue0O9Y7exPAGKMHoge0DGgfw1lf39tKzaDt9Wj6RHuDK6Y
cIk9A6SPs4bjp9pbw/4mj7pyLF6zz/elrKj1Qorglpq9UxWo9+RnUp5iOEeE+przCXhYtZX7qgzm
h2/U9dv4z0b+Z03CFbaMzolpZuTnrrDGYNCbGNg1lhpGuQFw8LaLN/dXt2II0SsC+A9cXYC+iM4F
iwnh+D/5eaqA1oj3/liYkud37ZiwLCA9cdwU/NpSN6yc9C1uUH6uegraXzXzHhAUJcdSy53nSs9n
nzYyT3Pt0NCkAmMItxrZb0EmMkhpRwroYx89TyG4kH1t/p3Ub9nf+9u3YoHAX4K8DyIWE/krQc7k
JrXqNAjDW6ZgqBRceRfQULYPNCrrcBoU64B0a/I4VcovdM3KSmOr0jkSLI+ZgTAiKItCMJ0OWJzi
XI9kCzqVyaf1d6dGf3YTMqV5ndvkR0kkGrOmoXCukX/0kCrDCMjyOAdzqNHHaiPzEBGf1z7BaBI1
r254f2fXFBMvNGoxcOYBs8n//MohKFOrcwZwL57z7tgCjMaIH6is5L+mmRidfC/kYuJQxHkbDKsf
JpXLSH1nj+aFUQucxh9kxKrvoyrirQbhOVrBeFyC7unlYlIWm4NX0PI80ecU9JVlrAaA4M7aF0P1
1RJ4e9W26NFT8KOJOl+hT5UHehovbOzYH8DEmkQGmqw7B4PR6VM7fNOSPdiJj3SWRcZru379oXzH
rna9p/h8lrXl2QCILgrW/mxsZ1JIzvZWhRDMAPeJE7Mi/ycO46t9PQ0TQZ+Yzj6Ti4GYe9byPaDJ
Zc/S7XI4RQ1eH/S4Au1ENANd3aObkarleSwqXwNmk6L9qvvMV+cq4Jgg1oB+oi75rJFXV1UQ5xN0
p84+661tovy5r9Ar7gJnlTAxSgTCYgzsChFWOWAYbLIj9OM0W5CURY+5t+vmP2lxhIOwTbphX8w6
MLNBjjj+oVb6UhtNMNlvQ7q9/yU3LQy4tosvEazWbNdU0RV8ie1szClEx9NTH7ItGEwOybN7ZAfj
UjGfML/Nt7R6nImP+Yv733BTYBO/QXhWqYF+EGBTI8W8+TaESUBCv//WPcqu3nuTzPLqLdcq2Mi0
6RSlAKHHuQ77UNuyc3cwQ+2Tt62OeOuO5CU9zid26vZO+Az02K2yA2rwDndrFz+97YvXxsdY1J7t
qk0ZAm1460jM6e1Lhe9DvIO7wOM3kQerHpusBhBqea4JabbEmHH/XacJtLzvd6qVGWGb2FFYlp3s
CFZuISTzHImOmAEkOsu7bsx5ZutZVp7JrPgd3dV90OR+2x3un/SaGKA3oamez30h4bkUUyhwC9Sx
Ls+qleeIfMAaYVYPTZ4EqSwdI7bxI6WEoQGUYf6PtJE/mFfmq9SHOe4H0oN0/JjE/UPTGhvS/E3I
uQGB7ck1ulMz9J86IE3cX6SJH77Ssv8VDKYa5MmRhX1HursSTJNW95Sm7i/K7KqvFcbkfbe0os//
QgpGiMAYgzQssobL5WV4R2qqY+LRwqt/yPWmPlhMl0HPiYOX74tBlR1jbLzvDHmapZioQW8iJUZ/
mQJta/50d3ZQBfqBfjGC7rE0/fuLElFAb8QJDkVisK6nqd5fhhRtEFY6krDJxv6HOdjJZqZZj3BW
mZ+SYnIASqiVJ8OOsodGc/sgSZ00nOe423AwtEcrshDKg0/rkI8l26rJPGxbhdg7U4/qLzXx8sdK
nfv9EKeq5BqL9oyPD6FoDnRuxN1IMrnC2UwIUc02ddmlUGjyx6ih3yXG5Z4x9K1hvAKTnZvKyPMG
Y2bg50B+tTtqk6v9vr+ZwoP3/hVgjUcVEs2sAA/ml/FKD3vDYe2U5cPFJMYhLQq/SeJD18nwIG7U
HYtFOQheIBL2Hv6zFKMkU5xQvR9AXGrl3wASbSPAq4Ys3t1fjmA7/lkORyHlJRSgqQi2w1BKgmmO
ZrjUSOpucqN4K5lHAjOfLD9KZdj+q5t3JY2v+mrz9My1yhj8zxfbK4F4bedKOOclAN9aRd3eX9i6
KAfgl1gasiXCBpakbsaobodLDoz0Wo+OecE2TjpLOufXz+k/YoRHto5wUwywSF4S1/oEprnoqDMv
+VgK8p9DQpsFxqeAkI0k8nLbUrUfaJowbFvW7Erwr9l1cxzcD0bGohjRfeo9zA6zDmI6/W/HjgNY
MFn2Wutj+C+O5j/LEVODDpmppVg4GrcyfGcCo0ILdOFO1l8hvPt8OZhNAhSmgbcfGQzByFKP6CmJ
xuGiZnXyvXKiPIiTJmI+5rJYaCJbtAHA9bQxcyKrkKwoH4JWC3wpCIzRRiAY3JxmQ41u5fHSK23g
5uC1t5tQU2Ri1laoY6IShRikdpEYWupFoqXYNa0aL5EbUvOit6BXzRFhNQmW1gNttC5KyTO8Yi+A
IgQ7oaL6jjyUsKk6bTEEqc/jJeb45HWDPlxHzf6mCTrR7LGb9vdVRSZO2EgXNUSW2cN4GYZh6zlz
63c5QRAO2q2NFbmSPMrKZdbRjgMEdvg3Lvzn5X52nd6UaGsaL2Ve7E2V7TBWJ4GRWV3QlQjhKmPE
ewDQhz5e7Pyr2Q6bVnkg5s8oqiRv/qoG/keOOAVRNr1TD7oxXkj+NVKBQEnqgHjTxw0T7CscGd4B
iaBb2DCvz1yn7RwoYNwFRvdHaz9H8+W+Cqyt5FqGsGO0T8ahrJTxAhInTA2TAIC2AYu+3JfC9Xbh
XsJYoDEPcPQYfgDLkqDXpUJJHjXJdIm6WX1NENJs4AFm+5pqRag0qf5oR9MgqSbw7bkVimoMUJcA
7mUJ97f2ur5HRmO8JI1pc8BspcCdTepp2s6p2fwGNof5FY11IPlMlKg93F/ymkOF0V+ALYMTTIW/
y3X16jWulXlWCgU7O2T00Z33igG2QhXoKQeG+a9Bzy69tfcGiQVZ22lMCVrwF3nJRsxu2VZTztmQ
TRezv5hKHvbJRul/DPZxSD7dX+DaXYMI8CNhaB8kKsL2pgStCYmXjBfHg6/oRs02qojtI9usBkZk
yiAt107T4VBhfHAf0CqCCjkFmYYSDRyXKTbai9cOY+pbWWOzrZdMc45ilAvirimeAJER2VU8/4uN
xYvDg03M5QJCe3mcZj4TrWT6fJlpg36idOMW3n7sir+5Mn6HHZWZmJuDBEEDMqOYOQZWBcJPYXuZ
atYFq1l/SXQsywJ+PSozDfulJL9LGSXTzVFyWSg/YWLbgvP/DqR/paqaMTd5q7j9xU6HbUl1ILCh
QQqss7ou2cXbWwFRHKwTJTZMeqIpa7mNFRmY0xoNQ5q5D+3hAeq6M6Nx20d/cof6cU/9Pkk/9bYi
MdnckC2sgYkQHjk7QJlhS1HvWgp2Crx2ZHDhsVKQzKa/3OSYJqjX4w3/ziJrJyU8WNlUzAejNQv4
H2hit42lwLzOvLkqU/XSoG0KBC/gY3/Rx2xb5UxSI1uXhEwz2lJQEBaX5iZp05AqUy96+pXqaIHZ
ZbHuU6lDtLKF6JAHwD7Q/QGlImYjYy0dx2T21Avo5B+p3oV2kZ0xa1Yj59xl2ZmO2a+qkHgNa4u7
FiqEAFqcWGmP4uAlbtOgTQ5q/Af3fzJ+fdCaAasBfQ88nkFT4s3oRIYsKrK6WFvyRwX3np59sfU6
mAzJq3Bjxd5nmjiGAJ8Gxsu0VAraxe2gkVa70CT5rk8mpgw2hak9mgk7o87YJ3Z4f123KSUUNdGr
hN5hxLwcQ34pMWZarBqjaV5wG7cziJcwsrNzcy8o9dzPQJcwusAF7ulrrRKw1vyWiL89PnCtoCEC
u8p7S8TgijWRUln27F66tgezxmNZkR2I3v25CCv11Uvf6Pg9m1/KXW3ss5SEtv1DQf+xZBe4VVle
fqBwgR+TI1LY+BbhLnpTaZRRbkeXXGkSXrpWTgMmaLAXmqyh5dZuo60VDTmo+XCPR0QyTN0p13Jb
T14L1fSNs6c81S2eJRpE5LNkb/lXC6tCzQz+BSqgmFsRg/AhVpLCmfr01Whz6xjH9bdhSLVHMpX6
1iqV4quX6wB1UMG20+bqfKg1+6klQ3skZYcklKJLHK6bXQbrLwcOx7wnBhfQSbFUNYsaqUM1fA9z
n1r2aSiHkDjGVrLqmysEKSBC4AlnXvMVV03QcK8l76uON8Wb88Q2v8Z99pYGw/cK9JU0cP08dDZe
5o/PUkS12/frXTrMOhonkCsV+26prkXw+1n6OrrE7+dPTvGa9C+dm6JN4q2iTaijSjPJyDtuQicu
Fb3SfNAPiWhRf1Ud/JfocEtfSR2H1gTILKvcSPaVP4ALbRJk8G+4cgKwqpJNCT+9b3Ct9CDbeGFa
+eyN+vSzI0nsrO/j1YoEXVHSvNSZ2qWvfTgMYaYE9qbfxIHWb5xsI6vFyrZPsLqmpWBesYcwZcz8
yPiTJp7EuxCHr3ljKk4I2GbvKXTcyOXuGZFX9PEAvWh9eiCn+MUL2RGVOhaqm+Zh2CufMMwrq3be
2Bou1IDTBo8fTKXvZMxXR5ZWnWMTHevK8BIHgHLZJE6O97hzL21KfhR6LDm2G2suCBROLc8TNG/F
0JG4jP3Ci4+Z/quxv9mUSQStmRL4aRwQBBcd8NrL7WzTJie6NaavqWZmG2aDAiCHxxgMrirDTpKJ
EvTeSXIdiCMQNeWvkwKkei/yEW3IFGT1eiF0QNWDP0Gik2YXMRlnPcL1Uv/Glbazk+6lLYyHdDzm
OT0YPwe9Pii58kgcGbym2N30j3JeyRZ8qPx/SLuu5ciNZflFiIA3rw0zlhb0L4jlkgvbABoe+Pqb
oM4RZ5o4g5BubEhaxcay0K66uiorM1AqtCVYsa8a9pTZsemUHuhjquCdCVdMJka6CzuobhI8ay57
lYUNA7paMG3iLTr3snHrGFZarEsdjoVoFLuUjfeWOlgkA85YaZtkZY4XVhKYmZlrEw81FH84Y1nR
CGkfYyUrKOraeC3eC0C3bTpTWRnVwrlDsQTc/0h/AgjMq/zlvZnhQ7CW0o3W+kx1Y4XElUv/IbnB
vG6wA9AvUoL6XJQ5PwWZBvLVHHxlPiLyrWA9ptl1YkorWaYfUf1sBI2vcCNg+wZ+9dxIG7ZV1FZZ
4oMad0qOcVM5gnSfSBvI0ZGhbBxFWAmCv5g7uKvmzCTnRlIlkvFOBzt28QfI2KggL7ljvn7KH5Jh
6wSi4vq2Xuv/+FkV/BonEgdAAqOWxXcqSPmEEDGiiT8pNv1TXNM31e030063y3RHO3stF7k8r9/2
uN1YJxoDsBH2unZvPZfZXSSCvsRWGVCTmzVwxpoxbhHzahSaRClBMxhZEBvE6y80bWNwDMGn1q4f
TDwt1vRMfj4tuBnllrHTqqTNEowwDHrSqg9MJEPqlEpvZ8rgpsFn2HsVcjVav3I7rK4ld6FneqaI
w4g9K/0u2mTXSeZWeGTh6CfNsYPsUQedO7OLbCu5buu1FuB5Ln/u3u+Fnb3Dya2rot9PpCDi9kdV
yN2s7CbESSx3L3vOpQgJDzY4T20WiUa149xMRcux6JI88fMjfASRjQ00wWOZ1JFbCaSfDv2K+1zc
QycGuQwJBVAftNVYTt2etklEoFhJgPUenz8uj+wrQv8xgSeGuOuIBRBXkyUYip/GP6VvHMxP+guc
Lb2b3UiU/M6Isn+F9DmZBju/l2zp8fIHLG+fkw/gj6aoDsnYYPsUIwnvoYWpXPUeVNAd9tBsjJ2z
Ym4+B5fGyx9OAKemboC5wYEU65v8eavelK4S2cPmaN06yae2YnFtJbmDWUaNRkEMmvhVcNWpwKz6
PVINEpJ6fXRfPCTJGiJr6ZqHSNzMjIjiFToFz/eqIHUFoNlY0b68HnpPyv9kb1XhXZ7H5Wn8NsId
eqaEyRgWdeIHTIaa7aS/R3Il2fE4rCnULAVMOHuoUkFCCShcPkuZp0leQz8p8RsAMiRjP3rBTjm2
9aOm78PkN6u24wOEscACLdqXB/k/Dse3aW6URi2j4xoqg7453ATZZ60flMauoZDKQjKKh1p2KvZb
f2h/Ja2t1k+hGpHgdwZG6prdadazanoJWjUuf9Ty8n5/E+fxKO0ZiD0xHWEiBI7G0tajQAU4INLz
hal3L1tbnQIu7EGOmMaFUeAyqyOv+urZzTqSWe+h1t02TYyLba9ndlnuhz9RIu16cztIXpJCERFw
v9iWJ1y0d4qya7PoX52s75mYT96J7wdbGCgT5tUR6UHe6/ZAdx2xHsNbca3de3YKP53G35Z4IiQN
dT9NL+ZJ0CqJjGMVO7UKMMfluf4frvDbDOf0C9WKzLLHgCzrUTbc9NhVJFUIdcznZB99rlhbyN0A
poyEIJ52aC7nKTqEqBWasAHsQaeuaF2DRnVTdA+ztswoe8x6zHZJ9djX9qH8MOvD2HqZsEOfj/R6
+TuWd9j3d/B3q26lQyuqcCW5vi0mWwOedaNOV5k+4rTfUP1aT5ymrImsOQOo84einsshYN48pvWd
EGxb4ZdOiXq/8lkr08O/K5JuKpVMx/R0XfQqmF5eb8cI8sg3eKzVWXGntswGzf6+Krep9VtOXmlH
YukeCf9RSdy8VQG03pajlzMn02IA7K5CWjhTZRyUnmTmCIW7tbLKsqs8mUruMu/RvpfmqGv46mPx
lvnpHbuim8HtH9Tn6C71hbU64OItcGKPu7uzWcoDQB4gZ4Jw8sYaOnoqgxYW0ParOoVL9yi8/4wz
wT0AUvLz057RCgAQA4cjV0DcWYCFjIY7sbtXLAe65U00IXH+oEye3tiT2ZGAPoxQdBiJSu0awb7R
EBqubN3FsPD0mzhfDKChJpQNw3xD8bKeXlUBn5XETiFMntL8TjOTlN0bahje5c25uNCnhjmv3Cvy
pLIGZyYKD0XuKyBMVeIbg4Gi+6aIPVQnA3TIOaVxhALvZdtL7+1T05zXLXumGMkE06UoQBUS3Y7h
kZYSiV5Mea09ZMnvntj6mv8TD6+XlZU0+OVXhURUMSbD2pFZuk1PLXAuV1UTqUaxKfGpPG6zUd5R
Vm+nQrZFI1oh+1t8osngPZjFW9Bm8/XnJ6MJY30sZRGjqXMXt6Ir/DLsclPaw1V3Na5ECctb88QY
5wqmyWgq1vUwJkLX0u5bB3rJh9INQJWYtlthehn1NcHSxVzC6Qg5fyDoKF7XgDH5ckfJWNpas61k
u3qwbsAgX4QxQSYDSFtW3BnCE1gML+/MJW90an3eTSfzmw91Zsg1vF/AzGITIifkWIOKe6tHeH/Z
1OJVfWpr/pYTW1GZV3kBEgQ/LA76ZFPxShIrEH1emS0RhmPXx3ZY3RSeuRaKLLrBk3Xl3KA0GMOU
jjAcGdtB+cOQwrDsgYCJYRMbH8bD5XEuXYKnw+QcXCpYWlXi5evH+XUl5m7S9jYai4IOmaJwQjTs
XLa3PLqZvgmV+rkIfD6tHdgjhLAZ4eR32izk6XWqXfYb2jimr1SrudiFPDAIyr7Ncfs1VFIAqE0M
z0LfZ+mGV9K9YUMXCPEEhISRhV57my06NGQQUSIE8eAPofSqyltaBSYMRoJFlD6eyKQhiXB5FpcK
INJMTfVfM9z1IMc54KIx7uUku4kUtCt6BrtBlykOKFFnOcxP0FkogqvnpBgjosi2oa+lhRY968k3
cPfEUFrZpCX4hh5ivhvlIElE/Cxyu6yfqw/ltnT09DqTHsxyXws5Su9rOUa+T+4rYfs9CZrI5WzC
qIuFrJVwOYsosu7Dxy4nmvnYpkALbRi0AtJtk96n/dG8K57TcmMJ+zhDf86Y2J2cbKgBqir5Nmav
vXmf0HHz/1ojwFrPt3qOlhwkX/B5VNxkide111GzaZv3KfVy0J+b3hTcCemxEbudCAWJZOqICW3t
y1+xeL7/XqQfHHBTMKhdL+tIn22syKEQUrjz11jzF+89qCdAEBg7cpZAPh9pJsstE0M59q1DmqDi
IY+uGn9Q45g3bwmIj9tScirT1brXy4NbdNKnhrljMPUp2Bj7MfaD9KmN/tCHa0Ene7Eh4fghJKR9
v7tscGnLg3cC5BkoR8z8RucDLZsxgtRxDb+hJZuxuRHpYx1qNlqwV273JTdyaogbWJxNDZC9DLXG
oSdl3Nua+XR5KEsb49QCd3qDjmlGU2MoqVbaMlqcpv6YZjd98s5yT+vWekAWzYFQD0xKyFiBBPx8
5qgUq4I2r1QjMZuVuROkGaH1COYOLbHBVCg5SlJ5l8fIN1F+eYi5QRWGQTeBatW51UQSjBLidrDq
NL8FH7SOWuDc0ph0W+akH4pry529nVYQYouh2YlZvvkgHcoJyjAw2yI3T6qb8E25F73pTXwW/k14
e2qKczJSTPNe71EcS7LA1ruDYjhNeKdbK2HC/xgSBPwAk5Sh/saFQ0C+qN2ozOnqtBXxAhEGJ5bj
4hFtmUdZz6u7agSWnTJmHcEf0dyqqZbsLq/mvEX4HA30zP7+hPlwnkRkVm0qAm2TxDckR60aErW7
Lh8JhO2FtS6zpeMHBOMX7AXt8nxGshUb0JMwpINCk5l7WlYaQepLcC4P6KvPjx+RgdcCtib4htDQ
eT4io+4KXOR4mxij34X7nj3h3CnTH/aZA7IJPqU2JfHHpHnJeyA6vbUNShcELe+XP2NpsKdfwR2S
YpTQ2VHjvReGor7RixKoVBHs/5etLPpq4FAB1Zr5vNC+ej7YqdW7oE4QvGeRC5pcqDLILsi9hOI2
QFZBM21mXonHrvkYVrN7X+f8x0Sf2Oa2TjMNvVFZCAP14QYU+fugEfZtQXd0eJTFfSfOVcnEHupX
ufwdd5k9Sl7aHUcBdeZdV7+PmtMlW03a1YWH/e+EwS+hTHaplGzVmIIFX9gl6EOMu82/mjM8BoDe
BeabnzNdz/KqGREt9xTEHu+FeDVN2lYgKrjnpqco3cXIh1alZ6xcDvNa/JwvdI6oFgCuQNadr1Uz
WdA8Rozk15EKiE1moctcidhmFKDhenmMi7sPfGj/NcU9CPSsn7Kun1CuQQeBGzXltC0l6eGykXkL
XxoP9wzozACYzUbEs7WUtmj2rUZbD1MShYEfhL+C3nSNcA0GtRgVge/375HNIz/xVx366WSRYvFM
KdyFoOvW8sQ2FDxX29gJlcKJgI7Up+NQEzEZncsjXlpBcIzMOCXgocH2cW480wGf70GT5avgD3Ll
Qss9IY0EJ030/F/45ZmDEe2JAET/EJIT0M9VWI01p6ooaVB/jzsHJDKu2OlumK9EYIvjQjczoIgQ
4/3BkYkMK9PHJEp9JYggixMBYhv3dey0+bT2eFwzxflFNR8BaKE09VmT6ZsUz2E3TcPYE6m5lsxZ
dFAzL+B/hqVzTxmxTYVATvTMF8sqU9zGrJqMhFZttF4VdxO7Ciapp+Ne0JDLssVegS5UH/cB6D0m
SXNTlApjt9TlWNkqSZBKOzoZYXtoLHmQHTlO8PtQyaFi3faGQO+MsIirP5IYMeQRdXnYjOiFLoiW
V/p4MHsZXLShPtRsW4klhCG6TqwbMo1RYdo4RmDKXLscFrwAuvDMGbqErAAYfs+3qzXSLGaykiJi
Yu77RJjzWdsx+R3aYFSw17KOSxcvokI8yQA+B1ybZ6FnUwqSdrPJ/Mr8kPRqb+BOCtQgAqJC9IXi
sy7BoiIg9ZxNx3bMr/rYVdOHvA+8XvkcBD/QPkCN/3H5yC6EyApSMeiABNIVVESc082tPmuGMqS+
GlVEFkSSi7mnZyAkKj2oU5Oyf71scMlDweJXv8Rcd+WVUxE4lvUoxNRvvEYiORQKbfKp/JoeWx+i
wv/CGAgpZ0kuUM4B0HW+xElLjQL8KuDI2HU+3bSMdE/Z3qY3yZ6tNCYunFxgOL5NcZ63iGBL7uZx
ZbieI9P4jMrolybRNde3uJFOLc1fcuLjtT4IoBIES+O+T7ctOI5FEoyPYJAHI8+2EK5yF1rMquYG
lMRPpvis9dukc5LycWV2lzYPvCE6dEG6CI4zbvNQE0JXJWXUH6qrQXbTwc7EwbXABvMov1T3jLn5
XZjP4slUHEkW3+cyiYaNVtxf/pCFIH2Gz/z9Hdy9UxlsSphQUJ/ShlijIzHI2s3QknCNq2XJZZxa
4vaTXuZ631uwlHvxXbFWhP/qwuJChrOBcHvICONxzANMaDzaRuGgWT1JHxJwvhzyT/ZeRKT7nABJ
sMXncZs/mtc9Fn4tZl6qnM4dBzNNxEwVz7eKNZkKvgu9wfYKbqudbl6XrT04Yk2gZ169Vp0t9b+b
J+ip5WCKUKAkdMs6Im2MCo/NfBWzvnisAOiDlhvcFFBD55ud5lOXyQxf0+4HKB9PwWsnHKiJQtRY
bhvhAExApL2q+s3QNh7tarAqxnstWqNpmhf2x8qgI2puTATXA1+3baZ0ECSlo/6TpP6CVAkxTahc
dG6mgbfRkbttIPmq8IpW5F5Zu6gWVwScKoiqoHQwN2Oez8HAAlaZ5oD9fY+WT3en7qZ3tok3dGfc
de4jOJps8d1yRFAT1Yd2xa8tbflv4z8SnmLUVXmpTtQHbSeQCvWBiqvQ+nkR+dmd36KgyQSGGWo9
5wPUsrEGL62ILTft9dLOVK9GsQMihLb2VD1aUHs13GpNeuYrI3LJKpce0tCkCDbQeWRO5/Ru7sSg
tvKaG9UORjKQ1klvhb3ivu6aG+04PGzy++56uI622p/CQQX4Pn6/7Ma+8hmXPoh7mkdQr6nNAh+k
EXlf/yq998iu7eTjiqHjoHNaV/OtLVSMPtn2rjhY+MbqINz/rh3DDTfWo+kAK7BrtuFVRl4Rz20k
/L2JGJv2ISFrUvI8Q9ec5kKU/71m3KZsCtaEcoePBTMd+szoXazbmd/YgiM/u9K95rbb4Fp8bneN
vb08Tz+vHSCZEfzPyGwUPfkct1wzI1HVsfIzAcz7YICzIg8l4xbuCVm2AEnfy/bmkZwvC1qeMFIg
imewmMXtk1JJ845VZeObjxhot/sNiGb1RJ21/OtCvmvm+ZsFJ8DACIVl7j7VetWk6JCDoXgXAWDQ
3lvyse9VYgylI6Q71qJNeAUbPh8tfnAg90D8i8gUvc/cjVZbIGwqiqLx1UQ7SAk6dq3oo+oUr5PL
P5fn8acngdCSCGUYqLJDWIZnoAoGqsYmoFV+WItHsIjjJbWm9fYzEjg3wW1KM+nzUh9Z4xtgMMrq
EjW+LWNObErAyKzcCSvD4fuB8jHVWy2GraFR78Ms9ZRgDQW9ZoLbEGKpJ4XUzsMZofIVaiQJny+v
yc+zhMXHUx3sJ/g3qJLOPW9UBwXrtAxrUo6QFkBzVh2ZzgTiIi0r3IT1fyyxWun3XbPJXenA26jg
+aGNT4PEVnS2G8EwlNNb+BPSdsDaqCsOY2kaQZYAIoNZeRZMcueDTJTEyNUc06hNo+6ORqKRShdf
Ls/kQq5xnspvK5yb6MNKzZiE7c1I/TiRyEmPz0FLpr2txc6wku5fnsNvY/Ofn7wB4iYvJs3KG3+0
R5DW/LLempFo9tPlMf0Mvs6HxB0nalXgDAtgZfCih+hp7QZeOq3fMwYOjfNBSD1WIWzge7RadYXJ
16wOAZ6PTo1WtS+PZMnNnZri9nmflgCcTbMPr3+XMp1pIx+Ff8pXiDtxni8DuEfoFMDNcc5UUllU
xzGsTIPg0HITS4pXKcl705rk34zn29K85U/W37KiZCjkpvGL3MpJIENPFLRzwB09CaxYiQAXdwGY
sxH8AvqN7t9zW1rTDGmijdhrLHTyCGg86X1CUHZ5RMvnB5E1yIqByEZV99xMDwx9KU0wE1VXYQ1Q
tly5gpXvShPUt5ErG+E1SGbtIlRewIDqDuHwevkLFsc5h9dotgaFDS+VFocUJB252PhZ+lpYGGZ2
DKM1ePGaEe7g6i0Ej2kkYZSW4EV9dMiE/pYK8YqPXXhKQkQF8TR4CLAPUes5n80gtITWUANsEPoZ
ILMEQhkbiC0RTZ0VlA9TSrLpU+5BogoaKjCiJR112wL1iCK50VKQKeIJyuKHcoq2l2d5IXA8/zJu
BoBWYXFbGbhy8Ih0hMoJ7isA3f8Ek0uvjW0vARXsGI/GtdZ5+ofpm0FNNNVfe9f8dD74DNTU8caV
QVDNNzS0jZqbwdChuS+17Ei+HWQJgvH7kRJNXy26zVfaeZQ1Z6rxmgYoeq4mcmMWBEEba7VsZzTy
FJOR7qr0V2G52lvIfuGNS4D0FOgn2IRWzu7Pqw+oJ3DqgPIFcZelcx7cLAeQhBhoYYyMN00/VOn7
5dVciFlhYOYnUFHOQ5vyPPITR1S16lRkatL5Td13OrHKVJSuuhSV/iNtTSve4PfWuySYreKo1Jyg
EZ0yYysLwGk5l7/l59FCAz1qffObAN2hfAVcTKcwNYNo8JGklmIHLBziNhl1sXQgsLXGN/HzQoEx
GQRu86NgZp05H3crUCmUWT74QpbtVDrWdinBZwzJgLdjvhY6Lw5NgUwHOEwU1DL50zxMRWvW5eAD
5iLuQdGsXw+QDdmBiDVZiSwWTQG9ZsJrQH2EB/AHsS6mudphYCOoq9Cbmm1lrVAOkJsdVhZscQ5n
PQY8dubHx/wpp3vHjDsWBfLgJ0Vck1DeRmmpoRFicFttnNzLu2MBRjrzSiFLCSjI3A3BzSEq7z2i
6XL0xUGwbq1QrztSaCGYrUAoZE12aIxleotznNlpGFaeQRuj2sfMyN7LtsObzyiCbIASqNQ9ND3N
6NPlD/x5VPF9yO/grQk9DCRCuNlo22LK0RLoBwAPH6ih5nNnl7wyDT/n/Et8RcTmNWc6HO4yN6bQ
EJgijD5DQ9cBXfjjXheEaNcUdfwgqj1bQewtjAqrC04cYHDQRs29ki7P0M+tiW8/+VncDCFBJAd6
qI6+fqe8pzv9+fKPXyhNnP98zpeB0iWE5hN+vgyy77f0EPk7qyZoAisfKYTU15rZv+7g81vh3B63
FhpNlDZVYM+KoCFwyOqN9Jzob0O1GYAVNdX7AbyDDRF3ZRLZKNKRfrirog+mrvXwLyD/z7+E82ZT
qWthOSjorg1dpT3ov/TySkY6jv1KPKjGi7lGso3V3vxamfE5wr80A5wHAFW2MKF2M/qt9VIyp0q3
9eTRwEOt+jn8nW0um1va++hcnPGr0pyA4C5DpYNeBK3zyY9TGdX3Ih6BrQ5urJgFpJOLyr5sbnE/
gXwYmHy0l4DlglvfGDraI67HyW8V2dHjzzQm7CHYvU7Stu1MO3Nj07tscum06TNLCaI+XPgWF2eM
FgTClV6c8CzQay8Rk9IbjWYtUTX/FH7VTq1w88gyKwItbDf5ZlXYlRRsinLTXqHnnwQH00pWQtnZ
L/+wBgJnCMyBXwpLdO4XsybLE2gTTb5lhvRaxDuBZI3BdpJQK5taLfwuSYrdv5jHE5vcynVS1fdw
0rApdglAQuWwoawwt//GCkrwSIgByfqjRw2xdmM0Maq/stpcQQD4pQdWacXI0qafyQWtWUsMYu7c
UIYUmtCtiBKz3AzhVSgZnhwo95lh5s4Ya+rKxC25aHho4K3wggN3MHfJIn0pFEFJRX/CFUd6s21+
Y5rzay1v2cpNthB6gtAMmcSZzhAMiia3McJOndQ6MCcfsEdlNww5uPvTurBVyxztPBXDp65B3dHo
IRDBKiinGr2lr0RLi7OL2rmC6AX/4aOluTFFMnrkLibkTfdJCvXpWGlHUPpreFVM5se/2DGQdcf7
FFqOhsUt5pTKdDAC0KoZ3VB7E5VEYlalYP9zK+gjMIBSmHlNefVDjQoy0/oIKgFGf5enKSOt1d7/
/2zwPsRqBSPOsPdTKkgk7prQ7qy1WuZCqRwYNkQ5GjwiMtw8v66RGrmp0AFWkMHfo9u2PhjmaO2C
YWzuWxGJudSsIWITGqCsUSvgS8NRJ1IQji4D0NvVYsHy+rqviMTGyWkFPX4ISzWzo2yMVzq5lo4O
OGBQ00A7IgRCubsQpXSWW1QWgf8MAifF9eR3DQif2iRL/cuTv2wKmmQANIHolOfNFRI5D+vUEv1a
aEdbzqLusahNlWgjkCCXTS3dSKhagpwQ7cCoFnEx26BpcZzVCvaS2IbXU5JMrio34r/ZTSdWOFfQ
VFQxYnhsXzZb1YvastjpWauuxA+L0wbdVnD+4kmNTNH5TWTK2dCleij5YLYAAydEIdxykpNrpKT0
lSO40GyDnfttS+Nyo6UKEE4imKJPkVFABcis8u4oDWPRb0NlEttjN8YKlIDrqascxWJ03CqxJdYE
utE1SvaZ1iJFlqk6EWOtDklTaWh9LtQEjQqXV3h5VgxQr4oGsnb827QVi1ZopEBEg1xa7qXG0F5G
sa/vgrawVkou8wTzoQDUPgDkw/sFCGnuiAASZ5SNlUpAN8qPw6S9V0y+jzQ/lNAAguh5xpY0KyHV
0vBANjXfMdBngkLM+aJXkTqxoYbNviojImjQoCmFKPIAnghXTHFxFapvcOvwV5DHQGoKb9VzUxaE
vkyrhLTVULXOoKEhue2OSnBI2oboOXvV0pX55OP+L4vYx0B7zGxXEp8emsw5QB2j/JhBp0VkntB/
GlC9Sd4CEQ9+CUF/1rh1eNSkbb+SmeKjY942L+ebamPQqCJsV9NvK9rUEtTNw9eMNVAVIGjmbIff
ReeF7cqNvWqX80gB9FrSpIBdcF57CAkcWt8W0U7aWxAZKhR7ag3SjG+FsaanwO2kvwYMelKQIqA5
BBri58ubyHjfd2MFHSWhSuwozUF7h81uS3WhrHiqpZ2EF86MmMFdAiLfc1OROvbop1DzY6zFjWtF
kbBpp7wlRtBPHoCziZvoBjbylLPdZW/Ag1W+Rnli2uIcV0/ZlOEE58dQR8Y5VR8t/a0BYYyFbjS1
2UmNDiIpd2KbxgdUC+Kj/bCP5eehyq4CvUKD0y1U3Lfyrc7atXcLX2L48W3c0htqjGuiMbD01l42
nFrahlFCQjxcZC8cby135s+Btpm14s2/ejdOHNd/DFtIycFp4RLkDPd6wyyWY1LoPahbdjdhRYIn
vbA/EVjYkN0lDV6DoPQiz69AnwJ7KqOYV9qxF3rz71MHYntu4F5eKs6b/vVREBaG1DqIn0RNOd8k
TdXoFuj0oK6Vb9q4sIvxZqIgr843EQG1NammemUefp4APOBmL4eMKfSgfwCZ5GmQwUZXHBN0cRKj
Cg+BhYqEELF/9ujB0E4NgWLyfGhJpdSymjbFkXXmIUiN5xDcaJVq2pW4MolcfPMfS19qXtDl0X8k
nQPaQ2J3LI5WG70Dx9baXUbXikYLG3cez7cVbv/Urd5Gjd4VR4pAVZAaWy4/LcZsUMnaY4FiswZ5
lPYQo/tWrU10T2jqP2P+/WucYEJEARB4AVARn8+opvaTMMwzaliPUPGupCtRfry8H386LQzyKwM6
0zuCYvjcRMzMOg/Evjj2d0azZzZywVNkBy/pWqmRyyj8NZYTQ/OanuSdTeTtE2OEocYiausI5abT
PagPrSWAFu18nfdZ/hwjOrczIrfHEsRHR6MB4mB6RluuVbd2XO1NYw07yj1E/xrTia356J2MKQoa
ZClC2GqKm1JxRymyQ+auKuX+9BlYoxMz82ecmEnaSlDROlUcoXQW6mTovMgkods7YeMO8ko8tDZ/
85+fGDNDs6J0lIqjHv8xowSq1fcZxKHRbruWGVwbFnc1j21K8zKTi6MIOHVr5FeJMVREhi6DrGzF
LveCUboZlTWy3bUBzp91MsC6R6sVumYKhEDqVRaoWwM4baC1kYYnhrLyvlweI5wuynRztpdbuloa
QqWNNRgb/gTxhyY3RANAvNpLFHxbt4PUrzwMlkf3bZBbvnwCTmJkmFRJe08CUpvMrneBeqPfX/Yb
y94R+O//joxbPdApyUU0KLhW4mP7pAnmw9i4ffI2Vt1m6rcWRB2ttN1BxLVj6coe5ctK/zl438a5
NdQzK5MgLVAexajPSVzWKR4JKWTeK7R7oKNlfDGkEQxXRkgNN0ktgXQKi58DHQRU4HTO92Yj9C6I
3jNnZVrmS+486MBZBaZLnLkoZpbZ891FQ6sTAqDVj/Q6PjBbMIjwmN62PuAv/7T7+K9ZQOICSRYE
lvrXLJ3sZE2htRWPuB4icxOrL0pBlGCwdb/u7UZ8lU3EOOXm34wPEw/WCfR24M10Pj4rwy1Sa/BF
jTeK6HawXjqGBMBGV+6F/jGcPge2ckMtXfby3CyDWjqKiHwyo5SkOugonOxU5reRZV010rgSTyyd
UoDU0M40C5L/bI8Rs6HtcxN72dg2cAM9PUSgR+nFWxpkJGremLqCAF08PqcmuXOqTEyVExpgHtsX
NCHbUgXYmiGVBxkpzVnrR45rR7UKksf3Zn0fjUG1slWXbv7TL+AOsBWyuEGvfnFE8gZXf5pqEUl1
lN4MeoAwtTMJK3tnvg35oyHP/NFItYF6lQ9EVbEBGhKiYUc1QykmsCO6Dcw1JZz5fPFGwCgGzDB4
29E0wMUzw5Tn5tAlxXHQPpThEBQhqN1IqK2MZeFBizzRPBB0yKOSwMdNYhdGIO/B2bPCzDHlF8vO
pMKWNCLZlryR37vCb6J4xbnzNAdfJx72sElnNU+Uuc5Pnziqs+apWhzDJ0HYJ0fQOScPou5R9IAo
m1EaCPsIYo+xDRvtQXXqVbqyeV/y86tqwBIjszjndrmQVJzUMlAEA/Hi/oYRi8z/KJ5FXgriycA4
7ctf8Qt7vux1lraqagAIhz4FZIN4eRelHZReMuDuM7wam+wmBiVfVhY2jTeyclWGa12aS/Zmslw0
46ioOPGbiPa11gmhUh7NoXksqke1iK/y7CVHLsoQIE9VN3eXB7h0NIDxQ5SHcgYqU9ysSqVWFlYR
saNcmd11L4/tLuuNfVaN0vaypS+hFH4BUZCan6DI6gGDfL6FJOiL6ZURs+O8buG22YXbcFvteohg
hzUJNsD+7cx9eGh26RZNGdsqugqzo+iAe/AYrdEv8OWkrw19+jXccZWqKc3NLGFHpXgthMQOzJck
uEoCY1PrglcybQ8JIUQQK3fK4kE6tcu9EmrVnAJQu7DjMAyeSp2OmjZonILhEWsspbbJBMcKX8LM
k+479JAXNxXEAtu147RwmtDEB4jGl4afxEu7dHoS5GWPz0it3kmMq6QagAtsiaKFtlqsxKJfJSRu
6SUgUABlQoZKweV9vvRWaDSqoJfseDDmk/sEUm8HbySv2Gr4/7d3icwI6tCNvL9+pfYnsME2evvc
gIS2ZouOZA/uiOSISJTbyxtz6UZUkOaHjCGgZNC+4yKLdOwA6BowF2o7ETzZIGYUv07acFsb005M
BLTVXAHRtuvT0R21bNswY2WCFlZDgaDRzGKP5OyPumKqQtXX7Gl9bHsISSF4JNW4i6SbJF9jtFpw
MDjn8C/oqAHQiW/aj9VInHo0zh1787oBw4qSXdViY+fTvhpAgLm7PLULdyKs6RLcNjhdUCM+X/fE
6OUS4oj1sc6IvJmciRK6ppny8yRjD0OzwUTga2CLGVzgq9VFBAq2EqCa8E3OOifdmughz1onkw0S
M6cry+tgjXL8R+A2GwVuGSBpiKyj3n4+slhIc0tr+uiIWnvqTp2cHwU0r7tGV6VXOZULu0avud0q
NRSapnglm/5jvyC+RxcP9JK+quF8yTbKAn0qhik6jhkU23pUq+1UpYFrQbltH/Z4qqdjS1fCth/h
MCLhOWMzIwtQsfjqZzsJ+pOhVM3s/0i7riW5cSX7Q5cR9OaVpnx3V3u1XhgyLYIEHejJr9/Dnr0j
FppbCGknNKEHRVQSQAJIZJ48B4Kvp0KVPRYqb0PdVYI445N7zjbQEjIjH+Gk/H0b6nU7qBZsEBLk
RoBuL8vZhBs9/RqVgvtoZQ4vTM3/vhiORm17skuTnOAqj7HGXHM8G92DxPSzkj9c3wciW/OwF7YK
tc1azdDJKe/cqHxUv0Q/ww5PQcHsrW2FWUAIaMK5nRfaj5d2ulYeIRmuwC+S16o1kUK5tdg2PUbU
T49ZM+2G8v36yD7XlOYVW5jk7jM0BUpaZsxeUQ4PAAUeU1xX8WD45th4doT8V9xADHK4l4fIhYrD
pL9nlG6vf8Xq/C4+grtfurqpLEPCuAvLL+oN3WU3loR2zutW5l+5uMXmoaKYMyvfooXO5oba1clU
jio8pibob88mL7buJzqJFlEVmOEGM9Imz1E2hGPWW8DUtvFUuI4mbZX4PvZv0LOVFw/V5ArpEz4d
1tzwuHO0ULNeckLYJeo7sadgGnSvj9FA0AhOr88X7oclSLPP4DzABLgROhP6gPIpjk/U1qMgLnVg
5JUh9qCv+agkSuxlNH8DdvdH0YBcAdQvpYeq5ZOGbgrB3b82ZiQ4LQDIcTuh1H+5YSikv/ORYcxU
LQ9GHNh2B0aDyZUEdtbOTii9oWFIA8gG6n6XdlqHxWZd2ORk0LLetoX6avU686/759rhuTTCnWhJ
ViiJNhoYTEXfzd4rfpQ69SIFDAIxqDLLNvGuG1ydPZCXzZgEqLDyEX1bUy0eVIzKkc90fHOsEhyg
XqM+Xjfz+ckLf1FVRGcg5EGUJHOXrW1Epp2AaOJUdBBE26Ko6CUJOLXQIAs0GKjmPekMMg7BRlyb
TqR/AKsEdBqRGeelkR7nuVEN8FJ5R4YNSmbW9yr05MLtC5FAxZp/LG1x/tG3JKRxBltKUXp9hv9L
weElssA5RxQO6jiMsAC6UPBtV27aCpCb6xbQGKKjVwIcAlzVykawp6b1FJ/Qle2LJKbWzl60Xfz7
4/OhubhB025MgOSCC8is8gbzqwFKybz+KnC0ebvzJ/zSCnd/2opBcrObh1C502scdLsf9iYNTFcQ
e4hGM0/lYjSyWhmSLGExSPQMDYAtk5lra0pwfTiiBeEcOA2dNB/1MT5N1HDj9l5YHhIZ4Lw21M3C
TgpMFzoSvZzc10oq2IMiC5zXalUDPPCIIbQW9jkkQJtYAIpZO8OAeUTIaeFOR1h9uRSSohDAw7EU
DFplDLSyeWIHTv2VlYLVWD1O5uyZPBOmoQx/aagzuhoK4Dm2uK3vjSR+cbS7WnvA3YTX/dxENQqc
bPWaVRcW5y9aeNmk6swoI1gkZwlZFT11y8f0OPqG5SoeaJu7QnAfrLr1wiA3l72MZmsTKauTYj1H
NAsYhDIBe7ju1Z8hJ7gNkEMA0BOkAjOg8XJYtMrritVyfFLvTaA3j3Lq6s9RYG7bgB6zr8a9vknd
/in5Zh2SyN2zZGMKfIaH6+FhMhcFALbBewiZgw/a6MXM1kzKBrU241M6bvr76Ufmm+zohIepvDdS
/TRqLzWyWHfSj4iUKO3512dg9hT+lFpa5yagJmnUj4C2nOT6m4bOgriRPZnd2P17Nv7NxYRsM96a
6JB1ABu5nGyHFMTIQ33e4qbjzko+Pth7RL18a9sc0RdyrDJk5AEov7RihHMVBmrDJ1OPd46THEa0
uV+ftLV9Dtw22heBJJyz9Jcm8qZu0cpt42gH96debKIv5vgyDIJ06uzh/NIYoDkD7AscIsD2Xlrp
bS1WmyiEFdAq5C7Cy02jtx4AASmIPaax8zQi4mZZffUtjXJDoxq2uW7CaDZ+Rd2mD2W32hqvpvJu
RuMGWJJ92L1cn821cUK6GCTLjoI6BJ82bsD/Z4aJE58QdUlI5kbBdLLPLNv81eBAq4r0NAK/OU99
OaPUCO2iqElysoYBT6FtmnvWGLsm8vESuUcd2E1iKM2J8qM8lvxji5uI/ZAp+1A44o7roq6ZCTne
+KTh1ol11HnbDBT3BigMI49Ft+OrpNyBqumghvfQb1a/QziKbar3xHwCckjgvHwX9T9f81G/ArbE
1Pn+bsl20hp9jPFpDIZH/SW/t79Pm/Yhuu8fzD2qaDtMDBgouvsKmhHfUaC4vtzqHF7xfo22B5Sd
/rHPXSWxbU2OpMF+WrjhjeEbP4Yz4PNuf9+gCv5V2U5HJ5CCrHe78DbywGC2T3fm8/WvWHW6xUdw
14tag0tcZvBztX9mJprlNBs4G6/Kdqq1IaghpCBcvW5y7dKeibhwNIEuEY+AS+8ro4RCAiFJTumk
HUzVa632pst9RpxNdM6+Xze2dq4vjXHhlBP3DokojI2HeJc8tiq2lugYXH1LmYC0g3tonko+DImV
tpUKqHyeOpAoGRk4t8zmVxRC41zXDiVl5zks1Rx6E4VvMZDk14e4vq1QQAQmRZ47lLiTviijKqyh
tHcaPZyP9L5I/Pwx+TI1br/tz1W0ie9kz3krHqU36Q1oXYH5+Q3yyY/BJ+XgzY8yLb+eltoqU4RO
zJN5P+xj6ocvlLrsS3gOXZZ/+SmwtrprsHfn4gIorAzuRUTqkkoDyC1OVTPs5P6+v7F/xK2rFrYL
yEJTeYb/LCI6WN0kcFRIn6BuCXKLS4+1kHYuc/BQn9pv1q59pl5xl8YeGmEEU7m6MxZ2uLGhey8v
u6RPTobx4kyo1tl+7px0/Zu076pBcP6sXnHzG/y/o5pnehFwmSqcNs5hrfF/IS31FPrtabpFwVKY
Qp139CcPsbA7ULNAsZuvJmRT44RUwvwVULIYyIahT8ZjZBfbgbnvXgZtm1K3eKmtGxVl0lCUAF8L
U8yFee7ayaG+GJYUA90M3zUw/UWCM2bdPX4PjzvIqeWEkxHj99UbfXSdWaQmv7GsJ7x40BXsMoG5
/2PhftvjzuxksEHMAFjEKa+19ySxtnmZ7Rv7HBamFxrozLqNNBDKiR5bglXkS3qdMsiqmcGstqGn
gxlc39jr1+HvVeKp24o8TsKaYRa7zRiE35qNDmT3vn6Rvji+vY0OJHVT2R1/hG/WV11x5ZtxA+pI
lW2vf4dolNyuULuunLoanxGh11iWvnbdXcVEOZE5evy0IRA2o+SkIHvJT6WUEByZ89ab/OjwZu1G
zzg2r7EXHqv7+JEFiWBQqwfLwh53sMh6IdtgRk1OtNhm+v00M/7VD1p/Y4x3Bdgark/h+n24MMfN
oSFVHRqBYM6fVDfpwGyob6fSZyeLekZ5rnpBlmy1YDKrRf13PrknQtk6iaxHmM/ey4LxHoHEoT79
BCGFOwQATArGt7rfF9bm1V0cnIVmdrgjPqyVJ9XTIfPV/TK8X9dncfXUWliZHXVhRWutaLSrITll
O/s8+vpRxMT7GTaBB+By1rjYCIQ+eU40WGi/DUfE4jfDMQvKIAH4iG6geeSDYPwB4tbXx/VBiHfN
+bnjeMpyPIsJvEPfKh1YInRQWNc+oGrAJdCDE9QlevxHn/iv0lbeaW/EY9tiJx+RitgZPjrkvXHT
CDxItCG5I3zqmZmnNpY01DPYMawKT5NWBBRYs4KYBaiIjziJL3DXJQHyiUjJKQZlCglLZBgEG311
coGqcgBORgURzamXXoMUD+oTsYOn3aaDAPpWP/QHtu1+og3tNDxGRzTuIJNTe9WuPpXb5lfxpd5m
T6A6Ddp965e30Y9yK0ztzPudX/HlR3EXlhaqcZQO+CjprtqoQenXHpq8A3B7o0NH31z3r9XDYGGN
7ycZVSCIU7ykcZHoXgw6eub+yN0MTULpFu2e/nVz2ny2XBkcz/84qShfmhkG14L/tt8NX34qGwKH
Jnf9N+1ODqAc9loF2cHYKrvwrsS1ldwg3FFdtKFum2fbHXbSFk1DO8F3rTvbv57AF5LQGd5qoYzv
8uUb6U7a656211oPNCwVROOfYghqjC/aLv+GR9/BPAIfY92TAMqX72bp1niGPkU/NE8+y6fEDW+J
wFE/g75x+CxXiTuy6ykzpIJilTSglV7Y/Mfy3iZkUQ/vQuEAgQPyVFN2VKZMT2BMPjhu7GrbzRfo
lrpJ8E30FlwLH5bD4k5tw4gAw5j3X6q/t+lZK39lolTl6rm9tMGd260kJzpouuDgODXJHeDwLnQP
NuMm8gc0viF7s335dd2bVt+YS5vcoQ31aclwatiM7HFTtmisywE1C9NtE427MpwOUlvv4r65H2h7
ZzvktoPqQpmCnW4at5rCgkixn6f2ThJVM4SzwZ14w9gmTj3iy5xHCgDcGGi7FsKGqVt4ktcFkj9+
yQ+lYNevxuDL+eCOtLbvGeknrLO8jR+mHSAZ97qfbZjfCGLFtWBjYYivpoOlJjTlFsPrA+M0HXXX
2SZB75L76wu86rcg9kI9fabd5MvBNa3lUcoieqJx5VcKVBYLLxkEm/7j9vl0Vv628jGri5hGh5SU
UUiEnpRqHye/lIHsLHvn4NU0jN15iEuXmA7E3UovydEGqPU7onhZOHoNIG7plD31aMHI22arhcUG
XKQo8uk7yqQgSqqgsbS7mWo3ZOmjQ8FHVIv4UuaNxX0+kHfgLUA+HRUnPg9QKj1QvVlDTno5eWVT
uToEbNXoOe8Fq7HmXpDcQ04H2UFg6/kSQdYMEACiFqBwDdsVdnpXV5uYBo68VekzeADrLgLphCj/
sOIECB0sSLyiSx6Ae86p6zGt8MKr41ME8FvVgRPcRPRciFpdBGb4fNUY6bRuswaJz+ZAusSfO+0a
WdS8s2YFEMaZWhH9soBMXkZCWEhojOpIvNXwn6CV34Wl2hV3AELyt4X5CxbezCSnaPQahdR0yo99
YRwye9hU1fgytfLm+vacDzHO82zsSwh0oNQJHoX5Uxamwmpi06iiKqymAe1i3x4VLUgH8KkkwWDW
6bYjtgBRNJ/on02iJAcSGyATeXKBuO8SPF4xf/0QQLverWgPmWE0Djr5DngHwZtqdbXQbf9fa9wL
VbHqwVIKYBH03m/MbzT8HooiItGAuFcpsJx23UpqfGqsadiGIKzxpQx8yUY2vLcGsVxQ4ouS/Ks2
NaCgEXiDttTgnFAhVS1JKUp9aDiWyc2mtbZs2uSiiuLKJYG62G8znCfWpV6qUYHaKavUh7wHtUYU
elIj7YZJCVgpxTO2RxpEmterG0BHAsNRcWKgrHPplakKzWSjNgCGSPofgzFtHZX4PU0Lj6KN5S92
ADLcQCvh9IWIyKUt8A6pPWswxFjZM08DWlYD+YLLNqGoK251ry0scaOSdHPU6hx1GbRQKdFzFaGD
9ZQEY3PMBffhqncsLHEeibaEpmgV1E/nZq08qOODnXshfe5DQbiyursWhrhgG+SD6Nyns6FE3ibF
AWIsQcYEaKg1bIQNBax/l4hz9p51IEOYsEREb7examyKb6TbmvZJ0b6m2Ta3UE4ziRvVo1dXgqmc
f/vTaWWCYMaA7iEiDN499EQyDYYihDa9T9H9n/ctomAJdqR/f59zCksL66br8ftR/MuQvwrvkrXv
dxR0uINVFUGYObvK4oDv7NpyxibDbVWCzpho02FQnU6wh9b269IIFyo3RpYWRpl87CHgvSg6gBL9
bLe/rm/VNW9DS+AMLkQC4lM5TB+bPjYVGp8q54bS90oVqeeu7ZuZSQgNuTNan6eBGQ3QHKQtJgu5
K7Mat3IkuTgdXCU7SNB6uj6atZcqoqHf1rioiFCrDW0KBE5C+p6C2qxo/JFEaKNJwX5AW7ULMpk2
T0VS308W1J2wr/vbts0NEChntd/n/bNNp1SwmKse8/uz+N5de6oKC/3SuFriSPJ6XdY3tJJFWsyr
a4mEFXiaAehCUunSL6uajU1nMgA2tcHDUShezLW7C+15/1rgdlbX5kPTtLAAzPJjAREQaQjdWO1d
E0LBuu6Wqn5o/lDlZK79g+9QQ9Vf+6Dh5IwqDVHm0jxuLlPymo4e67o8ty2YhJq5V4hEu+tOtDKN
F/a4k96ys4ExBnvwIxd6UGhHuhnZX9zHF1a4Y56QFA8UBVZK50YfbtL2VxrftKbgRbo6FpyyaKkE
TSqOxUuXAJ2kRmUw6J7A/r5LoReNBrI/ZGH9Z33ArWdYKqga0Z96YeP63K8lBB3Qzf37Y9zktwC+
mVTHvVQnbbLJo3hfSyQ6100RjEkM6kSaF5vCKn7RjtJTYjLgzrToday0aV8PrahV+wNYwt1V+B5r
1oqZ+Wg+wHiLs96MjFjPUtzGkZMec5Md5OhbScPXOKYbh5iuWSIBr6F1c3LBsuUi4+La6aag6tai
9Jjq/ZucmN+vT9LKkYpbc9ZaB5ko6FS5RdUip8lSDXMkSX48BcaRdU/IXBFRKk5khztMk5CVYBRF
cEXK4gBdup08dS4jxl4plGOVFNvrw1q58ZbD4l/scmpmRt8CcQStasDsutAPwwMTkTKJrFx6639q
CxqOI8GCZq4cnr9Q6yXUBAfIugkdqp9ojJvxrhcb4j9KYjThUGHe1ASp2eHQ+6n2Revu/2a6fluZ
V2/hmYxYhHYprMSWO0DJ9eTQQHhKrVxcWBO8KUExhaYfnu2Q1bqetBPQZ8y2WzcZDMsb6SCCd80O
+2mTLaxwDg2cjJ3rqjQHIQfL7j0dVMfhdK7lxDUg6tyIuEfXHfv3qDjH1qw6QT4gRlHeaI6JWT7T
9GuZnmWzBopbRIt0dXDgceRu5UypQNs7Q6gSTQVdJeTmQdAif2mLOwridWE6avXEN9A+PzdIojWT
m0skiyykhjC2vvRwT9ZvffJ83fH0eYt8Wi702CEChsYU0BqXntfpYESqGEbkNFEcJJnF/MgmhTcy
KrljlydPbS4b4JqiacAScNBENvsyaHXvOuCbd5WyDj1EL4mrN+zXOABkBeEZMBHGXeZh7zgetOS/
GWnduo2SvxAyUt/KkhBctort1kSLIrR3QrTQmeLxxWnL0OuUiNxNfaT4RYGu05KltpuzDixhzgCG
5MEcTgoBZYQu51agRL3k5nplgqpB0zbXJ2d9+n/PDTf9xGYUjItRcipJ75ek86VI8HRbPV3QOAZw
EzrxQA56Ofs4dewWaVlks417JTpp4y6VO9cQRV1raU3cL7/tzCNdnC9mm1pJIcOOecicIA3B8+OF
OmLlQ/xD2muFYOJWT5qFOe7QLKYElQgLTkXObitQZRBNGeewoFpv1FDBbxdAjOp31WF6u77qIgPc
qptdU5nFiLmKkjCotOeqB18YRHaSl/+fHe7gylNNKxsGO2F6aKqtDURwLWamE4yG57Rsi1ZWMg3T
FT63t/Y5fhoEFfzVI/H3WnMR438sCWIcDEhPlGGV2K1l9MnuyPce1J2iCVs96ReWuHAS2AVNnTJY
UtIN2khbG+TXLtotZVE39fq+/3e38FTlaqSNKJ3DELS7rCF2O3KDzeNeX/7V0aCUYSDyA00CH4zq
dd9i9eflrx4cAKwks8WutF3r3RRRVqyOZ36u4z/kOfgYppaivMiHHMAPeYvw19WGzGUiHNnqeGYW
5Tnnb6Bac3nEpGAzkGKDJSe79zU0/uW15WYWcdH8x0xBuLTqc0h+ImsNfnQ8MC5tOQwajEWBpFCd
BUkcgMoPCLwiQ2NtUIowTqtn2cLWvMEWRyfS8X0itbAF1WQg04jgBhD9PHecqVOXhXoPCHPbIitU
U93y2yh8vu5rqw6wGAN3pEE1J6ssGWPIh9vGeDeKQxkTQSFhdf1BOAJySjxPAS+/nKcIJQa8WpEY
QsadTGg5TBW3SolbyKc+Faz/6n2mQrgLRMDg80TczBkrW6mdELacVBRLgrGbbq2eyduozhU/GtvY
Q3PajW6Puj+2Q+kOtlIKTu+1KZ1LtmgYBtwHSfjLL4Ca9ExaUGBKp59J9DT8RY8oNNd+/z53O5g2
KXNaAW7NosbPqela+XemCfxirfcLfIpYLQ2J/ZmL7nIUGgNXC9FQESz7YyqDlRXZ6lPTnIcWssgq
g2IU+BULIFiwoDS7T1p70xuNOxhnKxZpCq3NKCJFtF59SCjK3IxCwc8MB4JvUSD/5CMnxLwiTe+6
WvQUXjU0k6wAsg8lCp6Xqi6cUAV7OPp9JvV9CnMn0GKp9WPsu+D6vpsXiQ+uQbavqbIDBb3PxCpF
M5DSatFwVtDnrmxP5XiXy3syqV5dfynQyjhlgm24djRiBqE1M6fN0Qx6uaLG0NKhqge8JGm0yXYV
JDZBPzpGKpTBIzcU0R+shRdLc5ybkqwp1EpRkF+Lrb3iZE9pmQFkoDC3kuP9X8zm76HxiAzIHIER
oMPQ7OIF7fou6Ss3dyZ3eNDUe41MvizqP1gD1IJ8BI8jVL/Aoc/7ZN6wOJlitGfmw8ZQ6LEAW1L6
YEN00nYgQ5n45GjGdywW8Y+u3QqgtjYMFbiQmSXgchVzRTU7U0dig7A4+oV8PMTJ+0L5izNsaWV+
Gy6uNjlxJtxuGJ3RJbtSwxMn2UxNubm+bGsusrTChW1ZCnGANoUVSx2/qrWLIO4AWjIv1kUwl7WN
jW4cEF8h/kCaj7tLazgH0WU8l0OkC3Z1ln1Ho7LsxWT4ixoA+K3wbEN/JwIbXnxgYHbWhfMbwZzs
JsgmSvy0ZiLS91Uv+G2FRwKoIwTvNB0JG0l71/EmBy2MIAhdTYkCeQLiEuBdbHAIXbpAk6P5UWtQ
mTJY4ADt32yKZ1m6ZRHkBI5O894O+/EnuuGN8UsS5V46eVmxV+vzdRdZix1AnI1DEpgRePvsQgtH
1CapbSxWogmY7uM+2pBiz+Lbzhw3GhG156654yzmAnEzDfgUfukkq6qasgKiowuzbVd7b1kaeTH0
P68Pae0cXpjh144odlZa8oyreG6pa/au/VN+C5M7KmryWbtjloa4TTx0msG6FrcZ/VW9wRQd3IdJ
CkxIUgiulrXthTIzTiUTZLm4pC9XyY7rORTCWX9XPYJA7s9hL87y17kaSgWMQRoa+PUMGJdJPkGL
hVao1xhvVbi7vjZrAwF5HxrvIV02P78uB5JJGVjW5g7tfKgeTGY8kKLZGdL7X1hBpQEtc4ahg2/z
0spI8KsNCIBOWQOhBqTQ+kdr7ARutlpjQc0XaCsIl4HKlLvv257K9ZACXDNUAUPRQmOtbzhP1LS9
LIcy1Lhzsq1JtmA5cXPtIMnW5vow1/YT5EZM/NGAQOA5J6hcJWo3YjKtKmnRJO5sSmCzfLCSV24k
ReSP0z9Iu6Ib/aOHH11t3KxOrRRmpYOnTDMwr2tA9Mj63Zw4MUpBuPF5YLCEiwtOaauQg5u9aHEo
Ta1jRaxC2xUegDEYZkAzI8dVMKAhMPxDeSb4yKUtziOnWmnrMoGt7MVMIR2AS3L7p8s0W0B4Pbef
gyOV27yZLZV5beB5RnugPRNFS3Z5kdVuZ8aOa1vU/n/a47bzBGpvo+5a4EIkdLg4v7T8F3aYkPHk
81aeh4XkOMio8By0OPdvKhYVnT7idS6V34BdPed1eitFqYg/aQVj8yHujs8GPBN1Oi62CHM7s/MI
41HS3FUj4lmZ7Jp4m7AoQRgPlSMn2aU1Wkvqb225b0or+PMFRKPVvx/AjVTK1N6cJjwIE+dZMW6o
dKMFvQiqtxLwYpizipOFOqn2SX1HzmtdqvGoPqVx0FSlixIo6RM/YhlOFrQA6cTrjNzVWWCIsLdr
S7kwzce8UCKDXPrcS5ajFy/dAryhiJItK+9dlLVVRG0zaa8FEs/LPQ3Vx0wuhwaT2EqBUe3stxJ9
8Kh0gBjEJ+OPYfSZ0Xng7dawoi0F2Vh4SDL19fparqD6L7+D2x1mWvasqvEd9OW99sxD5Run7+Eb
2ZQvzgFaVgfznD1aT5EvsDufjpcP0ku73HufsVEZjRxOBAH7PMh1b8Z5lLNMr3qQmwA9Z7koz7mS
q4FN5INAejGTwsqcTdnJij7MsXOivEEXvu7V0BofaDBj4czw0HbM1doTmQTRykp/wqVd7vw2q6aD
yiTmuHClwr3rzC3x9TN7BhoT0V7zwGzXjFxC3f51/C6Y59mPPs0zqCSRDzNnaR1uzGVMwcQh4bTV
JcOVqx9Q2AkIGbaqM2xaUtwkTX5O442qdBh4+tXIR1FYOJ9Hn74AuqwI7mdsL081UpVdyBIiI380
9rdyhfYvp/6OGOuV1dJN3elvghGvehaSsYAhQugW+r2XO6udIJ7l0An0AHLhA+l+iKU+csfSfjCe
7cSr5ddq2BvgdHWpLJjttYsavmXOPAi4B3g2nMpiKGq3KkqYd/Dl/E7Lg1RQ5FidzYUJzpcsxDFh
aCk4/YlvZ9SF9olbmq4Utx4TgQVn3/i0cgtbXCyQmZMWjZaO5HZr/2gc3Y0V6eH6an1+M2BrQHxC
A+IE68Xn6se86pDsgnNA6tbVGilA8anowKumvMfSjS21biG6WdZOdw0rZEKGEORIfMZWM6dRJpOJ
aMrA9je/guNJUVv/+rhWl2lhZP73RciWVEUJZn0LD+bMKYLEMaOgc2R3qmchdKshbsWEAler3odO
kQ9eDCTduHu5SmzcH5mRnAb1JZeJa9MXa/haAIT452MDQTOeWBqkg/EIuxxbDOK4Uq2wwQaMxAdu
sjuNodH5+tTFntrTn2B7UAQ2V8/uuTANHrQ59vgUA4ekGzMHd3JvHtnrMJ5NgoaEOPK03PGG9GCz
+8wS7LW1CdWBAQSpPtwE3nk5UGgLdp1mYzsT0DFJXpggBS2d9UIRXBBrzrK0wznLRM3BSE3Y6Ybq
u1w81pRsnVeQV25GKXTc66u3tqlBsgu05ZwORgByOSg2lQWVmpierFcF9Aoi3vDZyfgzY/nznHNo
JfSe8j6jJzZ97aPQLcGAX0qPrXRQG+KNw/v10axt5qU5bolKRE8Av+ZoJ+sNt+jvbVC1CUk+1w6p
pRFufWqnISytZmBg54Cn6hz2qa8M98bgO3ZAI0C+hED6Oa16bRq5vZxLzTBUUI0+RcU2r3ZJ9AJS
XbdDjlmqXhuotBpfkkm/vz6Zq/6+cA3u5ixBbTlkTUqR+AAfl/KAjhxXUe4m5HKuG1qNiJC4saxZ
xhNPdS6r3NYqDZupoKCN21YmeMea1I16B+IjLbkbpXgbG2Yw9IVX0X0nhxslm4Li0QBV2CQXRzls
BTtwzY1ACWnjUYoGK9RyLzfFoKSNIRkVPY3yjaU/44kobB9Ym9yPlCJKaSqyU9yQdcnR4yE16Ak5
CVfpfs1M11Ftuqoimt01d0UpDQkwqNngbcHtcFnNHYlNJj0VoHAk+6hTjk0eHdO57zs/aBN96ioB
IHjtUEF9ALkJJHDB5s29IjpLG+Va0+mp0gY3wZtUCEBbweDP9LdzqAAQGo5j7mCpKifsY4aioB3d
odveS6SbuUu09/vs63RUSnRXaShN4EUqB3W/ac0/Lo/DPuKGD3WAuenv0kUYkYYymx+FtLXzDSml
59wJ/zyxeWmE24E6iccI/Hh4FYb5RquoW1mDJ+Z/XXP3xVg+LttFdBLVzGlsDQ+htFb30XCP3ORO
7IerVgCynAnJ0dHCx3Zl6fT2jPg5JRMaNXIFAFyWK98kpxXRO61dOkgloVkWJMlzo93l2pROi8Kn
jcinlFKvT50tcVBr10E77OIU2rZ1JEMggAg0v1Z3NJjWQeMJd4Se56XVKDZQopLn8KDaj5J1ZGj+
aLFc7K+GN4s3gI5SBsONemlIw3JV+Tw8gO53iWbtwKFlJHjcxNomK0boEYjCrdWlW1jk9rOMtllS
GIiRGR33Gtu2IyRbDEF4tbpqFt5LaDaH6AbfsGVUTAubDv5BzS/onak3RrhX+hdW4vKpBHWd1QNq
rixBOxhHPK/b2JAU6va2g5SO1TfnKFOluyJjbXD9XlsdkQ3oPJ6dcEY+JWyYhQWUFmKrFlnGuf4x
9u5tW4ND57qd1eVZ2OEcQq4tGo82mujV4E12BXfhqlujiWSmIcU1xcPoOgPawozYyGur6LJUJ68Z
dMhknYtMEG5oaxcVuH4hdw/hh5kR59KvZezaScWj5WTXvf3WSNTwxxC60cDOkEM4N6smU4S0QTSd
EpaoHog1iKvrrXksOylA7t305TTTd2xQnomkQAQpV9NN6STpXhk19MqH5eTXVVK/xs1gbMBTIbt2
jAxpMaUPXVb1rkVbpGKIWt51Cb4jGloFgiVlvBvSPvYKE5A7uTDHAOgfuu2KjBwj/LKrJQBHQfHI
FEz9fGLwUd+sHYU3MSjyEBddTghInpldGBM9DRJ9HBv9EakM8z6lWuqzMiJvRKoMgcnVexUIZ8A0
8LiCdBF35VSRWZqxNiAuGd3KV0CK4jmvypP1St/lH9lPxfKTygOC7roHr4/0X6t8UTLOFCprCayW
fuHUh8F6i6p3SYv2vfF83dLazgfJu4OWSuTnQahwOafUQL93XWBOdQbAYSXTpypkoklcC9dRNv6g
AgAxBB8/IsdVKa00UjREqbuheaVOdZYBT3KGLXN2Wd67csrcNn66PraVmhvutYVdbvFi/KrUOYi7
SCGVbi/T50mJ2V1phPIxG6L8PsqjBG0v/ej3tiHtQ1X5kkeK5g9jVu4BGRCpQq++0xdfxPPa2UDB
MQntYdBQcsuT9T1SNuqP7pvstoUPTe3r4187qlB/g+olasB4o3PDl+paaVoCY1GClr1qn2Zo/s2C
FnP9N4aA+EESAKUIvmYVE32kDk7dE6R2ZFQflKZxrW/k/bqV1U0BzCLoPiB/BTnIS1etxxrsnxXO
Icv9DkI57yBSaF7f7AsL3MUxtlXb5QBmobqnQYPmvtmBxWSnBT+JO/qSb4M/6PqQhBa5Mz41LJp0
fQcSZetHFSDJl+rtm5Q3O4XsAJ1G6nK0b4wOUrfQB7BSt8tFyj/crEJfEv0kaDQy8LcFoRPuC8Yi
aTrofyiPJAGp8rEx/SEMunpT9bvrY+VOmk+G5n9fRNVhGFI1sQvlUcnyc0ZiL40yATSBc/jZxKx1
g7HMInPA8V2a6JF7KkcllB+jOjqAfH2bMA18w30GbKTg3OQLcP/Ymjkd0K8BeR0+UTR2qKAPHYYj
t2QAx03nmw3RNzHKzre2XqFpNi76U1PpUJU07BuztcfXTNJEEHg+V/DPdyCdDplUAN8UmzvAy7Sp
k2hIlMfEgPBrkd4MegFWyZfKhiK1qnjsoDfFPo5Uvy/JMRvN2zptcQZ0d0Bm76U8GgSHARe2fPqg
OQpcrHNZFY7Uq1R5tIkHZv2NmhbHELPQItqj/eiyEXepYB+t+BbqJ+jch6AGBBocbuPaUImTCWAv
j3aU+XpylvM/pLT831H9tsBtkwFXqNNUsKBXSDymZjA6w2Pbx89VVx1MKb4vh/DEHBGonT8gPtnl
ds0E+GiZVo3yOOY/Tfoq3f4PadfVGznSJH8RAXrzWrTt1Go1ZV8IaUai956//oLaw213Na+J7w5a
LHZmFpOsLJeVGRkBxW0EaKMLPk87B94BvfbFCBUroTS5QXmIcxJqK+kLuqb+z0cA4owYCDIJ4Hi+
ntJsytS2YXBGFK0uoAesYHo9ViSkMThS9JCLHDJUX+XG8rgB6JVI2AvDmq4M9Xi4+QZqWSl1KNXa
6HPnqo/bT5ZhwcWfdV37OnSAl06iN+z7uOOh9pjV1v2Ta/FYuRg+dY/KvZpx4Tx8RUFDlvoHiXhd
VL6mZA3ytnyo/GuJpiwogZT3FX8+I8/o/YqgmfQwgXbnpXT7o/i1dqHOx+FFPP3fLsXbAl2L4MYR
qV1TeWEIdqmKO8vNXhTOTG2J4woKaOF2URAR/I8Jatt0HZ8kY1/idJL/YEQqd+TTT79X9WINh788
Sf9aojZKk/ZSL8vYKEgcop7sSGpKcgjZJmvgVRoTcOM26pZBCXcsfBZHQRvypIw3VWrJqJYL4jeP
oguDFkSO05lIeJzi1BpUu+gweaFRiaM1dvKrmArfUsj+vb9GF0/dC0fP7rk4dTmlG7hUgqNV7j0I
DdZDgmfa9uFHzRwz7igE5/v26Ej2Hy8AmimjIxJPIxqbB5xAGJXqHDd0pMJaFVBD/pT/pjxReVIV
T/VaYXL5FLqwSJ1CaT6x4zD7vQ48syhBhzlpdhGfkBS0ReYT6fK+5e0ih1Za3b1I/yED7s2AqQOo
TcsxkL0WNwCjVXagQtGs9svIXPHr4qac9YB/282Aw7ieSCUfkEDOYAbAQP55AwKalwn1+T1PmkNy
GInOPt23uLhFLwxSy7lhetStVWwcsZsIupjRr8ebDPcOcVujmd7uG1sbHbVM/bYpwknDHBZ58VG3
0FVRIzyq0ySJ9fuWFjfExbCo1dIro9KjzZk7TxKA39IpVtEj6tTyXhv1AuyEiaKuWFw8gS4sUgtE
S8F+1CuwqHSZDeaPsXsDtF3313AH899zc2xf2KGuI7HiuUT6nbAqJcG5j2y2EYkvokEbwsNc2q4E
dCtzRr9ZvUGM4kbCuAZ5UyvgdPQyMrErofuaEepxh5Ja6I0hViHfa2Yr6jFqeR77fH9N/C9HyP9s
LpW68XgGrNr9HE2xp/oTiir2k/e3cv5ED2Wseyv7amE5oHtB4JF/0CDMRD9G0l4TQIvEcue8qqS9
5nnck5dL7FcwVMDp9Zq0ksNdtoeK1tzYpwn081iMBBWFWNjrFHuUdkPOEYbPUCNXnBUvUumc+STE
yP61RHmx19i86pmJO/u5KSebUuNIlh0iQyzf6+QYSaTv+ZU1uLCbVUiUwzDQaUhTU7tZRI50yIUR
50Y29Ru2KpChrLLM0vCqNZuWnZ6kqEpGkori4PiDKGxWxjyvP2rTIX3Fg6kaXSTAcM/r9+J+BZA0
aubiwzl9if6WNRlc6aF/S0H+3Dxka0+ohc1wZYw6JZkuaeQc1s51WOxStjKTJtbHsTFXBrVmh/Jq
qil5IeSw03eyIQX+sS1VsEpM2xKqPA2nxy10SEBDTeQkOxa9tlHjeMsGsR3jOcmNnX3/exYn+cLH
1AGKBkcwSvQShu1Pri9uuXw6hHGpj5ywCxPgETPWZKJ6xQuL++bCKnWcQmspg0ourPZJazWyb3le
aMQZbzXduGJqxd90YXFg8khTeiyiBh34vTi9KfXDJEJk8r4f6bznPxv03yH9PjMuFmsHiRwUAjEk
Nv1JlbeuSrYtp5KJy80wR8yaME6AK4OVJytnRAJMqC7Ha2ooK7P5exZffIRU513ud1hcDKiJw17a
qkP1IEbyTmo6QyrbTZKAklhY8/HSGY/NMxPogMIG5LPzJFzY9ctYZJSQwVHxPjRIRZKOTPq2s7NT
AQgp6d5XnL18Mvxrj9qsZQT2N1AiY1ID1SkgIViEgpmnnT4UAJmLnD4hkZeCw2cAJ2ethdaK/cVF
hRZkiEn/tspSp7GmxVJTdip3zlpUbMbo0I/QXha6h6mW9U7rbWmckHyRd/UEcAUKJxE0AUNHZibS
Cis138U5v/gW6rlXDVwzgImJOwuJ1bNAk4J4xlBGE0n2KSRD/H+58sC4A+8Cr3iT9gGrYZmgQxHJ
keEdbKf9ZHHQyliTGKaFd/7ZThdmqFGhm6rOeiXnz1kClmlU68GTVVRAKYpsBA2JtkDTjR71tUbq
OvL0VEJ1vW6K3hTUXDNqdYq3fD14dtAyg9nx43uoDOVOAVv8FhIaojnxKLopcT4ZQF13D35aRJv7
i2R+NNC3F/KDoHtgIXzB0ZWAHkkj1Oh8/hx75bGp8rPfqmstikvrEBUAUHOC0BJJWCqCC9Wo7YC8
hZfkcXRCwVc2as2hGdKD8tj94SwecGitRZSDZBQqAtRNkfejWHOAWZ6VWPiII9mSE7vnH3gB3FVg
uQ95I2E/0ZKrJ3FtSkMOoeBcM+9/xHw5XvkU9SxkzJH7RTiAvhb6oTYUkxcqde2io4mwXaKLIcjT
hJ9C9g2ff7pv7CbmB7k1UpuIgNDICllyyhgTMqPIMV3tdnFxZkr+FA5QEy2alhTstGGmAuue7dmV
C5luw1CV2Sz4VTi8Q4GWojEIPng6p1QYareeRkttOrtI9lV8wkZj6slqxrcq2Res6zdmx3V2X28m
CKpIjXF/8LSCyO9ngIwSnd2ounPAklwf6XENYtFR1Wp3Cp+nYyboKDwnna20xEO7njnaPmMqGWAF
+Yxk34WylXJmeyoKM5C2zQgVPFLuA84OBYLijpeDB9Vohx2Eo1vmWJ/XEGa/GHpqafAcL6AyAPwv
YkbqSA6UUqjj0qvdYqN8pd+Q9NZL6C5Njmc0O/axMgXcR7VTWY3VO+0e4ifnftcY05F9GJ3VjMLN
oTwTo198DXV8MbkYM2oI7/EQKy7NWm9NnzA64nVcjB758z0aEfnxjZVnwsL+4MGUiN5rUH9AQ2/+
84t7OG2n0tcytnG50BggyNzyr7OQKZfjxMTZeX+J3J4IoPeGviQQuyAAxKKllkhZj73XNFipUVc4
Sla5WfyuVYUdBw0UOPx9HnPGBKV1dPj+NMx3q772yRos6Db0mD9CnMv2ALngh9qlkdfwHVPItRuD
NT2XK2CDopN/knIjEnl9bIyc8UmpdaZX9nN/Bfe24oWFYwK5OLSHA+QO0ju6GOSFWciqWdi4YvTq
Qaawz78jn98IaUZahSVKcSziYDO81NWmLw5F4jtV0Oi1YEj+W8iBw40XVyKC2wIGfIKmSTQWofEU
dSrqWkApSGrLVGhcoQbPjLDPK53x7QHR6BCRXJOMof0JB1uOHkt2IGjGNmOBX0kuzH6n9iNaGdBL
yYFaCf+ivkHusyrzcD+5fl5yJNKAUVF7flUv8iYSxFDRrCwLsyoFpMKpFY+K4AhOx6510XxX+3oa
m7H6EgoPSmklvevlBjpu2vbvypzPh8n14Gb5ixlFCOIoHI60VQ3QHDYKpLM6OVNqjQ/joIsDyOmk
nTYSRARERhuXM62+Zm73nMaCaxOM5riWOBEV+esdzoCZkldKXj0bjGNtvkITvWKE03V5t3KU3F4A
lCVqYyW81EhcBUujXeyrTWYM5DsjULsGHEfUwTatWxwEfhqn0wOnM0NbNVDH1jkzNIJtarE735oe
1xo9fpvDrjxPfRX10sgloZUknAPnVh/1wYj+qttsk0FVC0TbRNhxTmIlRq5/k4ZUJmiu8cMassXY
vKXYPBkhtxVbhZ2sQHFvznvqs6gHyZQIbD33N5x7HdSMumJmpICq15oWym0dhLJDLTwO/Dx5Hv3a
yV+gn4tBZ4brkz+vnxXxSL33CEtWVjutSY1yO9acjK5XaUaacHSTosYyfSplknqerB4+FxzJmZxQ
57bRw2ikRqVH+qz3ZGzhV/v+TpvHQ033TIWNGARUUuC0ohZhxpcNP4Sddg5yV+UPJZSaouo9LA4J
yrD3TS1MIXTv0VrD4+6c017XO6sXOjmoIjSGhCPJSx1QPx9Q+AJxC/IxBrsm1jR/OTWyS3M0h/nE
BROWcsmcFT4gZfSV1v+x63AngviAB+WLgIca5TqpRP28qrrQFZqCCFJN1MJCT6aOAELn/LV2hduJ
mvFsINCbdTCgSEBtAJGB+jESILAGAJcHBEj+zr+K9W5ckytcNPQrQYRdjpUx//lFiJOIY5dnjRC6
vFoSIKtSt0D+rHTKcOUWvV0P8NncPw9GDw3HLXWBtch9SgoTRq5yTmSZBGJi5l5DSkaHNHrI8iY4
Fu6vwNtHL1Cn8kypwAE+Jt1MGTJ9eRHFfuQ2UJttD1/idtR/GBIdUx3NKHYM5bB31mjsAj+BuaqZ
fZNjns0D3ABEMkAd2PPXrlXFhm0GIYlc+bnUJwNSaU5t6e3ryihvHq2UGeoK67kyqqIgjdyUeLZE
ZnW0kgT610T4TWWirkiCh9aojBAkLQJ5fy5031i7R/h5PV5vv+uxUrsjQcACeAM+onjzHYZAqkHv
SIuje4IUn2gM5uMEdUYw25LCVgkOV+DbjyzJVqZ8aTVfupy6zuQo5XyZhcsVMqJirOgiRPOKXVyd
7zv9JkiFz2fWemTLFURj9GFQi6MsZ3ETuRISg2oWQGxTZHmicKd+A93H+8Z+34a0cy+tUaMq2xY4
LK+O3PozNhO9szSC5aSrJq/zumKlJlxtFSZHBmMyvp4A+bNlgAtDO99D4kuvjYbU7zJpNyypbKiL
2a3+U5HIYYxIh0iwMRiNwWzWaonC0ppQZoYlFr0TuOuozw6iqKtiXozczhKMbreZiO8opD1NkAfl
zZyMOrsF8mdT2pHln55aq7dkkm9YS0hw936mRrYdBnIODeYxsO+7dHH+cDvhdIA4OgjXrrfm0De4
LcL501qNRKrTtJPRlJwjI84ADCBdK1AvuQKoYZkF5SBQ8DRMhVdjLWW6MkYPhLzJpkTPvY3MKHtm
LdF3C7/Byry0RJ0GVVviUTfAEjsSwfJLq2wtT9klpS0aDHILb2y+ue/LtbFRWz+otEJgsgJja6Fl
EDy2w0MXDij13zdzixLEkxR1QQh6oPEZL0MqoAjTOOPQ2Bq5vGJU7S5NXB/B6LQBOpgIXUhaEfHo
tOsYp7fjM6ANxXe9dqbfjhXfADb7mesAcRTdosZOfSBxTBi78uhUytELd1554Lmv/8NQQf//CxEW
cXFRQx34AS9vNo7dwdKOwntppj/FY2Twm9hU7MZBMY0AIVKupKIXPfyv2ZsERA9Iqg826tht9q0t
nvJTbbSWZk7b1mKtYqsYOHmO/Mpgb49sBIjYhXOeDvldkVqwSeL3ScwPsRswlncQH+rYGT2kGLiH
+06ldSl/9ZLZuQdFBt4HkhzUOmVDvHsBekrcaV+f3hRSEgT6oKG3wOpInuzH/f7V/n78/vbe+mN8
BNi+W2MdXRgqcsugX0b+GlQZv90yF7FWCgFhUJeUmet9ZBbzyZnQMjXuj5K7DbNQ30ULFMieBTSG
0mH3WHCl11VD5o5b8aX9CI7+B/AVtuQwT+PfxuzP3isO1kPMkrwworU9Ok/W9U0F6zMzBqD6oJKk
E+hVLzRpGQiZWxjDHlWBnW+/cjo49XHTA/mz9qa+jbCuzVHHODdCyCKWZJjbpE56GqAjqrMb7aHa
yRvokDmCUT5LD7UFgnC7scNz9qy5nsk67asSEfWBeU+eVydgzQXUema1MGIKbf4mgzULS4aweWBJ
Zm/wRm55D2vycovzfeFxalUXRRdWYa5kLsM0ZFJPQnKQxqPY6lr1LPQ6aEPvL7DbaPPa5dSlXjCd
MoCBLnNZ74HvEkMod6H4H5JRzlsVvXXot5RQXEQ2lJrXUPZHQanYwK3BlsC9FmtproVBoF0VYRvE
3vAIFqhBdJkGIi+eC1xJ+Ts0j0xmh94a5GhhsyPqB3kcOmMRJ9JkeYOUaoMo55F7FAzRfOJJvfKg
uk1L4m1xaYG6JZCWzBivgAXOf8qHhKjRI5cc2NHOpb8qb+Wu6O/EvfSpQR4DNdz762AhdXJp/eay
QEUq5Xm0Xrjih1/q/Uv8LVnTLvnqDf9ABGeMTHETFpviWSDympDowjUMr/IgQsEiAciQypSLWSa0
AoDGbpqSHo8dpzrJa6RG88a5PMoQYiAXDyMgJ5NA+07t43rqw1rO/dz1R4bEEhoigjUX0nuXNkHt
3az1lMZPYSLb9z/MHwznpXzhP9NtcA7xVpK2EDiefpKH9LF32ZWz8ybR/49xkAfAkxgjnWHoqr7K
1TGCcVfYFa+BHpzlfWIyj9gMAVm7GegdR1ubd8vF1RfnQ1kMszU0ZhpDs08CpDW6l/trko7qZyOI
fSE6P9e7Qbp5bQTcHVPZimyOo1eVrfI5TvUBeNDdGn3oDXCYNjSvz4vRlH2TpkU55a5AoDvs7/Ln
ZMdtiwfVWbviVk1RjpMntlB5UGK4zM47FJvk6Nv+PniKyBrt1NIMXTpvdu7lmLQYx64MQ4qEF7v3
t5Q3UWzfn6DFRYfSjogqMAIg0OlfG+FkRog9jsvdfiuCpIx0X8Wr9gwyw2flUYrIWjPVzWsIE4Vk
J6SGkIhE4k6kJqrCTVPMIYkrHPmE9E/1ST0i0twJP+Fx7VBaWH1XtqiZakAs7AdMUrrxLtw2xHNK
q31dQ5DPfwl1Kl0ZoWYpkNUBDMswEmySR8Fhj/x+bcktjgPoQIiQ4S2Jotf1HIVeF/MxsOnu9Kf/
FB6CL6Ei/Kv3eX8p/GqOUCPBFY+iLvrO5Lned22Gl+IE+oN56SZvgT7snmzLGnYEkeKDR171kxOR
1rlvcsF3sIhGQZx2cz2XOh7ALRW3PluXbvrkl4Q/NjaW3UqzyMIumvnH8ZLBYgP5DZXl9DMmLnOG
qVyWO0SJRliAp31/5eJYMoLyHPD1QG+wUOa6dh2axVOuK4LahUxyBHQYyKRUAAnue+v2/kOqYs7e
oxiIFxOtvyolWlUWZQZsiFKg4JiART1vk8T8/1mhhsK2TNbnYAJFvfHM8DnJh3FlHDcAELgJA0Fn
KNjnVDyIqItcytUwqj2YaLntJKLtSrNkXpdlpKMei5GMVqN3ua75W0YAe8kmy1aWxKIjRfA/Y+3h
WUTXXLhYjiXBT2t36CAlC9GzVG+rkVsb5rIZYOoBLUYtlca5SEHrjaMPeE3FGRBRU0c9n/Ss08GC
D4gk/8bGH9300dYGtMW4NY4BOiCbfQyUzXyw8zIIVygfT0wKaJ8HfEYxVo7EvnoytLT5F2hxrgzz
dulfG6JCJg4QNsDfldoF35Geihzpikdp7Zq6qYrSw5m/4uIuZCQul4McIAiJoFHbqg/Dl/+dgTx1
kzlAKaEmGBqF7Sg9GazKOPFkG5CWSMacffeRaD+3+OV/vlHQDYyO4JlU+aZQHUy5lKbgQHJrJQye
OI3VjGkK6pUj8qZk8jtyIPpxiYDnSaNPZWUap0BVmQbFBHXL7dInw2L1zOJ2CjJPwKAmjrxDzZc3
dG2zgnD4BYBd3wiY2wvb1NnZlh0LOCxsg0T19YBitF4Y1UbedsfaQkbYyjefuZUaLyy62BPz/Pe+
g3+bGe6Z568nPekKgWt9v3UBwbTQ8naUkCJi7WLjJQQ5dkuyB0fRewtFjCd+Pzxk27Wq9w1GgPY+
vY36dOhZAR7wVT1vvpTXod56ylsTWMprJOpcgEdebcUlqTk7YyY7baAnY7DZ31EAKV6+n9n/lRxy
LIyR15Fe5brMGKmG352eWt/Oh28JrPA9aIhzR2Ot+w5cCFWRGgBkG5cSuCNR97x2oNRHchC2wI74
hR4W+9o3ZWbHOPVrdtD2a5f50nGHmw9EHEh3zWfPtbGi5diqZNjWZdvPToRidx8a98ezdKYhLEHh
ArgbEPdTsWMYhaIyRHHrBnWUbIcmzzbgaKp0ttU0Agh8uWJvIVgF9Av4G6C/0GvD0ZC7eoyVhEnS
Fs8XiRyis3RwzoC0/dwf1m+tgV7nl2boRaYkSsZEMDPa0LTaSmfpD7ezrANnyI+V4+1t6YPYhDx1
5GmjmdGnyWxOJ5YEH6cWeI9zoY/kZ2Xowry37n3TPNsXBy5b1ZOktfgmeSSxuosUQMue2MDSUMVA
NRGZxFP6jKpW4U6S1b6BOBrEEkBkK0bpjOD3qc3mWYh23E/DbWr+SzN4iVR7bzSCtfzXTaVz3qOX
7qPuhiqtG9AyJK3LQ1C8OwiF7sAhvpXpmqH3pN/hVyAyJ5EZmZWt80/GKeFWttovmuGev6i1yQ8d
y/Be3rp9ao+xDWB6zn4Br+VXuuYw2qmWtlp6SvtjCX1pod8lxSZkvwo5Qc8gQb0EPX0C8zapenxQ
KkOTjVF76oB3j00RD2Zx2/NW2oNr76fYgEOJywjH2FV8zGNzUHXoBXPtQ1A8DN5jVIOMs4bek0zw
Pybg+P+OU7vdq4U5yZawCf9EfrhTwWChER+a7/fX8m82m/KDAkJH/IOi2lxkv143tVZ3IPpta/ft
4/gF0AxDmg2UxB4Z8gV9SJSe5/IzsvuMORDfjIz5J9fx3/hNBqCih4etuWXJ9jNxngUTbFS42s+g
zwboakTK+p+f3sl07IH7n76022eeB+SWZhVDMOFff3pbVWk6KCPCQmWTsOyfUG4P4mv0qTCOrFlZ
1bhq+xJF1drSud1pKAvwQLIgFEY4Si1fIQ8TbyZMcXsJvbL1VH6IkfbGRv5BCyd2ZV8vXQmgfwOf
L0pHSOfSJWAhqsKslWfcrpCAuMOtpdooWNFQkJmW3yLhmHakLtdyk0uRxJVZanuUQslW/AwX1o4v
GikexZIk53jrP8tGD9yaYHI6T5gNa3BIszGbepfZpRP8p8UQnBQo58wJ5hlfc0PM3ithITJgHXN5
dhsSTbX4yDea5/EMeqEBveaciQfiUSzs+ytrPivpPYGOAsgOAD8EmT1qhtMxSsWKRRzDSIec90nN
r2GGblCTvyO7MEH5lwlK5KQGr3FLzi4wlWBh7PjA7nwrZraFnhcIf/uvzvb7l/tjW8gawKcXlqnk
hFxEvJYGGBweMVa1AREodvJ3R/78Ab4B08npFS4p39Dws4bDuKmP0sOmYg5e9LOpDQKAYw/itkMf
J84UfxvgTAEenn9DbxbIwKxxjUntBjBI26Ueyb3iVb7KwN21WQGqAU4anQNkMN5LQMELKR4kHsmt
7BQbGoAv/Erh9KbOQJmn3wRa6vldDiJHpCCLPfOgPGhPw6vyoBwGu/3SHoPDWtruf5llpHABt0aj
CI1Crny+k0EI1LreQNKX+Kk4B9bkaHr+J8DgA5KCrftdcM+1yfokNbwH1by/zhYSlfM6+/cLqKlm
BSAKUhFTXQimkuieDamX1InBuRYRjyfekS1Ntv+7YvW2IDBbhcQSHtHoWKGJrFSG9TKhRhjE/Rk2
MvpZoTn8wZqiYIX+Bu3d7CM37lU8Ls9i4rY1ELG83sQr8z2fD7fnx78fQcVifS0lbCDD+WrS9mbA
4azuQyHXO7l4vT/exZNq1sXEW0EFOyhlSfMHjc8LCe0V0zefH9iq0e8bmGfpZigXBqijUBOKVokU
tnGHPfMmORIeQrvpWV5x2OIt96vv+d/joI5DbqoyRei5xo1/hD/MW/ytPat78Vwes3xlQMvr8mJE
1Pk3jVkxhQJMTS3hPyDelB6SQC8BF96x++Gg9aR5v+/DX7Uh2olg5kIZDLqtyNRSp4/CTlxaptj+
BcgV34Fbek+3krTtjeEFUgf1TnHTVz+DPtFKcLd4y1wYpkV6xJplEFZo6ATBI7zay7b2pu0g5YAn
wU9qhY9rWq1Lx86cwsKlibgIi5KaxyhDF2rG48XXlAc8qgO5sqXouRKfq3JymsHMUVkCgXkC0OpI
BtYBI1iVCQRqiW2+rVJPz+LMyTMrr9emfX6TUXNw9WXUtLd9JXDeiEeHGDl8uZPQfdI9Bvx7FkOT
4cFjrPK9OUzbJPq6P/k3BxKHvjmAkGciF8SqdCNypQZ90yKcOqEfTQPQX9ZxCT6142PpVSbXe+jo
X8ON3+ZrgamcqR4xAyADQkIIvrh4C4Z+LaJwXtSngDn648nTGGMQj1kDxE61HV8DWRfkfd5aAig3
NSMabbb9vj/q2ywYPgGwAHS+yRzorWne57xQgyDUmvrUKmg7Jkyjj+xHwjdmkLMWJzG6rOCt9RCO
m6TcKIFRpo888zONoDTryqMGPv+/PkMEVW+ZlQm5OdHmL0MHkqZhZwDmMy+UC+eACKat0Ddan4Q6
MDpxXzI/Te3241sja46A6/K+J27ugtmcDLpTRPAIA353zIW5JgfdHy/09Un2Y5BQ77Qh1OX68b6R
241OWeGvB5WD5yoZ5aE+9emP0nSkacC925VGzSKDxD7FsRXxTualetk62fQM/uWV/bU84RfjpNwK
/kNJ8tH+fGpLPQoyW2EaMyoziIGMm3rKDS7UxbggE0qU8fv7UO7F+KNpnkEpY3qB4eVbUamJFj2i
94zzM+e+fxYnAclYLEgWEgZ0/JXzGRvK0QTucUAQWt8ZvFpPus1/bgTJLjR9ASwPyU1q17WqGlaN
4tWnTmW+6jqsnFiZEhs19TVqh9ssJ6YbVO54rs+bCxDq6+muhTZo2oJrTh3bfMihZ/rDYQqBUhZt
3q91sEnMnUeCk6VGLTx17ZMwbKXWCR/LXeSheypt9lNyDngrQBvBR6hHZo9+2NQ7duUm7+xcIT14
P0q9LNcQG4vrZA7NZgAoWK1pCpV8gNblpCnNKWa4XdxLJtN3ZAzGpxDNLSLEy1P1kal/Zum6oEZo
qnzhHU7q8LEPgSyGPEOcWPxbi/dJUxiJyBpQmFxZy7chAtyrsWg5QJMPKjG/CayLPSuOY1SmUt+c
yt4AbXyMG2mPLnIwolakPCt/AeEcjfuLZ+GauDJJXU8NF/mSXMEkFPvSQwu8EQOh7PHU4aGSffar
/YLzYry6Duchzkhc1ELQC0nXukIckMg4+e2p/WkaNMfLRHtKvafxsR8qgjjVCaWVhrSFPQj2BNDY
o51kbsOk3gODAJRqJvXDCdmcyUiLHv0iPh9Da0xZEw6cowxqcPPpjhw6Wo/RZUBFxWyuVQE3TsMJ
mCuj4CElovl6Xjqtv8KJuTimC0Pzn18sFK7j/apo2OHUNbaSFKSJtu24xnp0E+MjgLgcDRVTqXWN
O7bGaPr41Y++Cu/l/tK7zaNRBqi1N3qcHEY+DEgc4RSna/VgtNAWgbKnbJTTQ/fSrcT7txMEHoP5
BGN5VMYxuGu/iXybxIoXDKc8D3M7kIp41/TsaKjTmAOZzq8xLN/e+ShvoIEGCTv0/kLX8Nre5EkR
IBnVcPJDxWmOiegTz6vNdGyNKcaC96O1LvDbSQOAAdgMHmaRvqN7sDsRNFUoxg2nRNWQNg3R8h1n
ypqV25cFmBB+HxYQvMWOpi+CMZHaQA0lOLIrlU2VpKoFHAOv92wRG22VFs7AMLGTVHhb1GP206nt
aIaD0hEf1OcmWJx8ghaTzgJEzzfVeEhswQeR4/0VNrv3ej/iK2c+5jmTp6I5/9r9YSeFWikE40kr
eqJpoc4Cdcj1qqH2VqStsQAsuf7SGjXZtabVEsTYcXaWueHXkiPW2QpwdGlAPI/WU5BSCGj0ptYv
tN3Ethfj8SQA7OU9hxKW0UEWXlju6b7n+Dlsol0HLU5QSLAsYhdary5OvFAS03Y8BUVuBckHW1nQ
ziVRow/H6lHx0d6gvgZqb0DfAdv2I4yeUt+OtB2YDgr0Hnd/pPcsVIg6c3IMX/e/7vb4Aw/HbzUd
vOE8ygjX89pDn1Uby348lbG/DyVAQbQS1M5Btib5szSlQMOreFgiJYstfG1IzluF75lmPE1q8+CL
lcOnwfP9sSyaQP8k3Ix6Agxdm1AYsa3FHmMJuABPloyTMBh2VeZ0DsTp+ZyxsLiU5kZYGho25jJX
VrI0nnIPJO4ezgXbV7jGqKS80YOZHlwK687JmKDS03GsTcjepdumqmodwuS8cX/QSxOI9xnUg/Fi
x8acv/bi/kqSPi+qiBtPUq0cJSycpE2PoDey75tZOO5nKUROBhsXKts0pCtJFKwNmR1PYR88ZWDF
iKfMrKrPcY1tbGlfyiDhxuUyF9HpOH+SapkvhXg61V30XcWakeFfBHUig580t2zqtfLMbdiGN/2F
QWoHNA3vC2rvw2Db2D0X6VzxR8zchAVwm/DqH6Ez77tyITaFRVSfwKkC1D0O/espm0DwmKYAKp3S
aMu1gsFzW09OwGjWQLWegRby37EVrXHyjwobberMX3lKLe0TNCOCUnHOHCGIvLbfR1wpgMtyOgFD
OemV4Bc2wwvByjBvE/a42BTgzWb9bgUvKmo7jlXApGWoIHmhxA5XGN1oVCHhG8NLZRKdBcVG0zJY
uOyCAf1vWxrCxO/A7FOjNBvGH73sRGm5rRrhvOL/28AZH4a+HFB5cuDauCH05OumyiR82MAcZcBY
wAIeMCZfHrlnobBC6aNfy/EubVI4AoAiQLPR+US9K3kRpfJYFCbsHt9kPMECpmKTJWsvkKVNOnfk
gkQTAgIaXfTioYg3JOw0nYahS9BcHoG9Qi0rIgcgUOqDv/f9uBCRIfgGlxMyVFjItKxRExSxNjQ+
e+LyhrXzMH5WE0bSWV9o9mkWpXZacYrZicNa48rCjoVhMIhCrBLZWDoWAdxZFcc6gOEzv63c3uZ7
fcq2zQ/Xvt8f4sK8XVmi4pCUTQWuiDBELc02pQTKD1BLBqPyeN/M0oBQ7JiJ0OZ+SvpAENNk0pos
H0/qIdGxR8qXp1zShUDPWXLf0tKcXVqibosxA/GNl8NSFVv/RdqVNMeNM8tfxAjuy5VksxdRS1uS
twtDtmVu4L7z17+E5o2HDSEaYX1zmIsjVA2iUChUZWU65itghF4rn3PMb8v2UyciOOatC6ghOD2A
5++Z1eKklqfMaZezJZOdlcQAYim+ZvsLKN1l+VNZo0EaPf39CvEooVBMUOK8m5qCYC8oeQsVK8RE
gn5eMNIN5rgSBJXBmAnAeryvubXFFMxIbNsRcXD3yp58VwHHD5oK9aYSWOEFUowKAEutyqBSAEfQ
ZbyG7IdV2I2+nBcHAMShuq+m0jfmLIgy85iTMJN2LRAo04ORTvty7T9LqDhEvxzzTja8FOX582L/
Gtaf1z80J9hc/CrmRTBLyiRJKdKgOcbEsz0e1QzEOOAHy0EcfN0U9ztvPgBzDCMbhxAqass5VnXi
diW6PmoMyS68ROC52YQtFmkRctIQtFwhG4zxeAQZNt9ZyjjPyJoiYvfyOYr3dSTvnOQ4kh9QbL2+
Ol6QoUSLkAbEzYDZ2MvtjZQ1H1utWs8A1w2HKbKXQNLxFMy0tTleN8VpKwA+izVRzTsaPhmPrRYT
cXOt13NOHlv1c5G/Eutnf29nfrre9e1nIn0p65u+8IGpBJNdtr9un7dUJB5AKmI+FrgM5h6Ubamb
ErLgq+pzvofAx0/o1MU7yIUTgcvwQg+Kq7gd6HMVjZvLj6qCus9ZFNy40+wVn7THarnXblY1BcFB
ECciB+Wua2ONcdB2XutYqsz1bDToPY4ACdvprhliwZv1PeyOViNwsWOkAi9KTHBcrqpfkKDHurSe
9dGHPIaMcnt9dpxvZVu7RQegV73LjMMotd6U/Wo7P0J1JH+INDfLT013bNTMzcKY1J663hnzU1rb
UPKxbs1S8CjhHVhUX4FIw+gqJkCYfY7mRp9tI1rPQGzLrtZqDwOo570xbxXPSdLR70CG7VV2/4Eq
EWYMULFBXRTKlGzZt1m6urPAnXe2vuYguFc7344BET8WzewXX/7amZFloeWNXBJYdHZ2MMek04LH
n3yGhISzU5ICGjp9le7agYjEod6qEcybE20u6KLiUYSim0k/+OaVl2XONJnWpJxtK34yiVz4VYTM
mcwKpKKXVt4Z4Br351bCIP9qgqHSWJVgaOXiECOQfWrTuYT8aAp9ncHMb2xkv4E1jlOgpWnstsQZ
bjNVL32bKG1Y55W9K9uhJigeRspXbZyHHarN2g5YiOKBLHLyaU5iG1p/Y+UTzHsJohTnZgG3BX3Q
ouSExhvj5fXQN1kylNq5GsKib2+L5cHu0DKwbYGb8sLh1hIbjyBeVjXrSLRzYQXALwBAuiITandJ
WR2U9M4iYAYbUy9P3EqPg+z7Et0M5eJas/Ttui/p2D9mfykLLd6EEJVGVYr++2Z/B/T+WsfBD5GV
0u90FNhFgLj3uC0ci60JGsM2JnqpWGenzLVzbtyY1Z3VYsAAuQSVWrHmcO7uLCABUVQlS9ibi6eC
nSjbaUD9ZJ8+slY8h3Cj49JjZ6qUvMu73my0syFLoSaNHlReRU88+oR+/z3/s8G4UNYOstL3tXZe
vFLzibkvvIp41r495e2uiXzy9X9aE+tI6ojxKlJgTSlK7waQWYBgX7fwHl8DbBBGUnAkQNeDUTRm
Sdrc1qtdSvq5m4+z+bvTv/SuvrwOUVD8bCD0Ely39/5KgzmMjKH9QqOOzFygXa+ubQKCvjM8M0jL
+7k4yEQkyPXe7TW0kSC/C+VCjNmwFAeOKndmDhbP85RgdH0pe7Byo6skOOb0y1w6A6gHEDxpLwn/
M5l6i9QVkOKSTOPcB2YDGvk1lDwIvbXG12clE+EjOd8NY5WYAcEENqqdFpMKkHyMuzyNjbPZFGED
6Jjkl9ooQNUy9yuaBGiGbPQtmXBB4sFYZqqgOQHObfvlMd+nT4moR83SH78zw4SMRQLiKetgZoZi
rmuAWa1xzX3qxt9NUGEGXQj8U+p/iXcjiKwkvznG9+Pu+XXdRbvrzshbr6NhbhFiADjUbHgctRG9
ITWCgnKzehlyflAQunXzedF3BcjxMT0pSB+ZXXxbOeongHXQ3gCc5jJY4j2b6kqRkVBJc1SR5fRX
Gad3RS4CaXPtGODjoSQLdFT20s7SFqXTjAPsdOe5Pun20en+rsFJlwKQDJ0uphEXg5GXJqxuJaSp
JhIiSfhCbqBxeX1vqENvTtc/fx/MggB3g0AdE8WXf19ZjKFOwbwRpvJeb7zx0Iy3kFJWRR0ozqcC
S+h/dpgt6fTRKk1nJGFR/zaq0xqfa5FII/0T75by9mrAewxqBMzrKE7z3JbMBVToxILE260DbEUn
v07kfP2TcZeCWg/qIg46FextkcSOJJPBJOGk7I3udsp2lvHtfzPBxLzYJlDpyGBiBmNteYIJKRGs
gq1j/7PzIJV3ULNCBGd7R2tu9qiHKWkIxsWbKMgCSDO7QIkdfj2LoiqLjnpni3kkY+R21BJIBYRZ
9mxNJ21avNUpXEerXDnxS9MnKSb9dhP5pJGfot4VS+L3zjrjGGk8lFJDVyolrvMTgqzLTXw3hvLz
Ghhu5ZGbH8qh9+ebfpcGgz88Zh45NH71POxLX7tZAh1sZcgjMYWz6x6XoBZGavqgeue5m61g4khp
trVW0M/zGXPPGPNZjyqsWR4GkrzI/1I9yJjuwBSIqMjP9eSNXebwt32/ZjW0uEMyRfsWBE+yurfX
4LovcyPMxghz8ufBiYlZw4hRP0FKvZA+yTMItRZH4NBvKdS1r8jc3XNqVzoeTmmo+IPb3A0njMAe
gbQEOXXlJV52VA75XR2svnUDVIWn3H3vTu0x8SRvr/kpKCZlXw+qACotj2CmUwNyhmgMiKwXMHcn
O83N/TQoAhEbBt1b9lcjSUMjB2UB6CUze1A70dKoepKFUMdoD8vqX//6b9Xnd38f0hyIvTJ6xKwo
eBLJA0YyozSs45daAz1uEOWTp/efO7IDhQSeiZZZ3BeW4N7iBWO0Z/6YZc6cakodMVIsC+D1oJ9J
4uazGirm8GKOSSFYJCfBQLqGBjidPIC6CnN+TLhxrBlYY66C8aXbY5ZHKeOAHBwj6Kz99S/K82dK
o6xQknnAWZjYDHmRyKiTPAu7FjTXcnnjSFBzqM6pPO8L/e9TRTwZ/jPGBM6CGIUZjWkWArxxZ1jd
bTx8M63RT9vGlZU8mHSRwC9340CuDa1YDHJgC+Gvm4emHaM7X5ckC7MOfNpL3fR73HXgFG/BVJDZ
RETVwrf3RptPaexV5tQ6mUR0AGVR2FKO348Zqs/OXAuSHO79A6pbKA9QjnxUaS8XJadzrHZWlYW1
8lmu62DUUepPH9Xma6Ifp+EYg3CbQBjXyl8b/VC0X667DC/Obs0za1zKdFlJVGehEZmta1W6a0Xr
Y9y0grc581R6u+jw1qO1Mx3QGJk5dDV6bnFS9RiJ1r4By3KjZSDaLB5V+6VRHkgGkt1eBOvnL+0/
k8zRi6skl2JMl4fOOnV+LpuvOoCxx8JsBGvjHbvt2hi/jLUCUocFtnDJ2j2Q4n69jOferhNA6RtX
iozj9T2jP5yNm1t7jMusqRQBekP9MpbQhvk02L+uGxB9OcYp5GlwlIgaqJ+AIfPq6lE3BEFY5A80
bm7OcpOBtmhs4HflULsWSc+A2Piy/JBlJw01eyn5rSWiXI+7T6gaU+JXGcg7Zp+Wrs0ARyiwrIcZ
WUzs5dMh19y+fvnA5wNLDPDBeBkBCHC5tqiR82hV4OtZZ/1YQPjkRUp0O8/Ev26H6wdU4AqvV9r6
YNZjNBB5Lfs5C/X52RwOkvF4/e9z3cB8E6wBIvtdPS1NhiouYzkLp1p/LIwxXOwFOlZVcN0MW0D8
JzZs7FBf2fhCJC+5ZE5aFkoKTKHslPsSiJ3U35Nt7CdL9SFdr3uktb+Npt67ZQdOmtYFgDIssJlx
Of8dAvWf34NgbOHpYYD/gvFNTZqbBehz+EkeJsbRkqDT7dqOYPd4twtK0aDygLIC6kfM7kla5UjG
ilVnznNX/+jxJNSnBz0X5J7cTdyYYYJFEZtTD7htFublrsN8ST6DK5aI6BxFVpiIYc36UiYVFqMR
oHFSyTwPaTm69vD7uq9wwwaV1rChq4YZMsYOzkG0rogMYVVEzk22OLanFbPhN3mRgkBravet09nH
Sm18SWlFq+QeOCqigz4ZBdww+VW+FHkUN1YWjqHzA2Ci62vjpYrIA1CBNYEbQz/m8hhkiZpHWrFm
ISHLrrX6Y2r03gTsRFE/qd2+MgUhmLdnW3vMlezMsd1YEuxZGgZhpRyD5ZUrnELlBd2tFfpNN4e7
qjullBQFF785Y4ec27Vz7s2+P41OfchEeo+8HQLkDr1Z3QYrPovAopR7C9SbsrDVV9mrinj2tFkR
vlx4r2KU8DA9R1HjmFq4XFRdVUUPVoksbIwq0OWDBGS66rX2tF/R8lwI8UFy4neZqHbOixlbu8xh
rutEkzQTW2YWd86474sucOqHoRYtkPsZN+tjjplBckWtGhr5Z3d5nA7XHZ3reJu/zsRXyZnKfqRf
T+3QBpNe5FgGvFxE2ca1glueihJCbY19XU61kTWzIeGwOvV+UjvXLHSwqZyur4Xr3hsr7CFyjAQj
vDHIApTPZlR7vQoJWSLvquW1054/YMuxqWqNrSFmM/ekJHcIsyCuD9HjNFzNAH+tlqeyr7ZxtkcC
Cm2SOhcJ8/A+I/iVacAFMw/gs5euHpeRAjdL81DRX3skg2jNYljvA5cU5uJQTgYfFE04Lo1EWG5R
2yX6AbpyNxryXdwbdzNYc/7+A0IKFu9wXO4gTGE2ayyKcVHzJg+tJcjbF0sPyxhcRpqff+TtsbXE
LGgaMW8oqcgf4HdHMLE2WXB9KdxtAVIcsDpMTsC/L79YPGnzUPcw0MjFzp738oKhzljg3Lxwgxfb
HyPMjWQSMIDJQ5WHNQYx810Vn6xyv4p6Ttyl4EpFcwsCSfCBy6VomIdZc3mizaCd3NxlRekluM2v
fy/eUgx0OfHExmgGhiUujeRrFUH31sjDNtnpmOSPPEc/5+ruuhUWUfeWOm7NMEdUXjq9s7QUPZEW
/CVkXCevXZVvylIBUrNGZoTMtiB+A7TUbo4GjDD3FhhddGlw5R5iv9VSe5q1lPtMn6Rd35rgdUKF
wB+1dfSMeYSU6aKtT9d/NW8DNj+aFfdqlbpG0QXfZhpDpdlr604xH66b4OU2dOIJHSkkb6Aquvz8
/Zhl8djiSRSbN8Pw3OjpvdqNrjNaUGN+nbRWsBHcJQEG70BORMc4BbPdjRxX1aBMWVg4feaPvSHf
aC14zZw2M/bXl8a7K6mK6b+mmKW1rZ7NWTag6LazdiJ6Vf46gLoGQNMGYSRz4a9kGpSWfjcCKha0
m72kXj1nEoRf7uEAAuBfK8x132pLvBIdVjoVUJ28PhkL8ZzhBdxfj9c/Fnc9cAMM9uFSwT126Qcd
ZsHqBaxNYZ++GNYZvTZhD4y7GGCDaesf828s6tEkQ7OQHikgyCWWCfWsFewZzlmYPtN9ZaswVLT2
XztM2NKdLpfUFblYMWg7o8YIu4ShaGnxOpC4QefTcxQwLyeCD8iiNf6JMACQKmi40juZuVkWIACg
ZIvkaTFqLyH3U6vswQg5jxPklVIviX6qseXZHYgVrm8d18/xLgE8Hi9W0JVcbl1dqdmsTUgESJZ5
TfTbqUTDeVzn2Fig/755KmDcQ2+TDo+7OXqe5lOkzO40fL6+Cm4govggzPobpsbSFSepaU5mhiec
Xe7l1IvAI6HsnC7IoM8pAqXycsM3LNL/22K+WDeNOXB8sJXXGEepQGer3wPxa+ltoBoiXCp3exxA
sQD3B2knS3iXmGuKuUakUHYsyyDGLh+qigi4lln5mzfnw5+mQ9rI1jBafLlD1kzH0NssDwFDcezO
jVpM35+C2X6R1F1ffdYfwaMqky+gL8mgLNtpLggc59mvp9zN1TK4vpe870tJp4FsprOW7IN5kPp1
mUmRh6Nc7srirAI1uICO1S4AznUECQTPOcHQArFBSp4CfoLLpVcRYM+pjNyRHCu5cBvntoAI1vUF
8UIKPdhgcwZa79380KI4dTRDIioceumUZQXYx8iubmU3H5UWy4IeTNG7lSGJiEh4zgOMIPAcQA5g
aJNJ9Hoz75VGRvlGnsrHEns2zfnx+tq4m7UxwYTLfNDNQQJxdSjb4HfRHxXjNtPaoGwGb7Y0wWaJ
jDEnr6DsDZKBCp5GgnyCIDCI3No0iPU5HHVbYIwXUrYfjwlb0jArXYYpchzz5d4gq2+mukumYmdF
dx0pd0QVpplcZ0SHD4ModDqThewVlMRArTu0rDvUOdxyKarB60ATXntyogJqb5YtNCzsogSb9qCA
ZCRTOoiLL5X6Qy96q3HTpAHaCWno8LNore6hWPI02xnTkgb1iuG9Kmqn19hpgTi0ukh+SmYrjVxz
yKOHgSh2hMM9tumtlJNZkCry1+bgVUN51k025VHsOc8HCIsCTo76kOLG/WECC/91b+QawSgvqub4
D0P4l6c5itdYXlDOC6Uod9V1jxF5V9ZfrhvhnipDU2iJHq+bN+a/zX1WSKTEiyPHI3CClF0K9u9d
NWPW67oVXr6DeI+vZWPsEmK2l0vJ7HVobUj3hZjHGybMQAKjfRKiRLlrwdiKZWG2A9165kQlc1d2
loXwBzJcxxuerq+Bux0WRjk1zBlgGUyRIbMhj9LZ+OuG85xnd1bSun0iuPm5K9jYYAK4rEuVXqZ4
MXfQhz5GVSm5TWp3/vWVsHSO/1yR2G2KpQXDFVsaXHspAkaevpnXYCHuV/t2cccYcxEHzN+R/JNx
kIvMk4e98XzdMi/mAfUMPVw8eECKyuzQvIAoxyQmLqi0WHZdPIDGyCrXozSu1Y00yaFqlM7uuk3e
vm1t0n/feLgyyGXW9Tp8r5wCaOncgmlq17Wz4KPylwYdUYMOM2HGmTGTdl07TRa6MbrmR5gpajLd
V+XywRlkt2gFY3FcXAqA0GAvQHKBYRj6czarKuVp1Ot4hK9DsXy8S6Bzd2pLkGWdBnPffz04T3//
FVFJ1tCaBAZVZWl8rbmMY9KjaNBUD8RUURIF81FWCfaK9xEhQg0wJaaWkC8xe1WnWmkUo4S9MhYf
1B5LB2pT52aUi7Cuyg/EVzqQDNgEkKFollx+wgqEU2q5ankYZaCSbfb9BGla0Xwbd0UbI0zWIplm
hGqLinSpmr1sxFxBGqza7EWR7WvD+QObRKELmP+hB5vxwWops7FJ4IOj3LrVdJ4x8zLOgoIb7zxB
0u6PEcbzssrJJ7mEkXxAZXyN9qBH8Q05FZwnkRnmFe5opOobCce2H9w52efSrUgpWmSBuZTGYl26
uKUlJQM6EyMEU6AYn1oCCBINaewTfPO52MLVEhtzrDX4XLbReSMYW9v1Az0ymmChaIUuAqLPpR8b
U2RUkUUPTWa6lvMjy3K/BC/nB3zLhIAOHXqnZN6XVpSy6R1NwjoM+XfZ3sbpABacDx3JjRFmS+qU
DBHAu3mYdiC9MjD8BFELUTuEl4xgKvLflejMRZ7X6dQkNFLbyql5IdGNAiifwHu5NixQ6VGdFqpS
ePm1skjHtV0As18kX7Thd6ntpyRsdMHOi6wwEUxZ7DQBtQGCsnJb+iBCQTr9MI6CqMK3gtFrKuyB
4M9YaUe8YNUM4wCdUR7U5JT3DvS59071ct3D6Oa+OynAGfxrh/Hj2E6hjFRjpHutXEd1PLnu8ERZ
XBtKran2g4yyJ0y4RGtjcuxqQKe7zwvUwr8D4jDcWaC5ArnW9YVxseIo6CMpUGjew3pDX+i4LvEt
wnJ9WG31MGvgnu+OpPe0Hu8V2e3013p9albQ82n67rp1XpgDLwbubQrgQD/40hX1tcQr3QF0uKr3
aMI07a2Vfr5uglvwo5QUKkou4JRiUT5mLiudk6HrV+tR4qky2evpcmeNoCgDJn25H0BjDVAkHmR/
OWxLU1mAcnHBoqyEsSAWbAHlMA1DmAh+a/VNqqgUqEFOvQz4iP/7+iI5rgL4koK6HExhqpdxzxW8
Sss8N2AcmIwDSn/60AQkP5SiihzfDlZiQ+lcBxDscr+aVaqzRmlJaOvS86x3L+NkHcslPlV4jgo8
k+MbWNN/tuhv2WSRsVw10FTvSWj1JyPdYVXJKIhRnATowgSTLqhNbiyVheWMDS7AIgW5q6plDy3J
z2BrOzjQQru+T5wLF8BDqGnotO8IrMrlmgpNa7pKhy/KyZfVGqCJG1w3wIlTFwaYFRGbdNrcI29c
JSSMu0Zd9nFxtB8A5gzMttv/rZzDPz5OmYQgr4Z+AcuFX7e9oRCoJYZTbL5KqvGAiaen62viOh0V
tcE8N9ga2SxldlZLmhesqR+88lfd38TOIa4FlyJ3ZyBPB2JBzP0AP3S5M3MnR9BrQoAvMU852kaQ
zH+fbOGK+s8C/QUbf17l2ImalODsAKmG3k0f1R85MRsLzOlEbV4rgEYmoameG8B3SPsLzdQPGKEw
axtVM1TK38TpNsswMkupYoL7orBu6h+DcxSNFPJ2YmuAWYU51YuelzCACSIQJEy54Azyjgj6Wpgq
QOdJBk3u5T7IrTzqaBNjAfJYu7oRY07fORDVci2whevTWVnkR0NNDn/vxVuzzMmcl55MJdD3YRLd
yt2rpKP+jan/WNRm4t13lLfyz/qYO3VGCSozVawvIzYmwEpV8vp+Ij6IIh+IcU8W5X5Jne/lpJto
pkcidQz655lM6cI8kybHyjjoag3zbXS/kqdxmqByNICNbjEqr4sEtQZebFAwQozBENq2eaN43Hhj
OnYJqTVYg8ZasnauqvsSOZWGaI6La0fFDA8qquA1Z7uGeCkrie5g94CxWIcTxhxLcoLS1HUf4V15
uL9BM4DhVhRqmK2TLD1r4xXXOExE0xkrEbaqRSaY7SGJ1YHYEiZ0fcD9k1tfLFTd7VLEasD/YH+W
wnIg55YDAg4bVytgs4C+QK5rbQLnQ8EIU8DIePCORTmaOcs1QIRNO5Kwt5/t2PYRjqa6EQQMbkCi
FUHgZsHw8aYOt/ExZZHaSOrxyTRJKv2iQTNEyoy/pFd8u0hxuyELtnBCUaq7XMrSl2ql1LDSKaaP
zYeaSqNAtmH0VdEcEG9BuIrQwwFtO1jNGB8opKm0il4hoVNXkFeziOyh/r0IPhvP0yhzEuxAYusd
LElaVWNMoQoRZimZXS36Rkl+iCOLut48T8PrBccSvQ40Cpibux57uzKIBo8G3mefT66teakleGdy
F4PS8Fs3gqbZl7tDlKrtY1XFyUQaMn4G16XdCUIZLxkFNeq/JlhqnkUjZtKr2JUCWu1tdsCYsxnv
FdmCop2olsnzAI0iLzC5r+HRxy5HS/NmNcYi7Jo4wMOLlp2vhzKuBdRJsfcqcGGsTAZRJbyZE+Qi
mpS7Ethryw+A61QIX/6xwDz9i3qcDe3tedy9dHlxKoffMnmOLSK4uLkX6tYQ87hKYisFBQ+WArBj
FJ+WzAdDyjPqzMsY6KDOnD6QYW3tMQ6dDZoztTSNo5+O4jhasOAIXj68Q4MxMQxPgHETJ5SpAdn5
sAyYEiehGml7qTXdvIOGVf89qkR8bVxLYH0C2h/nE4IplyenKarWGhSEaE3+XDUPDqoKqYYeWCHS
IeMdUUzCYg4WUwxQiGAMJU4fgZwLdAd4L3apdoQz5MJrjefWWyPMwUEUyOusR1CLTQNVgxP4cj6w
+6DwV2hfFS8elhUi04doHEZYmIrO7dGT7IxX2RC8RbjfamOEuTe1WJFMtcC30tPCd4bf9ICCyMq/
HgNEVpiUd9LHOO9SWKnLGHxUo215s91AjhOsWYLLhn53NusE0ymd2sXMEYoujJctegmCZ8Tn8av5
mzyWGDg6SJB/ar+Imk28MI2RbjBgAf6ENyld9CYbIDIUf8o1K0KnBYP/WrbTry4GXVuSyNJ5KcuX
0RxEKgXcMwSfhuQbcOvvBu+UeLJ1meQFrtIIrc/Za/PO1crRN6fX61vGs2SYqNSD0QOFCvY5n0qJ
1FQlKULFCLu69OvkDO55V2oFhHk81wC0i9IcQ7nJYAHr89TWoxOXRTjsosb70YoIxER/n9mluhwl
uy2wDtm6GaoQsOt4fLj+qXgut10Cc4YwpzWXNVTPaS1nnm7yl2q6AUbXG7RXtAY8YWuAF3ow/QvA
JMTvHEtj7jsFLaESpMEFzuwC/jfdHT6A7UM2SEulQMYgE2EuBbVruzmG7muYN5E75M2uNL+m31qw
4luVJ6bY4V6sAP5QCA5mChDxLo9SsSLzrIsK9qLuoSuSc4UWQSz3N1lmSu5MfsTl7ykNlGgVbB3P
y7eGmU/ZjpGqFB0Md0m7l9bFXdIxiIozEQGDeW4Iulta3KaE4iw9Up8aRrk4cHNp2FvVKRr2H2l5
UkbdPyYYTy/kep07zFNhjhMfK/WW4TTGv6+7umgZjKuDEi6LZ+hKUDIkENaQ9Naa9/+bCeauMEkS
OS3Y1+mXwpwEvpRenT5igqJjUCmnlI2X7qYZGfgg277ACH28BniGQY1Vs34bixLvrlvihQa8E1Eu
wE2B1ieTJWRxWSvlCEv23E+YyVBGPOQMIIqddpah2hX3t0NkNoe16ZXv66iKGvvc/frPPgsHqgkE
uQwLocKUv2O/ovz5Y/tlg6sWxxdBgz27fSwR2sfEEbJrz65A8bN6umg0gHtON0aYcyrZE65gyy7C
NJ72cTz703hObfVByC/F/WAbQ0yKTyIQgS2FgUgEPmpMoKHyYonovniJA6ilgP+WQZ0JwcJL9yM5
ePAaIyrA9yFDNuG2s1u3lCV3J8i6aJ7LpkK4I2g7VMaz+F1JrIQCWCdpb2uRVBfi0smj/TQmt8Ib
ibeirSUm6TJ6syvtUccNCFGhpHyOmt86GYO+i9x6FL3C6F6/WxZVnjUAPAeNOHN6JyC+IQIIY/nv
CvynGLW40fwHe/CWyCXfTaGINM8lrI09ZnFjkY6pksEltHUIrdGcoe9YeXZpumaf7BaMDwBRPO8n
5xW0mUEyqad+ML466uw1uSmIXNwPTQfpkQFCjZ2VVZSjEWSgEP4LB/k0JVowdJFnlTe98RhN+vF6
7OLYwsOAzitRBZV3oEvoHS02JlfBqFU75n2zyKarxZAUkiYMZFldUUHSsyKCgMlqLdHql0Yh8TQN
ULDBzOEwCqtPIY6Uhhhu8aLPlRFAimJ23Ea9B0/NztHSByW7JdIIbtvv84SKsvJFqYZdD56Lcgiu
fwJO2MGPoYVeGYxDYOi5PKnm5EiDMdZpqDp9UAZGl7imtE8bEZch3w6tJuGKwBXO5D+lYSRyqQ4p
5jWyJsDUTefqejrvMI81HTDm1ggiA3VZ5gihdg1eDSoNhqo5Y08CxzdVB8RHHjCpvuZR6Q+z8Ze6
N/9s5cYK8/XAPJRaYKdJQw2Tz2UbJGlQmkTgpZzTiXofKosAe2HqkW3iTLXVJXo7pSEEQ/aW+lDU
0jFKBU9x7v5sjNCjsnnq1UWJ5709oomC2dDsKdJeQTes/X0lBsV++D9e+yjHsNXlHOy/NQjz03BU
tVMu717XxbPbXFBcfHsdvNv7jRkmfKaLsahrNKdhnCderpxy8z7VpX1tLN7U64/gS3XV+KyUz4sM
pkvTc7rZj5rO19W7Ho/pdufM4Pt6WcCxbB9a7YCzHEp5d6wmMJcr98YR6NndUEu7qLu1RZkbLyYB
SIoRPtAyAnvJ5FOjOjVVomggs6vcVrppjvm38bX+AIoMp/6PFbZkWVRqPPY6rCAFRW7n5TneWL0u
qFRw14I6BdCdGIWR2TLvXCjoMlMrpeZFaPCsqxc/RP0X3Xq6HsW4hiz5TRcbz0aWJ1iZLWnoB7QA
DcCpH4gd/2r7VPXXqJD2Rryggl3jGrluk3cscUX9scmcmDWRJtINWByuDM8sXmbllA6Cu4J3KjFN
jxEq1C0NjPpcnkqjnycU4sGbhuaP2xe34AiqrH0cXF/JG7Ece2Awr4QbAHU4FEqZpSgZqdW4gJlm
p+/HUDqAa6H0o2P9UHkQ88jc2LVchXJMukWQBPnu2/OX1tNOz+POOMQPrdep7nS09qWH0+Plx9z/
XLqll+3JcXwV/FZOXN/+VKbyOS5DEqUWCPnSErlQ9yPR9tcN8EBi2tYCcwCleeyIGuFjaGa+Rz8u
MGfQNctPRG12c6EBx3JqDap9YFmVW4oG3HkER1vzb1Pjm0AcTXlc6gMWqJ6tr1bqDqvbfQf8EsJG
9+NL9LV/me+axE3OKPldXznvykRJ5G3qHa1ftnoNObxRzgioyawGIvKElLWfgGlXcGwUTs6OP45q
GK4yDKI4zJ1pRmWDC7sFl5EUGNn3aEp3oBw61IObuzrkI8Aw6aIhWC4++BY/6dMBPUgTypKY8IyT
xF+ETQ9e8Nj+IOaQOQVUnOMYE80WCBdbzD1AAXFWLU+PUHuaBZc5f/mUugInDYSZJj3ym/01kqSQ
oSsA9+oWr45yfwVpXx59TaCCMdxqt+WPWa1cbQzUMQvmW+WTvASx8lChYgMx3+s7zl355rcw577J
INZZmdhx0/St9eckgSmxOlSmW4Pq7Lop3qwLph4NQHZQ1aVp4OW6CbSFHGPClH0kn8vMxsxO7+bK
rdScosUKojh1o963nKc63c31YaHMhtMoqMRyU+/tj2B9r07RDVAwUo4X/HQzImp5K8go3bRy46f+
tzP7yvfMXTDw8NQ9iWb/eBfG1jjjZwnwL3qhYfh/iQt/Nr+jZeUJJRJpdHoXylE91zDUg4/MJotO
2i7NvGKF7ZEg8VXVEyVeLn7IWjiOL4B2fOCGwhwKsKag5wf7Bw0qW3de69KBGjMOT39qUnQmgfpM
K9R9RMgEXgUVGr8aRPNQtMWzQLu0FGd1JAGCBxbAfPTK5FOjWB7t5kVp7TkjhjgQpfFI/CTwW+oS
7z4oOChRJMYDEU+KS7OFlmdWkWDcda6doFmJt5Igan9NrauEeebcOuuzUq6nTJAq87g+NWygCeAz
8jR0Qy7tKnJSa2RSwUip/szUGY3EamcYqTtVN2US+22iA8u1uD3Uzsm6umbaHfDGElQiePnH9kcw
wWqOyjTrDBAIyNYXIO68CTQFGPk8ZpbAjXhuCxcCTA1IUQV7fLlabS4MG3LNOVbr232wvvTEjUcv
/WnjLAreB7x7Di0FTM5Qtl2T7fsoswkOztXEUyc1XqFbOkF4MbMEoZV3y1m4QzFkhyIG5tAuF9Tl
01rgToHbGDuoNyfNTnupknCw3UHUDOZF8a0pJq4AAIc+bQ1Tk1d9VkLyWAM1KgrfvGOwNcKcPr1K
1jyfYAQUi9+Hya0Ld/Sy1VUzD1OxIlZ37teDhKIM6iXwb74djk1UsbLKzuwY1iJLPi46bT+7EN2e
FTB0jG7UCdycF5ktByARNO1x1NnXkAXdFIoRQtCctNQrm+jWIeR31Eaiy5+3VZDOcjC4R+9+NvdZ
zDh2chl8I73WHgwF+lnFzQpmYtB4JzfQvImb0k3NO9X5DALhdgqIbB660UvWp1gRYZZ4x8B2wFFA
hcxxIzMBZq4muQX7FTjPtDo/2laf7dK4UwSHjXewccj+j7TvWpJbR7b9IkbQm1e68t1l2qj1wmi1
JIIW9O7r72LPObOrUDyFmLmxI7QfpKgkgEQCyFy5FhC0JmK3yqLWcjopYzGo8X7qghVJBS+PANcn
tWsN0KfJt3XZnWKj4Bz0SwuKZh8ZjA+4V+CP290HKhw0f6AIsied6YDtwYCKOfeoXZrAayPM0SdJ
VJV6YOj3U3UqpjeVTJxN900azZ491xaYJQqmmZ+WYvKI9Uz11g3QqK9ldCuCVCI3JjsL52d11gpb
kj3HyUHAjRVKIXGZrIqs6dHiptp45UOQIAKM03iKey9MJ19VVjWYsKVq3ci+EfH65Zec/PqrmUMj
GSsBzdPzkif7kXrhYELP6WeUOk3CC33L6wwOc5CjAsr+rR1zFSdAEqEl1MIhCSYA4JUiW0BKMZX8
x3eAxYUGWB4d7bgFoKGB8SbwJ3RJACukMgE0jxwhOT62sDiOKwvMQgu1NA1DgymjEoCqve6YZE9z
Hjxp2YoBDBzysHjoMeNoQzXN2hq7whgMt0PpZ85hDePq8ViWYjdkAP5thRlLFgUlAfkAuI6mgxxo
rtX/QdGvq1JcRt1cDP9zAl7FktEQDeQdxHkMxttoPw5qZoErJMqfkM/LhuTQgmUTSL2Qsx0Xpw+w
KqSvZXQUaszAoipI8joAhfJMRTnixmD1r7LEY3adv/duz19ZYcaDoU5QWp3gbG3hpS3keKFNJoTb
qea995dC85xihFI9+pSB+b11a0NPqsYIsFCpHiGcUKfUHC39gVaNQk08qfOQIX3sGouR4cri7DpX
2zXKjVAgETZSTTs3kGV/tMrQNrtwTRvyXgW8UsuiK2pAlgE8CezF3YrRJCuTmTY5ySsL3cuVth70
epPnSWGXaRi5PfwJ+oUx77Gy6CpXhplFJGDCHKIc57w+t5i3B1n9g0ar/8YfIaEOiSBl5imUmdkE
aC6YArDlBpayAiI0QRal1k//xZKBOQw1XEQ/nW2BCQNSo1cMMQMFULtV4s3wbnUTThW6spKWc2lm
pRDnnL0KeSU0OSCtOvc33w5JzYOubgTEQbOIbCJNa/BVWnhpdaiIQ0sc+icHcZvZXpumK0P3DB47
/8LmA1IUEG6MFC9oNvlGQkWQtDRNkJtC+h2a9D9KUoLTvjecIKScS8qiMSRb0YEFelHRnPfn1W4w
2mpIEwGUL7045pDNTDuHNpnimiBO83Ah5RE3LdqDlgm60ub1ZC98UWJqvdY3oEAYFDS4dtI2G2tH
nHJPjsjXY7dZ2ABAWkNEfJYXAbkeE1uy0pQLEZsP5XJ0D4TpgLQSmuNdtQhijtPwTDFBpR5pTARQ
5+ylABmAqLWlIbYridevspSYhWcilsyUumCeZfZ0H0bFiPICemv1c2SDQdxNXpKNaAfPdF84na9t
BYduBM6TYSFk3lhlJhLXgljIxPkmBe0fw/5jrBL38VLNe4o5cKDYg6LJTHM3q8/cuqGQjl3WGujT
rPoO9DOi6aMr/+OxjYWjBkcauoNVC+8si30Nkz7MjUJD56RakgEq78ZODBNvop5SSx6Nso9ZrFL4
+9jokmMAGaKCIQMd86g73w5s7NOYUsXEPRR9WUn1M0UeX+Ctz8IRg+IWOtCQpUHDBAvGzfTKiBs8
oPZNWDuJJftieNa2xHBE4ZXLfrvkDED8IliA+QiigExSIRtbXYBwNlrI87cMokDRTyUO7D7OHAD6
/ovJQxcQEPMzD+sdy1tRVCLoRTCumCp2GAjiCiCszCmqceQ44OKorkwxjzVhSvHGKbCBI4ACxOZn
359H87lCnqQseAfzkrOj8QTBFqk1FC+YbF7bFW2a9RiWFZ47yMRnELF5PHFLeUocXTPbp4n0Dxri
b90uTnpi9ArOEHQR26FV4s47Ak8zOkkq2FE9raLst4bktyX+Fz2xM9cinvKqieZe1uEVQU/6MEbz
cKHY9UdXOnjSPx7c0hGigBTIRMBAaL9LSho9iZFRAy/WmL6k7WBTSrdRbHkRrwy+tHmvLTHRtiPR
2MY6aGfCpiocKdILOw6gxGJqqcjxP54pJgAqkxkPlIKHpCR/i+xvV/00VQ6oaXneEMixdZGc15mN
W+mZlVIDoxHV2KEQLAFANqehH7Wc42J5LACNzS9idPyy/l0W6VQVGEs/eB1dp7i8cBLTy0P5xwIz
FFMpwlqFp+3N0fkFzFCw+2+6W4BI+scEc7ENphaq9TN9UiB/kFlm9XPiHXq8eWJiDqhUcgIuQ3AH
FBvV1yzPWj/eKUtBDQR1M0n5LIjHBhq9GIk1RmD7gKpEBdmioDwkwaY3T78f21kKaNd2mOWolASi
9jnsdBASAL+qEGer/9wCSLGRYLGQHUVYu41nZqBZ1BjAnFVJLvAwo/L2+Pe/QZrsBeTaAHOBs4pe
gKruTKuQ2rVSe7JHqYMCXbg2pksf/Z3yTYzyezZ5fVc4xXsDjubJKdOfY2bZ8TYON4ULfmGBRwCy
5CMgnkbbKO57AJMxAx9HoalqE99lmGCkFf4MIV/sdWn5UM1CAQ0kIzhrmTDXl8pgdIaFsw+K7gWU
fbniWUsFZ9y8/jHBDCMI5cyiQoi+4Sxeh/JhjHtHH1wg9Z+DGOhzJRBtCaDHoXxpKtMuLwl1tdFY
USlxFXLWol1V8HAtS7emGdMCtwIKAI+tW58alaJLuhbfFBr0IOsXMv6W4nIn58pTpagbCLbwYOrz
KO+cDPCW+d0z95oxE52Kk9yB0BF8EfQoSaVfGL/bOSOd7fTs9bFDL+HP1BkMj92CEp7MPuyKYKK0
kMGeZR70bb4X1+ZBcRtf23Vr2dVOiZN5+iU6NM/TL9AUuqpdOKMrANbTOKqb+cZKtHVej/pS/f36
o9j6+yBkkh4m+KhAxiZS4zWu3U5nqetINFfJWLsNSCjV9jCMqmNG0Smvh6PZmO9A+vqP54f7KUzM
QmWkCWoVR4jwnK0FqJlm28CX3oM1eCf38ardRJfHFufFZRcfq46GTHS1gy2ZMagGSSEP85nVopuV
9LY8vHcFaMPPj80sefW1GebcyuDpskAwxUMHTUYnoh4O4WSN+NRwLC3RTqooboBaGnk73JPm2HWV
O5AqtVNiAzXMtlQvllb9tsJmp6ZaY0/Ri6m6SeLlgDUEleFKlc4525YCI572eIjgRSfhVLg1XrdC
Jpfg+N0nyiqYDKdsiD9QHip9accCmg0oA4CQSFEysxkqo6JB+g9g0aSz9bgUgMbM0UyLFomiU79I
LXBKVYsGUa8FcTc8BZ1nt8NCZqppBh1zSjbmRoNIrlOdcl4aYXHurowwcyfJfQiiZhWoQdRqOtAQ
ltZP2eTssKVTBa2G/x4J4x0T6QDA1rVo79ucpf+mZmC30vVPM3G0LWojKeafHr3Uzexkp6ziAgg1
1W324p/6lB+nnfRD8eON6uC1eAQbwkoaXptoa/KgJ8q8II++hTnZLLHCY8fCt1jEDXfkN3G0HxoU
wAdUwlMv2Cp7ycfBlvv9njS7YQVMUXJUd9nH4NHn4Ct7bp4SP7GHVwtgA/dxLFi81VxP1BwsrnZo
RyYxICG8CeHNAyss4oEXgtXOGyMnQ9J7W3xYjW3CoZ1xE20G4an/DeXuxhHXBudRwHNs5kVqyKMc
TbNjZ0hRpW+RG28Ip8l6KcL+M1qcs7ejFcSiIVChglu77UH3qwNnOh97NGpwt78faSkVNQFLLXpe
6DxeqsfTg36B29/O1aCn2rxSuFV+UXdyRJdHdfl412ssdskSkgAXPHy+ru/EbNvra8nklBB5MzT/
/ZW/CfrU9ukMRxa6LfaoXUs81QjePN1FlYCggjPPU2p3CnhBoZ7wOwF7D/Ibj1dkqfANwvX/DWCI
VbeDkXDshZ0JU25An2TnL4C2H7GbPMneS7jrX6PS/gOORtlPjvJuxGt6lfzoXtO1xPEM3pwyASYW
A1VNAAnZT+aBQs55JJzH9PI5fjVQJkpMkhhWZYvjQAXeetZml96aFSqYz0JvG8/56vG88tyQCQQ9
1NSUKsXBne/94b3l1DMWqzdXq8YmHxSd1FU4D6b5PT4JznBJVikyUaMtO8UFj7toXRVPPT2MvKvC
Ym7+2jITHmRS0VEqMTBqF66FP/ZxZ4dr+aPelJt+ZT2hla2HYBzHT+f5+r8PIKC8bt1U7QhaQwO4
6QRuZNOmkV9rdufm41/FvJCW4yw8a8z9pDQGQQDhc7SvXHRt/ujWySZ0JId4/19OwqIdBiKoQyTP
gURwS1L4iZJ6pc45LxbHAvUQ9ACh0Ic2ituZS43WKpB4w1hwdJMt0GSKRwYnex93PNq0Zbe8ssU4
R0Vyoocx5k0UgEQZZNuaZHsYjFVnAS5TjRBJ+SFRm6TZKWoNAKHTlQ4xYVPPOrtJeADwxZhy9TWM
z5iDTJrRxFFgRF3sTINxVguFi7aef+XOM6+sML5iqGMfiLNnBofUnXxjLfrK3tzjuhH5nc9raF88
Ga6sMWePOSqDjmwxTv/IztDzsTF6tzD+m0vtlRHm+KF9IlmDOO/xXPLG8nXMBI7n85aGOXVaVWvK
zIIFK/+Z9Tsq8hAXy+H+agzMgYIuJKL1LSwIylvcql4Qb8a4hYi1ByxJ1G8l0rkUkg8mMoaPdzVv
wzEHDU31WKxnh8j+RttsVXjSTnhVkfnZPLbzf+y2b4zjDK9lY2IVDdVghS3QqHIC/t+81XTop7dJ
GznFkOWSa4p01PCgS8behvhzf4olE4LC5WRMkJqhSrFuZSmPVkGe6eiGbSIch1au8KjU5gHf75B/
vpPZIaRDlRcJE0SgwFcH3MerwvZC+Tj0nBlZvBrjNTkrlqBd6C4TLE2yrsz9RFUSOOiwsYPRD/rS
7YQ/nKlf3PRXlphAJ3aRYoZjCLR2nTqxjrYZ6xALL8O5QSfjqwqBCh0RDWJbinR5bHpxjBDZ1lQ8
1UGWyvi1VlupkCuzwLqc2VGsSHZnWp4eKFusM+++vrhyV8YYV1YmkXbtgK4VEk0/xz5UNkY+zOU1
Ijplh1apEfpmvjlWvITw4h6CXi60bVHGRgf+7aEF9dNKIxlgwk3wy0J2NOqfR3kf9n4VPsdAEwGU
8nhaF0d6ZXD+oKs7fapJQkA6GBzrfgW2Y+CVngaw4RAJVSRNc8nEqVPNMfRuU5hoswDYB31W7DpO
JZQ/AO3B5v0bK/l2lOo3XUI/0ONhLR4X0FVVVHAcz6R8t8OiEYT1zKGO974BTb1hBc2rWLVDHo/h
YiUWYI15wdBpD5HvWzs98IKjQTGaHIwGEzoX5S8arUYhtaXqiMZUm5aA0vIwqWznBkqvc/MNGkYA
rcb1ht3w1WCIvWLU2sx6XPm11FRnLW7CdSVCrS0fSOTp6gSURdJLazR3Z07aGuTJUBq6KuWQrnst
4VFlMzP+r0/CcEEhCCpzdD7czkQ1xblEu0I71Z5p/BBEu1S/wJ6uCRyHZeIA7AAMAToOiNLP9Pps
zk5uJl0JjVo6TQRSJIpNv/TB18Ai+NiBGDf9NgMoObKP6CK871QkKL2LY6ZLp1EocVkTgdWSKwVF
PMmo1o9NfUO+rrbE/9iyTNBRoTMWhCa3U2ehEilqtSadpOk9qq13ZYg9Wdoliej2tdcZkdMatY1z
uzEnuwR1gi6v0UxN6SYSfhP9pUIylrhl9/vxd7Flne/vQhYPiCTMNMD1zGUFqsASjaBkfuoVP2wC
u277Y1H+qMvpV9dIKI/1s6TwGtpljhI/xzRyq/a5Kt+p2L+UwD/qufwbN/Cvx5/FhMjvrwLP5rzf
ALjRWG4LCRTIFfjk5JMkbI0MOgAjnu41mvyJT6e3QbCL8cdji+yF439MwtrsdKijMQs0AFskASkg
n7IzkEx2XQZuTKFxEIqJIzTIGIvoNuyeSgtdpMozAUcRZGaCztiEFY9Mg73f4Vs0cBvMmXFUDGcI
462zmCVNun4k6qmvAsuTjSTzS0iTrnEq1SeAXES7oELgDqqKLhaT6mtBDXNvRKfjX86sMHeBf30J
tjsIRmZ2M5YAKqnqTA+FSD0Z6JvViGcIHw1I+GszRt7Ga9InJBp3UBov/sNOrjvDTHAXAfJXahVT
kFiFM7kjFdC4/ic1nMzaAjdfE17WYWmkqLKDyA3VRGwIJsoHpiAZwljpJ0DmyUs79i4VVsIpFuGD
vZ2jWqz1dm0pvsjL6i3EBrQcINwB6gidO0if3y53omSBEHatfsLbx47QG26pP3vonJYIDiKJnAiI
H9mvCsDc7PALYYJWXgGthWBucD1E8QaoVs8yecpQ99F+/qz57o2qPQq/zBLIZtTk0ATXT4Imr5V6
U4CRsp0kNwfVTFBzDvOF4w64NyhkoNcURyxqUbeT0BFJ7RUUjE+QoQrKfSV7AwkdPR79OL6MxM6e
q/5A1Q2Jx53Bu3iymZ/Z3UDqC4TatywDqlK31ts+B0oX0uCnBm0uOchrgguaX+P2kna/0/JsvA1e
Y+eQ651qKBiBecIeB47SLXNLu/sEZtOLhOrVEPXGSQdQSfDl5K2ED/TBwQS739Bx5vv+7LsdMONz
wIJMuSBMxmnm/Hf6IlUdoxghGG9SXg1jcWnRsg2kISjagWFhJrfPm4lANMc4DQTJz+KN5C+pvpMm
u9uptNn0Bp4XoIZw0+CQtMfHEez+KoFxXtlmZpVmXdyIjWKcLGMVgYgiOAMu0HOCx/cOvT3dQcCE
1MSs8ICznQ0eXUm1vE6V+KwCWIliXArBKDc0gs6ywYgTl+DCQXcvuGkVo7OjJknooayl4T0qwgJC
qYrQBOtBrKPPMouyd8Gyingjhkr+FGdDK207OqJH18I/DgEDTAMZAGWSB+smiSFtO4unoh80MUFr
0IW98aftWjQzQ1eYZk40SNUrENvZD5WMwidU8qLQxi6YjFUMqd8eUW0y9G0C0Z3WV9UCSodShHqx
I+Tq/KONkDp90qSfzVSPkyMIVb4dFEAT7LTSJFsnyfDei23Qu3mkdy99pkiZk8eKktkQfDNA5aFn
9EdsDG3gAqApHEGlLst2HYOy1RlBdm4eh8oI6R+ppgqcoJ9F7kCBPv6qsr7O7SELtPxpQqx7b+s2
ncDtoIEhX0pnTFoVZC54B/rE1VoTjOl92Qj7SVRCkECjF7p2dcxN4vba1P/SkVbOnDqDhKzdyjK1
wGKpqeFnZgHLCcVajZZ+RNUO3AUZ7ZTXsVbT/RgQidc3vLDzvslREGlAXm+woBWcQDWRszg6S6F+
RGHaC5NPwRg4F7s5ODMeiacRfn/mGpxpwm4DGoj5SisJrfgMTeJ3IWie0A7Ae4At7C3QT6DRASzV
aHtlmzIDRepCdRDic4VcU0d2Wb81wX1QdS//8R4GfApg2zlCg8aVeXYIStDkwNwk5yZO3SEkvhnt
1KDcGBGndL84aVeGmIfyMOAOGEAH+Cw2v4L8dapeHw+E8/usVB2QQ7o+jTQ5W0byywKRoaXzsvss
KmY+Rq4nS2UWHuxUFHCiLDmjrHao0PSL/6QdpIx6R9wMkNFxSnXN015k38h3VpkwG5RaKigCRqb/
HPzxT3BUN4DJ7IP36ePxFC7snpvhMedWqAudjp2ZnAez9sUUj6Umav3BEnltLvdPkHkegRqZqScB
gmXmEU8TwIu6KjnHqQO8cAweEbvKbHWfryZuQnd5VP8YY6avI1oeTzGMFeZz9tk/4TisSyg/uLh1
bhtnOOSr0XZbzqOUZ5Wdy0jFk0Eok3OrFvtxKtcFADmgj+H1qy/cbCxJxw0XuVDsLpYpISgLnRSB
YZ5wch0nNIwGhYYmMH07Nqcm+4i4zY9L+wwq2/MLEjdJoKVvg18Ug9UJMnLWSekvkrkdISP32AsX
DWAgCEjowr/r9JfFrtZBfWadamuvms9TyPOIpSkDsxESaAiuaLFlIlELyq60MoLgRBvZCaTnmXE5
qjMflXkATdRS5BTSWEqb7w2MhgYZOLB/gXRvp0wqIJ0rl0SYr9/ZaOup6rbRW9W/Fd24yVCXLN22
vVgUCdE3MbKpmtmB5Wtl4cSUEyXv3RIYVmRB0YaLLaiy9V9Ku4SWxSCc0LToKNXgZRCZsmJOw+/C
rRSvDfQpIbWHrkSQ4N+OOBVKowzyODzvfo3n+Iemb6eVBkjPJvpSA6cusOMeO819RNEhU4QBoQEc
o/r+oKs0LIppuUq0NDrrDZI5iCXltMqP6V8SSX6Y+xFPDXAhKINqFtQvM1wR8mzsHcAQxGGAcmx0
porm1CRbqda79aUhpyY5rZRuJ4McJrwtHw9zySwYfPCWxVUY/VIsRjY2FAqWgS4616YourqJlGmG
p5UXKFV/jrMy3xhWP+A625NNEpXSq5XkPOjavQ9BDwhK2gZo2fWZKf12cYUuQ9KvnqJzEY2mA6Fb
bJ+GCptCC3gUoffPZPDLz9cssAkZ1h2ts9GNfSeJcX42LmFt+8M2Ptecp+G959yaYEajtFqQ5t1s
QrJNwWtasMqCzMQ8TVO6S8M1OlG9x4u4ZHF+hKOXD/kQBO7b+evCKDMjMc3PFYh0Qhuq5LmyDy2X
tk6nqrbOy3bz7M1/f7U3FC2XlESDPdV00adok8KTNW9KtjM6KH2Rz4+Ht5DtAyfJP+NjO3SDtJii
JII9QXLM5lOvbK3dEfSwNsU6o06HElu0aUqK+KM65NQAbMdTr1pI+0CZUZNxRuGCDnj37MNXY87q
VOwSI8jPetnY2r4anzrhMwgPUvuS0V1bfNXFLyuzzb+DdGqo6eVUcuootZUh2iUUD7Aw206V6HOm
ZsGf8VlYemRj0HnCYoJbdJhHgLXiszJXCPe6uc8+pE/FIYYt/govkHCvVtqh39S+DMlMTvBY8AMY
x7ULFBkS+G0Yv4ubFPgbPaZnqbXsZnJbBP/VUODKgL6q9GBwNtb9CwZLgKcLHhUyCqts2idv0RxW
KUJ+Jmr+kpxlE9eg7DUsEk5BY+F4xVPMmnWjkNTG0OYLxdVa13XVjLGc0nPffKpqb1vBrnexrzLv
4y+q038jACzMl1oDnIOitrorOS+b79bYm/cgeglB/QlRMawqWCuYDxhbRYz0WlTPpVfs6VO6UU/6
Sd4id7g1N9PJ+knO/Yu2QhHbrRxrw6PXv09pM/YZZ9dMaO2i1KKecxAAdPUlKiMwc7ng8cX/jpCL
Qin/2RrRk9Px1DG/36GPxj57wdXkV0WYD4jg6ll28g2QSAAuNLt83ayB8d0N62gVbnQfTS2g5JVP
yjHxqS+v5VW64imm3h+N8ywAZg+SGaSKRJa4qS9F8L2GmAVdOqjFpypv8WiyFXGDEppCz43mI//B
2VLfUAl2+OhTRSFtJmwBLPx2+KVeFEMZldpZs+W/IPODIN8h3EP94hjY9JlXbL5faVw0cI/EBQe3
HBWCabfmxNHU61YW9POP9Dn8qeZOG9v6c3HAU22KXZFzjbuLVgBE4J44K7MDGwTYwK21BOwLSZgm
1lm2vLbbpKA6Vp3RFhSNN42LltCLO8vzYXTsDqq7sq5amlrnbt3tuvf8Uh7kjwCgcHOdPMer2iP7
/I/Ky4vzrDL7JhlTWbcCWB3J3+Ak9H8hN2M3K4NUvLg//9KNm8wzeTU+ZpdkbRXWQ42ZLCrAZd9D
AaS8pW6350oE5NGxxjeZ/CSaCnddt4Ds5xJnhmfHYD4Ad2O0wM8PHhyIzC0nKMTYAAQsOLcaMJ7K
LnHCcPWkvz4+3xaGeWNFvnUYKQ2KrJ/64JzZ/rvz+Lfv9zeyBddDYB6eZksFUQRm7tw+AZxkPL/0
x6C1C1vGknFMzT91N1sGQrk259ShP3U7jjIFm6PQK8FZPImVLXxZfn4JPsQNHD+OnODdOvIkgO6L
JKB3g/gv4L2z5jOy+bcmg1EM1VaTwouwDndR5w47Cyy328y/tGvxV3Uwn+i75mouZ6TzFmZGiuI0
spjohMOrnuUQ0PpSm4hKyCVTfbxWagf86QrIohVQrJc+T1NywQvBrgqqzLkUhZIUs+HKyrTKPo/I
BdIRKyOze0CPn4PMFjkw3LurB1YO1yy8O4GQQeBibrw6TfJoAm0LHg3oHflNuwsaRe2x4QHU7t+5
IP00YQJYEhz7CMy3q1ZRyOaENUkvoL4xV/qfSrTJO3kXcBrsI5/80X4PvHIIu2CMRcY1BzkIAekL
04v0lRd29w56/hp0q3bXcyLGXXBkDDEOqfZDGYohhoaaBsrTZ5RGZWX92P3u4gVjg704yZ2RSjhi
Lt3R8nARffzr3NVh3A1sbWYZK/h58kKfaid2jadEX7c/3MzVUPJGmb1xOCbnL77ZT8yImEDfoVU3
rCeY7L1f/WsqOzq6ST2z2QbO7xO0LR+bu7vRM9bmNby6fFliNxnVPMAS7ofS7hFAVdz2poN1VHnY
3iVbFiIFwAoyiissUkuSW6uUahlrRW0KyWGkWL7G1jHXcxtEzlm6+2kEaAhGUBkH0M1iVSjIoCRT
Hyb9xRRI/NzGfe3KpcFjlbh3cYQGlFaAx4QtFKhvp4+IjVD2JFcvSQY5ck/Do3DX0OOknh4v072b
ww6eezhNcGu7UxdUtTFNY6FVLyAzkBqUyAQnMj8e27i/GgLXeW2EcfYsm9Sy7Af18iP5hDtEZ+Kn
7/mb/tV9Ju+Pbd0/eL5tgRwVOGmsEBvHc1FGm7w0qZfGH5Kf6s+8s/GwtpSvLDgmyUYrBjtNdj00
F5Dzlk4zz1/1VlcbC6BiAFz2KY9FbnElUUz/3w9ith2KkFI8ppJ6Kd+y0aPQ4ohVcBWA6kfZcMY+
O8XtDsc8gxpWBycYUo5salMpprYWIZ512fXODwsdLD9Vb4LuAnEjZ3A+6pfPz7+jfWltXsPA3eE5
T/qV4XmDXm32sNTzpCGKejFfE9023fgz3PDIpO/fMzdGQBF6a0RU88kwJhlGDsWl2PwKNskKoKCN
tQL1rP94Ku8TRYwx5vREBQDpWdx6L121FpEYejbOKFOv7GaLBjY7PHZPeuAKvHlc3in/nsi7bZ/S
yZrEGBOZvCkvsqOi61M6GQfhgISq93iIdxcRZoTMIWpBQF2KERUubnnadG8CJ8Vyf2tkfp85QA1p
AIoggN8DWlc6seyS45gBSOSg2u/V2JWZC3z31zR6KvfpO68OsxFwGFhANwJrjVwW44+FIvSo6RLt
Uu3R970L9o0XPMNPVvWOx1e6tGTXtr7fBle+H1s0K3UtUC/iatjHrv111JzKo/vh+Hi97iGbYFC5
GtT3h1wZqoFXV4XIQKi+VC++0tjNTvxQj/mudlvXtBWneiWeVdjCseZxly5cV25tM8dRVw4K1Acs
9VIRL9wFx6M9rYSf2mr6qzghsbkGFwLKzVgZ5wQFbJgkFSZVsydf9Lq1tarQ3siZ0fuj/HZUjItm
BR2zchDUS+/Em/xYHsLSDtwKE6o43SvZtu8151a5cBjcjIs5CQ1dr3IQ3GoXc0Xt/eBx9vTdgACy
wpMQGiwqsiOAN9+GSDVpBgCMVTCioIVXKt6BeeJM2d0RM1swJBDiIUrNJ+ythchKs/mFaFyKH+Jf
Axg9bGahtkc/xVXcS1zCuynfeQJ0nIGHxbsMeQoIzTFDqiKqZZEihS+g/JBe0KgJkRVsbkg4GLFv
VkA6QOdcPXcW4QXjuwA5W8ZdD7z1SBQbbJ8BUaKwm7IhfDHoxsRLt8TVtW9/cyb07pX7bQWpYXDs
4JnLXieDICQg38f4tJL4SuRVaLJrAHmOV2o9bXQjcdOV1ISrx2aXZhV9DahIQiwBxGLMMioA1jSQ
/Q1fABhyJv2AqplTQKmJkpUUfynAWz22d+f3KJbPmpPIfyIcQ4fj1m0aRSGVMsrkZdyKXrgNN5LX
c1Ld90mY2Qa8fyZCAl8vW/vLhCGyok4lL2Sjbof9sNM39V71Y29cPx7M/dHGWGJmL1DK0UhUjbxU
vgAGGvDNbstDtU6cwgvW0inaSFuoPPGwAfcXIMYsM4kJpCbbfoLZfkuO0Vp18qN0+oifyo3p84gp
ubPJxEZoxE+CQHXykjy9AFenXiBa68eHck15sznP1s1hzQyLiYmlLIZBEmBYwtpcGT44pX7jwbOV
PHFNDgLnYrfoiFdOMm/6q0O0z0yFpDmGFT09S+/5J/V545nvFvfDQf8CdhaKP6wCX65YqZaICnkR
nd7Tt+F6WIPn5hl5EI4XLuxhE5UywGvml++dvyPpT/VEr6IX6k2+DLB86oIjaqe7yWZyFAeb2Y38
3m7XbxzD9yFrlrlAAQ2akij4s8/tllq6ERRy/O3+4CtFJSX9a6zUHY+bd8EJby0xq6UCxBqmHSw1
breZ7MAvvHfFq3eUc27eo+fAeXk9pNltrtyC9DQKpnlICp5NTz+745dvutph9Mk5/EBhjHeM8qZw
Xtsre8UYT0LRwN6ISCU4htf6rYuMKrefdtEQCFXQt6VDHYdtOozSTC3Raha/IK2J8rorPZnPkkfA
06aeH7sFy+1jInsPUOg/pphLN40gUg/ITfxSetU+9UsndX92fmZna2hyoVXNHo/ys/lcbrRvkprx
PHz9hmAJT1iR9x1sR0Gc4VQvG3xHv003EnZGszdPqH+JzujlfuiFq2jT++2PZJO+xU/WSnEaJ/GN
DdepZu+8jQQ3E8LSdhKzNHHDxIcUbuMCYl87wrl5//oAv/ShWkV+4AVe/B8DurAK6KRF/MG9B5Tr
zJZJMpl2GoSfXjof6AZlT5xpNwWO6YrP5b753DrxqTiU7xKvQ/w+sN7aZXZQluZzMgt2w091K+1k
CfVkkeNi96H11gaza4aCRMBZfe8awZ7sX7obXDKfd0TM5w27bOgdAPGzBlA2brO3e1OQo2asoabx
kmv7Oj6O2u9g5AVvlt/pe7NcG2GO1yKQiqodYURcqdtgBbHq75p87UcAWLSrYFWvqrW0nTxjpfvU
pX6/5qWL7h8L6PubuUVnDji0+TCeMlpNqIAzOX3RQR45KJ2dJM7jkHB/Qt1aYHwibeO4jOUqfelA
gTkWT5mZO93oCQkECs9oWP3PT0SonYKWefZ88BizFaNYNuK21tTkpVZOQ+s0AqB2XtifBQUEOZKn
AYIQZOKGtvKqAtMXqGWglenS6jQUe52A94X6jydgyZXwghAtE9+FYh3jSpWctdiKMqY4KFoX+dXJ
zaAP4CVd9fnY0n0aAvt+7p7HwwxKiNgnt17bTyYaAvsie2n/1k/SLnP24ab8kl7jg3TkmFpyHKBf
QYWJDmUw7cq3pookboomKrMXNKCMsjPSsPij9m0kOC0R6B+jaagB7c9m2iuGUf8Y5WHUnTQM+oMu
Nf+PtOtajhzJtV/ECHrzmkmyfMmV1Bq9MKSWRO89v/4eKm5sUyluZez044R6iAISCSBhDnIZrWxW
hIdOLSS/a01vyw3n982sshd4+fsYUYQYHvP9skkvcX4YsvFoYUw8mNSdL4a2nLzn8AmqlmFPY2kr
j8GARoyek1VflZAOhFK0CANlkR0q1cRQ6NMpSS+Fqe0t4DkKmGnkaPsKDYCDztupsL4Dj8fZ8y9D
iDRtfeSB04spFmhajWSfWnlncTR4LTLCdKIxtxDBaGkaYyUwl4GBlinNLpXd2ZMtIZw1d7qtokXd
2qPgvdU5nR0/c00wvdj1hb0kKDoDQZ55D2RSqgqA8MguGKiaUe8ci946r8Vma9zyAsw1Gc4rIedU
4bxMdv77Qoaa0ZVF4+XoAaO3vPzquuQWH2f4sLzByMaqyC4ehqtvLKGSnzHLXt0JRdvSYD5ZIomd
bgJP1Cigk0UtYWspGmMVOujICWwaM5USWhfJ3AseWHXAOduftRINT3J0CM8DbDBRbCdi4xmjX5hG
dxELaqK/JKjCHkgqd6X/0URuj3Yo677vdpEcPgiBRcoW+3Pri98GdMRKFc9WBMdS0OeAsU0eJtCX
+n6/xPhtyGKhWo5eRKxh+H404iSWiS5U/UUot6UvuYX31oow0dG9H/TUm7ZjVjuxVpLUcEMh3Hkd
+rawliwtiQBg/ufBesZQGNpW8sTVNSdIt0nw2WIBpnljAjoH/7qtTsCNCDH5ZU0FAXyUPjYkLxwB
GS0RRb3iWVCByHUqi9oWvd+ZmDvBOfxIu00Vv+nRs4W5YLTDXzdeP12mBkTUr35x7L2TWdsKI9pE
naT1lxTdCCTTO90R20R01Sj8rNUSiLCy+d61Ag9Y9MvbM/JGMlTB4AHSQcjrMb5aCoHu04gmmgGH
X5427AbRzf1dnt2P+b0Y3ioG4GCfrOEpFBAvB6SwJKe4Ud70nSzs06P4EBl2ZJo0OgNLpfCpJt0E
NTo5d+pBNV1Nt6XTGAJNdrgzRqdwwlvZcrH6ghQVGU65vulCWiqP1ods2dcF+rPdFuEAesJxx7FJ
E+knJmjMtLo3vEroL2IcoMG3JZV6A9ziWqeGugmmU1sCzSC0jTuN6gfNf9CNU1kNxIg25jnFpuyY
1+uqzCaTFfXyFzGqPVTqEI+B11+6MCOS25duXN7GFq39hhZWuhl17Pi1URXJj/pOD167Jy8glXCr
iTRtngWsDs+pZ26hjKcxcCbDltNTpsKt2hIal71tnJTQHDo2B99uAp73/1FbQXs9FpICmx6jlGh6
YvxO3MfFMMlDfNGI7Y3OOODl6jyMRLvloYL+iJ4YSvMvWVjnWDZCtcj6+BJ5grYbsGCXVtNg2j2Q
HDjX7sfLYialonMRBRZxhm76Tqr0zC4ppwkreYhtjG5H0SYDaDfeG/mHv5nJAOMBOd95F9CXZiw4
qs02StCBDTIWOuoRIbVUNhueV/vKGX9TMJCB6cAxzetXgHX0nRvJkovUkOv8UleDsM18NQeEohh6
8UYq9Vyj+Whglidp1GozJW1b0URNQhPzvmNcka4E/gwRptAsaIZlKCPNvBE7kTzsJUHvVxHW0SZq
284/h4IQBGTAyI5EFMWTH8pCsaCa2LHR0VQfseeuaLEqgYpB3MPKAtQCCalA718TS4g8t52yQKGY
R+9ewhwIzVSsRoOHyvbTDUMYCrpSkadC/xpAtL8LQ1SrrE8tKbkMbrMrz4pdbwI3RIkuOr+qW0wP
txxd+hnAMBSZkEnv2m7qfET9jVscT6GyT3sa7mDgJkC0C7Z3z+0v/hHxzq4S074z7hLwz9lukXas
4kJBQxTeGefG7WsX3cXYWtS6dec02ZN6qN+BJwG4CR6r82VnNA2JJbwe0bkJLG+VEa5UmN4ohWl6
qR2DqPtTQPVd44wXjhGfnc81MoxEEyMY0wardy4tTR//efjkNZT9TDRCgEs+GO9XW0WQ+AUIeBvj
0JDjWXEiQv/3lkaGDOOLRKObiqKe+XAw/g8zY5JzgIYMet3nrWngN3YYD6OFk1dbKY4FTTAuWHJd
n6g7k/jU2GNBPU8LVlyCigIZXiII2NHpzljPrhLNKlRmcnbvNDv5o7ZJ91QR/df7dcZ+REez/BaE
GHULhika+yJML88lmQ4+iZzU5ajazyrLTAOPNhhpJNah1d/tBWIkFHfGHDTcG4htd4yPD3fcvOza
jV1Skb9TicyyxEwZqCDtIBFX2mK+E60lj48F/bz734WGwZ0ZJ9VE6tNilGGQzDiRQj+7CAF5zgfA
HUc+2W6vE1lxoMjuYcRFRMHUQtj+nZ+8spRSVVq8pIj3otxku46IzYbWHIS51Yu6pMO4NkBcCIKQ
gc7z5BHrRPwLVr3vH0zeGPiapi3pMCqdJ8qgWCHoeHcyral+g4KKw1G1H3EgNG1Jg9FmLLNr20Jv
ssvB0wjmut4HHmLzz6wQQ4Kxa0JtICXQ1hBXspM3IhUc4UWhD7zS6ywN1j4vOWHt2tQoWiiBk2in
793qOA8p7ozqXs3IQ/DIS56ueYMlNUahJamTrLEGU5hGeI1DQj85BzML/go77LKTBMlCvdLxcm92
qh3tOV9ftc6L389OAxVAWEFiDZ/X99iWqzk6OVd0+z5ShZS/rl9LngKwKVGj0v2uCsrsMlIEnGSG
8C/t9ChhVoabF1wLBpZ8MXcT8Lpdl3fVfC4IBFw5IrEbuoLN0TbO1WSTNlGvD0I1Qdkae3jAduNN
RQG6wzskng4wlzNPhrEfYwiu/IxcdfdhHXYYytSc+GHcygcZT6un60fFY4uJcfpI0PxiBEE7vP9I
j/stjyXOtWHROXMvET1FBIFnlUpb9XdCeRUFHgXGDPRFKbSTiItpng6TOxA8tnl3n+NnWGcWqD6Q
fTQcfg90jnJTOXs80QnHY67GAH80GRN0373Z2CaCbNTdrMkj7Y7AhH3v3f3WpMLu/fqpc4zBD8Ce
yp/UtFJwaeyARtbd0XkURdIT9VcdkIzyplw4/vPnS0GpfUkUZtPm2how52nxmtrJvqA8Ea4FOEsR
MsbAl33J84svYzCD2pu0cidb21YHAAk3lCaUI8c5LPvvNhtTPN+PzK9NNa+U+frE5EU5RLZuHx/j
G94luu6zMdb7nUzjlVHfjJAf0obqrsYC3y2HketWVGWXV2Bt6iCHFXQPD9XmwbwNDtShJm/wnqsI
811epCKyom56AfAfF/GTkNqdKA3wMOBZ0esWwVAZi9BlipSNOsKonqLMaVJ0AN8ENKQq6V4zvE+N
z/YobDKH96Bbpzv3KiJThSEAxpjGfjX4yE7AejuVfaoJFgRzzPW6IfpDgZFfqoW9KOZJdpEe8nuB
NnsFhVoeZDSPDUZ8Uqn1lQgMCETVL0jFu1vl9rq28QgwoZSoDyGyJiCQTiQhGTF/R4/XKfwXRfuP
oNh2DKvFuMw4gsSpN22dTmdHyZw9HXk9yrMsfhqAP3RmA7FQaCBdI67K4gw5AvEpss2bx8Th3E3O
mevMIwe6ZqrYVjZrs0UETLgNzr44cYj8l5DtDyOM5YyKThuxFhomxjU3KfqfBRJvajs6J1ve9Zx/
8DWZMUYz6atUSRs8DaPjoXU011RIR/+ZThnd8rJi64bzD1eM4ZTKpusjLURVb/8cEv2Bw8rPrp+v
l86f7zM3PrPqUKpanI1U7w0iybakEeksnFG7IalbESdB99P9ffwRUmMgMqIrjkFYV3QFyeMZig2d
vIxFkLVOK4J2LiZiY82wk4ixRbMR0MMoz9fNGvDj2BaUGLOAac82KTTUZOWP0qcVUjoBsezDcCro
lhNsr6VP53Lsf7hiLISRZkkaduBqxNiLT/vjK3WS7f7zSUGUInN0f1aCK4yxkAXIjfVIB4NYsAse
aOleN0Wrxu4PKypjIczSyj0YiOzy9DIF5D79/XD9+6vmAanQGXJhTr4zx1KiKxgIEAh/7cG20+34
GKUEkdV1IvNHfohoQYQ5j6Ioq0IaEOeYGzjSzSNmPv6OgsIEv5WAEaTAR4gdPAN2E6rVbMQtJzxc
Peg/XLArNZWi/f+o935zx9HY1VNefJox0vIYoo+zhoDkp36j7WWibjnnzKOg4IgWnqZoCivGcCtM
GXrrGufBu/9LFhiz7KHLDT0yIJDcdrS3He4Tet1WLYTEWGMgpAFn3ICqAmjn/i2nt70tHivK4YOj
q2y5K7EqQDGpoDLePb9Zr4gw3//qMrAmN7CERmplEAgu0zbeHHO32lynsOq2FoJi7vQ4NmmuoYR0
SXb+o4j1Rxy/te7tFwSY+2zmBZYQzO8kdfNU2crBDGabgSWLnFvNYYQ1rYbaT1Fc4lqUZ6yRvACg
l1yX1Mpho90Iq+PRtAHEGbbOlpYeHhSNkiNswcs8p6NLMp+nUWvi+kZlZnN59zBSbhUVqNSO4r5J
ZBfvBpRqRl54v3LHv9GZ/76gI+VlNgA/OkferNvNAht5urtyIBqam9BCD+AcXWK76GNVwWIxXcvx
EnflBO2sQ8k58p9DrJi5WZJghDWNWCMtCSDhvbRO/3RTuPVj4Yi29ETj94BwbvuK+/tGjRGZVeTS
1BR6fnn2Tq5YUhUIGh2in+rjuqLx6DBXspLNvknqmQ56zLEg9ky9M+/hxaPB3Er4EEHTO0hupPrG
u0Om0UbvPKD5L9d5WfGDS5mxmea4MXojnukAPZnkHTeZsJIV0SR0+c6NoWinExlZWU0vScIEWYVP
vVMTE6tiiYJ4kX/91xJZ30gxIvOEHvhtMkhpmII18GhxA6zwhQYEzkjEX7yEz+oJ/eHsy8MtLiiA
xNs4mjnTiOUKtKNYxvvJcS/r1mZBhIkYZdUf2nYAkZhEu8PoTGfkSR45sRCXChOxjFpjGYEIKqWj
bk7xoaT+o/T5OP7iEOKJjIlbhmKK0SbxJbL2VdrqD0728nldn392W5lAVNOBPgpMKeAbsqXgvJf6
qjfU+YkMVP9zsRv36dnbXDw7PIUntEIc/xmexmNuow/CuU7769tMaPyNNhPU+GhXFrHfCsmMgCbv
lR3adeF0dhVsUsdXt211yEtM8lf9vrPRCl4PdqdQ0RkpMEOGf7CBHFgh4QFjGupnujeccq+4WA1k
ViQ9mSd5j7U8/kcZkyoi6VulEHUk0XN/zHzb97atn1LllKTYkrYVXz1zgzVR6i8zpsHwiq7DsLo0
06bLnCjZNTrpfE5ddMX5AtUCm3EAbYs+TtaOdFkGAPBKwutXsovDpJHH0OZEKjwSzF3oDDxtFauf
c+IydfXj6wNv8GItKv3GBXMRFEHWR7kRs0tekefSkanik0yDHO94s71r1uobKeYutFhTZuoVuKmd
aFck9BloiBXWHtG57mLsUo5vXLHz38ip38MJK5CBmZ+C3EH8QCuU9M911V8zId++z6i+aqpJM6Fj
9DLdoMpvoKMroBnZPuVb+f46qZXA6BslJqYo0bmg+BIojRuZnuqN+Xv7dwSYMEKNNexl16e5iCTS
N/224jCwYgW/McC4xAELJ7IMaznm1PBOdaqEvG4/OcfNuyvzb1g4p7IP5b6NocghZu7csXVGZcvL
N10/CHQNfqeBdZCVnhug0X6e8o1qF08epxP/uqQAzv2dQqxMjemJOAnvMSfY8WERmtuU42N5bDB3
3it1rNIswcahQ6L+kbuiBb+R8QmL0/4xgZNI9aCUIqopOTmFJLLvLSfmTWLwWGAuN1D0M3+oR+R9
RBQlExvLOTlTfStvhW9cMNfbEzK9l5LZfIR79Am7Mq/tnGNAdLbqNMRhLXseKAgHcX+aqyaA0hrc
R9/mzb5evxu6yNxvETn6qTZwImVJTEJ9dCKUW659X6mifZMYc8uLHDDQcYMzecbbSoaXN2h5NJ72
nJDqul3XWaAZjKDlSqaCmcuuIbxHCEdSbIgLd69aUYKPi53tTiT9CE9NyU0mcyT1pRkLW5WnqVr3
AexhTxX3ZZ6r1El4G/Geuxxj8lVyX5DxVCPQvBwKphHXFR/oe+5wjO4qBRm7dbDMACsafrx1dBP4
CJ2CS2KgmyqfiHZH+ndOFLTWW425jD9UGNNeZ8oU+paMi7I1iF0n2xLZBxdLwmwAZufEQ3G724ho
Ks4RWMRnfbNtMIrf/vp0XsWbPS+Pump6/vwaVkUQi4eKIILnmOQvpf0P+qs5Ul1VwgUFxgnkcp77
pQcKTUMsKtweelzX6x5/1botSDAuAMOQRSZnIPGEY9NBJffIdQo8JphoL0JxSFAb6HhS2W5IzGOg
k4JyVIOjf1+VlIWGJ21Qyn0PIhr2eRIs97StGxdjMfnlOjM8OowzUFuzDssG4hrpSzW5FoYiqKM9
XifCkxgT5lWDGdbY8YnLVB1d9Cba1VPFSU/xdJdxBGHXD3Heg4Rx43aHaMuzbDy1mllcnEetG7mF
bWvQ3JwMdgNw4YfrMuIRYEyBlU2oa8P+X6aHZ+2+dbl91aum+c/F+HpsLzhQoyGI0xmiHtj7O4s8
x+eBoKyZ7H33Oieco/gaFFwQagcFA70CCGW/c3KDmx6+c+64xNFambnktdC2eivhtEunsSVXpBrq
ShkVUGgOMVPaVdS4cyry8M5rhudo8tck/oI3TQ3aeQZyFqJk1xH5tcfyu/fr8uMxp35XNexQKsai
BI1o1zvm029pY2ymj7+zL18V8AUjg9laRWaASE+1HLBbtkT/qc5/SYS594pXjglgV3DvyycYsHO6
w9AV5bXnrFWVl16UnTaEg23GblY4e7A2GIft6K65lM+xq74d1C2P3E+0BfS/L5w2W5mNaq/ruxrK
99wdJd0Jj6cLphBv4wHTxcNeeaJ0GGzwid22n5ge/ZeZjcVNZkxF1PqJBiCAWQlP/tbfqw8meTBs
89+82P6QYUu3ajdgiensrJ/FzWH8alLBJGH+dl3b1/M0CzJMTDAFRlaUHk5vgGtAH9z7q0ezDedO
rVUvlof2FYkt9F2EsRiNADJDL2nvYH2RZ9pII6KwFMiniBSwHjzsGC5nTKAQeqGB4TgI0G4ykkfk
FXm00N1i+clfipCxGEEflaMaQoR4laaP4ebXa0aNW15GjWP72JpcIgqekUraV8vvQPxd54j3f8kI
YzAwTjmk2gASp3TrutF7Vrs0eb5OZJUNDDLOnTVY0syO8JqhVQ5VbiJSAKjzPznA4/Rt+G8M34IG
c0OLONQFKQENbD6KgZYr7dXn8cBLoq46ij9Ufnj0UtNQsNbn2C36R7lDH/7c7GtweFl/zS/IMBdU
N4E+YSB+u9gjDW4totKGSPvmvL1+Ll9280d2ZUGHcerY3GD6TQ46cbExHOPFIzPqGKEOMDR3+3N9
OUQ7wTX3NTHwIioA1IuJas4TfD2Vu/gRzJ3NgRWqF+HMrJwf/DssENIf4EN+BUTYpDbPl6ybiAU5
5uZOgYeB1xGKcjjJmJa1pW5ukpE3PLZWg78FHSbMD9O8T/PamJ92qEyQ587299Pn5/UT5NwsdpVr
lXZJ6IsggjG08ukg9wQvIwyjXKcy24BrasJG+oMVeABvRksOgIZIj1U0/yrWXwhr5nPhK8YsDcay
mxVRJ6qN4eb3v+OAsQ6h3GC8qcf3B8yCnDNuW8N8Ua5IiHXcGAIfx1iDhL7KtO6b74Q7+ho5PDSE
tckGwDz8x5SyjVdBLyMrJoCRua9BpjcTQdcv1r1x+/85msV6727QvdzzwVFKAPxMWxLcPbUYEhZu
gttiV4mbDlVhjO0Yl+snxbGw7Oy7YPbZXIaeX+HWg3DTXYAX4OqBzVHpVfYANjb3+qHJnJUj5s8q
2FcLRqd9ag7x7jG2uVZ81QIsaDDWdezDWOh70Djom+wo7iV7IKNCX//dO9PE/C7wKgEdxaIfADYr
Dv0wzHFWT8kFgMtPPgmBmQLXdP1wVt+ZC0KMTdO7tK1LMZoJGdjngulAXpvxuoIvSDDxCDY5T1Iy
xXMbkoTodHRq+jFQ+HI7ILws86quLWgxdm1ohhE7tiC3LqZnoPrhBRHaFi9mWPc4CzKMcbMmcyqM
CGSeJ3s63uo37fEu56T51uWGrZ2Y4oc2Y13Bdwtad9OIRRDZ3OrQuflr/4q4lNb2mBPVlW2uys0R
yA+D94ecMev+wmDXEdaFCWKR4zE7ueMTUArJ7US9Z8nheLh16S0oMbFQaWVWF2mgJGIj9k1gq9jL
lIIhnjKs6vaCDnNbsXK1FRSsjrzYWL0gwM8JnBr/KicGOjSwEGQeUWeL/G2vdnGfVlA3oEnqdI47
5nQzv5N9zV8vCTEiyzxv0FOvma9pfA6xMaur7Ob4NpDSln9DI+pjeWnovzmoJVVGgKLQeOo0QoAK
mZ5TvCsbgMx3yAnxCM0fYnVvSYgJGAepE4YxbfOLgbxg8o9Ka3KfkcmpzsWekyJcvVZLWky0mESi
nzUlzqxxEcGNjjTfKre2C1gL3tKKNXO0pMVYV21soYQ6jq2b0XK3mOTIbcD129dtuMTTjvnvi6tr
1IqFxd4gU6DeOaMOA9f0BpsqoPIdbRxsIfNhBrmwcDyyjLFFj6xkNFY9G6jJrXYAObTVV9VB73Lj
JOfhRXrS+fvt1y71UqSM6Y0TtC/HwDPETZhy0j6NjuEarvXcvwbUR6HMMKmoOektd9SIqziMPQ47
ZTC1CuxWkDIG2GhxAIQMsGOLDReMYlbC/34hfmxWUdJElxN1VhxXnpHTj6501GmqOWR84GnPWlDz
R6IAW/quPXhmR0KDMRkoafIuOz753dvtzjvccbR0/s41nhhr0vdF3+gJ6ACF6C11AvejcbKzjCUS
3JiaxxJjT6wpLvw+B6nJVVH+x4IhFLYzdD1yg5v5S9eYYqyJJqiyGJQ4KMOMiNZ3rqJ8jOqdheJj
JtoV4urK1rtt32ys9rUsuv8Zthp5VCxMVb9w1ABuzChlYoRhFdTj3HRpoCakwJk6BV78Gb1+euvX
7j90vjzhwsQg4tYEv/2iU7/0ruRkm3/RPwrYTCBkAUDdxIATw4pgqkKTGMOsh5h9nM9MOGmv/C2G
a3qIna8GavWijLEwxoL4vSXUPrBugVYgUjeDdtxqm8fYfb8usVV7saTD8KNJ9Rh0BugAR/83Vu2S
cDe61kZC8dm3eb3+XwfAKuKCGntAQ6iqqSeDGpYKk7fh8Ht62vPQkuQ1s7QkwpiKyeurMpjNUo8V
dSlRfuM5Z+sjAZaRfXM/2S5er7f+TlWd4TPa7q0db1vLapli+QsYI5KEopx2In7B1O21/PB4uPPP
LRHJud8h7DI5Wr/m4ZbUGDviTW1sCBOoaUAdQCKjfW5er2vJ2r1aUmDsx6COA5QUTsV/RW9dF1Bj
d53Az53LsBBLCkwMYsij2Gg1eKhseQa1mewMfeAG0XYpeT75dyFNSO/eqr49PDr26z6jnzwrufY0
X/4EJj5pBcOafG0OuYA3ECORK5NPHrY7jwYTjBhhil0uc6jVPu0Kp3FefZvHxmpec8kHYznKOmtG
U/tSBwPbTy/oInY8u0O3yaN4sG6vHxyPIcZ8BIko5elsPpQbdyYz0BGFj+s05m9cMRps8rvxc68e
G/hJJILkV5WkWN2G3Qr2dSocHWdr2fI4yeEQgkoPtQO48xTQ8+d1EjxGGLOQqUNtCgKEZYcIdklM
JxqjY4rXV7hqD4AXaeqALlQ19kluRYWU552YX14Ud9rFt+r2Ohs/t9PPl/UPAfYRXghY5hyWE/jI
AsfV9zodAAIRETknFbz6Oasod13aqlFf0GSMeqQkfmSU8LtAhKc50TGsPUe3ut1R0aXlzd/yyJyV
XOZFFacQIuJ3lQpYiig/Jm5M9UtHXwNH2InzgGu34WjhuocEuL4s4w4rCqvsXV8oANuUkHbYdHb0
T00DkeSXfTRw6x9r4Segbf9DiZGooMIYjQooaTI0vnE1chpye9q0MneciEeKEWZv6PkgBfLsodzI
jk/HPSD0+VXY+TM/DMWCI8YRAs43NFMFZ1bHW6SLsftZJepvyaH95PL0g0eLcYkIaLMiSsDS5HZA
HI8CQMoptL65CzGiwssRrda0l2fFuMe617IUSJoY9QECk+KkR6tCIqDZzK8StAwe8i3KZTTYXL/o
q/ZqIU/GIwKVdcjFDlQVc1PXT0V7azYb7VFMHsXWTUVyndpq9RHpSuz7AuYykuOMSOPCEAUxVvBK
udm5aLfrT8cB3WP/pmK7JMPIEivwCkAbqvPb3CKtSqRD8aK/8e7xfHt+6uIfZhjZxQ2g4yUfzKCn
ryTB8zwMevSI8QR0w+tyWz+lP5SYmKLFyt+ptvDoEZ3U+UjIcX5C8mJM7uHMgcDiaVVZReuX8+HY
yfGU2UDYh6dXHN61Wvddf5iZmV2QCTxDFfQAZLJb2x3s1qkfy534MLz2JKKV3XLS1/OvvnJKbP1M
SLByIvdwi5+njBTnAt2dGRdj6stm/6CiYoc5QEjnNdOzeVwwJQkAHw1KaNwMpSe5z6FNn9qQxltl
G7jyBZ35u+4+cTyeEq5qxoIuY+HR/qDqRQK6FSoaL+XjbXl7d133VuW3oMAY9gJdjJFWg8LBO2H4
kMKuc06IxwNj00csvUe5DBSwdSXd+ufBAzzcTV9v/f7fTO8iRf7nnBgDpGWVP5YiaGGAz5buRZJt
7njThrN1+a4LAPHGeDUA0DWsx2CT8arqN0luqe3F3vHc7Pzzrn36+3FfP9if0fD3n8kcrDa1Y+BP
SgtEldpNT71LeQVXniCYg+0BAd37KgTxdn/L60vlfZs5SH1oUr018O2UcveErbyvvouG9R++JbQA
024vin1f24DrcY4+nO/D+8PT9TNYmRn4TonxIQUsodDNIorJDqjFPTnAYDzoNnHpw322ObzYuG+O
7WD00OF0BH4Voq8pE+NVPExUxlUHBTi5L/1j+Gg6Kf0A+PTJ7m7uAxvr3nd0Gz44tLUftufU9qjv
Wrv36xLgnSPjdLA1NhK7Cj/CvUdulOM3f7qa79JlXE3bmaM4mvj4QD54t3wlrbb8+I8pO7PVtNr3
tfbyFDvCOd0UbwkBhnv0aAu8DWrXrz07bvc3Ase+y++eSpa8qdLkWeC3nKPk/UrmupdC7XlhCV3+
6y/PlBfetZtaxfJmUwXsaF5j53UF1FnYxlEQ07Af8as1QggnK76Sp/yuI8z1zuK0Ca1ZR4B+f19b
jpw/3iX3jYuUsn18P7bADR0PR+Wp0ahxCt6CgUTHiAfF/9VA/98v+o+5ul7yRsOc7xiWWVOFxNi6
6B7nvHZNsm3pPj+OZLN1Pv9SHZibPRpG1gkiBDsQyvm0wlM15mIPBRo/Yx3fxqMsLkl8l2/2zs1x
JPfUvmvJcftK3x/aA93YM7bbXonskhfHcn4Ck+e+fid/rlsyv+nJV2i+UPAwkDDOMYGfw0tLUOGO
bPfk7SoiE+cDWwCuU8Mmv6thhP5l2hbketmajD6BWpZkZ1tkN9jCW0zeY5RM661AdpWLscKU5CVR
VTs+n9Ago+0EZxe4h92I9LbsE+XtRjs/Nxlt5cNlAKg/tuWmzkkjok9Kxy+c7bRtN8/15sYUHeW3
fidhu9tGxQrfjXVUsE+PBCYJsXxy2JdAtiDmSboHKgjxA7SlJrs2Ic2t/imhi3IH+AX8g8kODwM2
dWL11yY5/vpUIpTozXNlSw91Zke3nYcVHvfZsWic/Mlwc9rg5wq/zVct+uqIiDLSbxQXu0Vrmh89
JJfSjYR9H6fbfMZL+ziJu8bdFO6HRTRMuO5QMaPivnROPYiG8XawoxY1baQ0tDfRmQ7DTUm6hxvT
CSgS2dhEptPALtzIJM+7kmDBNLxZTocb9PC6QkN2rraBplopxXOUAjZYIa/HzRZYEPfGJnQcw0FG
+mTd+YciQxnjztynDqA9e7dA6Tx507BBbyKjPUjU+jAO8k5tiJai4nu+Dex8IDs9nPum9AMSdHcN
1mv2nv2uYTrDJGVPj6/iW7rZ/yoP59LWnm7kzunIA9anZXYKvCdlJ9h33r54NC5aQYC4CkhjLA1y
BITGGwAOS6hr6Oeut8et6Oza/WP+ltZU2wQ2NVvgxoSucYbvcxpqFEDywlwbWjSgI1gmEE/I3nk7
p9g+9EQBJm72+d7b8s32/bH/pSmEBHtb34878x4DF3t0y25J9aH3ZLPXofyTQJoTJRkiD6rCdP3G
iqaLoRC3wuqK6MOg1i46o9XlhjgPFUmc0o5tIH112HH8q6Md9jjtY/uzlQADta3Ibq+c6HR3Dl2R
SPfVYwALeEHgi/Pozucd/me3J8UAoSFz1eG32D6F9Lf6+1lDZxA18VFIQqDPgZ29TRsX6OwZ/lNy
DilxsWvpl4Bi/7vn5G89IK4TNOeqpLfDwrES57z9RZMPdXOTH84tBacAlDBQEt6E2I9yKTbWrSQd
EtLa8eMHvNwIzT96R4DHFqd3DIoStSDv4lYm9XYy3P0m2efk3nr3MxJ8hvb47LmPxi1WVhePLWqu
+xwjxzYumkgGB/n6LVE2+52Q2Z4PrQyclmYnFLw3VHt/jSnQY5X7GfZn39p1Tck2IRDtb2RChd05
ach4Ux8Sp4oJ2e6cEiDxlo2Zad+RbwXEO/FNQbYj9SCbT9gq4JGS5vD4/pzePKXucBecolc7G9xp
K+IytMlpr4P/6wZtzc1qADJSDVVRMeTLmk89iAxBCL0OPbiKi6s/kJfwPDdkJHaTEvNGd2cYeGuH
o9qH6PvmuCMufSamkqZaqRLV6gAfKaVUOoSXixsCT7910Tt0m+8KRM7KrQUzmp04L4gv3hjn/o13
JurS0yASMxO0y5G8XCygGITUI8hSbq8LeaW5BxMICyHPDnHhNETRNzAOLnSXZzt0TkC9Uc7lMy6L
hnW+Br/G9TO79p0c8wbzzSaZ9ApnWhTk1z/SU0QOkosLwGNrJf4DWwpWqiiyogOi7jtbctEFcuf5
/cUiqPZnogsLiVH6/Ba97hHwsMpbLoLcSgVg5u0PTUaUcRm1qW+CJpDdswBuELtdQvez5/DGC1G+
s3b9+HnfYn7yoORy1BWIUOx7zq/8mf75HvswBx34tVRhndscgFskdrSzBuD+nuQcMjKPDhOLA4Is
F+oEdJ5dAKoRcroR6Mvp4jtwdWSLZUtPB0ckD09bHr7iioYt8kH6V61tcXH8uC6ldH69oJjFe73w
ImF2AMowh6IX5ufL06Fz3cC+ROgjycivCwIQ955snZ222T8FhAIq/n2ke9/mtct89YAzFugbf0ww
7qny/5F2nb2R40z6D50AUoGSvip0VNtue+wZ+4swwVbOWb/+Hvk93HTTuiZ2D7vAAtuAS0VWYoWn
0qodwd8Pxzk9/rm/31XWK0LLzbGwMhdNlJsN5Lywj/3Rd7BqCvhvgeXMKI7aH9vzaLtP7kE9PsE1
WA+R8/gBZ70/vO/e7wg81HfFOp1ChGA7w70t0Z+TpDe+m6/DSWbfALABUTDd3PvOaX9yBnzq20bb
NXg2YFgt2yiWhw2Gxb2ogi/Qps/3wIVIxDPFMuol7ZPZrkjc1K+luCuF4uep2RDmY7U8JpxvgXXa
Lye9td1f39ASE1oI03Knc5w/Ed6CE3I6S7SmOTZCK2bh6STI7X7C+N865Gsb9F9KyVIpkfEx2Lvg
7H88fg/O6v7H9uTsK9t4aC13t7WtJ/wXkzNoK2Cuiw+0t7snLNkETMZOJK0CZeQrUFKoG6xfLh2I
iiJXvPDC82oi/a9gWSpGJr64knAKsjbD0lw8WGqKMGj4YewwJio5zVF0y2vW7JIWZ4+1EH1lgLTr
YTUjt9/99q2n5S5vq8hacIFV1X854mzz5EdZMjINCE/2KXn8ldnpT0wzCBHgVyAA4A0v6HC22UyN
pjA10NHx4BvcN+VXjZUgQLvNAVwuoSUfW04t9/mj3txmUHSKXAq0a2JUeNPPUyRu8KbD9zzpgyVq
ihORMa5jjDA2pzkqwZ6T+paSWf7vDEKRQgNvs7Oa6cGgDnaIyubn0sJrQlqoJ4U/GojRThTDW/AH
9U7CizNEc1CNV0TmBJthp+/T9wVhoRIo+1pF4ZI6p+u0VMopqhbq3eNjs8/dP7fZW025XhLghH5K
m5o2CgjQbJNNTqG7sm+/BnvSuObL5Du4OtHiov+DJvAhdVmn2HXO3R2Z/USaTCj1yQQ8ETvESIy3
7uza+fO/4u4vJc6PStjW2ikxuHP8l3h2GgeP18TpdgQXJgkyk6spoGXW73/Y4p0fIMTzuo/AVulo
1oCdk9Ty9wSTSoDw14FKZAmYW3NKl/SuK1f/lajjHGQUzKWv806729oyCrHhIXi6TWftKQZL8pcv
/inmh42vRngOIZFS7FRH6TeSWx7RSiEfMyzoSk8+4gq86w8xaujsrtItkVFZC++vvoHTgxDbX5pw
ucgJCaPEbXeGR92n6tf/+1A5ffBjScJ0Oi5xwg4dzI9glc7m2bj7F5P8i3n+e6icG4hluTL76ZOh
BcUuA9DCsMF2ra2Qo0WbvrrQv5Q4RxAxQ53SERwt+0JNQGf1GE/H9NzdMj3nI1aKkaeIMFAppCwS
UM4V5ESqTZMuer4BdOUDc6RtAIr04baArruCvwxy5iRWw1wKAzz9MsyMJNsUmMs/I2E3kbyI2K1z
5GxJpxgmVi7hxtTzgIwqdv7aABBGgbFEYGva/iYC1Oi2h/U8pCdpH9w3O1E/n+Aq+caLVGoy2Vfh
Wye7ee46YMawoHRY6Pb+xz8+U+DbMlWWEXgB5Ja7umyYyrqQwGy/+dEAJKzG5MGTyLeu5z8uqHA3
xzpzngNsA//2YlqhnYzWCMTWwGocGU0yqRttgqfpl5DqykVe8cZdpJqlipqpEMt+8xlT4q1KXeQi
Nwfh5o2VC7sg9WXWp/HlKKgW3cssgtlYzZWdJ1ELriIiwvkBylgVBAB5xHCFecxfc+TJ2p3qVmfz
cT6nxjLCjH43u0SgUuw+6rO882C9c+vwjByp42AE1QF6jUN2prDJfi0KvToA3ncU2ZTnyw3jrIlh
V7aJXp5fvvfwXh6/l+gAtNhusqT95KOKdluE13yGRtEMaqoYnsH6d452rpEgiWPYhcnGLKDveT9L
YXj4OeHOWYUrIpxjyoZ4QD8oiFRudmfeqffdc3Bg+2qrudE5wUzv4hPvcnd3HJEK/+jQkPWRnyWk
0K0Jgxai5MXa8+Lqezj/ZSbaWDU6vqfenGSXqNZ2dPu7Fg1aovFy4flyLiyT9LJjDUg5/lKHSYCB
/PxkvopeTCvm/Yojzn8R9NumWggyp1/B4cGAyAwWc2/LyqoKXYgKZ+7kriKVOoFG+eB7tatuznjD
C0J5ER+csUsYjQPSIvt6ih8i97e0rfEE+zc+9+q0OOOGMR45rgk4qdzGLdzORRM23HsmXqi8FsZf
kuIb2tOAjhoc7/ANM8qWflSOAUpud8WmfS5PIr7Wkh5XxDgjZ87ohVYlnB69pz8IDMlpr6P6SZ0N
hg3f1MN0Cg6pw2BPnNdub+c/tV1hS7bnKqoF0+ZbdrU/hCcFdSgUwVx/c3fY9a+3pWgt/XX1kbzF
CXu5TJcTMUYMK3yPFBS/MOusD5ui34Vs2ylWoThRvQVmfEzvo8maNTuc7ZrYaeb6MYpHaJyfSjcO
nXg+1OW5qbakfBJ85vIZN2yWztmsGCfJ2hZlB2L7B+17cBw/K59blxwBELyLLRsH9OtPBUCUaPMi
IL6uakxXMGShYnsNd5EjY5NWhLjIyR5+/kCtcrBaFMxzJzoMp9RAfW+2y9lyo2/qPTxXh18Tazia
TukIvmSh9OUYsAOWIcwx5C/rMoksKYGEzZIIjOMeiXKKMjiqt+/V/mHcRRhlekXt7Sm21COm4BzR
UNO6pf5b/CGcpc6V2jfDHs8qpbOTdywezfZQ0icBl6tW54IKZ6SDpGQ0D3DcxK7/SHbyiqy8CBd3
3RNcEOFMdApIKNmIQQSRxAvDkE6E1+DwjVjn21e2kg25rJfxaNYdqUitlqADzOFH+UnBC3B3m8K6
UbtghbPSc50ZWbuIJ5xaf//+mu4KRxBbC4+Ls9GKhtHeOgeNCZsz6K489ofmjx1vRXsQVlXtLy+f
33GREg/CHjWzTwmDdI976ZFteuSobp8YD0sGDBMM3MoUAwhYrwTADE6Ooy4s+qnJYk8+j960Y4dw
O5yCt+ERqaPunJ3ZHrN0v2RgXR/LXX6eUEyenO6pQuPBc+FoWyHaySLSF3r95YM4kW+H2EiC5YMm
G+gBboLKerGtj/EmeVY3yb3yGp/nWBRsLjbzFlFOBcJ0UgbfB1EC/uOHX75Tu9J2tqn3O3vIt7fP
nNODLxxy4YpeIyVeS59Hnm/eDWB35IKAiE97fiHB60GjalE0gETpFHdmaFV3ZmN7aF06ylgSUe1K
u0OLQrKhBx/ZwvrQ7cn320zyavLlEzg1SbO4i1mHT0j3mqNuk0OLjLW/o+i2uE1puZsbd8friV/L
fpaYINRNVt2ey/JAsaSmG15ukxHI5adDuFDHJotmefDT2CvckViKMNupCMTi07ZdEOiDuTZYDj6U
+2rXuYBh3vh2+aoeLP2uuFP3gTsfxq3yhCamDQZOt2luqW7+K97Md2iDugu94Tv+iwne5FcIdA9t
f5t/PkHKX+jn7xffF89xSOoY3zflL7XiGCfVLlGqT50EGCZ3uUP0X755ZKbQInCe/gthzkSNTcCy
ogBh2R6AARnb+hEVaifbo4FOIEuczf1CahGCCx7nvK+yrFxkydX2Ndp5RvSxTaKTFIkSZ20CtVV6
UoPKafzzgKV8CMCX/jPFfq9P+t68z+5vX52IK87g9AAQrqIQ9FqHueamQ8J+RGX/NhGRGnImRyVL
C2oPIjO1pLv5AGBQweV8puBvaTpnUrQ+omAjjz29PWSBVd5PkV0cZJehha+8J/sOLW6n/G58KWC+
uz8/kbb/FzwqVMeuQQLwNx4j1pwjEutzEWMU8TyyN3N8a5RnvRNsMFk1BCompxi6CBgSvNdCONWm
HvhZG3uNZlV5ZzPpEJvOjIXCqSAi42cs/yPvaG43ZEXFjJbGSUbRlHmeKSNszpPuI8WzGaLUNqKX
kdJNb8h2YiRWJyeWjplBCWvKkpOW/cywDez2udKFpS83y2QsQ5N1gAQay5vnQu9ikrEx9sEybe2h
/BOwTYV1ZOjK+xGRt3pQ92weLTPO3EzzZuUgiTRy+ftf6OuyiRlMk2rIaV7Th3FPDW2kseeXqt0l
vwH+gJ1llZ0Pu+EjizcD+jSHPR0Po/lHwPrqbWP4E0A/Cjr1eJwYYoSaWoYqrJuBkqTijMVrVGG0
vHAldVd0ZNOiLVfDu2rcEwpwWvVM2srCvkor9foqF0j4okJfDsLAShCgrzDgBy9FgYuLyE0l1cpU
i70wyQ0rraWnrjCfojY3j2aSDNjJhgbzoU57yxiTV8FRrBr6C+LL7xfEk7asawkbib08iZ2wpt9U
5bUPPNWU93Os3jUdhkqzwC0+wkrA9qrxMhVGVaIAscfk7P7Q6UHRdgyWBS9W4xQZ3lDej8HHbQbX
Dhf7XqFpwP2AxnFSnhdRzVpmwrvU/TGI8oNcduCs+laFsjOo7c+5pj8kJft9m+yahF2S5RIGfjMr
sjyDrLxtg9QKysyV/Nzy9erUTp1Aldd8m0EWSTY1zI4wzg1MTJHKdsZJJuVHMZwLH8YjernN0Jo/
w5Pf1BUdOitrHI1GTcNQKkgMyQjsQnlF1KcWuZMgWdsZdlJQgXTwlY5PM4n5XHQoItlATMaZSQJk
hCqZFYTT6ISMmp9B1TtyhWGR+mzuulTalGFq9ZWrENNqpmhXyaNstbNrlMbPMiSCitnqEWtYj06X
rZGE9w+dRFJVCnGfilpbEn1OlMqmei1iek0bMZW+pMQArKrrizRfaOMwxaWcGBJ0IrI6Zd+1iUUS
3W4TQObFLhqtVfRoYiuFKDO9yp6BvD/ahlRIJi+u86xlYRsnXtYDxH44ayNz0Lx/W4T4/M3nlZpE
0ZhGIUfyZ3PkBXdYqiCnWK2eeAXAXI+ABFPsRGlC1/RJvG9nud0YZaMcpxL/qzBelaFix06f0yfB
d6wpJ6qokAxiysxQFst08R1t3cemFOE7+ukhSJw6Qvd9XlmKttN1t5hdTVJOQbav5sYJ8vBVVne+
epJk2S3S2S7aYHf7e9YO//JzOEn360GrR6VOvFmPd12Dev34nEsi2VozhMD3wkwwQSiFNpJrpudW
yoehgpfJGkChm2/TiH2jenrIGLNQk7jT5cqqiu5fmI1Lqpz5RVtTOiUDqJb6Ryb3tpH29vyij4qV
ZbMNC2nfPsvl6nhfigVb1EBWZXErnC+dmtFoAwAGe2byDJS4TRwfjCq0O+N8m87qnSkokxlY42Zo
KndnQdT4gTHBHkjqRygZToe4t5Ul919QAZaqyQx08iH8vb6zQE2Gtm9zKEyTnrTuHdA0m2B+v01k
VRsuiCysXmjDVGVV1c1l4qmY3ZmqD4L5K/Vhzpx8qAUWYPneL7dzQYpTPEnKqrEZwQ8sPvaRdaQQ
EFgV8gsC3LXkTRJ1wG9OPDYo3ykgbTCf7Y61utdTNPoQdW/4oxvFQsO9KnYXdDnv6I+FOQY5GAsa
/0+rJ5YWjX9mJh1nAkdx+75WPaOJ3KFKdN3QZV7Ga4z76wHWFHp966rhmYw2YQ95tjH6+zz4adDY
MuaTrodWyU4B+RFk6DTHQ2JMRQsAV5Xg4kM4k6KVpjyoAz6kjGKbys8yS6xy3t5md1VmGBwG0zUZ
rW/clZpJWQxBD/GkAdDYsZ8hTJlAalZv74IEd3vT3E9M6iE1QRPe1Uxz9LrZhLr6J2uY4PJWj+yC
FOfg/apQh37hJmo+CIZKyvC91N3bJ7ZOQ1MBHolXFbaqXyu0Vqp0IEObeDXJbUN6rw2MwomS2CIi
3N2nZpuVHfTNM+azhICT9Kd+0gWntWqa2F9OOO8xZBOW0JggImfYulduS+kbIMfsuS+wE/v135wa
wOXxKgRWFb9qQib9FLQ1hKCmtVXVz6WuWnUikLTVUzNkDQE0OokR4l1fTR9lQx8uEZDe+AN2Rw/9
zhgLf9OWiajJRURq+f3CrA9FSqlf4Oz8/CXvsGikOmOFgyBgXVVOA/P7WKZuojuPIzLVUd75ypB4
Ta0/D7PxjvF7gQys5kswT4dWII3qxOQ3JmR6yNSsmRCb6kFnJWF/R9XsmGepE7TdJsrahxZqKvfx
CX2IdtW7LA8it4lCJ1ECb2C+IFW0erAX38PdoUyT3g/ZuPA8WXhuNdp7mbzcFsYVi6QRzILhoaEY
gHDhjF6d9+Czg5zkXbcbiRFvmVwCLTvVJ2sgoqrXWpr5ihxnAEvZLPpgxDVm5bDJa5iL4RedybNB
hu95DeTAdJ+g/bdR0DeeuXmJ0jMVXPNCggsNNJTCCN6xBkPfuHItrtKILr186hHqxLVFmszSpA5V
/tkNZWAXYoRz/Od+5Yogd40JC8lk1nPitbICIMZKn1zVzw0BlRULdkWFU5AG2NUqFvAm3lR8GDFG
s6m2HRjyqIl7W2L4MuzyuLqitIjUhb4jzujitsAdTt1jyM5lBNxq5TTvEu0hga6o2P1an1oA/Ha9
wAj8H6QVgA3haUwA2XhNWiWpQZJGgVNjTwm8c1Bu8H4lyTahkWtoE/YB+icDQ+9MvkMEKCC/oo9g
nJlIqSqKiXfzNfV8jMmUJzKeT33mJO0h6bDbIH28fbwrgaVGFB25FWSiIZ2c3zbKFECVRhd70UeG
DURnXz2ixcpKZ09GtJex99vk+A7y/9zmX3qf41UXt1k1RVCTvkdOMNsM+T70kl147lKnG+4JhqBT
DLgjES5/m/LUooUbqO9184dq935q55oTLCPkLr2Xtpjn/n9+Gef4ZSQv2kTDSbDUmmVLefW3cGXR
LvTMp/JbgLzF1jhTIFeaFqnstLS00CXkIfczewdQgVdzf/uDVlwQCvawHCrmgpfUyfX1j3rcmr0+
4YWpfqA+UBiCq1jVYIzBoVAvqwALXMTv4iakuIPwhUvia6THcHiJekvGUL72AeBuQc3oc4zjixHE
6gwdm7oN7DjhFKmUA6RIIryWKbUS6fuQOVR9kVtgLtQNTO83bEZxUlX3jCIAsMAmH+9DbVPVKC4h
/GfsbRRkvdY/CK9btIMi9aVq3AdF+NBwNPFBHTmY/ZaVAOIAYOkmkN+6/DFNj5VuWkgZ5eU2Up9l
p+zeZnUXpjEwJlKBnq9etGbQpWXCNE2+bqKTMJkB0xZ7IytsTXs1RSnOVR2/IMB5wblWaG6OkCS/
eemMaTtU414xDlr1u1aN11F5SYGGeVt4V23XBUnOrNAYclD2IJmnz2p0CNBVFaWKc5vIWlsAVAOL
c3QUWhT5M8K6EGHYzILGmQEqZVy4KVLFboJVSxuA9cPXmi2K3lE+WwEZEydCy+C2p1EvcISrh4uh
MKYgZYIGMk5NMzZUAzLIMKDlT+U7pMjFuzUnidUos23o59ssr0YT0CMUl5gC/ZSvlbYnih9kPjie
VO0e1soZp8lqhp3W54fkYSStsNsSf/CL5l4Q5BTFJ0VYKyPyQX17QlOBVVGR+K8e4FLC0JCwNBQ+
NZxEJdUSI0o8RUqsOP2ZdTZt7PwXS1w/x3yiJort1wlqDNNmlDBo+vUZYigRDyUFuq9rIey46sXj
7Kpx6gaZZMfoLyFuqAb27YtbyxFryMoiC62DUaTAr6lWbRx2cRAmXtgOqVNlNLL1sWROJ6f+NutG
Ezl+ZXakVN/WmhnvZH2qHycziATyuqaZlAII2gTSGdwLFx4qudlGSYfvAL4N3JYtf7/NKI9E/+nh
LwlwfiVQpIGOBe6TbRUn+xm4w5b+yHb6JvzdYub8W2HHszt5ALh51GxFAZ5RchfvE4zO3Kf/cHPT
l2/hYkedpA1qjPgWhDRsSwviUuWj14ZNVp/r7o36XpgKXjirQeMl/9xFj3Mv5T4Qp7zTlFrlj9Nc
O9Ps5kBGwXsOZiFc/r195msehGI3B57eyCVhSOdatgbfbNWRpMhZJLoVVh8ye71NYK2mrl1SWHTq
wtIWtaSwZDnIzg43475zWgD8e0qEAZNoZ7rKrvGtaIoEfAnIKoRT1XYiXW00CRJxvRWr+U95cDEX
1PWvedHvx/ZeRgVyfAny5yBtrJlgsIYJDO76dS7NBAC/gcngW9tVbLKPM6QxPNaW70mfl5Y+0U0a
o6W8He9TPd1i7koLI1sKdk0gH+Rc3gkOf3EhvA2miNMMRcEdy3zFcIrTscRUD3LyNHzJ48xiMWzj
LNkZk3cyOsaJPFoAX7W7WNqM6r+xl5fkOelKe4IDMOACNNO0Vb+0K62y5D80VG0UukjtKHos8Oyr
RuqCY07caBxr1VguTrX7mUcYwEAiLiCiZrA1R4BuByDFyIauUj58iPK2IBP1Yy+YAYhGehfRfT38
UII3UniZVm1QExXkWFZDFoVAT5G/XNZXcuY3STCWEzYEFklvECL8aEcTteYfUeY7c45FfPXJH+Zz
1g8C/7NmIhQE+ipqvAq2P3F0dcwjVAANRCo4YWi3QFQreq6upXZUHaC8BPOXqFFxutoPdGoSCUao
NE+KFFtZ9NKNlSVsfFjsJ68Nl3T4gCuU21AKkJzHOggnbf3IVlIFgbPcwa3Aw+I9kYjKyGth1yVN
Luxq57ImRokc6pxsjOpl/GMUb50j14OV9s2/uCmEB4qOSQQDaSPuHIMaCPxDjKppV3xIPsDutLfb
9mRNufDuwT8GHhwYUb+25eY41pI+I40+P8XNSRoDJ2obgeVea6/TsLPKNNCCQwk4uSYC1KwgMFMk
L9qolXeRb0zOFBWtg6WQkt1ICt1NQyC5Yx6ZttKnHdAFWmrXWqVZslGXb2mfnBPTcIrA9+1QH5Zo
aardsagN22+kzDbTQBGc/NrBIChCTIivRssJdzBJp4RxRCSERu1oJ83eMCzWM8HJrBKR4Uyx0AuG
4Mv+K1NT+yipUm+OrDLDU/dNbR9uX/CarsNhQQdlgpjgE5r4wllHnY+GwDBKvRQZf9p/5IUIcmNN
H/CKhyWhuGLCp3HHpinVkIAJ5IpsCW+PrAnshp1grpcOv3IQmM3VQ7ugx0mTmuP9aiAl5AXyuc7U
TV8MtjA3vcYUIn8EjSgwqUj+X4tsqPVaLutN6sUys6YEJoWiZYKga5fUm66Id2ojgs1au6lLkpwt
03qpKeK+Tr0y+Ik8tUOMQiDTq/HLJQlOqE2Sam3tD6nXVb2+ZfUg2xEJMUVVVcE2x8vOrot23pZE
Lw5SVCL5okBcsjCl56o1iWjkWsSxcn3I6ZxKna6B4xCvvaUjdBB1MKx5dezKowtEz+LYF1m6kH7N
GNRKL9rUa4sz3I/v0PjEvMKTNNsXgHyviSVCQmyENU2MjjHuedEyw0+zvkw9rT/K8pl2oSVLz7eV
ec2t6hirQe0AM3LU5Bx3Emp17dPl/grT7nOscUD7FMUMnEjHVs8NTgdNNDqKFbz162rgy/S5mnpQ
EXTqzFuVvMXaW5hrBz9EE/Sku2EievyviifcBEGOH14CCJPXtwW4AaBsUD31ZOyLJIN2LvLBjlL1
UCjfhn52lel7pie2HqNOGg6Ob6Kd9fYBr8UT2CmBfhc8n0wsL7j+Arih3qezv/AdztZSLrLYnMd2
OxqHSc9dCQC4tymuGBqGrTAU8mnITDY4azarQ1HIY4aKrDTbVXrUS6dX76cZy5HSt0jk7lf4Y2AM
KoGFVox9Tqpe6IOfd1U4pLjXUPbk5Hs+/q5/lsXdLCrtrdHRlzYsjIxShg6i63NM8kRHGZil3pAf
Vd9LmHY/Nc2zBmRdJtOft49wLZ2CwAItfWgfMhXCOC1PzMjQ+4Vao2eY4u1p6ZQNxmWTOjZR3ja/
pWbWH4ZUb21si2A2CdVhm6AHeXv7Q1bUk0E9mYLOxiXM4biuSloT2mWZJ9WV3Ze/584xEI12mUBK
V7QTg7KoBCjYnImCFCelLS2SfBzLzKtVJDmH1mqMfbVXTJvOgJF+z4GYcZux1ev8S5B/9w5Fk1ch
XQhWTlS4qLDP30l7oKl7m85aKh4t4tqyqlNfSqScD4Su+33t4wSbeJcD2fgDg/eq04a2IVvpY4BU
w/d5O34AglmzdykAGAXR0uoNXtDnHGQZR9kYaaAfM7wdyJNURg41e6uNZ8GRruk9FidB61VwjLLa
tYYoAR2A2q6lXuG7EsEQYiznlsbCzVCYuzyugAxiyiJFWRwq91xaeu8N5PrQbochkGui8gKIY/ht
5ul0iO/GhrxSn6F5wvRD0xrSorSNMsk2PmYW7rpgLreyMebPY5KHjhkPs4t1anh8377zFb/JUEUy
TRX966gvcleuDn4uG36SeXnQZ5s5Szs7CmGQ9F4WtfOsiTGC1E/jh1YOvsuqTso6BkJc6unzO6un
Q08Og4PH3LaXRI0pa/1r8CEqNuBoaGAzVY6tkioR7aM882hdD3d9qPuujwEV9B6GgavJNNoVeWG4
EToC7IkO6PmAl3DHoSvddKgblw55j1YIMhzHGaDOpKkKwcGvnga6lFU0RKOthfcFrZJnZJrqDNXX
otgmRalstTw0N0nBUnfW1OhB9f18f/u21xQMjZ5LPx2ao7+kPJo2UmYMjWVoA+7uAl15mKYfNSOF
RXwRf4sw88IOX64zDQMRKkq218JO0ygKhhzCXtYHjZ3TQqTCK7zoBKWKZfsQiqbG8vuFM80VICfP
Aa641B776FHyrYECcF60IXLlngAyiJCSIPOoQwquybRRgEQKnXBPIfypcZcas6WNkjXJ7b4af9++
n5VD09FMRxBiqoqG0aFrYjTPzICFFNqY38ftKctF03xrBIDXiYc1rDssLXdoY5MnKY3BTVOUhpso
FMDzTatvb7OxdjWKiqY6eXnzospyzUbC4lzrfVB5QyediV0HsZWqzm0aa/dySYPjhOXlAuK0cIJu
IaS4EjfLbTT6k/SfP3j1S0LLh1zI2QQxntIOhDqUDJQRw+PjMxKY/9wcXFHhHBJp+inzC1CRuu1Y
HmoseDb2c2FHhaAQIzo3LnrxZVZJgwpCw7Sdia18lG/D5DCRdq4KGlpZMHxI2TKldH1q/VQpipYb
2O6oolJf45HoooomC05tTdA0WACFoVqvoCxwTaXJxq5Aub7wSOP/NP0HP9Q3Q2LsgrQUiPSKn0Rb
DrKpeCYo+pcR0VapIwVYw7ifstKPtdoAXCdUs12kBop7W7JXmEIHAkgsXf/IS3Hv8qo2RmDnmZln
SKkzVc9l9qE0sdXXguTj2oMPxd4F7dMEIjwaq65PT8vyUk9KOfOWvOOjpL50DHC0HiC6rEE6Gvas
2EP7ILUCzV1LvGMwVYHxXoavEEJf0w1Hf4kulMwjRbubwsRV+0czH44DDSw2BqdCq5HBOupMElBe
O1n0d6N5HeaPAEbvmnDQmT5KWBDK5YXbqooVFK8jdq3Iz//8BpG3kjUNGT9Z5t9fpVSzsaK4waAC
LtZoFc2hq0+5qB9vTSZlHCHA/DFs88U1BQ1as8suyr1U/qiGE8aWaSiwFusk0ONgqjKSEfLy+4Xx
62bEq0TPcm+U3nL9LURfmHBaecVUYCwMD0hMGyxdVpwYhtlohDErPtnQUEZssn9zHRcEOAtelGSs
WVzlXm2e0OE9z4lV1SdhNWRNupYKFnQKTSjYiXp9VmVAyzxWytyr6Ak9u4ru4IXmiwzRGhXkELAh
V0HfAJrRrqnkZOprgJblHu2PGM231ORXH/yIih//XIQ1pHmRg0dWGb1i12SkSSZ11XW5h+7hbeY2
gCur5NY2RRO6n1E/FydibvZ/CX0aiwsJm/QkqaWih4R1pqUYrQuCmzSJzggam/64vHuiobJS7Vuc
AvhqDphnNOZhBjpW/07Mb/+YbbTzfIbH6GNCIHbNtjbTcmpDVM7y/E3tX332KLGHSPvnzuSKCufs
g7IbCpqjkJ2aw8F0tQSQYyURGLs1M4vxc0w2wDNCKhnnRzBZJke6iuoVOi6KScdWKJxlRQAvlh40
bTtH2Dyk5AK85RWDAaKGsVg+dEXx85dxVtIqltGMHJFtWGLJovRAW4HjWlEBgJ9iAy3CLCx546Ht
Ua7FyrVuwoiXOjn9AHS0otgkGLjyk1BwiIuYc9J5RYrTNrNGe3plgNRETizujxHWBNVkj5yXLeXv
YZPvAureFsFFxG6R5Myhr+SkGVv0/hvjc+XkxVHXmdVos0OBDXCblIg7TtrDegbcmg5Speb6L1NV
PMTsmHdvNXuoklffFIG7raUKTSSYUemEZJjoFrxWLyiFX08UDfFzc46JbNUSEBHKyp1VxZnC0FKx
KbuwZR0Phqwy/nmJ4Io4pw94o2ZULnGXcv4xyNSiypl1f26f6FpMdUVEveZQb0MtNIyFQ+TPYof9
lKitY4scsYzQMok1SVaebitNF1zl8nd5qbk8WU5Q8UgOpiEHc7QvnL7snIBVgvNbrNItEpxgTu3s
B8RHv0QT2sMWDYgMQKrNXlTgF3HCCaVOGfrEApp4w2EzCsKZ9b+9LD/CFiSkODmvhgnKpvBNnBJy
tLInch5rvgyX/79/nl+IXDSsp/5SaU/307O6zd6zg2mnT+hgua/dQyHZk2vuF9TX20In4MrkAo84
65pyUJFJlNq6uWsCv3F9Kun721RW/ckld5zyZmaT1mkG7tAnDvzHZfFbgZULqStaXbJmlpb+XY2i
FoU0BScBUk5aGiQaMqMnFHykYwiExMZB+R/ZF8HRiUhxnhhlGiWvO5AasE9QMQc7CA2H1kg7yz+a
dp90j/kkyoyJaC6/X0Q8EpnquqlAs0Atux42aGqz6njTTN0OcCwdeTdFODirAvL3QPkcViCHEoyy
Ci7pNmm3GNQViMaaR14wdpaHiEEp/+AJy6Lxcx/TObpim95jeUwOkqv/KraN9VuprPaR7FSsprtN
dS3UuCTKnaORD1LX6yBaO4H72Ap4WnPDGAlE6lJFtyHmoK9vSY7wcpZUE82G8istToSQHcue8fhJ
439e9cD76i8lTgZ9PaQ0jNHrolfOf5N2HUuS47r2ixQhb7akpPRZLstuFGXlvdfXv6OaO9NZLN1k
3HmL7k1FJAQSBEHg4CAPB/JWwreqqXt5tRat7kwKs1p4YHW4Grz5YsLkx76gg7ab6p0f38sZRmJU
M86Cl9T6bXfIZaLwr+F9h7coS+iSyX5ogssVlUEAHlxJ6m/6SuSZwUJQMUtBblaUv3E2jPvTx6Qc
lCRJUB4bdALWlqijpaKt5E4itf8+tuiCHcJd9+DxuPN+mz0kI43+nUwFhJ1ZU8TXemtmwN50Emam
yKiYYABvwMk/coR8w7vO3IVeFyHiaSAbVPnQJ8n8dK2Ve7CFXLaPhR7YH8qwxb9kCMVkkgHsSUpx
nftPUVvgcRk7MWClVfMol/cSsiYW2ERPUbrqMgP4B6lYj0LBaf9atBpk9FCTF2eaGmZVTaFS9CqF
wnp6VFB81Kb7y6pyBLCNb0pqVUWZ5MBxGCXxspeI1/e5cFViLWdykBniOZfFfzqPGKPY08rAWsqB
uo5rzS3q60w8dNl1NIJhNdsm4Jr0Rx6P3e8IDWJn3DnS7rg5WTc8atYcgQwQmzh4glUfsnCdhqnT
iKbNxS4urqKOhAcgI/PxY47dEElZ3A2zsMAghnCNxzQnpv3t4KHOXHxBoxqelCxjUORpcjAFkBAH
OiJo0E6jDzLHsObL5sATMyt6dsCQQAPMcxaTAmI1EybU2WHU2n8lZUaumjKKoGxNJKrQW9t6E2pI
aT23dKOdUvA54e1Ck7UCJCNSx3N2E9AP5acqUYKypyrGUOWopgRND1aNZ+Mxaleq/KLVCvW9hgZj
DH4SH1B1zrladCHn4pmVjAE8Dr0UB8vEKBTDOKb6nRxi9rV4EBJM7elsoQBdSvtiRprTyOXayAOS
Cug30bmUHr+vb6yEhIw9Mlg6MJbM9Y0xa6aXqjiB6qqs3v2wQjv5Z4TOcv6izxXAn++in6KY+3vw
E02ISmgdVdnKK93AP45h7Ob9SNPQzs2USD3N3i8b7dLpO9eP8TCFpzfdOKbJnJg11Pu8493d8w/8
1spElwOiH9zhjFZlJeaiOAEdKIrYQcMpw1vfv/fVtb4a7gWBczqWPBfYuuDvLbSdof35p+Emk1hk
6ghpod8FrlSAfcMbhRGC63ijtwZo2Fo06BtGYl9eR45gFltjVEqmmT4Ep3O9Y+33diK9D9pKi+8C
oEAvC1vctD9asi7TrOQi0mMI68MPMz14I+f3l0KFs1Vk4eRRAiBpnc7xSG4STb33NZ9g0guYxzjB
5LKjkQHUm1N9OoBQP/fLAHuNIQ5dsh+RReybr9RvjkVwqN9zYSsr74KykhXPEcOCdspW52F1FzdN
maM9pI5VZI1+Sp9Re2nbwmMr6GX1N0imSLe13dCy/7y8YYte5EwQo2YXCWoRa0B8VsNnp1J9H2VO
3ZIELej/P0HMaYvScWinBhpFz4EbjARE0GhC4Txpli46gDGQNkUhE2POZvM8u+jk0ogKpYA2Q/qC
NvawPmTB12U9Fi0QRcsZUo8LiKVpMPNgKKxURsSPESeYEE55Ic7ijpwJYHToAJaJBxkCio1kd2ia
DKnIiT+/22N+ub4zGfM6nq2TIBrJkCuQkW91cq+SeAug9vbacor1Z0USTB1vSe1U9CPD65ZSkz4p
bul8qWuB8yWLG3b2IYydixNoWZURH6Jom6g5ir0rlneXN4ydBQVjwO11JoMxcVBfVVGdQ0a1l9G/
vCt38WvwrnzVmPvlYMCY21GtIsWtcGeuS7vl0BF8M+tcWmvG8NvYDFJpgvgWU+xh93Qi6RakBGlB
J9CBCwRjAlwg5nwSPRROhZF4oV3ZmNLiSqvsdXqQ39I3yZHAGc57Vy46GUBwZhoAQBhYLoA2jZWo
FRQ461fF1gB53EtrfWOE68sbwBPDLIAeib7slxATgycRo3D6rwpUMdlaKT+Aqv03HuBMJ+aanYbK
nLwZWK4NPmk80oVI5Sqc8syi1WKylwIuUw18SozVqp6VCGYLIUZwP1OZ6sJDXXXu5WVbSLTDbs+k
MHYrpWjbjmSg1Q3sTdjarbdW1H2vPXfGC0qvZWNS0OLFgK0GvKLQopOzRBMNiwBYg2rgp39Qci8L
BQ9bFkrtsPInDDMazUqypbQCcXNpKjwA8ELzLZRFCR6v4e/7lvF6quk3fZiZeJurkw26ZKkj4Odv
bU059AWml5U5rRDsazexj+JNDBSFyrGcRTM9+wLGJ0ogSfOFFl8g0l57rGKcx2yVbAHeMCJeMLi8
vn+0ZQzI0oMeLwkPLgmc83HwOcR3ggcOkOjhsg0thbgg+pBmUp8ZD8KeBkMDtq+J0r32FJSb3LBr
4zELx2vNv5KbxpFLwb0scKEhHwOWcCsCOg5cDzrbflrOIGvgSUoCAFCsSt3WPUYkN0oTOWHX9aAT
i1PwQ+mTiyd+uGnHPHDQvCesraZur/q4UKiUd8W2bzzhlFvea2akLcrlyFhr5QieBvSVkgzEDk6X
tugvylpzGweVCozSYB1MKbR2gLH6m8s6LW2WihctSswG0otsbjnxc6EGhDTZC2btIhtLiiakjRg7
lfm/M5lg9VQN+Qa8SfDKlX+uXoepULEOtte9hstJrsBVXBJB5OzRYu5mRkbOXT4KGCEZq5ibAr06
gGMZ3tsX9NbnKxQoB0SY4JStOa5ycfH+yGJ5pfImUsNYxqlCYj4rt1q+1aSNqPFSe0svVEBkEZPh
PYemdUYlUZ10w59x9ZOPOdJTP/p2YXbPajaF1Mr71yhuE1eqEqqqKQgpu9G5bCOLKdqzD/ilZ9E1
6AsByrywkcZB/8tJptZj9+Z3GD9gd/8mowNqIxMTxFBnVtlci2yWau6L0DfFoCgMNnI1i6fR4pIC
Qw0+FrTVoiz20xZDVS/qshfgoyobjG7TrkndRD0Eyo35GGeEN8RuKeydIdt/i2Nuu2hIQuC54RJR
pP+oknvJ61a+XDh6GtlNwwnKZnNgYzJ0uaGnB4wsmN7ACBsaEPZbBnZLEeiUucJ7Ug/HyNxoZnQF
lOrjkGucQ7eoHtpkUW8DtgnR6M/VHMFZ39VBl+7jtLH9cqe3aC9DCwiqf0HMucmWwhNwkM9zOEDP
IX4nsc6i+6qN5VGKgYHPy8othcIRc2ubF7w7e1mlP2IYAzEmZKUwK2kWgw6hPFh14DkBssiWvWkb
TmbDeUEunrEZsTQ3DRpzyernGoqBB65PA11Ccv4wNOsIBJZVVq1VH3h1jJnL8hWKV0H51NQqR/RS
bHAumYkN5CRACVXP033n27WW2GJqa/6wamphC7OjVn9z2Z0s7SD42GRUhxEQyezEIikRIrlU0Toh
1TeZHtIsPIQ5jwJ5af/OhTDLqQ+iohsezCQx1gFGD0RRbvctteJVm/IwfYsK4fpU0auHTgO2W0XS
q1xtAw2IXz1VaSeNGZ0E0F9ijgdPrUVROiY4fNNg/qJ/M6ZaMtquh1kqnb6LpGm0c9HcyADsc870
bOCsF0Ebw9yBiJcACrU/7TFXRh3TTDygfM2CCO1gt8GDCAqyuHD+d3OA0UMX2AK8lvJTUJElQYvO
pnQ/xtschLriJvw3qpxJYGyhabMG44QBlA7qQx47XUVTb5PxsvdLx+hcj3nrzhxTFIsdqCGhR6i5
whTbfXcrqqS8N73MMdvudHnVFrfnTKf572fSAjDCY+4BAO14Cg7OFCpolGwNOhRG4KoGHlSXxS0o
BzuQZLyn0UYDEP1PcXrUa1mk4k6pg4GM07bX30ByKTfbrDymMcdBLOiGpD/wm8DuIXXNkjBZeZsX
fTs7pHI91nv0gwe6RzveVLGFs4RKDm5/4Cu/vdFPnWK0P/gZUGV7Ed3QGuZot1tN4B3YBT/0Qwiz
cCguDJoydwPEmdNWdOwOoNrOSlCucLz4kiDU2TCYaqbvAyfJT22UUZtGK8Z5ReUw8FVHGF50ISGt
/gK0MccaljYIIFsAvlHcA2CaMXVZHlMh8gQ0oUgrL3aifAuCx6njxL08KczSGYUWS/UEKam01TLQ
ChG5vIl4weZCryH6R8FcCaQ/8kR4oP9cuFYowZVSxdk+lVHUVU6miYxVq+LWN/K9Vat7pf4SADgT
Ucv2VfMrFtVVsPJQ0giknZLxigBLmRFwyQBvAXKhmXSBeSY12dhkKhoYUY9ygiEgpgkYqVAd5vGJ
gX+tJlTB5PnuybcwLCiRPi8f9IXJo6BGAGJ8nn2FfmyNcZaq0IyDXwPQncXhqvC2fb8phV0VCCj5
dTe4dVy/HpGfqWk1tCLVsvteLDE94DDoIFXYacKnZ7htvOrbYwZMby9tO+UzQ1JDkHehvEqbjcnj
+VmgyJm/GWADdEZiuJHILFmVikIbTDWg+4adhKid6P46sVSKBp+AGh+pRgp/dARpoobQEXxVJ5I8
PMb9QRoiUk/GCs/Vq77mvXjntWLuUIBkFdTz0ZYNqijGtMRB7/DmBUhbkHPfGRAkrwq1bDhl44WT
b4rI16OVXZkbPea/n10F/qBWgVWEAKQlWxHExsor3kuWcc0rgS/0lwPnj8TZ/I6Z+bcZQa3k1apW
gW3Bugv6bRe8G9lzBmKcXIloItpVP+0wFfLKeo2qzyb9DMLurpUrgrvPEOM1WtM5T4EFBzEXQtCS
DPAQ2rqY7+lhCgag5DMff0ybpP1qJ3k1RcZtX/Dc+JIoMDyiHxYls3kq0M817rxw8sp5lkEaxrYZ
bGQtIvkQUSvjoSaWJeFhg4YdbOkv0ip1Ck21AOz/qbFWfXks9KeRB3xaqhqAsfOPECa4QwlXyPq2
BMxfNu3Es6iQvAkmppP62tEYPupVpCGbMHauqTR3gVfbgbfGdEzXRz4Y2wkkmLBv/ncgnQJsxdwL
hb5v3P3MdkaCqVfFBEDgVD1Jnhv2W714Hnjtawtn8ocU5kxmYqE16BFES8CqWHMMcv5C5rybaAdH
DKvP7etsi7wmdfXUeIDYNvUWjaDpVrN2lbn7uuyiF+IWuDl0f+ORiO5cNn89gl4JtX0Q0KEOaE4F
AZaLeLf/QgauQwz7UkwgrZmgXK+A9Me8GuTI5ZM27VMfXcC8doIlS5+7S/+Wwdw0o5ikXllBBpK7
AEyqNIpdnHWwX1r2ZW2W9hxmhegViC7gqhjLgqPoCj0AGDTExN4Q/OOYt3dZwkJ8bJ5LYKzKs4Df
T1NIGKe1OABQZblggULbABojNI2jzuLCoS0bdC1oakUfzU9npAwVFq4DTCi81UJnVJFM3fLGNy+Z
MlgG8PtzthsEvz9lANVTyaMHGdKTYb6Vt0Z7X/ro+Pw363YmhkltGhmenkY7I+1eBKA9ie6BDV48
icZtzYsSFtJiiBEw+GjG3QDzyZhbLme+OWXAbWdJfWWo9Z3li8dER/3FjPSTJIgr9O6jgSUdOOd1
Ybt+CGaiZQHMIElYwOPI/mDXqoz8fk3AQUtUseI4oCUdEcZiYp2EwBHk1j93zVcnwxc68JtOiBkn
aWP1H8UVhkpI94pY00SX3ctmvxQSoGrwj0D21YFcShsnDUICLy+la81ofDdSsvjoDw2mwlZt5FaJ
3JA2ltA94WEGlALUCbWGaqQhiMBI34WdOyJhf0r7JNTRoKhluSuDJNLF0LGBU5BfSrL9+Fz25IB8
VTF9ELCaqbIPrPugDK8jD6y73i7EjEjUbqLUt9thJKb2vz9qMXUO8TzaPmHTLCw2RmdiLAdYKQ0v
wUYaSSe9mSLKq7rA8d3y7JyZa2ieHoSQyAQbK7p/f1qBl2WlUcgIVjA50R1Kx4waMmimDbLUtVLv
lHTnYxYdaoK0NrMVJsdKhpuV71m4bjzLFouVpdN8QPoYJOVjQyKreFJa3slfeuecfeUvds5mrP3E
y1v0o6ROVz8jY0bG8apTWlcASS6A4I9BPz1l1abujkobX1+23AWHDUy7jNsabz/MjmYCOnkqhDKI
EWYlM3PYje5hZGZBpW4kvqfYgLX+P+UxlpcUfSxMPfakCffoMSIKpif71qZoUtKh+Cf8K3FA44Eh
HTX870fv2ZsgFAIMAjawuKAoJYJ5Lyg10Y2eCBj6Icin1q85d9I3vvyX0X0Tn8zt+bjXfxpdAWeW
aSOGy2g9qr5djJbEKCSB0mwrQbcL0O0p2XrM7quoWie96IaeQc1yuk9Hb+NJt+m0LxQFpMjRVZO7
ueX6ivlwecuX/LCCtBICARQpMFvr5xeaeukbVYg2GrnrgM8Q0NgvG41byKOjT8rIabdbcsVY+nn5
EWoDg/JTWlAYrZxjXMI+znNHTRSM8sJhR0+Z4l+XGCFe1/LnlOnryzouxIbzngOgPBM2Yh9+Sm2a
DGxMQAiDOOkkGBnGU6+N6emyjMV1RNvu3N8FbDybMMnFEv34JeJPI3ptGn3uaJipSkPehIYlOXgI
gBJuxokALPhTFy/1q79IZOVoW1gjERWfZq2r+7x01vxDrOmeC2L8pSDXSubrCETroHXT0j8N5g0m
mHRqsxoqz1Fqf3V5BReCK3BaAbuFXvUZgM/YBsAtedd8o3+9+8FXD5l6EDtamMY2lXl0d9/P/zPt
zLmZGzRaaGbAm13FwISfyxiqIiawFXF/0og7PngPVkyVXU4bYhLTTdb0mSjbV5kItnoUifZQrT44
roF9bf76AsYo1SDxMZEh6E9PA9J4GJWw7XaWU9oDHe2IiLvsYB51J7STLW4jTkTEXjO/hM9WduYJ
RzS9CUMM4QOAn/YGObO9QzrHubu8pd/ohV/LjBkYYE0C86XFDgEKMZRCAcNof+psUG4CmkUsgguW
AgsWrw7hWt2WBF3gzWOLjNOpWYk7tNf7NnoWspX+GN/h/3VBPy5/FeOE/lL+7KMY5UNfQyEz6fpT
YYPhO6bq6T7G1ITHy1JYzMVfYky0+qC+gd5cNrT2NTMLEx26j9tpXdvP9H79wBHBOLb/iMB4cVEE
oTQW+Oc2eqWYDYE3zJpkT/rLTr1JrvTNcDukaMgm2cuNyTEcNor6lojIFtn0mRDhFwohn0ecC17S
n8Kv+GFyBRLY1Tqke/fx/XjdEJ8YB+lmogq9C1YFDyfLIrT/Ix099siJgIONzbWNuYj0kpj2JwOg
SoNUpxggFjzA3IoMqztuc/DsBFjrxWz4f8QxvjbMpSI047I/KSQnh/KIyRQN8YBjpsJKo5xQmI0V
/lJOBjhhLnVDLBN8+VnVl5kJe6nswY1OTUp9g6KD0U7WDt0/PyMi2+TPov265ZwHtsXll2TG8zbe
5OVhV/ennQFFvRWmQJOAAo70IbsyQfMH4ei6dAIxKfQfVeWfduuPipcLaBM+BR45KPuEaCDndXnd
rvL8M7/2T5HRfWHM28hiPrp4mpIqzuHkC5MotaOUYFNTb9JCQa77dTBdXcDECQl0biNR8qOXPKfC
ejReo0AmwKTloG5Ssq4jwPpLgW+bIuc0LS/82QcyBlbLeagU82nCUTLceOsT//Dp2Sp5RifTOimJ
wbt1mEv2r60+k8h4DJDYdXjrYeWVO+Gq3CY1vHKtkFEhgvek65vjdLAyisnfnUaDBqgHTmqDfWz+
5wOAUcFD1kIqmvmAIBQUDJ3DB2jkqdvfWhQzpuhRsHl5+WVPBef7H0HsI9zsq3FqZht7GOzGzclT
TFTHcrM7qSHhVoUl2MdXeVfQNiPR1rpuDrwE23+xvz+fwJwrpUOPq1jiE3aNLbndpv8sD8VjtptW
6eY1IH5G2rUTOeto5R0VzkIz4dtf6wzghSnpEkJ7NlU1JZ6cJMXYn0rgJwkyYe2aG0UsGtOZDGYv
VTOxZCmHjENzncU0phCEwGV1T6hJRHIn2LrzL248xL5/q8U2DntSWfRjP/Wnnmq7tCfNOj5YzvW2
J8FBsKVN+aZsOCKVJS9yJpLZRc+Li9GLcMnaKZFpfeM7/gqzXBwKq7F5WczlK04DuARUeaBRZdk8
xCkBYCJScaVv3FCkme2Td/2q3zcv0Xb8HzM/fxnJH2HsleO1aV+VNYQ9GCmN0Hoi0dyWSeYkvEiQ
LSj/EsWsoh4mcZrXcn/yVs3HsB+Co2xsajxq3bx0gnVyGO5B3+RgTG/LefXzlvQXQU+bjHqfQnTj
GuQqkp2mIe8eSW6a+9BGyYoXJC1GfvLZss4WdRZdp1mZxkUGgTm6yUlM4eAwg5hgaA1vA5cCQBko
IRP4Qoy0ZycExIkRjqmlzQFgY2uuT+Y3xEDfZXsdgMKEe+IXb1QdMDW8nvBPY068EuuCEBsCvMqg
gDbPbIVuIhisOl3pqYYyWIcpAo1dpMao0M4rQ9BkJPNccHU0W93xWrn5UgRDer98RL/ThL8uemBi
UW1A/h8Tyn4uuDjFQi718XBCDklQqdQ+jfIW2YUBNAlWkLtmSJPkRYxtQxpIZN5G03sL7jflJkEz
UPKkvVogpVxr5RumUoAzWx4frSl36uqQK1+pPE9jpaH8hp7eWMSAWBJnVK9WY72JBmLoHLKxRcdt
gW9vJlkE+pzRJdci0eiVaDgV2D/9s7vL0FCsvMZ3yv3lVVt8BAIt+rckFqBaGpJfyTIkRRvAApoc
QIq3cdjGMsXcre4lDFbRRIue50/nOPb3Zv0Ry3iCOVrzDRNiYyK52ppgQA/dNpRHubR0OaFnD9E0
Xka4A5nYKhqUSRTGZDiFr9J6OtbXOecu+n5tsIqcS2B2ylSEPDZ6SDByEjvgatZHZ3QqAKXvwu20
x8jFbpNdFSrVnuRgkwAeU6BgqJEEtbZhbeLFS2VkVRWfDP1BbGkcwVonOhYb018J2z4knQ5qZrst
1hb3KbV0kuGikEEClx5O8vz3Mx9lKb0YpwUu0spOvw4YmqRvCo00Di0+uwM/7Fuy6nNxjEucMrWv
BLWfffD8cjucsrdhZziPoBIlpvN19zoSrrNasoBzmfPz7kzF0dOGWq0hU10BK3w12YgCJVvfpAqt
97Gd24j91uARvHysFgPPc7Gzzz4TmxVtGk4TxOaOQUoSXGV2CVdE1B7RvWrPkZG47tcJLXf5rrKj
Q+4Uts8J9GfbY21zTrrMk2MNGdiMnx+Rg5YhNWuxP6XkLbENZ6Kvyaqll1VdzGGdSfm+CM9VjfCI
80ulx1EuyduVQA4toeVaaUhzF++jHahI/s1b9Vwk4z3yBvNM6xGKYez853Sy3Re726u2f92twEry
zqv4LgYP5/KYczKAuCs1Osg7FBuLoPf7czqCkVGimB6B99lHyrnSl250gAh1tLAi+4pc6M+Na1Bj
TscOIRk6dhI7MPBCHcImocKU8cg0l23kj6j5/JztXj96gE+1Zn8SV8oTku/AiRkdBYKRdLI7qRyL
XLxuMLNtxiWBTOvXqAS/0UMvUKGZjdC2vs23GElIi1sAtp1/ZyR/RDG+v+1GAdMoEBaNVKbDZgQj
jt2sVYI5qY5d3wkby+bhZhcftufqMSdOLKcBbU9QTyMixSAC5721J0e2M24Ups428Ptw/6Me+wiq
yr5WBAWikhR20VBJDexEp1KwaqctOiiBHneSjyE95HlIW0w4cVAzjMDx38fXUbZV1IPV2z3Amtk2
rDea78OUadW6HloBXlrMtsl3nu50yXsTPNXFwQo+JtRIUaiK3SC+Vn0nx8ur8rR9r16J9TEa1h6P
oJ6lHfx+LxiygaEtwAwBz8NsIRLHppl0wnB62r2IqLyiUubQG8v+Kmjyaa/H1WVXpsx+g13Tc3nM
9nmikted4g0n+2l0SmJ5xHvoD8iN325uDXrtPD4bI6EaTdbbZjWSNCNr/2pt8kyX7dP/S29MN5rx
5JiWwPZv5rFX6pnZj6enJ+QsJluxa3qa1jFGjYF7gOyJ8xoREKev7gparL583Bw92d1cXo1lrzeT
LSkgScGwSMbLanVr5lbkIXMh0tIn7TFwOyK7PsUE05th9XVZ3He1hV18hCD/iGOcbCNOYqaXENfT
nOgDOegJSStaOegOfRD3jvx8rFANrgjdG9S5D92vnqRubG954EkWuvG9/OdfwsQpeZ6j4WjEA+dg
GvaL+RnfWO7gkVuj2NH7r+Z13NMATAmX9edKVX96Yitpmy4tINX2b92U1GsN+W3ZCRBKfhHgSOWO
ZKvgYHCeGsuhytm6M6FKl2hVKZpY9/FeCUgjbHTM6MPYPDog6Sk+5ddDScPn5qH5KkefYkRS6Fqn
SX2MjnoCxs8qeru8EIs30tn3MJdfEBlBXNdYhxSJV7ISXRPVn4Jyrlh1Xs5L5sZcfDVAInVXQUxn
xxPNNuLWaIl/fIjIa+eQu5ZoVz0gD7fz3TGBrMF4CVfpQX46iu7q2XqtSLXyCKXdl+j29vFZdBV6
w00ELT2T5hc2sNI6nvg6Y4mY/BfHmejPzyRM7aGA2TugANz4lFvm4ElirC/0+jQvRkiaXBuPQTsh
8XVDY5ez7Ms35JlGjLUZ6mCGgD8Mp7YiL92mABVGHZJtbK95A6AWMzDni8cYkjLWbaElUEk/xMf2
2B6mo7UqaoIYmHN2vy/b38b0Z58YY6p0PbWiCloVtgB4hyFixl9HBnkjGST7uhuCNTq6i22aUoBO
SpOU+iYKabX1I4Ah3cvnZ7GGhBVG+hDDL2YcJONIMsSV8pyfKfYHc6JAD95KAYkP17i8cvfLXNPJ
QdpiVx36tX1Z9n+5M/7IZm5sfWoxva/EQgyVbb4O7a66rlRaVrRx9FN+o7kNmrDk7l+JxdhBNEUB
FgH6jJ8qD7GudJh/gTdIjAHpN0ZzF32kvrJSMEKnw8gzMMW/K8Bta8Wm51yTi4/aM9GMxmaRhZU6
zteWdRRaihf9MNqWthsLDAXl6LksS58nm5gzvmQ+xGfBuuYjWzR02NnGbbcTBlOTcpPaH5f3kCeE
ufZVy2swBRkKyVtvZe0S8iw9pBxFls8mmAj+1oS57OM2z/Vp9r5IkOJuG9ClcKWOqybdjuPeyO9N
n3NE58P+64SeCWQ86WRVgZK30Kp0ig9lK1HecBuuSurPzWkmS64wKnyO/e3ytiazDx2cYRVzzvdi
wXCe8/L32jEu1CuUGqgpCDJXGtiBHDTVthl9lsk2AlvM45xL4Waz54//vXwo12FaI9p5TWa/UrT2
xpkHmT01Wup9gZomeI6d6+Q1K3apzS0VzAf2kjxmu8ZAjL0ugLxG+9CN/r54weD67t5qyrvL1r7s
sfQ/mjHbFoArI866AG+MNx+4N3qt2s8JUjP1mjcEkqcTs29WBiSMGVkI8LTHECX2W4/WnIan/2KE
f7Rh7zxRzdVmDhjEr/g+aFD1E+1259vCB2fZZi9waYMYj5tGldxMI5Yt/HqCk3U3mCM4omy0szmC
FgMTIHUxaXk2PJZ0aRRFsBJ5+Xy1Ajy9vjLoY3qKyPqymOVL80wMo0+n+GoTmRDTahhoQLUEsJZ8
pZ8e44/GSZ9qgeh7sBvizSVsv8DgUO54g54X496zL2Aukm6qZL/S8AURnj8AXtQgAjPJKy8puByB
nclhHrlR5BeNWRbzggY0cr1r01Y3z8lNv5auLy8qRyP2upLMOFK8GpJyxz8G9NZbxxvMMqH/PynM
fTXlSRS1FaQod8FJRwWztEV3+vq6LIVlqvrrUfhn2VgPCBaKqJhiiPE+laucoIfp03JM23OFm8Qp
Dig+cwTOLu7XCTsTyLjAPC1qX08hsJsrlvmhWfsrZXscibXZSZvLwng7xThBMRZ7qfUhy1qDJA/G
pzl79Yk3o5EnhXGAWgjGTWM+yvJBaAEC9Il4ZxxMknN8xvw77MqhSx6z5kCmBJ4G5iT1UlMr6hiP
p0bsFNB8e5XdhWG+6ore4u3SUrQEAnh0A4P+GBSls85nIVmmTV0iYtIX0Gj+rrsurjBbJgJ4x1hJ
To78EdGBnNqZHg1e/tUD50w2W7tDJVRV1QSy3eQquPKC685pH8U5renx6lyL5n8uizllmj6GtVVA
Vpvv1OklQek8tMd2kzimZ8fitY4mmnhT2zJOn7q6bJ1c4Uz00XhgHMeQDjiSL++ws3VMaQHIkM7x
FYDIjnXDkbcULJ4ryxy9UYySTk0hDyg833kKHYGKG+0m2yUe8lHAZX3lHuVxvy7GdXNn64xqFNHB
xhyP0vTCNkrmK+j24IYYuU1vdRJ2VLbv7r54EwMXI4VzaUykECopOAQaSEPV+1jEtF75SGhsp5EX
kiz5sXNBzM1a5X4U63qGpKoy2ZUjE5ms11+eox95z/DF6sK5KObgFyLIyMMaOj1le4PER/VVSVFr
6xyegfB0Yk59rIcBvAwE7Vyg5B6NXbhpXta2R9EyRy8b45LTPNOJ5fTPfB/jsUaI8h/8ktR7webC
5BZLeOcymMM91kESJj1kPPT0aRcfXxTbDezwXnPSgtA7JMMeLiu1mGk/l8ic6Mk39aTt4E52VzWN
nbe3kmwO7osSOCfVjkan3YP99s6313Q40HWG1Nrmg1sbXrwn/hw4lTnmHnrOFE+ad/FQuLFP/Q3a
2+h67bsf647HUbwYd52rzNyxVVkpVTtB5ZE+GQQYbVsnM42wYfMwhzyTYRyJ5iWNWJaQFBM7PKIu
ujHJBw9byNJhfAdEANADVIEGCqQjGAdi9kWSlJWEc62+NleJ7LTP3RuYb/Z4gN4qRHfW9l19dUf7
HZJPYMBF5dv94KUTF7fw7CMY59IMlZRjzAws1z5U++Bact32tQTm4vYRyTY/5EQWi6/Fc6UZDxPn
XVUbEeQV9sNTZ5e0fD9SesPTazGqAJuCNk8v0jR2bdNxrJUi1bC2CCycfhMQykUBLy7dmQxm6Yo4
CsccJDyANL6mhtOtLUe399L9tiW7Q46cDOc1sJhxR1fPP0oxa2c1VjWIIQSKLy8GkbexD6za7e3t
RErqb9PV1eYU2CUYHLfl3df6Jn+7AX6N3lNn+OocH50T9O4Gvo9nyLOev6LFs89ifHkSm6WelCou
DQwA2I2by55u+U768/Pf9/BZgJgEuWakBX4efB/+Sr3bbtc3Nzccu1w88WdCGAeedoaE6coQYqcl
VW1Q5lJY5WVNZv/ErhN6TIAjAd8V8CTMOomVhFZXfYLpB7dKLNkFMGKXJSyFXaj1AvKAxnrE7oxH
8fO4UKMhHU9ZH7kYJUq1EnPL9DUGmXHCdl6FlSV3BaFsW+so8p0Ob4q+ConRkPTzNqWBaznq9WpF
nTvx8at6id9ptYqcL8xwJlPn8BrAFlvQ/o+0K1tuVFm2X6QIxCDgtRg1W0O7bb8Q3XYbMc8g+Pq7
SufcbVSmVXH33R07wk+ksiozK8eV6lelV2EurqkvbVO0V1R6zW2G/pl9tEKBTSb4KTPBII5RkhM2
SeLfZ7ztyLW1uGXe76e+wBANNvtiBg6+J/sKduHi0spe3Z2xshJoA6t2A7DekOTrYFNbOtzr2hFd
jH1zLvu7yN6TZZ5Db1G2Q6eArIJhk4Boyw0mmy3eU3hbmXovtSADzYDRRpJeYUcy54AukrwG7ekL
B9u/vZWfWjpJT6ipY9ie6L9DLAQ1ZSPfpLq5AHT4L/899UlZEbnYts8hb0/jhDm4/z2MFs3qocY2
KjQ+ZpGutGamFvpy3ijdZy7kMjb0zNVrRsp5UZz1vtWAjC+pARG6RgyIJ2eYW+3kJOWZwIlGC/qr
FsBOgWrTzbP3UWyihqIHIKX/DDnNdCwGKAHQsRP3mI/4TI0f7faEFrWfj9X9+yN3T5RxvwQJkFme
OkcNwCl+VLa3P8EVch/TmJIyLLrDTlZJph4LUzHRRa2bYSKXSllvRdbFVBxs1SU8MZtw7hZYQPFF
h9HjOKmDqshBpzFqO8AkT/lzvkuWOeH3tN7mJVmRHtNiLmse9WqoZ6DVrdLNWU/IvkDHhGoCslxa
vsB8rNY+QYep0WDVfW0uVmJi9lZ2XDr+xQx/DZZsD4YVbHQr9Ez10G16opgq5k3brcnNUXx/Ne4P
hrnk5hrJcQ/5xvhcvCys7VlDI6K4XJBV7ngG5xmckqjxyTA2pRQGJUYvJL1t2jWz/ZUaXIbo6T46
fca59sJm0GcyTp/eM7DNUZKvXdWYbWer3Pi/5zbvT495EQu1Ly5ddzu9jOzrtWdbQKLlONFTD8D4
1BhHEL1GGRq1QaTYzh10FvC6GKZ1EA1ECvJjKr50b1xiv6s7wCLSho69/8f69Vmtn/+Nln9RYI6p
qa6zPrqCAkZCrdDMXY0k6InimkkqrN/v/osOc1J9s1DLGW2VUez9S2ygOcvWXtvnxOY659RePKLE
+Mq+h4Hpa3zjaB84oZlgrAphcMef35pW0C+emAepEoRQ0gtQqqzwXBA44x2RTwuClpvQ8c1izQO3
msg8UaH+hyKbtuyLJFdCHaf4XB0KtNIau2Tvmxz3YvKhHVNhLHJ4kaNWX6ASppDB/n0xhVdvMzfQ
NqaaEech43LEWORgkV4Ej95WQhrLRkX2gw4zuv/u5OjuRbhrFCaaMaYLYeZXinhrM3nzD3ifc0AV
zJB+JbyusIlkJC5pRIoxpV16VYtofiOFbIWdGZefnhnas52/xFh+UqHD+7EOTz+hI4qMmagWWBeT
p6gohsur+TvaXlcD2ux8+8Bz/ift0YgQYy1Ur0orOUJ2t7BeriohkQng0OVjbqgl+Ka/IxqspZi1
ZRDqGEZCQi2GNsUrznHxmGAMhJKJperlyKqu4+XgtiRaojLE62e+AYk8YoMxDnNpUJpZg6NKX0rM
bLxdTtvKQMMcvA101awEY77EimczIzl65MQP+ZUOq8u2ZluviwZ/VGb/FC1XyrLj9XNQ/h78Mjas
buaLS1YUkJatvBoQWNO9Yrwd2reQ9hERxobo17qpExlEntuUbN88I4bPomBN01Z78mTMLAvkYu1W
R6JbgSOczfRP7HCVnnPTN0M3SiCUauDFkX4zZDoRtlvUzbCLxH1NlrsfRgZI8MWR55lPkKQLjjAX
RoFuv8NMx9cK25sawJIMNhLcNZArshPH65iyMLRmhv8UwAwD1RM3POJLBYZi4NE2FqyRtJFOsNs1
3gKgKsTWhXx6PMCPiSQ3SjpApsCqFaBGyN+gZaJUnvUpZHldLYwEIecWo0CtCYfUB76WPTcSM3W0
Y1IT4fjYGMgTr/kdaYbVmZgGSirDmBafWBWKdNd1A+g5+gteLtvcfEODLZntCoI/LqZqdLb4JJ+u
Bub9rjt5bRjZZqUvqeT5duyoTxzvaaLz+P5kmGdFVNoSO1RwMujzNuYIHQBJvFOsLiSNfdJ21s7b
KUteyXmi44JSBebbAs80BtSZFyZVKiyVCmDBJFDEkjTUa+wYC8/RDqYaKKCuTlhvvZqZgChGxPbx
+EomSor31JnXRkkQaJcecuSCIzpb0Zq78OKt6yon6lvqZD8znrjTO2ZsCR5u2sYCLxgApUwkGnl5
23gy2FVIiQ1/jYO4gSir2Yq+cby4QaRv2DdqQG+j0EZ4yNkZ3TJurm2korSBkEtd27ZkiyuVhPty
HRjhbubkluUe0E5OLOO1J1hnRjjnS8/vwQ9g2YVTmV1qWlupEXvO4TkkTr6Othjh2AEZHyBvBPW/
f+HzydhDjLEiYPxhAQpjr6/DIrnkkoY0qLjqLcm2kdjbPaGq6b8/Zm+i+LG4o8RodKWoQhjQSZHI
vaIXJMYTONgFhjMwyBkY/jlF+/RgPAWWNXsLDd8UfZJguNFVz3PuDOqU+3n3Yxj9VXqhT+W27M+6
d72uUgBqvslRIZO8aC/rMlQDw9MSDG8ISenIeS67XoeWd86JUPllL3x89ow6Y7w0aP0CZy+dQn0Z
p0bdEmwWbe1GMWPF9jA6A0CIJjZydJPqaC+3gbsowKi1y8e/ZNLQj38Jo9qNKKlx06ionBTmbCNf
jUxy1MyVI2NhCtfVNrwYfb9T/WVQr2NDxFxo/1uVTM6vmPAA7y6F8TLLWowa4DXBQYEkmgsTQwUb
D+gKrbFYw4M48MorU2/2mGvG40yTUg61FFzXZgaP6OdriwklHlMTXtcdU4zXmSJfi6gATEmYfJSI
OM+BU2oFy0o1sJM7SQCvMjzN9Z+N/hG29iI4BvVZEMyiPiQKb8PmRO78XgfpiYwciEhAA0ycUm0f
gMyUkKEx3oJduNymy3BZfviWauWqGSxVpzFT8qo4omlpicGF65jo/scPwXzaXJIwLKksGGMw82rB
UwK/B8rMy5u2fUPtXMek7c4k8IapRxxgPOvfiNeIJqPzuRdiIDUETeGgwLDMTxRIzcLavacLphw7
XA+mpTzu2OGUS3zHK6Pms67/r1irAM1QK3emu+pJTd8AyS5jE05po3OyRZOknURGEa+11JY0Uoo/
pPkK0BdS8hMDRJfK1jsiDGs1r0hRb+tomZeGf3p8RJMKiKUHwIPAJmUg/N2LRyUsUFkpgv4s2bIx
M/TVjpel4VFgtGHIK8wmdpf+nLihqRvxztA/HvMw9YwDzfofHhgRnwtNrwsl5YFIv42rwxOjSaPx
z/fRdXR/Rl4oZGLdgwNzwCHl+5q8Gt7vxzxMuVqKgF0EgqiiujS/BQIjPY0LCsOnif25WomObCmg
dMSmBOPPAu1xWJzxL1Tjjh5jeQe5xiz3DPT0E83GIzteoSt0sfSdztYdbLSwBbRDnB9zOWEZgfoJ
qA60eKDQwA7dRHOsmSl7FPIa8ZDOMGSk7+RyTpraTX3k13POfsWJi7sjx4heUfmZXocgJ0ENZ5pK
5PSAYVkjnGdET356emPkwfNjFqdSandEGWn058XigpaPHs0P2XPjNNsEoeF7tZEAocNLPVA7wrgT
Y1o3mzsSmn5WJ3ocoUB78YHwlwFhsL+4j/nhkWC8RbnpRaygBomkwaq18ncYL/8FAczwY3QPsg/Z
uNcuXc0qv6EyoUVwRAEQUv3fO12BJzyiwLwC2ixQg8Dr+7OPZvWL2XFUd8KJv/s8PcHRJcSS1khX
CQwEAKEXIxOAOACz5SnshBm9o8L4a9WsyX2V3oMSh6YGJDbRwzhQqht6/K5UnBWQE2PG90fGWId4
DrikIZn35/V6eyu5I+d9jt/PmUGW5H3TWptoQ14x0mmk1upUblMj3X4gZ8yxUryjZV4nbyZeszDA
zxCGFuB7710L4JWCFwdOivhIPhgzUcUKRqpjoT+jWxoVQb+zrwuRIyQSFeNvqjoiwpiFUA+w0Rcx
CNrotnZ3DAAm6xN9B5Cl0/EoVYiHNsCEI6cgJcn+9KkdP9f6+WPNm96fCoNGcvQNNl2d1VF7TSCt
wuHydF0mx3Y/d5MPH0lyHkT75LlisxLtfQO20O1IRoohB0kjAFKpP3tA+tGkj0vDa06cijAVBPD/
kGBUWwm1YJH0IAGXiiKP7oflObXP1zVyf45jbTozRydtjRD+pC8/Pzi2flI8R9QZzb9EXaGEKu5U
L1+U4meaWknlPLaOky8mTg8JQHT8YHvzvXG59qFyDdpgOGNp2rsYBmajXw3/Wn00hVBb8wjQSF7X
G4+JTvKlYB8loO0XMrySe6JygUavIYiGc1lsvWhX1k9zYPn//2gwjDVZPQ+yKh7OofY7a1qii6uZ
z8Nu4jHCKJ2sx14s6CFMV9kakrRs87lVwP1/zMqk74btWQCjBVA7VkBQ3R8J+qDmQzMfsuFWRVtr
zozMyczw7JTMnMzsCa82M5W4Aio/coLY74RIakH5HhFEYqJXtWs+wOPdtkjjAD9rU57F59/77GCT
wtyoJXktj8lTSfrlKTXcw2OOp/Vu9AOY90FWrnWRxNVwXr9cA+LDk3vqre3v3LYT4xgYhWkBW6Uw
0l/WSjRLVKiCPYqyvHmLW1H8m1Ed/QxGUCt58BdSVQzn5+dtvnmryO8+M3zizAwHQ33+0w7otE4E
QMGOhAgLOOo/qZsj6owIa8NshhV25XBu84PsnzqsZRTyH56SW2ILp9abW5xTp6f6iF1GnK+C7vVC
DXbXaN3orbe9bv+utley/BMYjhUiB10a2el0mJkH3kssTarSF7PswguliZpE1Cnt9YvmvIUfb/KP
Af7UkjhWa3Xm6+rXadW5nyuBGK/AR/8REl4xZPI9ue2jAIajiID1XuprufMvSZ/ivMU/2exYyufH
58v7PqNVftDJs7yFGofJW6T9WMw42e2p74sC1lvQnXNYYs+40mUoVvNrvRjO6iJ7kS7li55d/4Xl
lkSsMlwAmQM7Fpj3sIvaYSguwnAGoiTR+2WjPGe9+fiYpvrgcP5fRCifI+szyHoVhsoArVPshSHE
GMQsT+efiQhsMQAo2ejGbBKinjlkpzwoIH3hLQTWD2CqGWUX1DARswZvfRdeZ6HR6ej/NnxfBxyj
3MmFR4akCjwjkWCM14te17dBOFdjUl/RuUmaII/tIs6GOcf6T2AXoxkQOJ/Arp+LGPFmflew6MoU
LRRzWP+ZaFzQwmUX22R7HlBJmP1AyTUkK30FKJSV6zbus/t/PxY0AWO3LrCL8QcLgytpQZL44TAH
HNNWNoIVNjdZq88Dx9ZNNR6MybAAuIUWlZoygMvCSgh6epK30vJf+Z021IYxNu6ODqMknhJf+qQD
nZkLf267/30FpJAxOBaMGzkdXN4bMvV4o1UEbRz0RcViJUZlJN8v+rZQ5me0jQLYc790YEwBlG+t
OLr5/blQIR2YgURfOFazCozaaFifVQQNBi5NuyL968YYeO7OhHN/T4KxYJ7Wp9eujOHcr4Y1sTar
3anniPuEINzTYJ5+vwiGGba3YG4UleHCWJJNb1qco5pIotwTYXRKDOBeXGowsp4R+XWHFgLDRIsL
71XjHhjzhM8ENCnCC0VSeithTiU98ibzeZfOPNleX2d5U9JLrw79y2lx5BhjzvdvDI5ssY4VscOQ
4fsVQsmUGLVz4tgXKv/3Cnl3FTd5GFEIpBYdAS0oKNh0ENqBcXFd94N3Ezw+GBfaz4ekaBVcRPRL
/wXUMt7sx0QjxT0blM0RG5cQW8EGdAUj/lbczMFRrSBVPTnw0H0mmunvKTF6roQZ8tEyKA377Utj
vLy8XQx3nxm/91s7xzDPFdOWe3hpHJ+cpzNsBlnI/bJSqPLPX96eWkI2lhWSHxzN/G6eKXOYgsAW
OrrDl1GYNFzUgVdmGAlBMwYMMwIMMrw+FrkJsLV7IozSDHohzqp5erOUP457AG1d3ePR3za1edwc
osHUc6y+8SkiOYcyhz2ZSfVfsIXAK0VQvmyaI3peNhVgae3AqV0NRzo/bshPK1tiPPcH+kzV109/
wKyVZkhcfZgol92dwa1bZiSv+Qw4TqWAg37Wfjxv8WLYS/KkGpvS+mntDJ7Q/sUQ/nOvMqN/lVbp
/iUFuaJAdQOluPXB/Fem6osEo4FXeYHJNpoYNwsSZcZPwOKFvC32E2Xt+2NjlE+vsQ6nww7089a0
bfuP+OQ8bSw65hUazzwAWu4dMc/tVb2oap/j0JDTG+y9PcclOaWbuhvUbHJ0gPIxhr6HYff8Ma9v
K8Rll6OGch7WjW3o58fy/xcr+XVHzLurtCk20icVOHqJdltMHZ9RmiUXN9+Z3D6U79HsPSuMKYnQ
WxeKGU7P3F6BBhHaGHowiHUK0GGmm7wHYKIQfk+OMSpZKFeeIEMy1uuEmFtc13L51BrOn9o9wrtc
YcBYx4AH72H7i7/0z5GywzW9UGEWaQY2E99Q3lYQRQ2NYpXLCS6nH9AvMozfnGHFu4IxbWRCMyIs
F3vT7XiNDSL9xndX4IsGYyT6pA9KLAnAEZovdmWgmxW5loVJLMs45Q4mNnlBB48pxmQo/aWL+qLo
z4sfCqJMe5kYf2TTwRAcdoQZvCPkXhVjPKTFvFYzBSKSYh2F6W+rlxWm6w8HzlVNtBLeiaLC2I35
Rcp9n9KBGMJmoA6AzljHMixXB94yF0eA954qjNEI1WLQBay4OT8naNC9vSXnP+Qd+XHEVIbrmzx0
PN5zojB2RAd6dbDwQTEiW7PbVjbelD3nPeHZenYhZ+ghFdvkkI4XEz1sZ7JEzh8jvZgdXmsWT48n
cq73l8bYjyrCSpa5BpbWIPcGehf7SP54tmOl6A+EXn8ePj4EzhbQSXMvihr2oWJxnXwLXkdeAIao
Kvj3kBS1IdkLoFQf2/tpjR59n5FEbAhKPayDp60Tz5hgeHvbL5HQkwmagTQcpcvdw0c19psJGRFk
RPEKlII5Ev9QMZS/gFJGA3vD1qz29TFnVFUf0WEEMFZELG1vcHCKK5vdz8cfn8iAQRZGXDBPV74o
ExV7uemxAcATo9Cb+QqrOVz9qSNcV3DSCI6IMYLXqH21aGcY+MbW+f4VRUJeYmLaHn1RYNsI/Maf
ZWoIdnLkkPYw63+oOULyAJAiPNv3vQPy7uhuEjmS6Fbq0QTp4WJ0O9znLqqd2Jn3wXMuOHpzy9mN
qNTx/16/dAocxXl8/RPVj3semGfJr4S2iamz/Lz+T0frW+Ta58JZOkjEbwajM63dLjET20WUx2Nt
It94T515pVStr2tRxwmu0bQ8LOM5ptBLDL9jK6BR/QZcovvhnn4Ia+5IENWZBzrFjigmcVnHDQ2O
wsaIvdealNi3LdoXiWP0OAJ/s8Sjy9PTWRr5wFk+q3ttqSBrypHBab99JO+McSjnwyyqM3qCJmoZ
8HL3iK1qFDI601j1Lq9uwTMXN3kaMVS2QKcGRDVNmWGhi23/x8ialmKszH+VBRjxxlgLRU9lNdUo
PASmBFRj7rwaq8Oh5pjX6Qf+iww7nlgqsppH9AiDKxEgCh0QCzEDL6qciHwCS+ZO2ll8/U4v/it0
a1OwFNdb7YuXH+0bxpi4L/ykezviiXFvr8E8mycFFYuEPGMf18ZWNvAqVKSDAfBkRS8rbthNP/lA
pdjkcw8oXKCu4raQlSJmRa7r8qRjmTOpeKNg097SiDvGbFSF2CRKCK1C9EODnz9AM4PzYhnu5/rA
QxSYToKNqDGOhaCFg6h4YMxErWBrJxZah5bHynReV9aqJycX4cn6g2OXp50L1IYkRdawNJOJgcT2
uqjzOaJXCbiJ+/x0XiI+EZfEwvW5GAv+/OxuGT8O2enH5ossIzf5RZrlmngj+/KyxwYObCGw4NQb
yo469cYn+nhz9JkLLsoyvKLiRP2CKsgXdeYxCtDEH4tljbKYUW/C89t2Sa4G6J93Ox4611/cxS9a
jAyFUlT7ygBa62cs6qSdYQGxj06NUgNspwXH+/HR/kVovwgyYlT4ciGUNHimESfMJmBYF6aD/Ndh
sePQmo6SRgfJuKZSoleLhUpfdcF5wUzfljrDnv3TsXa/LHjDlulyuKNf/K79X9wx71CrtWF4pd43
XnKSQGTQuuH8Kh0uyv9ffIYvSozDWiRCleczmLbn+l0lErRj6aTuAE//J/aEDIZsAzaKw95fntkv
osxTpF6q/yZTK6s21xd0qGgb4mDWtTGMD2V58M2PZ15HGEcdUGfHmY/e2rq+yK1OfdnSNF8EY6u6
e/RRV+bVaTj8/eVZ/1/+VIE1Nxc1SRIay7zpe89cEhk5d+MWUfMazSbWNo6VXBUYE1MHHaAOLjT4
NG1zT130Y+LYwfoNSU5kYMDfZmO5c8M4uSZw1tzAPMQ/eCm06ezgPxqispP1MOlqUqr0gYTu2+eA
IB9DhhXyB9yznX6Lv86WsTTtTMX245IKLJAJMGiZugiwtR3nxVjwyDD2RZN8qSs7kNEirL/E9NlL
b0jvCalNrB5MUA9uTQysVWSZavgZy3fH2byuVoiLTpZFlhfbM9/ff2KA5QX9sPoh2xgfHoLm1cpC
+NxkvHB9OkE1ugDGRM0WXhV6NLttAlYvX2LKeQa34cAxS9Mh2tfZM2YpwBTm1aNJhwwjt8bsTbCN
g8sD9aIW5++2TxUYi6TO00zzaQg9LAvTIxTr9DEb0wmb0WEx5qf1xVqsrmAjIkgeHl7Qq0Kx846Y
MiM1VHVnGcEToCVPhzUXpfaxJ4Jx1nsrFOaKpws0QtyCamXolvBurPyacFicdh//uambvIyMXaRV
UXilOSkAO1IfC96q09LNV1ZpnAAKwSvhcEy6eqtBjghm/RWRb4iU2/qtoKPYcLCOT9iHSUTyucJu
hVPoPGaRJ/K3+GBEscmvaGe61QIXK68j8wPsgNIh3jD/n4QYi1NfhLyvaVidOd4rnntsN3BPXMF4
7CuqbJE2FK6RJl0hGM/rHBgo+k54DU6xcbj5ho85usXjD1RszliLdib6gTKj0vG83c7x5GOxDnGw
e9xFbfhkuNKryhMQqlOPSDKmI1K0bq6nOMT1BS29WBzvnw888/TYa8KSl3vd8oFkX2MhKy3xBS5S
H/vk5bP4ieUaCCm48LcTq2vvXt6bhzqSv0stdek8hcRfbfNtjbnJ7f68PAbbP+d4f0RvUi+RP38I
MSq0mANJTN+sT9Gpd13eyXJcYZVN0oUVotOUql5prl/e9vb5CTt78OifDuoyNjjOME/t2DRdLwVD
XFC2Z66dX4jnYqcgxablXCbnFWDzdEoQ+gp2V9CIbdGa8lbLyRCbAk+3eWSYGClsvP8WXGysUUYh
XTeOxPi1Qg0fusdzQTk6cAuNRxIz+P9rSNZbVLq9JwDGPVZsnuPJJuLaGlmeagEt6x0TCaX9MrTr
9TusPh104PV6cywWm427xrkyaFdIQrD6g1HxDw4vvKthLIaSJ5Jf0Bq6ifZt+pygfdyx6M2g8vbM
IUY/9sA8sYm4yzXu8FqCFyARvJ2RN/U2m1uZY5385qWT/pK5+udxZqFg+1wPpJzKdpOYgkLShRsq
bnzdxPpJKiDrheyk9bHHwFtlPOaTc6Zsci5to7nQzsHmuvsUX8vdJ0drJ+ab74wim5RrmiAOU+o2
J7+26D6PDGdpb2XHhigefQflZ7KzMMjUkU80WHGkn0uciYXyGXqfywrcZdYLyhXnN9tcy9t5YXbG
kFtec9D2Rv/TPLifp3gbZjBb6/+ndWTTdnUTLgYNnRK0/gNQZnjJaPeI8Y/D61/SrP/I0G1Ob2RL
ylSaYzM3vcngF9rIVEN8QdcahwpPXJggCFFdmF1pHFtkRu4uSHbueT3jHJsoMa5If1G1QIjQtoKo
PFipjsuzUry4n11uN0/1UPErUHjZJjvBeCM5clIABHdmy8fKxYuC2Ra4RpLrZkGBRDoDmy82Pomc
o/O0K4+o3HNIzR/bq1taYHT9ftREXYfn5Gya3YIM6CEnv5DJvHCcbI4AyEy0Es+Kpg4GcIRgMgOs
LYIVmVPT4WTXAKJ877VJMyHX4h5J0s4AsI25x8ZWn/xBPE0wRboLb20IFday8UDip0MWCRvZdAVD
dNpNcEZnKPpzT/WpGdbdZzuyzgvzDxI1Fqr2NFvC7ymedE9H9Bht8q6zSxWmuDOFrK+u/iP6/Vgo
pnN5IwKMLtUYjYgxYQ5JxxSQ/fYbQR+qjjEhrzvUyg7rfyeFI4LME51KaqQ1Hj1Bslw6no2uKeJZ
/fExX5N+xogKFdLRPWl5kl6zgLr1gwmcOJ7JnkxqjD5PLdTo8xc/ji96QVVpcQicmNxKAhxDypM1
1kfHRon/Bgsva6B00eb4PwjHN0ZpuCdkhng8TWYZvnhinfRukLRLR7Pjl81vXI2KPdDrBbBcdHP+
WvEqcZMmfESMeXYVQU9F8T/EzG1sC++uyeNn0tyNSDBueryIdD24ZTllY378iSw/AlSee34Le785
gSMq8r0kNHFbJYGEU4vNN6zz+XMF/BUBPA9aePzceizUXGKMNSj8ru8lDcTMl5dyk5B1Z8joDLXl
V0HbF0u3amwORfrzH7HHmociFQGjB4oRkPIzhyA7TFAwcZUlT9p518XYBez7gitNG3pRRMegDlqi
HAUl5w2KJQhL9WWHwdfnx9zxhJAxEjM0j6RZTbVYLskswuwJt+TEOz/GUEiBnrc6FcJ0GWyva924
on/4kzp3If7niPx0juZLGFlXvRmui0LXQe15i7w+jhAYsuYRAFj4h8oTRVjAWoGGCChJPz7K6RLt
iDTzIkdiNAt7HYJSAqaUApWqyJN2hn7K9z7pn947u10NK2nrR3ChXfcx9elphRF11pxERdYmtF91
/Zb8qWwFEnrQrGcebMZ0ImNEh7Ep8tD7YjbggCXiAdJ+l3RYvrNyTwEvGTudoBlRYuxKINZ6F8pU
Nre0PRBI8hF0YYW6msvDfZnu2BrRYsyKnEiJIlzgA5TmS2OhzIWHuSZYRYExOZSAOHfF0bpv3nvm
YwEsNf0mWh9/+3DclkcUQtA6gI3zXPvMealZT15ZKN6s7kGtMbYF8a25gwU3HL2bduJHB8gYEhUM
NQXNnDereIO1B5/SWkmIj4V9O+zQ+eT6UDymGKtybTxBCFTQu01Px6b+Nnt6fEs8v5D14odIokyB
hL1PLCS5WvKOFl+N7JDqPbjS+TE5jkyw/rymLVJN8ihD29ic71KyOHIzKByXkB1KaYKuF2t6aOiy
I8c/dBTBQreydSg5jyaPEGMksoVeqWoOQltssF0GHDQd3tcZw5CHkihpNGG9XgDPtFo+vgieJb1t
whh5trGo52kl4vON0a3MK114/j6siqWx5rnoVCm+uxYLRFKyThdcMzY7UNAhVYSI4bQ/jWlkJnY5
8DYuTmbopC8SzE14s4WYaSlI2PO1+BQTkWteeEwwt1ENmPdNPHgtaHnebpu30JQA2PCzJ6mDTWzo
hkK+iHND047SF1OMtda0qCulHiTFtxhrhDdP1uvK4Dyo07GHjKVQgLMFcC47ZzIftMu8zRvq9yWk
N7bwx9AvUxPMP2EOEM8Qx3+YNAAjeoz7MO+kpKajjufhPcbgjrSC3eScG48EI29S2QZFq7f0qoAn
gDayPWYllsg2It+GhzXiVSOmvTHs95F0SQfYMotFplS9nA0UHrQxEhJUZHApnAj1yt4uphasvffV
CTMagZ1upXB94DWwTYrmiDwj/P3CS9vmAvJ7/wAX5dPnPOTTSZgRAUb2Z5eF1s49ikxKLpvtxdjb
odn8WJKj8IFOwKtzwvBV/IOXgpnOYo7IMvKPw1b9flhcz1dzIMmPwEGfbVXDq+XwNykvIzqL+8gu
1a8zIdGwO+/5WcWtaWa/L35yZHLyIR/RYIIe2mJYqwV4WZseEIvQ/oKyt/L6wSFDb+KbqR2RoaIy
MurYz1peZLp3sDgGWNZyvPUwomR16nkMUSV6RIke6ogSylVdrCZgKGyBSVZXBrGjP77jK0teaHUr
Ff2dlMj2ZomKdikWA8RvjabQxZ9IBN61HDilj+x5diHY3EJRvi+2sPswD2qI2ey1whGRacfvn4MV
2aatNKirqp/jYE0zzglBg19K0uPpxF23w5F6ke3ZyoHFEuke1g2u83aNylkC2+GqywNHUia9ixFD
jNHowribRUAFO4ex7ac+qdqYhIDxbZeyQObzVWBKi7VXv/yYDU+1ZHfakvMDHovqd1wLqb4MaUhv
dSsY+WsV7GLgj/QqcoSepea8uHW6+jlimLEmAwqG5VzHucrBUhNSMo+MxhHfy+dGMgSZBAW5Oivx
47oeLOXysuDFeZMeyog8Y2T0TvUWnQxA5eQziEjwtPJ5T/l0JDkiwdgYH9t41SqEjGKuGDBP0RpP
OcESG3X1S7JOJncoi8cSY2wiJfUFNaY3aHa/sGOYpsc782qVxDU4hk3k0WLMTetjaY4WgNazSfc8
ZBZ2v5jZbvvWDIZ2Itlys8mtxl7slRLgBZHJSzxw6LOdWUG5AMh2BelJzfr3zsIz9FgdeAyyPVlN
UuSdHtFH6OXFWy0DC/bbFpco3NEUh5m5a3e1sF3D5KY6qOQ9MK9sc9YVYNdBRhXD3OYfyys5N398
YueuJxuA1naV82NOpwOPLzFlW7O0KESH0fVGLyOddcFejGizsFOkyTiUHj/sIlvDyQMFe1upjaN+
WW9gBe0md99jQjtud78yLMA2Od7tdN5oxBxjZbJskeVyADXPrGf5s17lMVlxZ7keO3ziLXs8entj
PagaeYDDhwn42btsXFdJi73Qj0+P80Dc7OmIyLXVhjyk2m0fPx9/ebrFYXRIjOHImy4ucrrOoDQb
1ewDIzqqslN6VluQ/FnfoimqcTMeDh5X8BgbohWzLG1rHNvlAiePODBX6P1CYo83NMPRKLae00jl
9RrR+4l+hafhl/v4+DimiC3fSOkikIQeF7P1HFu1E46p5QgX21ulqVERyPSU0PcXobD/ClC2xwxw
JOsWbowkS+lncz/PwIC3xPRHtXr8dU40BgDUe8903jZtr3ZUO1623Yp2Y9ebNLCr2ACgJFpNDyfD
sF53RydXeAZnMmL/Emy2wwpriERdqanBWb1oB0RKeWd+8GZhp0P2ERUqfqPzk/MW418JGATK8tx+
owAHDkCVUT7BvhuD20FIz+vB+3B7uUbkAB0SdEFEzzM2y5oYIsE5IluMwiTXzeYdIGMZ5jMfc1gz
WIamJC8vWXLK3fB58E4XXszHM9Rsm1U0W9RlQ81baVdbD8mO0uEDUTyO+rDd+/6mxHnm+RLdltJj
0dLPYlu0xDjwyXBUlu2rSq+VqDUiYrFutV0Y2lNktKjfYZ6rN3Fya+mJ29/Ki4dY7FohkoQ4kUFS
dZExtgimGVzDtz94bVu8t4LtmdIVIZxXVKU6xcywRnd3+lA+UFCjdcL/Z0zEtk0pnSQMRQ3pi1DQ
Cp5bbOVrzRarxHpgvJVEq1eWYD+2Vjcf5IF23QBUR9oVBVHmezFoSg3AQ44xea8B1QToIc6rwTG6
bDEmayRRnoVYqqTXJPBIxTPqf4mv0EWCTS2aLrNTPkXQtqmoY2kK0ELM1J4do+2rgb1vq1Ngm1z8
xemyBUA9/5ccY+UbNdMabHinhQQ6UXiI1mdtKb8HWFWom+4qJO7JPXCexr9c1hdRxrtrcmGuJ3Qp
ybBf20t7ZgxHLLP/5Fp4Gnx/F4ovOoyFr/qkldoZPcs1wDn3S89EyzhFpCqxrQ04elyC09mcL4LU
5xhJYQ0oy/zigWCJdkg6/4YBTQqgST1lvCt4VjBOb3JEf9qR+SLKGHsBM0mNpEEkn9cgaW+7Drs2
n7yTaAqA0zcOxZq3OfQvVv+LJOMCFkJRXzoBFwiAmYpoTxsKdQeQLw5n00/mP2TYaPECRL2hpIHH
c7zZ9sZgI1+UbfuArhnmjoNyhOXG8+ju9Gr2P6R9V3Pc2M7tL2IVc3hlanaUW638wrIsizln/vq7
dp8gapu39zc+U1MzD64yGiCAjbggKWLMkeNgrvuWP8g/k8T03Z9F5zD4YhkdnSoGCd/mMjlRhb2h
YK+4LlbPva25w6zB5fHUbSVEBqzxnvVg+kuWhP0Fe1wp+LJeQEsyzfZxfjqMGFyxPBedJmo+Tk9r
PXEluLUqmi/yBp3dp0HfqC7K6TbjlWHpBuVDCiMJBjTf4Ij3WPWLnm+r3vWtv+E66Nyw96UgT5Sr
i7JfxB2uaOPI6DuB3BqxcRJZLdbLD9kWsz0p4LfsdIO9z9s/gSlPypmUrVxGyQgOy0N2es9t+JDm
cHg+4DnwWGO1qym+pum4cqnj0Ckd7Fc4syqWZYz50Ab4Zbik4ALSBBXg2yytBlgLKtQ3S8dBzgYR
GJlca6WKUxWOgiNg8TYu91nLUMfVQXVFlTRy7QhX1miUfiARVKE6kW15Gz6qfy8swJfB/xun36r9
A+PJgdvtA1c9fQQAPNUdxudbs7cleertyZVKR58L5HFDtcBkVvj7tixXu0lLApR6CH40AWwcHcD9
0X13f6vb1iMDvWht5lDGjyfOvU1wtaK+JEi9M4KW5eqQoR8InKK97JRe9MPbP90msqYhSxrUwzKO
rWzwEWi8vLj2CHyquGJkzavliwUJGko/aeshlsiH2R/LS/xc/cJ8RtBYH8yjyGvv8pIQSdIWHrfv
hF6PCFwD1hT8nW//wIBQah5ITOqpDkNwRJ1of7UkRiKTBTF97EYpGkGscbCu7bBej9VERZMUBcD/
AvrbdLVECDoBsNM8GXPQsJEttKYO4LUavJy50sTqBYOfNUVY0qP46UWMcQ8R6EmRGT+nZnjOgYt6
W9lWTWhJhHoTA6Eexl4Ekdp92SNa65y3/DVyxNfGMKNtq6DoP4C3T8/nrXhTMYEhrq8I/dWWP4A8
couvNgRtpCrcDCeRoL5yfK82JtJAYWPOjucJjBEl5jek3G8zcAoaG2AXxJyjDWx39YEU7yZwyfB+
qyG+JovoLQuqJok6lbJLosDN1UC+Hxh7Ef7tBOOTOT2zfMY1/f9DigtalKFNWDDI/Aa0nvaa6b6V
PzQvvhvRi7NrwLXZF9/BEODFUl3gBOJRY9aR1wW7+AGUsiYJNugGAT/AfnnzgYOIDMNDNKyxYp41
I18KldJXNcgKKStBZw/sl/I5uNy2h1WbW7BBaWORcKM/1vjrU+RJ/LazHa9mYjyv1XKWPFBK2IVF
ATANAbLCtNfb1ow2vSXbh+cc27RWZwrbgREorpY+lhSJVBdGNgdFUfkFKJJyxIvrck7jmpcLcweK
xRn1II+RPIi4EEMgnrDvbYCKtZPvb3+i1ddryQz1CMvaNAop6tYkqsHKJg7Sy6b4zHCMq6Hnkgr1
DA+lMAcYIACVEtPJM9Qhs/L9xnnceYHLchXEOv4wX8RoGJrSdawJUcTUIseelSKBWEuOaDgCGp8e
HCJDckSxbpChi4iGb8QyL8ggQ+aZXkZbO8kmpsvRm/sr8X1xRBcSmzFVfH3WCEfuMbfRC6+tH5YZ
IqT+GP8Pc/nr3nZBkHJAQSgmohKIZL0LK2Qv75It2ykmTz9ZrK2OrWsLSpQLylI+NpIEUoQpodoQ
/miAajBjhGT/g0fnGv41uvB70P1QHZYhMxSFrisWetnofqUCYt/2f8ybw2XnfSpb3WJ9PvJe3NIU
ykUBgd5I5h509sPOcLES8DyfBeusYGTxtk6uByALaVKuKYrEpKkMSPMpQZ0eA3buiH1Gw9psNifY
2ufZ063bJJmqQnmpUm2LsUqgKnZtK9fBvtGVbHGbP4n2jiXJVZe44I/yVlIoBnrYwhDsnuAYSKfi
hVPg5ZkD3izjpnyIPKtVHuvw8TyKDv2WO6X75tfpc0DtsmJeyWF9NpkKbnpOKONshAyrN+kZe1+y
ZLaO+ehsSgT4LaAwPF3enFFoh6upmBXi1Wf6S6j07Hc5xnIk1KD+1Dg4KR6c3GO3kTITN6fm8yv/
fH5iTR6vvzoLkpR/8QEJmvM4H0xGx+A071/hNT9xBuKJ+SEZNi5T/iXNsCtaNQpE6xB417I1OUd+
9j5uW8FaarbwYrL8PSTASCRX+APsrpI2UbvhsE+55Z+N9nibzGq8hnltHBzDJUeFp8wbgbGuz6KO
yePNfPLYq6Hrwvr6+ylbTlpeVHsVf3/l2MCPJscyOneysYd6m4/1AHfBCGXHEUAoet8AIQy5W3Zy
H+yC48xbamfWxzM6/yflYWSM7f9/HNUXc5RJa32dxoIEmgrAt03ewSFnNKF/6eYurMyPDyaqwKpO
qBLUmBcgN50SpoxDzr1PNK9GZPqe32WPCvYqWpRi28fSCgBjzV65JDz88dKohq5joh+1tytA2iI0
FbGW0Bo+7osCTAH435ypeKFgiduxxoGcyUxc75xaIv9Xb8CCLGXOYT33RiTGMyJV2JgQW8+Pltft
PYnpmBVir7c4pOxZanGLR4xBylbfClNycxvHR9x7LEk8/0aD9Yfz/Dq5guWbj7vdDhOnLyS1QQiD
7tfHB7DcrNMrcqkzHA3j7V3Xr4UQKB8QoOCf6AV+2VHyFHi0Ew4oAi5D2DJsh/w9tyRARRMdD5g1
nnxjsHYsjqJkBlurtD6lH8VedRjEVt/BBVOUxxnkXq3EFEwh8nzB1SMUE04CBJharPL0KigiTrb9
V3cpe/HnsNfViZACCo6+eZFwkyJIHP/gEWQfz7MAbtua6oBFf6z6k7gQh6Ww3tHtkY8z61Orrnbx
a2gPpYWBkvI4mvtiv817qXMN6/r8h49yYDI3lq6h5q2PSjmnltNaQZRAjnRpZzt0t/fb8E7PLVTF
otj24BR9Sxe9EqgUUOPLjlycOj+xIuLVUOCLa7qWyQ9SKCQRdAufYHDeGlwI8w/SBtv16G+SO14f
f5dGLUiS4HnhsuYm1qd0Aud+YrrVjo9NDjHIxolwrcNTXjvmNAHjy2qUswr8EOs2HAju5Q2CDyFD
z2XH7yNcoAJexQermrReLlgwSHksOcal0Lkn9DAmH1+mO88DmCfD+zAcv0Y5n6SMxkLRQAQN1AwQ
omjTMuvPDNerUY4HpXox7tqAnCneu4ar8JaDhwy4ryxMDJYr1Siv03F4O7kG3DwhHsVNldEMgMNP
lt4ZYruWmW/YHX0bOxu0HtO9PpkcGKz4oGEvCV4HFVvhxAO6u9l+ntHK8S3VYUamDD+uUR5G8buG
52qIM8GxDjs6S/dk7xLrJ1bOmf+bG9co9xLLagDDJrRqc/9yFHOL/yjRYscJU1Ox/y4n/FJ5ulhb
5nmr5Ql5pN+aTfIYHAHAeAF802ByB1a1Zz3M+u+zoVP+I8rDrBwKuKwjfJb7niPjzffAOI0u3v4v
I+QFZ5TzwE7ulHBA1yFDjOHdjJQaEmQtjrH0X6dcxjgaol4ExA3byXnU0BfBgKSNegHr+gSTEuU3
ukHUxa6G/mPF6lpmBP7RAc2CPdPPE8ncsDSd8h5aEiRSLIczGkqYnQE0FQHhRtzCmplh+Vudch5i
XqZcLEHX9y/NsTdzrzSBRyQy95lXpy4WAQsd4PtykedZD9lNm7AwEYxFDudohuUf8tYsJ7usTdVs
DoiWPvZhdDJ667ZVX4f5bomU8iCcZhR+PEFNUOzBiqhqSXtcUk7tyAGM2tavLB9gx+6AwVAxcgJL
9/CiBoglSL7DRkpi6hLlZDpBzBK1gtVPO9etLGPCqXhgK3NbdEhwVfE28+sl5S9LpC8YJ7MwFxIP
fUKB8oiDUVsgPB/vn3UTt8uM7QeDGlEaWtS6jDMYqqTjDvc1oV1EKVUnKv2spQgHJbs4SlgU3HjR
XW59xMcPpDkMamu2sqRGqfCMIl7RG6CGrRoztyPreUJ0wsxQ1+qSSzJUxD2nRY+plOwaNHBmAjxI
b3pn9ZhW1WJJhdLSPMyjfFCu8Q8G/CNguAGcHt0sZoN8dQB7SYlSwKmKhaT3wU+N9mA74+Qb9tot
MuiI/OETOYuBc6Osb7WWIS2IXn/UQjNSJfenUCHf6sXuefB3CAlOIhKkD5YSskhRT52izzkgVkCK
FHdfbAPli8FsXuQM1J4+0pf/TQvpjQNNQPWiJh/O34QXaTbVDH1d0m2IWfgdq9NRSyFSD14NFPRA
b8DZtKmwQrZ3sVms4/IFZh0DUzHsClP0Fr8n5LWthhFj/1r0ZeLLrMaDyx9CvYdJKPZhSyzPPtpt
a4I6zpTjn0/UDFCA/XhiBKCrQzC6rBvI7hQV03SUdYQZp0Rc2SCoxgY1tPU/SEuMb0l+95/+64sM
ZRqB0Xac3ufwX9jtwsI94PIeSTuHFY0x6NDWIAuz0OrEBJGHBOcA54oigB2aENxthlYf34Xcrh9y
YXZaiIGAQAJDeHddgrQ0eiNw4FHNI28OygJ7Vo13dY9zSZJ47QXJUsEdKz0FSQw2A8rm7Si52U45
dlsenbgI76p9m8fVqdglQcoqpL7n9GEgPKZ3FWCUvfO0YZBgfS/y5wuehkme064rwdPLfEgq0zjH
iJbI3Kj9wboiJKw/ov9VQnoNJ5XVhOd76PrTC1yWrWIiAPBGHpAXGFwRbb6h7dfN9QVXis4HqhhV
JH+0eesutIrKrD35Qdt9XrRXchf2/3AZlsUd9ZpyiqgCxwlE57sn3HMgJebYLvfJIXkArgpr9HEV
M2qpHJTjCNoiylOBaOOL219i30aYh5Nd6Ak/f3x+MoH710OSr29HORC+CdCBlkGO4JG82Ig1Pc0a
HpgOZDUm0SURiOgG4i2eUsipyUa1lnWUkoFeNpwVR9lZseimG2b+vcrRghKVkHRiIgc6mIIAlecY
C1RYnuK2wClguKq1ZpeCCVhBxqEXQcepyu82JoZZ3vqtDDOWNw/lu3E/vNYVxob2wfttvV/rI36j
RAUIY61yXK4roLR/uXPfH9rne8P5/ctEpg8Q+9QaTIUZGa/YGnbeBF7QDZU0V6gP5vNhURWBMT+o
qNU8cWZhVYOlA0zXqezHS3ksN//e5fxgOa+1eA89MIADiJok8xgk/C7YaJoyIZELHg7Z9XcP5Ly1
+TrZp5+4AsLE9rtuNFFO5Rs1yv0HZV6n09jx1xJtgZNksPCfhtuY74EZu/fAsUmvNwdff9Yn3cXK
X2kBf8XbI9W6/ZnXUh9VBOMiUCgETb2qwcK9Rb1SdvkQ8uie7Y+iU8lohCOq5kHR+zS25BATgyJx
JhTv3yhSH7nlp2gccbrjIf2BxrCmAW8V5WDMPE3PZ8TVT+xCy0qs+40iZZ1Tz8XB7Mc8aUUeJdt/
IMhnKLcwjxuvRRLfKBG/vpBmnmYzQH4TaFGP+uzdPNvix7NndZ7x8IF3UCQAgxamRVmvlLzyYKii
IBroDgPiCSr8nXBdiBLSvBQKpZij20OJ5wPgdBycutdMvJCxRbqjqMpgU6Da6K86pgLe02djY8Wj
New9HLsBJLYVPpX3VnZ3sXtW2XBt5P3bL6Q+Qh9mQ42TWPiF3Q6NCZyqOELf5nrTOsAKhGgs09IP
mWwq5Nam/g5Exp41977mPr/9COr7VImcZCEPMQHOWjGxvIuehKubMTPcIvL+Q8kX34N6wOM4MIra
yMEtsu7+Ir5mD87jZ/XOSu/XOl3fOKKe7mGeEdqF4Kjb2bZntAAeR7fWPx/3iimZIRYbSzc5Gtgq
QES7wQnnI+6UQCG4Jy3xLGbXeC3p+fZ7qLddTPASqz35zLb9Lr/O76oNHBagXbZmj5VHUjPa+waj
gLOW8y2p0kMvXOOLTSoQqvvjdIrOYgVYwND+IW83wWFEmQCXuUJnMnE4AuN7zf4jsKd9985ybauO
5uur09MvsRaEo6HjZ0xoIqIKsqk93x1xZdXA6TWGGyUB+w0NoxH3hqBIDTWteLzPMHc/tvt7D4UJ
5qLbuk9bMEVlDmIXyjXXXQm5KIunkikEKIuPFod1Dix0WGAuyJm3xq7CusUg5dISgDHxRV+CwcKc
nGRXWLMXmO93bliaCkZvTmlqFjaC1HJz2Y0b6wTMJquLAIdFPCxJ6tGy163k+W+aV9+0jXJlZVPM
RqjC5uBPX9C9wo4Xbuux3y2GE7k6/cVrosVJAJQJSN4/T0JpZn5g6v5nZgexGxY/B98MZpuLTZzT
MHaT/MZQsJWY9huXlAsrSkPueR/yRzGKt7jIlT/kCFOic+Gy7IbxesmUE8PCYZoLGvnUNjkc6gTY
1j+QdK7zwg3LZZLf/YdeSZLKG7ogKho9+MR1XNcMGqSaTq5hpsNJ9X/ye01z/kZ+CzqU/LRR8CE9
0HlybT82USXhMTtM9JJBaNUTLAhR0hukcTDCpibSIw98suvc1xCvwW0ya9O1CA+/5EZ5dlQMW8X3
QaazWtudTtLeB7jjwfy1xcuSm157vFYu0iOzWLKqiV+U6VXbWNaDvu9AecRZtOffvht8xOY8Wikc
EPMM26rRLYhRiUCnAgtDMIi7E53GivBu+XAzOJ50YXbzV/LTpUSv0crCvtOyD3FeBXxJ5nEvYJBd
cV7rDauAwZIe5b8VzVcUuQQV7g7R1Su2oTHvgvEL67Z+rJW0vnFD+2ujBgIs0XdVs2zxt28DT1su
saXcbTnb+yCjLtHd+cyguvrkLj4X5Yt1Ma/SISIy7K30Tj90rvjSnuzy8ZOzP8IN83z1WgviG5tU
CJnpmVCXGggClECwm2PXmZfP7h2+inl2XFj1iwvmKBfSNDmvZwqhhaNUb5XpbgMzBdbbhVkfXANg
/MYW5UT4OcYSQgZSpd265MppVFlYLDZM1Uoc7j6L9rNVnz/nR++Sbz41MjrEeAUIhRt++apfC2vA
laHQMIj+kDy0sNRfT6wJtLUkf8nk9c8XJHSgcGRVCxKddb0AjGybm7Ha/ukBP9P6YEHdrIdOqDvp
yKx5QdApk8gShWsG7Ko8qLu6NIdj8Ts5Zo+/Qm/XJvalu0POuycNTYYk10ZiVXFBlzKKUetioWxB
NzzsX+oHFKSkHQoZ1gVDhAwDXCnZfCNFmQMfjHXUcCCVmOmDcEK7//LBMPFVj7zghrKCxA/qUtdB
orSPd/2z5mBV7uKlG1a9cD1FXRCibECv+FTp5AmRQe2hMJmZySe6QtjbIzOEolPrpnBfO52dPDhO
iR10lzsPSPPNR9ZM85opSILKaxJ0BreJqCpfpIW8r6gzKUaViSVVps0KglbrPpIoIhsT8D+ZhtJv
kiRo+FYn1ube+73jY6i33lif5wFDKFgBZnzDtaBrSY4SraQU8TQVIJeY9tvbbN5tgD6dmqdHjzkx
tJqCLmlRgQo3cXjEG8IacuDjy92DC7jrje/JQDhB8ZwZf61+rS9R0slnisKvrqT/EqVqjRmCIWTa
D8FmdACx+nEOWbWUa25Hu8oFh3SemUr+jNxAg31HpvSezDtOcCLcat/p+52zwXrfb/Pgm6edSVCG
VHV3tlHK+1DvAYv2MwA6ic34umtOYPl7SAiy8KuiXnOVQCTOZ07d7Deb+xD4vb9erQmjkJ9WK7p/
tcSrLmlSYQ03SbGSNpDB/uUlRJHYfD7tRM8/McInFmuUC9clLqurFGRg/Z2A01bReG7FnwFn8fXG
0A63JcnSXRqxX5PUIMCEHSz/ITDJITTHiK3tZmNiBBypXm7Fv+HDKyZOz1qkIYkYSBEEUgxWKWn2
6EXiboiPZIUDsrL5AtA5bDsWozlWFlozLIVZi0mX5CipZj1ep6YBOQRR/WGMrdizzj7W2La35blu
ml9sUQ+hrxVF3xDF1O4vGFDExujtv3/1pV0yQj1/op9GANziwIg9ilZ4ETbqy05+x917L7hjLnet
xthLctRTGLSiGuvE1eAobmrbpexNbmA5k/tabXftm8dcH19DWoSZfUmQctxZPOhYkQCDaFTnNs7/
4AYRgYzc/CC3AyzSHR9M3elM1WHJdi09WpKm/PgkJoGop6Hw8DRt8BzjeGMymCpL9RkqQo+p14Xe
SEUJkbaXwQY4BQYMGC5kNXNeMKIRRhfusWqGcppx5gUBDIGqBMC5RZYp7/UDwCNwm+/nBaeaP5jf
bq3nv/x29HS61EfTWOgBBGh3Docvh6rdhhW2rzWPv1GhXEc+i0rd59CQJ/stjU3caQ5+8OYjb2J2
IrDJdSxWeEv+xj+fv//qJN0mHPWxlGoD8uxqUzD97ZyRWQ10ENBz/WR8vNWWgYS7GeiryJisoaF6
4rlWq1HJhIdusmz+USD9qlPxw9JdFnzf2rSpuiRFOZO+bcVeNVKBPGk2H2wjLE063d1uEhzmqNmq
B16wRXkSXUxb3M/IoRsvduLUnmTZwC1jJAerUd+CCOU81GEcxKYDEVuvTP6X6l2yZ4YDJi/FH7qw
IEE5iV4u5zSp8XkG6IIXOA+NWVn6VnsTrF2rMqFf1rX9ix7tLqqSF+tBxzdCP03aC175o8yssiod
zrDDbD/OTj+YtWskNoD1xRKbm1LsFN2P22xfw/MbbNMuJc9xM0NC0fRh3zhYdS97eBWyMd0F5pO/
wY6Dmb/f36OZbMeuAngp9SF6wQ7ZdudUW7Uwuy2ifOZMzqrDXsiGCgPVLC87ZYqFh1I3k8GbZwul
psn8VDPGs86yFI3yOUalwFQ4fIVctEMDa6VeePZ2j7uqNJnYe0SDbomailWUtNOyaIKoSV3keNzG
ADvrzc3h8LrbMVEa12b4lj6AXoyJuDlDKRfUjmNk4tZlbMkv/jMLQm61MiEpmoTaBLAtVPrcudoF
rdTFBczGCk6SXW38rXSfe+O9TI7u1khq0S9D/0T6SEz18bbyrr+HC+KUzUZxr/pyXgmIYgBvfLxT
rTtEu/ctalu1M1qkO+/Z8v1fPRtfZGmQjTIVqhbXsIQHpfRy72SNgSXvMVZBjov8VQN4IeBrx3Lx
5o++0Eq+AAFjkOXYu4WJ81tGb6P+v2eCn61qqCqjyAR8PAztUPJUJIBP+FNN3g1XdFQLCe/9LxPn
xHaXTwCl3v566w/iFzVajJHol102NQKKS6QpF+zGd7KimpQ25ggYtFYfkAUtKnIyMqOcFQmcHY9x
YKuDI4sYoq3cx/btkuAszIb1Yq3XRRYUKR8W136uzDW4k8zezUXrsAO8rTM6ooHmjf0xX25zyPh0
EuXI4rr0i1kahAd32OSe7F54xnVt5uei3FeUJTOXDqBQc/b0owW+bIILOts9a2tw3ScvJEflWnkY
y1KXQ3I2ynSRgyYx1iAxLc8GR18N2ReUqDipbYBdoDSjgGLSi00y1QfBfKgeC2urHzY/LSu58y6p
c0H0yZqzWfebC9J02NQpQyIOLZjcvx3f3IepMnFJ0bRSLzR5Mqt/9lhui2UDVBA1J1npyy24hVwV
weIrM3rM92T7/zK15iXede/F+22tXG08ABXiPx6Fvi4fCloolQZo8htk6BhPG5zoaNQWt7Gacpda
7CLaajz6RZEuonXSkGuhAjV9AnhPaGFeft5U2+ZdZ6WVV5P64z1fUKJ8Slz/R55KAVQKdDhc4p2f
+ldMJR1z17hX7n/fP+CqZPc4elyIAaFiqw7oXrHyW6Kmt34I5WrEopXrUSC6BFSH+i51c0D6vVw/
KoE4xSwH46sy7IbGL9GCui7SGBbaYnLffWu3htmgbL8fEGm4O/UdXToGxdVMbSFryvmkdRcZ0tgR
SxXucOB6uo6gyQ9zzcyyJZY4Kf8jNqHB6zNoVU7tkqMQL/lhsnRgMxcmluiEDUDcXkfHed7IgBTC
bg0O4qL1Y9j2niVoljJTDkoRZVUNA5hPfiA69t5Y6l0Ng2VmjISnWypEuSMBI/CZb4BnANnLG8Am
AnUtfi7xRuaO9b/qK+WIWl8QckkDsTi1jnv3vVKsstzoJxtTqbEV/Q3CtrpwQjIV1hQEu1Hloa57
RIfI6yLTsPBCej6qTbf19Bru3pAjfSGzbCZZKSLyojzZxS68a2JsfW23d7ldWZxithsLQeI+tcIj
EDfT4wdzKvZ6YePWL6C8UpD5sap2E55p97jH1ZfjXWO9R2ay2xJQeCf1dqUpuq+PF+bWGSMEUSg3
FGSjnvcB3NDRxjxu88x6wNZgVpbf8frni1DY7wWcbhV6fMfePWJWTXJLt3gcDMdwMDmFrO0yvOeW
1W92GAHd/OqtH/c/sk2HidTHEBg+QOjYzBv+7tQ7uHieWt7TOGxGRkK9WlnFGVaVZEMY5KengqKm
1bhq4omn4jwsMKfb0W4SW4lcLjWHrfG0q3FufX9m1ZdWe9JLwpQJj31otEJwJcyfFTOPTCx8vBz5
CeALu+6Vr45YrWeVJFejwiVVyparIDWECmBDD6gMvtwds/sksIQM03Qyw7RWw8IlJcqKs6hVgZRE
KBmYc5etvLV6yHInOcJRe71tx6tzoAti9KQQcLU7uUhAbI8VpKByk7fwTn3IQrvbWoWGN6dyPJwE
y+yTc5KsXe54MGxVM1nvHmnQ0ta8/B2UNfMhEu+iJkzXoc3dp5NplTuCYnSb39VMekmHsl0hyKsx
M2bwizWyu7vKusfVq41mOeYObxvZz44tVut4zV8saVIpS9cWfVjN4G3srHc3RjMAA9s7JkY6S0Wv
gzgLt1HJyb9VdN9epM0rIAfPusV4qanYWsNlEbLxIYsqcFowpkHFJwU/EM9Xpgc9klMzGDqnqIJN
aZzaJPLyOm5Y1kA+/EIx/iBIBSlYTk2nTC3SQ5R9zJybhvKjwL93SG6LDgWJ8xzLtu/Hd75v3VaV
VU5VXQWUlyEoOCuOH7aQZp4afYNT88lBzm1cx5OsKbQzgxUiUPHelT1s8GCBB1UI3eApvQ+MVGli
eUwPtWYEXs9lvc011WxrcydbRqJzm1z1032eVMFeRV3difX+HAqBcYkqUTkKaRIxfhIVIf37FwHg
jtyj1oAQ/p3vBkcfDEyIpQe5mczO+NTr8xjUDOHSnZZ/UcFRHBE4dFAp+jp01Wpq30lCeuDl4TQU
SBlGzVb6bCcEKv7fbsTIsBtO3indOWln9/a3pX3sv8hLwKjF1+UVTabekHyWcJl60NKDGKSZqfhi
b1dTlDp8GfKmPFS91eIqniUnuW/H3ajjxteYWy0wm82+K7kDP4ssQIlVuUuapGmoSuF8L/WT+Gws
0kiRoOhdaiaxZs7TW9KpDHta02p8WV2QYMO8LlP2qxt50xWDnB7CprLneZgcPi4N0486QKJ32anJ
/sJhqBoYErGghrsNlIIbatUafZ+mhybGjtrwKvC7gjvKc71To2R7+7OSH0/7iiUtSnVnQ/XHWctB
K1QTXC3xOSeYZI3xhqzqrsYbyPUxV8Ab17xq4RkKWU+HwIDNxkZVuogGYycMdd8Nw1SxtWkYPYXv
JkcahdxR09kQzDz368OkZ+rmNsMk6KAZ1tBiEzCPJBn4nt9tVSrqSe3TGrY6l4ZV9BXmHxQe60xB
gmFfKWztJDYehqjtGU6CSh2v9gMseBTDZR4Kq1BeOQ+qUI59SLqXPmsUWAz52HSxrXOMZuKaUWjY
MdRlDFqoAo38UQJRd5R9MNi3s2I2upx49dhVdjvhyMNtWa6yJKmqKosKr+kG5e+nHo9AU+JlU3Ck
QKnbYyKFZph8CoLG8D5rTCF+M2QITgKIChXgyaXsD00H/cnqe66tzcioTTGbGPysUpEAganJ0AxZ
ofxJpSRNXvVJdii4cjwm3PzYSqHmzUbgM3zKmuTQFFGBoIAoDfNx37VQLEIjUPQiO8TEnVemVpzG
9JcS/oUuLMlQ1j3NeR+lep4dRPEsRp/BoJhGwLiTucqKzhuaIiiCoajUpxkLCRdFVD49GPU59Etb
RmM0w72K7OdtZVv9OF906KaoLBl5red4/qKmtgTxMUxUs0wY3mHNHeq6pmP1Gc14hb6iB8dUJnhI
4A4FyZ2DDA3W+m8+/YIEkefCFQIoLufaXE0Ppb/Jfd2WxR+8+MhLjNWadXF9cULpso74rxZrcJL6
21x47Ixt7f++/UVYwqJc6VjXXRFoICGEuslVlYUz3gynyeKCUi4/DTtOriCsRtAKK0Kio+sBOofS
3zgYA8ENnlwVc750r1LHSfcAl9XTQycnriT+lJJyK+iftwW2ZipIBXQR6LrYDFKJQBefvlDDPEiG
6mqOhvbWKJiXGUt7jFuGGhOx0I+coWPIjpxYwhtHiS1Sy8mfDSk7qIgM03PU/xRQX+cyK+Se6zFw
hPEfhyw4HcDzOtbp8S9Cl++cVQmP02cDjDMZ1a02/Zh1nNHCwl4lJtuhfv2nYsRVSF5SDGwiSzqY
/E4sGatOSQDIfWjyU1F+TsWhHN6CknUo6c9IAWPawHXASI4h4GtRzpNLxXkW6zo5iJvIgXI7pSNY
KcOG/vxSIIJwXoZGAEmWLgryhZYZRt0nh0F2I5W3dT5z677EAzdZWqBisFYzFW7ybktwJR4jI+hk
MQ0QYWSn+7sIFWmYhixUkkOrbeJoo0if0oD9sbkRLK5uTlhhNseosJJ5OvD+P7Zp0DawFQfQZzLt
ROlKlPKBVqcGaEvhtpR6OxxGa5ZYNvCnsX0nQ/lZuYhaWS9JMlo1Zpy5bdaYqnCv6u5tWRJH+t3W
vtOhHK2qVAA1ybjkoA+Zk1StHQzHQWqtEScieOmvZIc9DxkKg9iBiriEasac5BAi4srv0vQOF23N
YGLMB6+qpIGhfQQmJNekzCvz05GPA9CQi5M4W0Dt4n7GnFNk1vQga4zX8E8HT6T3RYxSxImv51IX
AryGMX8vVYapt9VRHBqG3Bg8qdSyQ1brhS4X4MlXzGI2Z96cgMmVWkFs1oWFxtttnWBwRcOaVz3n
ZzwPrlQkpmlzLIWzqn3cprGm33ivdDwjgoqUgvpMuDXJD+GcIX6MPf5n82ZgLKuYGO6JRYT6PG0D
QO1UApFMwino4V7IEkuVE2tiVXXWPpAqI2/BOgpyI7ptWIGdsk9RsxqImSbbUTeV/vcgKDuNU9wy
E600yxhKscacqmioaOBMF/5D/nzxHAu1qo1zj/RFi3EoFner9MCN+thuVMYZhDV1WBKiXISkDuIg
Zg0qgDgenyCbjz549W9cAzIxFEMEHWmFTj1XhjLzmkKIiGEIYf1uxQ0z1l9hRMDCEEot+C9qQVTa
0kh6F/MNnx00OXbzajcZQFdClvmPNVsQBRmlLp5HDPMHzsgQpZNiyNkhH7izOha23uiWprzGIyNM
kv903SCkoRljaLIs0/mr3+tdDlDS7NB2I2Gn0koGBfJlqccBqDeIjPDUoShqUPajI32IcUwqOwjN
ORlKC8GrlUbHygjcRvnHEb/8RYuI7rs6j5Oa9DGPj4M6rDPETivLdjn8c1UGEQiLN8CXQCdIAUbl
e79EZNmoWnvIpSJ1ubrnUfnsA/e2Gqwpm4hXCDCDqIEhSf7OT5zzOSf2aX6I+E3bZjZSmKhmZWNr
RBSJF8lLh4iSFlqkK7rU5nF+CKJzW2G8l4AoCtI/LizIAgItGZJTcYuVfrbl4P+R9mVNdtpc17+I
KmaJWzhz07Z7TOwbyo5tQIAAAWL49d+in3rjc9R8UHYqlatOzkbSnoe1CzeBYeMhMtWnb8ZWEm/x
EI4NT9U2dPTGKi8vvV50VVnyUCR7w7kn/GiXG1H+FglF8lvC7DFjOEE/7e3pb55faPfz99/bQcLK
dS0HyVZd0ZIZBkD0ygKJtJoCTYdmsd1AdzYYeEHpG86chYTzhEWeVDGbjBtwcJD1Q0Tp7vrU8jXz
wXE+E7a1DnrxxpBGQoEC8R5Qv27ZFyP+FWlig4djuUeuD48i+UZKZEm7OL9IqCOcRDa1nWcmD734
0bFfGss5TqnrY2+dr2nVfv15li5uvjXElWAzT9XKOUGMTAA3FA4pPzMbYE/e2Sj5LpnkhuAvqeVr
SvPNXtnlztCqKe5cHhr+5/4PbMv1b8+nvPrt1C0mO6kIDx2AXyMDm+yb4n4QG3e18DBAzgMLA+wM
7SNqupsZnHpJpeXhlH8BBNvZ4KdJT09F7vjM2MjxLbzLDS1FbPTRpVqigVZ/scd01+pBE+bGFjcv
UYEdQzUCdtlEmu/23oTZaKUmkUnE5vbYr7UYgMX1PxNCyx3B8tGN+1MbFpAsh668IqccahpZkhEX
+VH9S5M0ftM8NoU42MjDtuJo18/O8N0RvjX6BTvQOLSPrrZr+tCz4gBqZKePJ23rBmauU0z5zScp
iqOIS1YwDzeQyLuOh1P/MXFP6yK2wPggQeDDWS58BrXCN+XC8iZaIT80Yi48fjTEyzqB5TP8IqCE
j2UunT6ZCRCCmNg6c/Gp9w7/jcZ8yCsJq4mwxkYTRdjRJxm/9DTyIWLrNN5q5u8f49dB5oNeETE6
WwJuD26I6bhdYBpp+0Qbj+5cBw33Q1m3H60qLg+ZayR7zO6UvqnpxiG12+zcDl7us8TEGj4us8f1
D9t6QUVM4iKmJJsvmNInPn7X5Lf/9vuKXKR6O9qAKkBiL5/2ntPcdUm2Ef4v8gh2cSFtiOk3R8WT
mLDHxO10eERDe5RPmnHZSBUuXhGydnMLFPbCqXUwOWQk1jL8voG6sZlchmZLUrcoKI8grZSTaEzR
F9mJoEj1gGwFDot3BG9e/18YpHrBFsxT7GKKJtTY13S46PxLwzd0wfyR7zj8ioRyiNEaXD4KkOgq
5hdV0JkH/WlEWvX3GQq5VOC/IBfooa3gVpBsvZGs7hCgpN1Xvf3SWMMGgaWruiKg9lyPUYfF0CmC
Oc+ujlrf3ReujjmL7Of6ObbIKP5p42Yx612QsSXxW3JvJBrWT6/TWOKr66OYt3c19ralDZOJo8TY
00yfTfp9ncDSm1sG2lERJSBzr3rAXHaOLue74r15Mjzzh6t9qEg8YTfA1lD54lnQx2EgL+FC0pWQ
weA2SRIdZ2mq10G6fulsTX/O9lBlYNQe/qWgvIhWOd5AEhwmmuqfnGRYPt2fy7p5JvbfQ3Y/kWSL
4taZlPcRhZw6Ys5nyjNfz1/ybsvszN/8/kwWdjQ7Njb4eIpQdgVDQ2NPilDGudwJI/nhmWKH9ReW
bwHDqPctne7Y5Pxd6tinGf1BqtkE0jSWZiJjhXrrfAFXVo+P1TQONi3gVlZIXybJpZb2hfDXqbeP
Qke7zTo/Ll/oL3qz0F3Ri6cK8ZMLKyudF1b9kHLDFCzy+9V5lOtszG4qXQ2/fzB/2n9/3vj1RZWA
C0e2AsVplHRvv97pWttCxqoIB+3gUKAK6nd5ucVz84+844g5O6HPiM5gjFsiWNuTuiWJeViM7Fud
I7UcD3u3OeWmvdvK+KpzwW9esYUWQix1AUWgwdwSM7Iu7tsUGZE+l8kxssfYl2M8nSY6ysBwtCjQ
M8d9oq3D/MQq2YE19UPF2GdJNYC2VpMdyDiOd4bHvFOGNkEa1FWaBl43bMVwi5fvwpelJvqu0S92
+6mFW4mublGjcySaUH4wvcPNnNfZc5mGA/gi7KKAqVQ88iEvbSIKDk8ijgJjmrt5AEzMXtepLDIp
ElD/R0W5dCyisArTBpUq3rVYRWF/mMQL/WedyNpR0CClpqGY4RkjsGV5SNpL6x3S/qllGyTWzjGT
UPSx7rI+i+fbyvh+qC7cvq+qYDMlsXUQVR6QB9XiBFTq7ttYvUjxoRPH/3ZXShDjMM0i2DKBg5gP
qOV4xmWa9n9AgnomgCix9Bnl31vutXlZMpoIHkY0+mCNTuoTTU985L9264QWH8VDsAdoMR2VWMUM
x5FVTxpHONnb4mBgGpsnhu+6EVBxNtz6mU1VRTWH7ug8mVscVN9CZ62pGy10B2mx4io+0H5Ho+/a
+E9P2QnNOiPZqvMuWY9riop45nTsp6opeEh1wBR7r1Fd+uu3t3UmRTSprAD3rYGChgZCIT8BOMFv
3UtNTb8Rod3uM/Z5neKSun/TNg7x0FrnKmotj5nOMw9yOuiIX/yxDHK641/s6HmdzhJfIMmODDsG
9Y13DGj15USqGgw40VPFPuZ33XTIsg0iSw80l/8xsoZ6PP655fKxKFjRYUdGWJEfFhO+ZH8gRkiA
UTS8IKOBHYC3BJrOcBmpYByHhBefSV4LzEEUSchkN22wgopp8GYbXbSFE5SM0AumbowkFlZWaBO0
ggPcZL98AKzlIWbpXjfDSjceprz1hfOjoFvB5pLCw+HQN4TcO/D05r9f+Ug1K0nVJD3kqh73FUsC
L/3Bpt/PvmOGALACgOmDs6566yRh/WAmQxYSJ3efRBUPB2uwhkvVymjLx13w2+Hgok91zlvbKPHc
HqhKRdfHdMzCMo0OdZJ+tBJ0x5rtbqqPA7lE5QBXQ+/91noxBzcgnnxAX7rP76lX+22G9bSml6IU
HXUbC9EXZOLmw2Z2vrppt5etnnlolTEM73PiST9Fy4+bshPbQkhb6HUHC13dgfKo7TjPCXcdVuF0
44Hrfp1c0umlo55vWR8N6xRVoTtgIVC6HzIG87M1ULB8VHS7AkAaAvQ2yHd11NKReh4hUwJb3fhj
/NPMdERoZ3NrZdoC8+Kcv+goAop64eg1LtqAin6MPrZ9UZyddHxuJGZZ1xXaIiUXYyGmDgklats1
drxoTl9NWYgFfjvH+ZIkwi8H97BORZ0pn7UAllP8IqOoNFlj8qMyzSx0p8AiXhog2+BPPDpMhvyW
SRs6oN6jX/VexvYHvewPxGuPtjkA+Fyf9jTuAr0n5/WPWjw6RBdqHFMxrjpiKlx3qkkPgUpl65vn
CHuj2Ubpd8EsQeW5roPhQgdd7YrMTrlWjqh0Q2Z1mp4EF7vcGV5cUT8UevcKLCt9t36mRYLUmp2j
uVLnKbI4RH2dIHLLwlj7KymdnT755ecu63fZ8HOd0qI6uqKkiKLlwDd2a1Aax2fTeNYYprwBUuhS
JPsBjto/r5NbyixjtkbHv0iKEGjdWy3DMo8lNUM7V8/0CUAIBds7VZ/sckuPg3bII6AVZu3OSKLB
z7pcnjHXWp/sihv+lGTfoqoddgmwZP9EfjwLF0Et2/HUrCztzUE6Oj6r4RfUmf0a0+1m97R++EVO
vSKi3vXYdYkxoWWu8eEN2mFvBOsEFvQaRqQg/gTjLaajdjtymsuKGSQL2Si8nT0+dHMmLa4eEtQs
9+u05odSHF7QwhYrZEpmB1tx1TgQyfWhgm5zuPVFiPaUdM2ndRIqkMusbkCDwBmEFwWDocQJrJRS
JxwX1k71mdPCjySCbtf3mizgJnp96tcye50KDOi7+WezZ0E8DDuCAkRvlAEfUbZqt75p4RFvvsm8
ZWCMuKFQR2kWepn195ROpxxNE3aRBrXl98NTYWL+15A72X4QogEz61+ZWX6xoSszO91wJhbUxM23
KHqpjZg56jH64NBOaJ8xd0N8PRurC+mqyM8nrTgMxdQf119l8eFNmyAbA4WLIZjbC+BpUvVtj0ep
HdYEVdIg+jD06fe1uo22kX+pKNcMTOqKdjG6WEly9NhHtznz6HX9IEs+7Q0N5fr6tPFyWuH6iv4l
hU9lwvfSxU8a/4x0GoixCRJinbR6a45zUUxNimmOGcnKVEctss4UvEMXVmjrR7e4JPJr+6JvDQ8t
aVqc7hcV5Z2qEhO+E9Y5hlrqmGjDGNp9nqeYVqpaAzuhpTHdYZu1+Iv1TJyrbtA+ILsFnHitxhi5
FrGAsqbzSxZFG6HyMgP9+jDlafOmTHhfYjKn2ctP2oY9WxTPq1Mrb+p2zRhBCaJtU+d+49S7cfiR
kod1ztl6QMWI9XZmNYKCcbo43scx8bvxZ5Ng+IcmG3Zpi5JiMnTeegnX0Fg7DYfYvJ9OcjoJ6/fD
nxtOmT/iyh1um6zH9DL4cegudVzt3OhM82zDNi3qKgRwFjq1UJpUZyayrkaue+7ZbVkUON0B6pI1
37z8wsuv66+zyF+/KKntWmbRTnh82HKD9Jepe2Sp+yfK6YqCIlpujLz9aEI57bj+wZCfyi14vdmP
fmdcrwgoIhIXkrGW4bIMjJRlxqWoE78gn+b1d3BMYlv4gI1av7Xl98FGQ4KNlCgfKyTd0ohYMqK/
dZJFc5yaKH5oiugYe5FfQFnBi+/YyzrJRVkFNL6NEogHh0W5xhJqEAyBaKK2P2feXeMyzGJsdSC+
Oefv7vKKinKwyaXjgCWisCR9EtpDULJdz3N/sLEf0Ry4P9kNNkg0Tx0c0J6KxO+zxs84YhaJPK5X
NHvLwe5RB0iDYthZaMlqnR3vIuRauidi8K2s24JHjlLHXL7HqCRAGpRbkYOcu4HwvWmV+G4z7vrk
H8u65Prf7b1LtkLhxTdw4Ss6FnIRGJa8lf20ZThKN/vjVNzrMEvHtjOD2u69jT6qLULz36+UjCSD
3hYl/Ca0DgQOeSAtIo143ODiRdm/Oo6iyhITzlnu4jiZfkIrfbfh+ywN9tgY6oHjY1KUXtXhGq1B
5xkTOEXNL0bNA4OfM45lSgVKMM88dXdxu38ifCseXD7WDHOBPlo0O8/Ce3V5ZV5UDfxOzEqZDzaJ
74n0NozyItchyfZ/FJRURU4APmBjmjXsvNIfLOKbqf4lje+0qs59moSDveVIz3z8Ti6vKM468OpM
I4/SapxHU/JEO1VuAhwDuScdh2cf+wACO7n9mRn6bkryv5p6KwO8fqPOu4qQbeZ6RnBe4fKz2Ran
st6wqoum+9/zOWpBCMAjcP0GnK/uLb+b4k/AJ/nY2q5vs63ZhK3DKCquS7rBy+arTFGvud8KW7d+
XXGpOq3Vp3zAVdVY0XdaNwHLAoVxCsCPo3iCGsktF8hUK/spw6eXdRcIJo+ydHfJOJ35ZPydllYf
oJD6JLzuKRFJmHRbXf2LhwMuOHKqNpCj1Lw27TWiGfNgTDPmjW9iXOWR12L4tn7MpYZL5K/RHWF6
QEfQVdQAD0ufrZwBnQCZz2BCtXwojN3kIGqMzaDEVvDSb0fm2xe7f07baZ9J/YDp3FObWT4aug6j
UZ8FMw5DnYZ94n5d/7ylS7j+OkVrVi0vWDrg6/QGCDoNxeD36zqFJYcG0Tx2eHsGhaOnKDCrI5j4
rTELVOTnWDR7ltYH2Y++foJ3gHhenrjNdus0lzyaa5qKSstcykttxt7g8Vcm7SDOuqConiNcZ9b8
XKe1yMfAXcCsA+qaSFwoQiLtXDBiwH0i1muBBsKi9s5lPHzOpBNM3L235d4Q8X5InC9pVm45byr0
2Vum5Jr8/MJXypSWLCloPOYh5shsQrMjSvcYV6uPstbv2/Yx1pLd4KJxV9zVqBBhW7T0BZIHuy7Z
JZ04oInz4MH3mqIpsLm2YVyWbL8xD2ZQwDOhY1ux/UbS9knh4HKM8VCmH4rnrNnwLhZjecMCEZyO
olNEqfRmmWuJ0kO0W9ZYVxAlgWweDacMilh/bKgRiCja0yaINLnhcSwVM1CG/UVZ0WBGjsW10gRA
Q9pPfgqEoqT/wNsfQ/WjHn5Y1uTrHB1m9Z0Gt9KI7H2zpVz+P2fHdJ9OMAeBWvft4+tmTEuJmd+w
06uA1A8l5XNDbiDHKZhM9Kx7xSVu70QqN7T3ooQhA2QDxhF9bmpevC2cXsq4x6VHZlg4mItprKAr
hU9oc6wBl7QuZItsdEVOYXI0cGCvYzLAY4gfMed/1JIHb3OuZOtMCq9OqXCN0u6QNrGAUl1798L4
ahQXoFifjazYr59okRhmsDBSiLyzra7soWVfY0oOvGMKL0j7vXCwRkf/UiGRN6UbNmiLlnJ7gOKh
XMz5oJTvWYN4rvk2an6H6Me162pDKpacH+PqYMotVtkAmzITSwp50MgFa1wPaPcNcsjC+hUua94r
UorxslKpx7pmIrHgfitEeZeZd5EDmCVWBiP5BtdVMvTK12FVyQ0Pb5EfAQSEhIYzw5IplCfNFa7H
oXQNCrTj/qfAvsW+2iCyaDkRnZkoS9se6pW3wk1zrzTaDjcJFJAjjS8NK3aZhDKPDq18RirRbw19
I1ez+HpXNGdWurImBN1lbtaDpifOhfkFq32xMro4AvDgcf3xFgnh6tBTQFALf9NsV4Qw9Abc0raG
ic6H8ViOUsINqqZdo8ee33blRsyx+GAU2cH/lZ+pYqSTNhZ128MO5UBNA8aNTIXvbiUH33w5NbAx
0LwKn9aGT/tuMk1nsmwraMXey3ctbbpzRFCOdSojKDrqN27+Iphe+tM/rMkBVJj40jgkRXaagCA4
0q3S1uIdezBQJka/ccfKY4pWz7vOA5eK7kPdFJNPy8637WlvMTgB6++5dMEmgNygpAGigK6NW8aJ
najsIhNYbgQdpyAl5YvclPhZUan3e01EORBA5NomHRxM/yfVTvBLgZ6u9WMsqcprCornaPSsN1ts
Bw/7Mg/M7rshj25i+S3qvCaG/9aJLb2Pac/IS0iCza20t3c2eoi0Y7hvaD4pg5qzSzWM5yb5YHWQ
hnVSi88DHCnAugDcAtHILakKLSRwAihgZFwWCHPHG3RXbY0AbhFRhKwg7VgkLi7P8V64BORzus8B
WPXfTqIYMzsyepJaBLgW8kI1I3D5vYbtfutEFhnt6rqUl+EZhoEqgevS+4Ce6mLj52cuesfHaHQH
3poNv81RzjB1jDnehMlC6dbPSK8GYspeus6+DKZ+bMrqnzjxNkguMjZ6td9AJrHNVjmRxMKdzEIs
GqZpHTouWmusc1qhcohOZyQ5/+D6AB+EFQQoesOcKNxm2VHdtIB7M/QWtlgn/ZEyq9qwVYvs5qJT
AsOgmHdSeVoWFk+0ocDcYOZhtaJZ24Htdgbscc+P6wdalFTgwsxIlQZANJSM1aAxD4ucMaLoAU2o
sl9FEh+GLvMJ21j4sXymfwmpdfwWHaskKjHmVnWeL+Sw9/qXbBN4c+M4KtoEFukgZpoAl4X14n5f
0G+Cfkryel+48X794pYEyQLiGzwlE90C74KzscwbG0ilYdxO6Lhy7S77B5MJWwy3xN02TPsbBCRG
Y5Q4KJeW3XUurE8/yrtRg4mt4upH0hmPtkBlvIie1o+1dIHQ2MAAw6g7uowVBgcgURzXOqZoayEC
Tn8wE9kTrTnw/mGd0GIt95qSoioKgjGEXm+AZwigncAcE3RMe43z0NjUPcQ6BYDzKNqzHWcScxje
j86N4qCzdA3YO17ItNoNmsKK/0Aerr9K0SZaylI5DJCHynol9Luhf0U5Lym6P5Bwiv1WEHJAVSBM
utUjZs+LBM2J0CNZtXfby2xN+nYLU2hJGwOiAn266POae7hvqbg5pdZgYiDQLJvYp90u7sovpK0v
jantWYecdGpsiMUS/0AmMC0AbF1wkZI5EE7cctQRgYfZTZafyE+mRQOjy3V/6LbU5BYt8/Z4aChr
qTOPi6Hb5m+e7ruc7WIkBKJo2q0z65IUIs2HqXw07JiASL2lBM+p1LXRKULLHELmGGEEdCsgaR3z
3D1UebbRA7MUH6GXDHj/aIJGR7eilG1D2FXRogl6LACl5Xbuh2b42+q8u8S5s9AChP/r4g3uhoZW
kc3fEm7oYwPSIBKUgB1RZN9OcnfQEozZOgmySkn7EKXNR44kQUGto+UgYzvxoCjZvV73d+4U+Wnf
/IH6AUQfAYoeRoA8Vd2ZI0tHk2AO1xvrS1+TvwpmBVUmT6Teqg4tcg8y12haxtO+2zQOnsxKw8F0
Awdi3eD1HwiaA+Xo3NNN33uBFKoxwAvCGmNAfuvKe3Jgd3reiEZzyl+pmALRDbuaE/QLvKzz6SIh
RIJo+QbEF6bYbvnUNCqH1wQvWBv3DnU+8eInHy+aS34/6HR0TBoASMQwkOdQrJLT0AxpMUxR2Jp+
jtHWWOjN8U9Gpm+oKFJX20PSUInJiQppK0YeUgeLI8s/cFlvqChaxJrapErmKQAptY/YPOq72pOp
tXOBkLfpLiLthu5fkjNQnGF9vDcboLxSNfa9k1bzBA9xOz93c0DQP7jO6wjgRr3alwK7eGPp1/pf
MWDmMKBzXueS2YYpTroD5kBKH3lryPus7a4yFKXHNdmXOuTcHvyq+IlA40/Af25oKOFm46IyYnag
UdiVj9K4RW3f+X183xkHE/UQZAFgc9T+jjTPUYusAGbDzJ+EIxUhHhhQntdva0mmTB0AJoDzxJHU
ptBuqnVZl3kZTqldHrvRrfyosH5Uev0RiFpiw9IsUjN0AygHqCCC3O3bdNhS4GAhAWZD4uksTGA1
1vVTZ2FHMt/aLrRg1BxAh0DVojsGE6IK4+sOQBtTOy7DxHsRkT8VZ+bekf5ksY0bXOI3E3YM2Rqk
kDx1FKXWzapyI42Hbl3uedRekB++z6T1uP5QW2QUdTEwF8C2VlaGzYRI6UgK3+s35klmyVQl5/ok
ypWZtBm4Y7Ey7GXuG/JnV28hyC4fAuhlFJ0yiABn/riSza5JgO/a4RBu/QoCrveiy5/r97TgXcyz
4P+SUMSfDC2dUkzChgYGkP10lML32gntCfssHe7IYO+0urrTCvd1ne6Sx4+cL2aEDJRWgOWqmMGK
wzlsiQOQjVJYR68qqmOVWp2fRi2HBaFQvXC0jsNgOq+9RTCCXJEg48zaU0bsM0qfLNCrEaCV6x+2
JHMYxcZSCHzUPOd6e+eV6JPeQ9Y2NOvx6HgEwch0GK37ctrKiy11fwOMHhh4s1sHEz0//9XzDoZs
EBBAFAzmnEdaH6bsbNV0T3ovoG2go5Tap94JSD9B/MlrnUNE+t1Ypp96OgSmeHLtrWapJZYGMAHB
BAjgAZBNvf0iMQI9Ik7LMuS1U/tU2DGWLUW/v3YDcfIVFUVwRN+bpbTAc8PQCOhP4QRmAiRIGo3V
Yf01F80r7CuGCC2bYsRO4W+rLM3UmHiJZNBPUhtBjzazKp2LlL0OBKO7yjgN5t3I0ejtkTO2vfyB
CkdvHrZ+YAQbIbSiwqu4YFg5LUqULi+jeSm+YN+BvyHDS2oCcR2WQwB/BS6l8mpjz+ui7Wq8WqPt
0vw4iWiXDBthyBYR5dGcoQB0BMFBSrS3wf+i2CqKbTjrz7VIBMkGmCLAdiIGueU/T48aKycDiCQP
yAkEtbjnsv+DJ0E/DJpAUW3CfSmax+uLqYTLU2Egvyl9kt9Xkv0wHUwk5n/iLqBDCvstEFxj/8Ss
bK4kvGGAoWvbugqZaI6Ma99G8x+jSO8gvOsXt2C+YSFsC2KFKhpRd42PTE+Bu9SWQMlpI9+rtIPW
xhdKEFqwfudsbbRfeKcbcrMeuToXaaMCebCmDGk3+lH51chQZyrrDd94iYqDdhMUmigcO7V9NhqK
Wk8iHXyNnmDeNsf4lDrZhhVfam9wKWYY5/exMTE5f8XVWSI9AUcPVRU2Gj32nv0piV+qLr13Mb46
NdWuLL+ilTbgTPhNVBzRPBJkebvB+AuKF6cEiuwbiigaPG4/AoMUPE+7pgppWZ1LIS58a83GAodg
wA+wDWjtnLWRIlqoWnR5x/IqFI3j19GHxD7GANi3isSPhi3TtnAcJKvhVqBOZhFsELk9DnFjTkk+
VkiNGNa0A/fXX5wkQcj222xPUFXH8nDMZ6HpTFFKvd1F0zSa0Bdemx+K2uRnt+fsILlt+FGFOT86
JfYGWy4cDr44Kkw4HYCzqSLUBep+vQRIW+jk1T6bl4Y1zPyD0XdcnY2nmscjAdpze4Mtdqhr3uBV
mMDw6LGttOySJp52scuh2ZCABc6YX8k152Ea4qg4uVzoHZK6qJek+A8OgyOti113qe9OrnXgPPWw
Xaa1Pq2/3NIlgiCyaIDxB+y0colD63VaEfEa60XEVy2ZW9S96LhOY0F/oOkeA+/I1GHyUYVDTCNH
F0Ni11i8dU8BvSG8CsgVW0hYS1SQI6NvDZboklJ4PXMixkvCRGgBPZdMLygJC23/+ye5pqEIL4sH
s7FYJsK8tIJjjfk/I9tow1h6EHQOIKqFt+S5lspwcjQb2qcCVpGd6CR+FOxPhrgBPYWZMLTJ4U3U
INNqDUd0ViUwyeweY6LtjDred110Wr+tmXduAzMcAruRUAdEaAFA41vZ4aVosLwEsezkxqGwv7iG
8EXR+jLdAtzcoqReGqtyWPekxOjFE2Gfiwgzdu7HTPu8fqD3b4MDQQ/gaRCsvXubhhG3HS0J6/7N
GP12KyTf+nnVRwWuU9zBIwq1DAsByY5n7u6/HUBxubCBJ42TDgfo903Qndd//L0AIlQB3j3cKxgd
oOXePjcaFsa2cvH5IjoSDzvn21eabOjIRRrI1SJrgH1l73rd9ZojMRwTvIB4oOkroIuxc2n9GEuv
AB3yLwnFljmmaOJ6cMG1dPS5fAUA3TqB98wKFCoo3FksYDBVsbC5noy5bZRh1gzCT1y9C4VRoSpf
VSwYtH7asJNvLsWtHN4SVKSjGnqMJQGKJhQyoOOxqnbNi8Ti8/igXVJ+b8gNRtg6oMLHMef2oKNe
GbplZAXUrqPzUGifuY7GVEsUYkNjzkz7/nhAgcAMN/YSvu29vXIci0hLeGdNOJ5m9TuObZW+DT/A
6MXelN9rq90NRqn50dhv6Lf53t4Tnje/wb3C4ryZWa8Iy2hKiRUhSkLbToFtiDzeYSdA1CRBmj2s
88zSGef6wYypjgEqFe0co2Os4yYcLI+IsAD6HSkvEXY30OJgYt9PSYnvbjl17wUB04WAFIKVgNF2
yfz3q+OVWWnBydGb0LJ+tDPE9kYr9cL13fy+cn3cZKTPLPx+P6RIPHyIfBZ/LLHGnG5c3gI/wtDh
2uCBoFdMhYKYITo9azIbOPXf+/wDeAFrQrHvYsvbXjzQTAbg2vBz1N0nRdE4ZBqiJkxc51QR4KI8
d1oZTLW85M5GXXC+HIX3YMJBCI4CYiW106HE2qfJ1NMWtjX1S8Da2Amiic/rXLdIBHtI5rznjPWi
uFSi1KaY2iAS475K9iq7Q968rtNY4Gws6vtFQ3GpNAOYUl2ctwCU0QOas0uN5tYBayLGVN8n1Q+r
xwqr1kw3IpZF5qYELu+8xg2hyy1zC2lH7jgWLdBHHjl/6PutnPEi0yGatfDzyLGp25dyWmKYrmza
UK8/5UOEHM2wg0YaTHO/foELJ0F9mKAsO2cKrXcn4bVuYfFqF6aAcNhbWOB7btrU2zIis/VWGA59
NYhZUflGB5RqtVqtTSKvs7tw5FOQe/lrmdB7aRiHPmt9t+gfx654tCd+cdKjm10M+urKL+snfc8q
aLtCe8+MRou4T1X0sI+obLqWBHZKxPcJOgsOTDORFTb7yBdmlu+TGKV5rDY5O8NYnNepv39QUEfi
0MFSC+SSVOluK7iFbU1liIG7QHqTn+tHmHe/cjdCsvdq5JaQoncNSXkUR0SGGTvx/NBXhx6jPfG9
5m696Sy/t2+KSjsMF6qNwCqGk34rBE0aCdq4sg/bntUZQLzz+qJbnO45gHODdAKCpecVUYDuc+FX
Q2wcNL0pj+v3+l7J4CMwTYOAF9EI6oa3H5EahctacHBYTNFuiIEgwQZfE/aGwC88H/Ky6O6BoKBo
qCaghyjio9MDjpH2e/apiedRyTCp+AaZ9zw6x+5AGcXWCAQ/zvwZV0azQe0kJ5kAqqBT63eV1U33
iYZZJ0vmX1sCVG531JuTnY9PaES3NhySt0zc7YMCphXTOYCYQ1M4UQ9ZTXKiQ0mM0AFw0WhjGdb0
XOX3+fee7bI7b3ocTebrMoi6g5Nd2kf80HGMnuVPbj9l0Vl302ALg+39vWOP/IyYhUVQyCGqWd7C
5A4mihMzTIem2o9CF+TB40zWgZM4JQbzKlR0NlTiwqASwPUA5DMPTOCp1fKw7MxctvmEdUZE+hZG
zwqvw3gj9QFq6tu1tytzsh8nthfu76tjFG2xMwSjh0iEYUrvlgFig+VlkxtGaBUatuBlrhM2aVs/
rwvNwq2iGQidXAgfgG2q5orqXEj0v8e4VZ4aZ126QvNLjOP5nYVAuwcUwYZSei+lsGHwB9FENmOP
qnmwmk0DJdVohpiuNAHZ5wJL61suHFHcs6FM6QYnL8QsqH55b3hhqPC/K/+VAnUNVjZGqLu7og5s
gm1ufmXtAJ+PBW/ehwJjOMNva/hbmoororPIET0tjTcwjKr/1O1Kpw6AQb7+dgsqAiix4Er04gGl
hJq3HJLViA6R6TNCUthSBJPTGkWQl4IjbsmzugzQr4u9IbRqp12cTBhBKzRAN65/xHsjA9/7f8Mj
wIB4h+uMxWVUGzSJj9AM84gcE90NwDw7GEyQszOlh76z0y2xVFwVxBEzth1CCehF9NGphdaCTTHG
G3Tj+c77eH+fxf50wup4Lzjx4Hvvb4QXasnxHTVFFWM4pnZRtjCeIwGbElwu8vi1ujx8X7/IWZ6v
VO47KvNFXyl8D2CAvI0N4xkbcrXHoQB6HIY/7zYOo4KLvCOjqBWn80zJ6YSre/1S+x/PsX9+9D/9
td/vg8vT091pi0nVvoB3BGcuvjrXNBisYfn8VnftbufYQfkiTtHH+gD4odNO22BHtfqjklOb14Y+
zzM5P1bh77wDvwuYf3o6df6WXlH02P/oQOrmGA0MqPYyGpOTGBYHnXI6IULzMQc5fQMs4Msl8j8w
vz3utigqqvodRUWrtMg9JCUcn+fXOzT0xJqPzFjw9P9Y+7Ld1pFk2y8iwFnkayYnDZQsi7Zlvwj2
dpmzKJHi+PVn0ThdltIs5T3Vt/dLAwU4FMnIFUNGrNjF1nbLG3+etMUr5RhkkdAyV9ftaCQ4RfVI
QR/vPd83dwa8fmkzpglXZlHqjRD3WBcVCDU5+9pLaGOeJHbwgnVfzrRBXOnChIXHQczQ9Q1dWmpl
DwUtSyJa3nYpcUD/G3R+XeArQaPFXGl0CaNZc4jxfZbNgZw1uli/L3bpZrsz7APlXismjfp1fgwo
CYpwSTpBlQJr9uf0KpHCBT9DKlrWdtlxaqUsieovWQw0RVFzUWff5rB03jYDOcMcvlry+fmZ8DIJ
nloMPKHYZ0pFj0M8Wcu9P1iFO3sSFoAJDg6yccEvnRhYEsFNWmAvghQoxG8C6XEhW08h7OK+9X0P
89wxCrY7rgB7shEfISYnz6q799/eNnNyXP7JyMo+kfUTXUacNIhnh2w7e5MKx0ZMYRmFvffLFVZd
2VHpJOsl9gYtM/pfHiS7FR0sTDU210Dc814g6jwh1PM4MjhwxLauR7Nzd5ESiIgS0v4lvp7ntJF5
FjHtGRHs4/0S61/xbn97f8M+b+U0MaTAtw4ufOPcmf/1EFMXjrEkC+q1ZMtr0mTzi/+1wh+ZDDiJ
WaleolDHLd7PyFuz6tfCzNoqPAycjJeuVGOgqbuALPxcjWJyMiOtPZCTUyv0a7s9UN7zKRMQ/lKJ
Aaa8bBsjv0CWLxDp8UAWHSeDYLee/JLAwFEsl5oUnWcj9BGT7P2z7XcREWzFV/f55uR+efwoZtrd
/3woBpdmEjr7Q6TMwXNO9qVMLhGZ2dl7eCK70NpyfON4RL9B40cYg02DfNGjSwYFR2F+zHNU9/88
WkhuDb2r2yRJ0ccYzJyPkAiPj/Oj59qE0n5ZYO81D9LHYOGftcGU9a24k6G2hwGTN4GAaGLf2qdd
tiyfqbi07mPtJKSjUwo5CNqekWEydoHt58esv1zkwGqsw+tDbn31xOJh0WQ8cS2FsYTuNCvTvIaU
5ZtvkvhJJbZiL5U5Rxu2BPNt5ddyGCNIMrBw9WfI2S9F6p/JWzCfz11ik/f3kjx5HHHq1Fe6Esc6
qlQexMTMIa6lS8sBXb8bOBvwhNop8fvtHjvzyOZMnDl5rF77h5NGHux+VRK6La2ld/S355eMft7/
oCwHFXsErCfLm8vsHFXjB+0sP0icR3JY2cQgQOSeeJ/minPvvjdAsaZ6fQjjIV2FcFo3S5U6hMCT
JbtpT9Q3RAf5V0781vY3JPYfsd/DCeaPj67rdjR5Xtm2Ru2M5CZ5WduSbR/JmtLPLW+icOrKXv8w
xjedtE6QywI/7BnjIxixXXKOejJouBag3mreH+ui7k7jUTt+RTHQp7gL7wt5k/TK80bf5fV7p8x4
o8bsjpU43lPBW/oF8TebozUPImcuvv5JXrB6bn5a0O0zWIw535d3iuN/v/q86qVFM9Ro4wrpqbnO
7Pv2ynJa/bJXBoDkPIuq/vsrLfdvEXXmjzN7BWtNyGLLLUtMBUVgf8OWFpQmMXfBnOIMJCqgCW3l
oKwX2EIlO5fxo4Ho0fi/8oP8r14/ophza8QaCzAqiFr2FBHs0Uqsk226ueV9bf9FqHetFXOEUgq6
JA3bDgPRffY/1CB1OEA3GXJdS2DwG1Uy0F9lkHDaNbYnQAeLJ2IqibkWwUC3OchGPwshwhpxIwZq
PqqE6DyHN5lcXMlhO9W64aQqidmM9uw4vR9Em7/In9XqdUFF8tV7XuLyPs8/QPLfpsAOFAzhAbsj
hhpeae87TkyAhe4DQuSnL8HiVTy+x6F+A8WPMAaOD7LR6BiqGM/RCYptSMJFFpHQJq5qufbKprvT
mXyd6Jfw0BLD/uTY4mTh7/p8GdRFL6eWDKBKC3p3b/kARZlQZAE83zuawz01GeydaZfZYbjAXDTi
VyT0L9TLKMcm/wF0f86SgYvMiDIxOUMXlEF8tPqntYW2f5I71sm90MXXp2Ztv2KHlwBzz5DBjhNi
9bIuIBfmAow3XhtP/Kg+OHn2P0Dvj3oMbvTdf6B3aRnbvUn8+v3iqRdqkARfbbfL3O1szrMP5tmT
xcUZAyU5Wg4yOYZuOVn6CNIKEr3zFJuOy34UY7AEq9/S02l0lgXJHlRrbScI/ngW+P3qcscE2QYN
rSzT2lBggrBzzZl/pIujtRlWCPdMiusdPa4XtF6qS3kZctGSo6HB5Af6UROA+ICUpSMtw4VJz07s
LLca5wZMVrGubjP7XKJqhVxLA05y6Zyc7kJagWTL1kItqyXVB9pJE3rmJo7f/Mr3TpbBkMHssNe9
hnYpQRj55myAmZiopo8p/fPgrl7tyEYpDb+Am6hwYIXdECOetF6v+/Fcu8Fy5n8QiERkJzwcaWjV
ZMmrZfC8kcEgDOjX+lmh4Hwta+k7H4rnzJ2KDjl5pbuehM6OhhHhfFSeP2J79zN5dkJ1A0rWgDUf
DskJ/nIvxF3ZpbvkHemkNAOvzxjwQ+sGRo2YANJMcuGQjir6g4MSUUzm5Gy9aO4CGnpLbqQ8dTWu
5f060ouhZmMCBDr3BYqHFQkSBF+9QjS6Fp0Fja1P01pueTWcqdgS7QfguUNXN2hMmCspZ6eo6Q1x
NFqnfsOsbX3iXfsp67wWwfh2LTnHklJJsE7L2ny0zo4DzpPmeC2AuXhY/xrKWgYBqHmNScYHPtbc
fcBD10ImC26NcnQw7D2/FseYhgC2youAgYvAwN7EkJDmL45C7HTpt7e5lsAYQ61FnZxdIGHpoxyw
+SD5GAFteSEeVw7jsZtMbA51AznI7PebiEY0cGdbhD47bnAw/uR7h8Z47SjuM5S5vlWyAIyZI7kL
LNEkHq+iNhkfXB8e46rr8hxh3nIYwck/OhIYULAOdET+iCy+vK215D7QTAUH1xIZx23MmqJEUQWf
60zUAAEd36NxrilbswFnY5RqLUSAJpr4iB0RjaNi/aLQxfbr+X5yy7FvthZzPJ2VZBZ3OMDejmLH
kGyLZ+DTaPc36rAvCYWQV0V+wDfSLrZYPqcJSEdIJNASpOPgQ7ZnmSVbpy64rxgHiNjHhaLszWM7
HuKyIElETguP8qork7W8K1tg/UZ2zMsz7tVY8djvdarSgACKVnYcrG3P41r75FPGtTwGKsBWlhrN
CEbWXtqLXwUp55sN5ulctUUDIEm8RSGRJ6xo2e4+uVeN9xkZ/NAq7HBq+1G41dqHFcpIFi8oHv/E
Hdxgydmj7txnsghLWe6d6rGi2hoUAw9rzwudDJWj+wbCA0SdwY6mP/RyFo0Wsvc7y0EeY1iPLunc
p09OODNZnLj+cAxoVGBRUHqweiG93ite9Ud7/byvzGQ8eiWBrRkMTaGIp6KHMj78ruLFJCTR7vER
4SHaFiJSurt2+eUteS+7HKhnCwdHrRsGKcEhxu52ywVbziVmB9EkpUnPYo2//mxpf5bRHPVqvEY2
garRLPPoWObhvqr9QzT4N16xM9pRdsBMZ/jtU1AX8zE2Sj4+Qvv1PSHvNq3mPM/MgWB2jkIJjayb
JWNEUz7ED7utxzGNMaq7c6vYMZRUAiM7GnVGOy8QX6R27lXEJ3FIFDQ7NoQ+1SmCAN5t5p4jAxin
NO2UCr3FY2CDpZleZOFxnL6vd9TbogL9X17nGRN0iE2X6wM6EMf4xnckK8CYANFsjLEBqj55UMXx
0WyN4KC12hlLD0flNMd/iz7DbfqQBsUcWPX/4SIwAHLS5TA/d6M4C0Hi3n8W3b3pJBINC3J4xINY
bLUv9+2GF1uxxYNZeRjyuPhGY1RenM2jqwauvViMtTKr4FjpZEHpCsDYcsHZiBVsY4aGWLQCBf0D
npkL2zMTe8vbhsxBFbZiABKOy6Aq39/u8FCsUB7gvetMdsdda8NkKY1RoOVgTIOsgiBZ9mb0FW9b
OzwX8HzLZDX1WhSToaT5+dRjZnCsVkHYG3JzlCJCO6cPxoqQ1StFnwPdCXN0OaREt+8bCS8EYqsD
YDqJQpCEoA6Yr53MKj3XpTY6pJDBjJ0VnFhSGZW5g2VsXaDRkkZLsQIZoTEK1SiN16TuSOCQB5e8
rI7viLt2/csu22KC3Nqiaeq+upNv0deHzYBMls/0DsNKYwaNfWuyah1i8oUkgCeHk2Ww83xhosaC
oIzYibf13I7W6L7hBSW8s2QwpdeFmRgNo40ixRg8xX1C54jFdeK80IQdRZNQ6oylM+SUzh7NI8g7
gwwv0QfrcX4hqkXwuEpt6qUC5RUjeObya4Ud+CGGFIz0iLvQh+N8zEOSwit0XkGdR7fbHhxXJx09
khVdL3ao1i2F1WfWEm7FZ7zvd+yWpTgAK0FaZs233aCe1czP5GMejEUmciKva42OocyW94E5RsR2
PgmKdDLlAkKj+cWy4kX5tfB4ORAnZGdnJzswbyQYNIERvb38ly7BZNId6TKL08NY6nH8br4J0YOG
dq2DzRHDgzCWcLcR5ENlgkQwePY1lJQ2HZK4Pw8rQtfoMLY+7yMIr37FbtC7HIaynI0fZYkkznnz
28fN/PGPawvu+kKx1ozyzIB7/8ZQ5up5vMeMSXr+rpj5klPOBwtv2Og5ISfPRq9xYyv0KSG7L3PO
UZUHliYDMIMq9qlYjraBNdQvA4y8RUmGc573o9sZ2/V00P+j3RI7vYjlBLjd88R6fPjz0juUCq9c
hzuZCIOhDDg/Tvqx9QzQCdZDqQsAlQseMCuyeYyQNyLROhGJojFuaz3z2t+nbfRKJhNP1OAOOxyS
gxwc5+LgrvvVq0HWdmFVmzEc2+1EsuN1ck/nx1cy1Vu7ibO2U0xMEQVWNAf3Fh2I+iktik8Yi4fm
uH/XNTmS9P/nYJn7fmhr/LfBHEPAUCUyHp4PlNuKPJmwXglhspIkVNpxIlcOVCo+HB7/VRZy9eeZ
AGFW6McEBFJjqxGsMR3sJug++mTlZa73RMunbcbrfpnsm7w+NuZ+K20uxBew6gQ9LTJMLe7/UHr0
Z/OttwBnhLPlWuOowy9ndqUjc69Tsy4jOQ6VwNI/va/nf9Vxf6UQW8uYDX2pijEMb4lwoaIF/rmv
soUSsmfx6hfT4fOPMmwBo0xDUWsG3OaUtNRHvXWz2aDeqqNJ+AFxyfs7xC5aYn3yihu8O80WNyIh
qhRBguTlHn1wY1/R/IGsDPIaUvSacQxzOhu/0pNBEKmqq04T8dGi1dJ6e6toSDryoAfupUdr9/Yz
/OAe7SQ0X4lkAKQswerYiDoUXDrwq80usyo3sjBiKiFjbTGUND4gWmhn4TkFziVnSx6lUSgZ3vnk
4OI8+3704Keeg5AT/TqWu5q5KypR2SqpxysLcG4GSwQbYvtfkea4ih/BWIC7cNjnuB+RQRdQLZTZ
cXQ9PlonHWcg6NIh49PX7osbqUxn5Fefj8GVmZHH4bGFxSzfqq1JiwcLgxSf/8Z9YzkEmANAvIGJ
2FsnM8SJlChSqkCjN+SPA4xy/gBfukjIiW69Lbe8N52aX0lkHAAWAHRSP0pcZvO3Zo4xKARejT++
TvHKANPB3pUs5nuVcR12ElanIjd/tt5Qk3IegSx/XEIz+wlvfJ+c4/xm//oNzT/HyXyzgyodw7Oe
AJqtj/oRMz059keQMz13ZMCjtjwnK9LZ7/F+4e3wbP8VkWw7ph7e8JAS+ChOHjuKu/dzGE9htidV
Sivob6Ve35J8nu8sXjXnH+z0b52/L81VfHs5Hw9oKYbOReqdXrTSId7TwntGL8R9W+Uo843nV3IM
uZ5dhgLKaB9pQA+0Jtxelsk08cdevu3pSsRJLcM8zCMF9e6NntittVhYLfEalI3u6zIdm19JYtxB
nh2j4QSWZvQYaviH/n3kWFJrWRy/w/066u0Fb47HSxKdIGgp7KLdobYPxAt321gkS46of3DlP4bA
YMmpy+Q0Tkbj978b23sKtVASE+23/ClbhgGqQi3mIbI1WlcSHjaPityxdZnBlbY28oNYxePV2ztv
zjz4xjKXoLV/QZ/g7/DP4nzFaT/3ozGDL80srIbZKLOmz/qiQh/ZAuGK8LD85Hc8TVYTriyGgZai
r89JeoJtLsd2YUdAb+rcbYhrI4FcIFG+rxrvsjHI0Z7bc5+YkGZFByJtL8/eFy8A45mmMmp8ddtA
0oFtOuKo0diHg57eiganJciFjyoPO7iyxljpWlYhDl0njTfbd3TsF6fAX0cIuN1a0zHX3xahMP03
/eWgn/Tvr7Tvqe76bx8kwBz462trvSMB53wlrloMjGA/ClbspaPRSwjxDOSG6F0amyLuW8NkIyPm
9/4TJnwX+q6Orzaj7Ch+O5K9f5q/fQgEOT4COkxruZgcwdPcE974aY8uXl7NdzKm0wxTAyvByF7L
qKiBeVdR1EJBglDZA1pKOG5ltORfuHH190dcuVJNVzolx853BOYmMhANBMpE/Ox5c0fTT9BXYhhw
VIHBB21U4xnB8MxHoRzJ9f2vNDltYlzJYCCwMeJDlZpQJScXZ3w7ReNeszRiKw0SP3JPFndmcBIA
ryQyANil4SE85sfx48juxcI7FfjpO/o9rMpxL9OB45UsBgDj+jJLUjNXUMcurfFLdasys57QPvXF
q6pK40ndMwoG/owhzFtVxUnWkGM5kaXj6RRpGs9ncozv22qujE9WRXVQdeiUgPQx2KFlNfzgGMWk
3/g5tu9I5EqEdjrO2lMOEc94Sj8/NSQDX7zhcNF8vCd3juwbqq7kyOm5NZIQcnp3udfdt3whdOSI
5pEz79Cmg6crlRhIMI0yLw4avo7vJyD4shFVtGRsMubW/XiHx4BDdhDOWNULSWd7b20cpyOP31Pm
NiJcunzmvcJO1ySuNGNQYqgOg9SccIgK2prRNI4Rl8cZfbiQh9UrphcMPuHBZDX1SiKDGel56C6H
DBLjZ13A8B0ap7ZmkL+Aqojct0SucgxYFFkYJthbMIIFIt4ZgXZzFyM8eIXB6CFaRzlea7oyd6Ub
gxjn4hD3gg6Boqu/Lf2NgwevYV39oRiw4r6zTfhikFhqYH2ajTuWsX341pE0BxP8ROoF4cy4wtmZ
EXUbna1GXoAs0Xi5f5YTzQG3wph4pgVBYiOlZ9zq5R7lKxR25q5rbvFmgv9xPOREJfpWGBPUmEJz
xkL1URhKnGRYlRGJrDk6m6p6fBLiifsNvrfimOt9rtSyGVqIq8rVxeqpvDgTbES2Zv4KRKSB1iGH
odb9A+XJZC56qB77NIlLJTClVX60C/Dit+IOTGT3xXCPkrng0THOs06Cbhaagd6wwCa2q95ZHO2d
5w0CN+z9jV+3R8ncbikRTKmtoRZ67ESdHN9FNA5693X67cNuZTDX+lg2cdiC4Tc4t5azj6j6INb0
Qul9KRPu/1YMc5n7sisMLFZR8DqBye0U3yjEvEe/UWtaSwg4eFY4WtmtP7uVx4QAMyO56EIFeZay
8csgFcjgox7GRSmO5bFZUD+ABKmUvz9R/lf5xDO48VjuqMHuFj0hxBj0M74O5q4xXCjiAiNy+rNv
LNXOo8cZR974se+JY6BCwMTVcBpPzX+O3yOnfTjyQJ3zXRQGHZowrcDGDYUwPr9MArW1dMHJnk8o
LCw5lj0RUN/YAJv2CFo8ywcDsp59S0DP3mHeYLiP7sYOLI55c24qy/U5i8BOYRxwcGAlTC6kfogg
h1cNmqhP3irE4EGUF+qlMCDl2d/Xz2+9bZLhtKitUh8Tx51NdfKaEbIWXpf+Utj4S4ueNyNHi2dx
A8bfkcftb2FwQ48LrG7vRsOPdVK7f2GpV0Zs9EHyjpZnMQxypGJm1EMPx9yin99qk/mMYl/ZUScW
t+OFg4UKAxq1lITVJWxQoyRL69QQY9X/SXkzODwnojKRxlBhuWPbjmaJ0VbLcE0C/qOAuG6io9X4
mWOZv3O8m++kMqHGsTxEKXY2KsG+C22NlCvLJCH6u2xt20Q+/91DvQ8h35QaV4lEJWPAI8LiMzxJ
bKLzYoXX1Bm1pAcT43Uc05h4ILjVjQET8SxXYjaeJJzK4Q0hd4FGS5BxuOE8nq/QG8T1ljw/po7q
X6k3qw+X8NxCPQtwvPFJ7rdzyg19OTjMEpCG1dk4XAZIqWm7yHuCotclJ0R40lwgJR4aeLDMwS+V
QZaq703sXYeVDJtnY3vGU1XNLQVNJH63n4uBjDIqLoe2rcaAfm8NqHh14JTy08i+b/K8w2MAYzjK
4aU1R5QEXeTyyPnrE6WgWy0YkMhPUSk2DbTInwudGIv4RCtjroIn3jFfTZ4P43wYllHxWFW9qZXf
Z9ZY4rPpyJ+1TGSv8ngPzjzTZucbEyPDiiYFoizMbOO5zRH9yjm/wpPxioITc/c3Z8hutKr7Msau
ZojS0TOw17GNE/82eOWqyDxciLvyaHfuGdcXrFWcyJAHGhoDGuejXin9Cf5EwTOH74AHjs5jZES5
PwN9R42Ofpk80RoUYEefA8Yc/6Ix4CEf0zrNR1eWXWx1oIFAM8PSBl42xP2STJoiHRCS1iXkjBQN
Q2Qh/coc1CwRYnE0mii13X5JBjikauhzpTsp6Nh59kEPXz9q6+ENxbYQT2/cgtsEz9StOAZC5Aas
uucxAUNThH/6MMgYzHFHjLlaMRCCzQZ5LmoQ09Ln/WzjWLLd1jYeowbb9i4avQ9YE5WOW60YSCnl
ok/1MWV+1iTE98vhREQXlBSdZKelR8HW4Hkzy+CJHV3/nWifnZQMMzXHPqzxMKOGnA4UBCmp9YUJ
DI6fngZkcAeC2xrvAGyTYVp0SdmmPYLjeiRRErZqRTm3+h98y48MJsxpTKnuo0s7gteye7FR4iD8
Cbvp+/sjhEmPzkZedsMBQvZjF2hF5zlF09EaHUeLo+v9y/zlRxyDVLO0xf6WHlHA0t/7uU8rC4NG
XK7K6QDxRwoDSrp+VPQBtGrB80kkWO3FQ4jpROHn7zNg1FxkI5VK/P2UPPuKJa0xUYfeIY6Y7wfi
38b8I4YBonPRdIeu+zaA6t10Bkwx4X9oMr18mvS4PsekXdHegzczHPqVPHGu8LSf/hHPAFM/yw9q
WUO8s3HQAW2D3ZwTCkx0Io8o8SOCAaX4CMJtVRs13MNBoxF5E4D97iEES+ErznS3+DKtL969Gm3s
17Fii8u4E0SRwYZ/G+8KqdpigfWAlCgiySpdZ6/iX+qmnh/tFLNTu8Tj9i9OnKSKvXlY8oodC1jk
yajZabkZHppBDPpDNdiobYevYYqhbpKcRLzxDbG8Kgyz92JTDq1Cl+Q1YqTy/7YACLQCaKEE+b+G
bRPYScJ2KaNPTNIEQRaDU7VNMsz6HW2jeLlvM+PFYo52fJPFuhfRxKIBdlJyFh96sajOctClgS7p
JMaOzfsSvssOv0VgqQzWAGM7L9sRY2iYMJDPpYywHmNh2RxV+7ewpJsMb4zhejOXlo8CdY/e6kUn
rXUi0FR26lW1WttPjcvLfCcVxv5m1fhe6fXdgXKVO6VYUq0d6xOahyOUDJSzpVW8PSRTnlsTsYoH
azo07JH5tRgox0KW8BIiurvQPXayRsQEt+uJpC1BoXaBHvousfT1gXPSEyCKpXbjXmJFAWOgxnjw
0JBDtS5liFUVUjRe02EDIDdCn7iMWJGIJdjYS2WKxveE+9UBXromC8+FCQTYnN+al8NKWCy+lIRo
DxyPPRVn3UhinAIIFMLhFEFS6SxnJAlMOwWRNnhDa2LQ0rlvplPpACZENFPCZ8O424w5vSI7qwgQ
gGwphuz889FuZDKEKIwo6JJ5bKiKSYtqWAt+p5PGfcITF3dkbCJGQceKOK7gGHeLsR+wD7uuVA8C
QuaFvP7ovEtMYg8B+kx08zko2I/UGja8FXdTj06QqmJZw7gnFIttbtE10cTL0Iu5GijlPDG9utWp
iMWFNHk8uaa+qntaz4ick/vnPRUs4awNGWtpsVhY+n6eurIjscXOi9lBMgMUxu1mKc/P84jIL1se
lssTARNW0xjj6ixs69HYcZ1cSPRjd1YgyOp7ap3fxbG/oHzOyEbHNNlABJK/N/h/ii9F9CUBp4Wl
LMSR7MSYEemB50OnIu2bH8Q4l0Qyj5dMkM2gssO1nznxoqJvoSeQ2TrLSLNO7AL8D7zOxPGvMjB8
I5Wx70MbHbRQxDFkMTEf0xUu0s67/00n7PdKxC/6YqnGUsgMe7eDvrGOkRVny26pzmONE2ZN4euN
HMZijdqsKimEnGUyr+3epE3rmGuVVAEYX48WVc5kkRQcdL1vRrrIxN3JRc3DWlLNADIH26xJI1rF
4f3SoY9UC+4fJMdEfi1aPYappp5P+miz8qJ9V6y2IomTU00n64VCbX1fWNwy7X0L0UUGb6M2E5Ih
x7Fa5VywO7oe+cjuKzZxGU2sogaFNbaBKZrKTlEKVSVkRXswA8VSyNE9rvLOGtyBhk/C5jJvQNhV
PSXIPDUy0/wwpfrRSVMa4oFuPjye3jJSXkiaBaHmHv66/9N+a4+FrSLoqbG7RoTyjFGJly7Miyg6
BMPZ0qvVZZbPC9UkUoM24SxzZrxFvb/tCfIUFSu5sSIe+8qYXKHDvPelOKeHYC/aQRBRvFzsec5a
Hz/Z7aW/FcJkBDpaPs1TCSHP+81fjrM06DiNDGoFqSG5V7i+A6YFjCFs5phpDb1o8/C6WGBW+X29
XiuL/AHZ+Bab3cliETtYr7Oj77zizXc7472fOH6XKz8QxtgYdNDwEy102H98jDQFDabg9y1YEgJ3
vUDT1LBYSHSwwTixCMGUd/+7T/g/nJFmGCY2cqNFkPW6QxxiIXB5OOA1cHCahmje4LWvp55kXrER
Xnk9LJOf5Eccm8zkWKCWDqV5CFTjRBN9r505acMEPN4oxBJChWflUrQNJJTOcR5XBHR4on1enKlJ
o3X4eiLdc0llDvZP5L6miLWRCgJPFckES8kQn09GdyyO6jgVWxAwa1HwhjmPBGxKryuY0xM6ZnjG
MzFNgxgCsSi6StHbidSUMZ4qOyRV3KoBkgrJQkMp2nPO1mGzfm9JYdf2DLHc7v2+wUyMpN8KZW6u
fowOEhirVYAzbk1FMJYU/3Ww5o6/X4L07/Oz8Ky28c4Frs3iSOlWz4l5Itv/uxu8/R3M5TYEqREu
Z/wOdaS0LhaZFW/D7eFhTvr90dZf1A8huK/6BEbeHDdzV2XwL/bJuVaDY0zeTgrR59gwzcv2f9dq
btViApUwkaus0CDEMjdv+l+PQwZCJzyibe/r8jtYuRHD9lpF1XHWlXKjBoYbbR4flIXweV8AzzjZ
aZM+Ps0OogkJw0Z8u6AQpFiYKMCmANVadYt2n4G3p+Wg2cQEBdTSFXkmG6YszlgqorTPsdI363F6
GBXHDENoB5UfEGEcFlw+ujPqUo3uxCX4Zo7ka6vMOUpPHuuVfOZGCioWmuRaN16OfORVHflMzhQr
AnJ/ntKHl3HGev20ixaRjao555tO9LTdas9cTURoxzhJoX2zj9/1BW5m56HhEqBuP7ysivkaRA0R
rw1hCvpuzpy5iMj18Z/HMx8HUC1no3nBXBcwBweW+XF7x+Kr/xhPHAy93Fesydtydd7MlVT6Skc5
A7LRjhHiKfA5283JsLXt/OFdXY28YdT8N/0Qt+fM3FFVmTWzYYavXNnO0QoAfiD+JvbrjGfPE40K
kIQSnIpICVV7dsRWN+PkGBoSviiuz4e0nLtY0AQiArAte7HVE1730QRD363Asf5xFY8UcQgC/wEC
wdMEWtc5bOgRrHK6hQ0feJVDzEpRgODRi0xE/Ldix7DhWizaFdDcD7HoL/FPjqTOs7W8+pwFy232
Ng498R5EpgKvm5NlbupsyIuZ2UFiPe4VSb2z23jdS0HNx7/QPQSqXmK/Pz2VfopTNudbbTObG3Zm
q2sO4E9fn6tPzFxa+RJha1COH5Ki48V3mjl2aWMwxI1Xq5WyOJFFYaGzSPx/eIedCpVuzoC5uedE
zyUtheiz/Yx+NsxVFG7ZI+AVQXDGw4mJiP9GGHNV1YPSdE0ljnomD80xqAuqzUgp2qm+0VNOujpR
Pbs1KOaKythDV5xOo7SBNkfgoLh7XVRoc9yOr6LWfdjnHSTLNIZFv0J4OAy4NT7SC4M0eGHDRM84
zwPGEA7MT7SB3+jGMo0ZJXY+KSVAz/DPC7C8EOJimgjDbCOV9tGOrRnHrU00XNxKHGH45nqmaZxe
IFHDA9Kb46Zzj3OCk47z5xYYDO5UwyU3shYSTpajeSGR1rYNbncwJnhbXrFz2k9eCWPQJla0UtGO
+FyNZSwqIlMr+I4PHgzLFdzMyx3BEiweefV0cHIlloGcyMwTWUohdqTlH3kZEQ85c8Mi5A9ZtRZS
vQXI9z493jAOD2JY0rFMmRlZX0Dw835cbOM4EhCmeBKwsOLPykZWudgJ1pFmNKE8Wx2/G5PfXt96
dlF1csmqVm0hGjsIHnQqjVzXcCYrtEnaIKPcodS3Nf5FCngjlIGavDcS1LIhVBxHqvBtA/Daz12Q
Za1ldFVxTJenIgM1SZRmploDapZLvaWgqvPGl+h/Mx5xcwlZGrKLVhppZMhqEL1GO/lTxxuq8Ir1
PVyW9e/2xzsfjWUd60xJ0MVUgb1EK22TrjFb7dfP5UqyPuYgpbyQx0f4x9Vaxij+WicI51f2zH09
EDAig/kj/fjvTpgtmyVhKw31eF9lWwI1IAEHGoj0FRrZ6uN9UROtSbeHzODQBSsxddD2j0gO7hbx
3Zl3hJCYwlyfQKwLc/3iXZHfr623Ihk0atDvlYlHDTnLyck22mUtztHP4IH/z7TaJTaEoJHHfBVW
Fe8R4rtT8t53ZgApSUKtzC5QNi2JNSMivQjWo4PiZO2eDwT9vehbHt+D0CWLe7S0ljtvR19fXxCa
DPQVC8V4V2kUeO8HMbFQpJ7L6CTCC+hYnvghIHOZS26DLT7eV00+739qXgTIvowY4qmK+grnnoKI
urZRcHPAhTWPXSkn8p/XcVxxtkIxw/LoO+rBAMr7P4CnLINSepTWxz5R4VQ//qTc9cIS5ygZVKqU
Qmmx6kkNElxbAn42kFra9xXgJAsS21XUDZcYS5eAfFq4dLC6Z8AqmIhirETAs6FA2tpFEnZ5TIh9
Nj2RHJ84V2c8oV/mYop4vdcNGfsoxjO4CkvEQx3GiWnish5X2of6B6xRHAmTYcmVBCbwKXvlgp4A
SEijrZyvmtrqBaoJ5F8Vs67kMLAjNIdZpAywRZHi/dF2H15eJDCujtuMLV4gPvH2CMC5EsYATn4p
CnlMt4KLScrTxvhq8idpQJB8tKugX9ZoqBXJfVMZL+69L8UgjWn0zbGScI7x177KngthURucTzWd
K1+pxYBHGSXVQcoNvOSCcRQ0WCN/xePT00iSxPlcPLtj8iaxu4R61eMAl/HRGpaqNRiWxY1SebbH
4MMRS3+zSJqN4eIes0YdVqB+dDboMWLrq/VMkBk9c/sRp2XOUFHRFTwGfT9gXd+oxIQrUiMNM1tW
tgEQwhF9tUskMd4n98F/vDy/jeJvYezgVqk1QtGmiYaswvKt7H84u87e1pFk+4sIMIev3QyiomVT
Tl8I29dmzpm//h16gHclSivu7GBmsDsXULG7q6srnDqlIjOoEgruikVJN59Y7a+kmaEoVDDuel4g
IbpAI5JGstdFHsfbEeeZjJmpGEpNxMwa9zeF8d5iHJylWdNAF0aPrQX9u1W0wQ3+u56ZucjGmlMH
F7K01U4XgMsyebs3krd9s9QqLty+uX9FzYwFICFpwfIMLCAOaSpNvR92jZHbekVN5xEDRzWaG1sM
jGq2e7BYrH9+wBC42GdyOwI9W/HMgPSa63tuCcXUzHTqIndts7H5zRKI8AbCb7KNf5c7MyJRIDZN
6Hq4AJtWL/CQIYcMlo50g3wQakeghU7p8agvEW3daJS7lDszKVzXxq4wYH3Pr7tXxWx243F/mtSH
LkZHt6zXBPORVdR5eX7ek9c2bSG4XSw51Rrl0IzIA9IjzHNgi69wtOBs/lkaCDnpyPyi8wraujUe
uVHxV53PrIrHFnlZJoLkiDI4p6WA9EswnsmbmUsQMGtU5lF/E9g5066Uem6msNOaSM4RjP/94L6X
3rCb7s65kJlutI0fM2qbSROntf5efUR7THPYJD+71wA4KaR69GH7X9Df3jKT52JnqiGKmezm4yR2
V+t+MDX+gyLdcJ2aVLoFMigDcxKhlAv+8c0sybnc2fsjZs3IdEMyGU0F6/0lSwKn5NY4gdduySm5
pZTnwmbuKpupdV0mueSMDVWLfeKuxw8/tjR9iZHi5k37K+nKaa0rqXV5ftrOV2ChhZdou25PYB9c
WtHNNN25oNmj0yaR5DeToGnCHhiETeTTwe6LUV8EEE9pmcto+sH/fAmA48Ofn12zUFRrsZkODNPR
4gnlTX/+LLNQLG7g7PEptbyNKwSsEFPqr6qloNytAMaVb/xHLyS6vrSTv02f9xY2e4PG0GskgYdE
5OpfdxJS1a/Mii3IqOnyF9VXzxNX7bDGP9YRnban09oY6UsaA5RNQW+z9D03n/rzk509RoJQ9O0g
4HtQdTITI7P6R4zsFbrFsODWiYpoMJemChAABrMTLcEH12CWMgQxKdlprzzoZE0P9YGnpct+y/E7
lzQ7VLFlVC1sIGl8gvvMxFQhmtnC0gAGCnM6JbIJlOl+VHCz7HMudXawGj8kSl/0khNqZIj0xGJr
pM5GTM09TmxYPLK/f5bqLdNvzpVJlKcZueiE4fg50qlt0D9aDpIESn0OdEsZAI+EI74paXq+Kkrd
JRidjkFltFklLvhCB2th0UsfMDvUVnThJvKi5ACP6X4kuck7mD3rUy/5EFkKfG2GToKhsIRgQfLN
B+x86bNDDsueYfoYS08rvXhGhZZ90+h22yD1DFeDKNYLZYGL9I9juHTSt9zIc9Gzk0ZC1pNjH6Lz
L97oS0fkbRlQ98YFDq7T+Tf1TdMo624ioMXjdYaesoVdv6XgyoQqxqFzCjeH+rNaioWPvoJENEi9
Drvn7NE7+jE5nboXH3XNP/fl3SB80xCb/ZU3W3CSoJ+jUSBvE+bwz32OynqLmREZzV8AZ0b+ezC3
4GXWthKYSzPDtwa0fq2E/6GzDaPYBV4UMS9Tm7ywy1fB69hIAnmf4sToW2JF4ivHzpTW9VRbGVbd
5/EojmSa1rmwATde9Au5M/chKRXfRXebgnAcvNQgzXgt0NLqfI64a4+iLTpfKZh/1+P7ut6tGPtH
WeLcu2VdLr5g5lMUNQ96Px5f4K2kF7Qhf6Kn9fj8Kq5fN9X6j2cOq4VDv1UHnDoDFAloLKSl5u0V
Qw5ejQQwMaeLHgKH11HQGTaJOaVxjtXGt6S3+5v8y9UxM2YXAmdLHOI08OKWgZYB280lmIl56PVg
xbYGc0rsj/WTu39aG8R//q0vATQAyEANwuoIPQQLnzI9erNPEXmovCajNxMDWmefUmWK2mtdxTiq
Z0Z9QkTFUT9LxiqDBwl9Sly+7oS3bFSI1P0kmRk1x7DTA60nAZuTnP8o8p0UliSECYzBBLqKwm0X
kCQ9tCpte5uJG8qrTsns/dHAhMD4O1nCi94Kq8+X8FsXOXOgBsyfq3O5ZBzuqfoRapvXfFD+NtrO
5Yz8yNiFS9vGub9vt9zEC6EzN3EYZa5Tk4JxGFYv4TuZ4R+GM6TNCHfGpEQ9UG7HOicWWJbjEhrz
Vlh9IXz2FsV+ovixhhWnDcDGT1HM6t6DLDwOuZ4VJcmZRz5dSHvfupYXMmevUCGohdirOeNIPC0q
01UpxxOt+W43n6AMFr6L0m6+XPKlSGQUYROLkFt6DBZ0VZwZ5zFm0PnGY88FnoY8/X48TKXJ3OgZ
A22kmEexWjjkaR8vLgduBfqSVA4dQ+i+msPt1EZlGbbsXcdTqbnL9vmTaISmopAY9cK9QVsDiB6a
HBYu5a/G3pM7U64yV0PJ5yG34uz6pdx4E7QEgymFFRIpurNjUVCLTWJVpuWkuml5Vgj3OfTtp9jQ
ZIA3UyumwsP93bhOQP/uBrptsBEgZ5qbSYnNesyP512neNYColYRaT9RfPosEr3Unhi2IXK+4Ptc
a/pM5sw8qW3tpr4oAGitfAkb7SjR9WmJ2OC6pHQp5CqjmYE7FJ13roMkWbLCo6eQ102ut74hP0QW
mm3UB8U1pIGwoAUy8QKjyPcDGgl+/NcaPn0JoPW8zEkCh/9z+eprxdDGfCpjuYKLgv/h88DCpQ8r
PXXRYbP2+wVNu86+zwTO9pctpNJPWsl1+nJV1wBbt3+anbIbjXK/TxyYbDNAdpBfLci99rMu5c5n
baRtnrrYcdfZRD+b12ifEUwbS0n07povUTCB5YAymKIX7eGIsWpPxwVdvnmz/260MrthapzFmBeu
uk4mEbYiNUtqgzkmD/BqYLDvC7vuH5kWi35VkcPwB06ZAzkar9FqVvQZZyNa7jF8SLeuMZDQAKaJ
imvQhANniqEYnjWiH+gtaaf6PHq5nn7uf8e1nzP7jplPyaGjLss4xgWdgBUVJFMMfksjPdAD8yc0
6oL8bJYG9V030s5kzjRa9RmO41WPcfQ4A6NsvzXjL8cMIgyX3pHuXRTIh2yu+M16eDmuVrGhfHwM
+scJXu6SZzup8tyoKpIIeLHATfHE7PXQvMKr3AGeDnpHnj0kAUenPfivyV6k0Vq1ul3HkXVsVAgl
xZW2rt9DDDBcFxzRl7rablq180+ZZSIwkrdk3AafUsUrqX7pWSoJm+7J40jYo9uesRcOflrabOka
qDkRu0xrR6PDpVnJ1a7G+CHccvgpzR521Ogx6AI1KR8Foj/3hV1FbBrGDOG1VBRZgdC5Q5mwSpJp
MpRMqukAfrp0w6johdprzn0514nOX0HokBRkScCpzhZVB2FTFkoIh4ToyWPz3kZIr8oH6eeD12Oj
Pa2Q8lcWyQSus0iXYuegwTZSMqQ8Iwb5VT3CXooh2RambMJpXxqxdMtwaLyEsVAC/sXDAbk8t6jv
tCzMIKudsB3HdmUKq+4UvTuTvSAA82D0l/EkvmQH1KsAq/nEtek2DV3CF996+i8+ZOb8ZWqhNFmK
DylkIu5DbS27Bk979dgoXzVNGpJ3C3MNrrOH0z6frX12XaN8YPsxgsjnDcZk539M8/19t9lsVjnY
7KpDilss08Pw7VQFaU5G4nBTVqB4w/OcLidpb94g1JdESRBQ8vk1c2cxBsdlEQowEuPEntHk4K/a
sN4hr4mvmY1mqTGV+33wpvW0a61KMxdUfTKSV/cXTwjSpQBNoP/4Ug8wT1H0m6aDEVWIu0vRoxRQ
L9Q7kwen759smgmyRHF+c8E4AhldyDwncLPtT0MmirJGYZyMO7TYWjZLl3yAq/Iufl7SkORA6KmB
dGBmBbnc9fqhafwTr+4BMqBJaAvRMWdeZRHkt6nJ0MSQQQfges+p8KZuhJFig4d8LfEbKTRGzV3w
Nm/eN/STKwI6y0FJ8Gtyzk6Z17gyC4DpOI3M0a/tvjiK3anvXypk93KqZpQvnvmhJkL12vJ6OCpG
O5LxOew+FIW26FFWvEwXRpLH30xHAy2gY2Z28k4R9BYYw6Be8hev8nPTCWmSJABkr/Agb7hUDE/J
XTEOWu8kmIqLWQjxq6jAYaxTMjZEzKgqGGlpFR4dEKIlD7G34FL8OqRzzQShgiSLEg+CiDnmUKm7
pIoLyT8lKWp4DyoY+HX4candfdSi3n2MYJ7Wq+cx33HFW52DKEMGs7zymWUU0JWwCHXJTMBSYKo1
bYQptykaGfMxPhanRKOcR1j5UdRIYLSDwUpGopisQDnL3Woq1cw+suWXfKTjPrAbl6ADndP0bO3L
posO9T8Ykps49c6lGDkUJkRgSBPo/keH2V/un/tX9Ka50gRNVAFpmrR65lv5VeNKrCv7Jyak/qEg
4StP1bVPY90EIzzFBdIN4BFT8nAQ9XgV6Ub+uI7MD+VjpdiSXpvaqvMW0zs3HkkFtTKwmEwxG7hM
ZoY74X1R8QYRd2zccTkJRpo/NApLpNJbFcWu3QUJZWKSPamZnjIryX0qe9I+1jJtxKXbdW1S8C08
phDCDUYWf+4GD6hypeMQBqcancm5PXB6/IETLr6l0ByinuSRU3qU53RGWk9+EObihi0ZUFLwAoOP
TcbWJJpGBte+dMySd3htjJBgxl+4S/BbUI2+vElJHhZR1iXBybeZV9/M3IcqXLE/FULvvVuQHE3V
GYmYr/E7id5DdqeFaBZgV/y/BkFr+A4RKoT2aowlE2b+ctb3cll3ZXCKhwftCddH2iYnlBma4cg0
AVh8zPJbRgZ+1FnVKp6UduHdvRGZgWgGFRZueuYwGW22EQGTjCXnM+GpAMCgpdVIM4Vm35X7khnM
sOkKMIpsW1I2e7irTPnYZ2bhGZ1Ksk/vEEkYoA63z6zCQ/hYl1RaSEJcO/GXXzd7lsrer0Zh+roa
7bo+DQM8TDDB407LHl2WtLV+/17fCJAVvAioCAiKDDoOdvZIFeXYDPXoJ6eQ3+aYh/HBukYT6gW7
yXaua8LEBA5brjiB+KcspGNBvCUEw3WCUwPZiABsvMSiAsbN3UA3LUO2FaL01FiY/q0+uG+AeMG6
6t1LY8cn1lt4Vm5c1At5MxVI5Lzu3RDyUvZHw3MH5OT9Xb32Z6YFifDd4UnJ0rxtpE9STvG0ND2B
vdLDQOCf7vO/6E6bvKLLt+lSykxXOBddlbJXpqdWtZtjvxHMeqOtkaz2ylWmixumWbg7V/lJnJOg
qQqGIADRws+TCsB71Iwg+NnJLX9q3+zr5zbb3t+5G6HjpYxp0WcuShZMs3ELyMjt15onbLiRHcZi
N+WAqtR9WbdOSURwBXOtiJIyn7HtaonH122dneBLNIOBbFcK3vHK4J6ZxU7CW2d1Lmt2zfK2CGNp
rLKT8tWVsDuE3fj+Ngqfmfogv1YNrVozzoz7C7yRZ4XjCf9WRuc/XqVfJoqzzQybQki1QMlPfkvb
EQ6E8hqldsuYGDvsC9u20pPIYB+EnyIeCfLZdeR4zYo5etqWkd4DLiQ8RwpvpQKO1REp1PmExulK
UV5r5rmp7LEy1MpuA2Rb1gM8E7ToDfATQ5o1T+5SrvRa+5CjxOM1XSu40/N4OE+F1g+6rjj5gS5J
71m6E5uFQOTa+kIEcgjIIMg8Iu7JHT3brzitXMbVxuIEtm/S908lYAbBI9tJq8FOj/Lj/eO5Ljlo
KgDPggx2KfgNyFxcigMaThhYtipOSIa2DVE42tp+afnNXrYrvXzkHiU0ZmtRBH/zj1xYzNJlmwzd
pQXBB+A2a8jewV+Z016EYdIlXNBjvT3AdqBE85D+B3K4I+3Oraj20KxyceHFueb0mlZ9JnTm0yt9
xwK9CaG73uFPn+Zn+BSPerzhwDizrtHYYRpUsUBy8iTZNGxX9zf91hFrUzSBe4+5Y/NLn1etK3Bd
XZykUc9d0vWqFfVAFWuann4ENZUqlt6X+MvEfLXLMo9Fg9GEA2/g5THHmlC7RTNgRpMu9GaGumKa
coTjDfWneG5AVVQQzUgZ6rJ6nBpcYDYZ6UQ6PgJnQ4LNINMUlbePIkQOlx90eGYxWo1KDA3yaRnT
0aPVQ/+d5rQHZKSxc7DfBrQZd72/KpOV/MlXtGVWRW7kiE0WmbOuZw8gkJxI57AwBSRtcyXiej5Q
x1YqT75A2DqmcfkSJtQrzDIaqNC9B5nFus+ab0Zvg/TYi7rYPQnfKDJJEkj7aaqBwc0UVENLViHK
OxUA16XdAkbF6yxCUZTClJXW676yaTg900z8Rwn57PuHpF4/BpermGklV8S5zEpyeUJLe6DpCgBH
yk4AK9e4rX7GT6AlUAJyrfQbs8C9t1G1w9DkFMsdqKKuqpBG45pnrUEfZD2sV11qaeNDzG5Fxshy
s3Sp/ygJh+xBeQ8ehdwIhBevw0RJFJYHwzuIX7VrKNkWMxLdl57ZlJYgr2XtqCCo+y5Cq0x0JniO
NKuKDhFnjszKjUxeouU+Q8yd74cwN6K2oKJPRguNEj5+xV8zEgllKkD8tioMtjS5lg7dg//Z+Hqh
8Ujl4O+HDthXX1rYzuvezplSTO/hmSUN6kqQS1UsT/w6tHfM66GxkoLEyKVZrA7yTp/IcG3J+J1j
ZC+iVyO1Siswl8r/0nRss7vHyWgagHcJIhTuNxo4+46iZXwQk6nlSTh0P8pXti/2te2bHEggPCfZ
milmzRwGOprR3iPKTrLCPSaoIj1/iskLBdslRhKxmEGGXkOWPmOW72klWbwZHMKF6PFGClK9+NJJ
Qc++dCgzIaoYpTyxSkXT6mdq15af0kfJwqlGpr8k75bCn+/MLL1c5L0glB52hjuUZoV6zTSxdgQt
iKr7pmu7JrcXDzFmFzcLFvhGmeZipfNypJCycgKbAd04Rs/eppUexzdx16m0qojcvI2DDb8j08No
nUlQDf7p/lXnb7x65zstzK56F8ku1B87ra14Gni0R9IZaKBXDzeBBCZqcrpgZ5uUSm8urdaZkW0E
ewKn3P+O/6CbMshk0QwGYr7ZCUiohHZJMn3HpviQjxXtN6lejiYvI/rc4Lqw07zH2M5T0vywL/lD
X+gFEi37+g8bUu1LWSVJQqR1YWWtEUbEJUxFtIIyYDZqzElrokPnMJzVjVuX1nqit3uPJ81neGxh
RNaR7ioLa7rhvuNsFQGYAgCOeOW3FH2mxVw3xFqiBNVp6HS/h/P4I2caVdN41fBbli1oWDD7UvnX
UTOkwodCTkHVkHyZnajKtokUSC50WTTcmDTPfe8T5d3feO2TvMTo+psavrIpmFiKTBiCZuXX9p2t
sRB5QHKYsDr5yO5U337Nm3K9K7MXAIPEfDWGX1IbkFqwAkwsaGga8wsexc2re/YBs1xc6Dd+x2ZR
dRIjOwZIFG63XUe2Wm36BStxI+037ezftc6skjympS+oWCu73jGH0BlN9uMA6iCZJqt6amVDxq+e
2vbpSwMqn8RGrEZimtLa+MhJYf7E9gqTE/BUUc9ciqpuRAQXHze7QOgYFIZEnD4usrl8lYQikfvH
+7f0FwMzP20F6UUEBOhNubqlcioj7Vl7vxodVm+F5MTSSjokEfhXlZM8bIrGYnJTAZMQA8TErqiR
pzXq/q0HL+JgscHh/gfdyNjAiQSMD5TCKhKev0HfufqpXjy0Mk5fwRPe+Pve7OD3wWuqMQOU2Y4Y
4SOxVNUA4iGM+xBT6U+8TpcAnLd0EKElWBnBuglPepZ8AFpZzguphg6Cs78pTNd/HrMvtwLAwO0X
4pRbstBHqyjKNC5YnOcuizyKuk726xPw2PUXHBkGGW4kC1F/QOZ7YXv5Gx6DOiFTAVJR4NTOYkBf
qdo+G4v6JHQblXtVfxhwDisKyH9I5FmCVFHVM4oqWvPRQnrlVjzInYue3WtOzpM8SPP6VH5xn5Eg
UGHQRYlmtQryqIBWpBH17EmWrH5fiQFNgTLIyo26FGjfKAEDEXa2BbNLn6VdhqHGVX3CZGHbCZ8k
mLk3xXpSkSw+KDq/cMVuGtRzebN73Iq5l7Mc5LnsGsMGI35XYMZsHqLicqw7W20oFxGWo0q7Uhyt
XbCmNz0vjRMm3P3vAzI7cU0Y3Yypm/rUJCio5JtcNMSCuv0uryWj1EJacWgDKIgrOwu6Nv3y3Lac
S54d+JA2MlehxegUVh1pUjjFSkKT0fBYVAK/o0of64+0+EqGp6rZ8JrtDS9JTfu3+59xzQAzlQLh
IQuwKSwr/DpMZxYl4vxeihVswAAn+AEs6KLOp7TYDSHRTvn7j7o/SqjhBCZHT5KdbFQjNBpSrSSb
X7oC04qvdgRlNhGZ4Im1crqdZ5/iR0EjFBlMehu9D7u2MJBmVKfMyNBhmOb4wWSbSLQVnwav3EHt
9Cxf3d+MX+/v6gvAOooEgYrXXZmdCT+NXeerpDpxr5khPXRICNZ8TETWYIMN4hRAnCoLeOGqN4cN
uEUsN0ZJPvyuEW2tyxJ1sOAVA3d3vkelniqBBfhg2x3vf+Uti4ic3v9/5OyG5m7Ba6GEbSozMhQ0
wOuabIocZVqPwmu8L+y6tWrSD43H5ANQ2eNYZu6VxCWYb1qVeAIpCLJkYo/oF0CgqQ+vkTPYvoHU
30K96ubNOBM504NGSSOwV1XVqY6QTUTg6rv7NNRDZSEYuFFAvFzbFCycKVzZhBlmj/+uTQPVSL5t
0BYn6MjaG+iLsMFcuhVAdBYbKSil7+/rzUOcEL2/Le0ghrwUHadxq+RNW53UNXfovJiWI6SEzSFW
Fh7Q6TG+0ukzSbMD5MYu12IfkuoURPJdykimVxUv95dzo4wzbeXf9czOzBNCrhVBpnZCSu3EfMo/
YbFKgeEQtnJK2Mz2d5W7kEy84QGCq17kOJnTJB5zOS63sOkCT1RaCfTUtW+EsI1R/iYJCzryG5DO
tu9CyswkNG6vBiDJqk7deqCi0XwXExd2rjerwqj1+MHbCJ89knIcZc2WBvi3QDu7NVi7Rx9sv4+e
lhDyN1QHWgNC36lapqIH73LdWikhcxsy1SnuXgIFo7bbY4u21MAUEEN3bf+/bPOZuJn+dIEfFyPj
Vqci/W4yDFdRP/MoWLgON89SREPQdJwy5qxcrgkeeDjWGM17ajQauT+JgG6KaAkQfEsIp6p4WVgO
CX5pdpQ51zfMEIbNyXMNT8TE3Bpk50ttZTcVBrAftHOh/MKr8zeEKWWRgafYnEo9tnud08VvHxyk
I9pSS7RJGqod0MRWD5GNkNF/BMs46A2pcAC0whBXvF6Sn/t38wbyBxB/5PlZpBpQ5Z3nwbTOVbUi
y5oTl5LCKk7cJ9vonqHRyqyR41IoktJoOBZZ0Hjo0naDxivFFOmmRWNYT4pNvPTQ39Lg8w+anbYS
jVqTimlzUrjHQKZZvGG6dRAFuhoST/QI4GhIZ5iJSnihW4+vvCVj2MazPCyYxlsPAAYYaWiLQwFE
vgpkeq4v1bYtm9MmQaEd3GF2exhXyuNwGNANjeR6bCSk3er5mtuVC8/4Dbt8IXvS1rPHxxUKtY1Y
nEqPovrI7eo+W3i7J32emy6MTJpgVJheoigzmzyMYpUnY9OchARAs35X5xu3WcXVg+iaCyo2GYFz
UdqEw0EPI2ocQPHhf1wuJmg5VWlErzt5nV6/As4ESJYFYEUK8scdGjmHrQc2GpV2+gqFxfvCr/JO
qD+I6NsAMmkaZ6TMUatjn4ljHhetk4X264grVn+6B5B9d9ts4TWYK+6vJBlVQgxlQV5EnAcrceNm
ccg3ThMTvkvWecfu/BCTxPz6GA42kLMLGztXkn8EgqBxgs2geW9msuSA5cO6VBuH4ZEPRt9gK1YL
9v2miAk3jvI+MDlzUA5GicdppAWtEyeo9PI+ml/+pXH/XQSaDwE/kjQUwme7Jms+kyZB2TrcKJuM
9lAIEfG8YmEdV2WHSQwgJDiaqc+R1YRLHWzkhmvHSUypy1a5VS11ra67Z3XtrTg91RlDMQLMtCls
jmpWZuf7xvZXPOlg7xYUcv7QTF8CtJzIiiiLgfV7tmBuVKsRzlLroNASrBBRqaAjIAmDcUkbn12x
Wz6zm89sU6H68e9FqxryMhhigcQMvmO2CWwcqqUW9Y6MSkJgDLsM0+HDffMYiU9S5YiN3fI7mX+Q
UiPcg2lvQf7c5GDlKrBVSI8KeMQxu2gmXsv9IsyK3gkCnxYMcI/qCdWoSrQrZSFyFabzvLQ5kywB
jR3AcQAfOjtvtROZzvMayFJYgqdVC49iuxNRrGPQ0wx7juqX0iZ6iAhOVqxE9Glb/3ErQxZKMpQv
frWO8ueu2sTodRc2EWdlqeGGJK+pzK0Bw33i6rWcGVwEtGMhLr091ybz8vNnJyWVbseUCraqVmwe
PbAcQcXPe4y0nzgimkBijcbv/4t2cADVigBTQEFnihn4ohv5fts7karX1aoyhGaTb9o1Lxr5S8Y9
DeBJ0uw22ktvDdCB/4t0TJlBcA1PRJs7ruj1rxV2rHunKR/FvqEl+o8Hl+A6ExewR4EjfL5K1RJ5
GJsJDS6jWffMqf3Cd0wbe6k3Gnqh8STCSsDbnI/RloGYQWDZsw6bRwzNeTGBrzmkC0Zgij4upADB
AaA1GP9Z9ImgCnl5E4qMZ4YeLdlOrEZEiHfDYHbsAxca9zf1qlcXtw1yUIP/lQMrfikHauRGAf7Y
6Q/aU1aSat3bFUU52HG3KkNKj7TrZLt96+xh468DbsG2X72Iv+IVPLwAUk0p00vxrdJisl4G8dLW
63dBZ+TBW8uhnMhNgNxxYbVX5cPf1YrwYmFfJREIzktxQyP3iEYgjsudglspxapKjUTAHKaQBJVC
6zFf+RiiXCX5Lmyaj6CoPjD/ioaDVSyZ+ZsnDNykLEOREMjPdl4YozTjpm/pS5AX97E1hruSeYiE
xVVPmzjXJcAjBZlHnx3M+2yTR6kQUTgNOEeqDHE4po6YUpV5TB75qb7vI4YpB91rDj3DEYCY9ChK
Flz2W8eMRiRgZ3jkKkAncLnvsurmSpfHnBN3P6Nm1fGRbyCSBft87EgFu+D2XGUlp3PGvqpoCsGc
AfnqGcuGNOpdhQXRIPhQyPMGE2zeDwfbsVtQU29fGh1gb/Lko4lydXy+f6Vuneu57NluJ0LFa54/
3dx+31TP5aYA6L8erftSrvB5v0tUJcDa4NxNNabLLW3CJOhqJeWcHdYGdkjRQpyD8XbEzKgFsn/L
isAQbTsciYyRgM3uJBj4+2Pquh/IzyKF0FXg+s8HwYcCqw+Oeo6OahU3jAvZZR29BaVyRp333fvr
6y6iI23Mzir0eF9am9XT035/BNvWy/39uCo8TOJhwzCVVFMx+vCqa7YDGLmPKs5RKqM6JaBriOWS
Csi/h2mBcYcC4eFBHtvxLVHStbZQRb7Kc/4j/tdzA1nbFQdXMrQeXMuScwSkNGPAu8tV6cfAKx21
9r3vEjQqn3peMmoJwwojXeicIpkmod3fhclmzG/6xB3Lw7oJIoABl0qhoC0p8sWec3jZzGKj6FDV
/sif+chsu1MAZ+a+uN+S/FweoPgwYmihRDVvZsPKRlKrPOI4R872EYcpqNbYa3iN95gPX3foABil
lRDrvWtqrl7lp/BZxMQ7ObJ62RESIntbWaI9hg+Fo8G2FPPhkvIT2K7YzvrdWKVkSIx8afDfVc1o
Ois4lzgsWCTE7/zlLg19DWaPElcHvoL/Om4CFMXEFQeGracfMCHe36MbxldBJRDY52n67xWBCnBv
UcxgJq0jvAKZDg7q7/u/f+PIL35/dgSj7BWpENTgUP+D9IeEXl273aiStbov5sozn2qof5cx90c0
lFbCdsAy3hGD6IPeLNzfhW2aA2sSZfCKgsHvc7qrazvu7f7nXxXqcOYX3z8781oaWlZu8fsTP6SC
f7q9uG5t4gc0W5B14wG4EDULLDShy5Vcgyh39xkY0i483l/L0lZNDupZ5icPXEkYpt/nf3wTtfrF
PpslAdOfnwkIhqhppEmlIoJ+NDJuVbQb6c0Wffc/E+/AMivcghL/UraeSRxdP+2AXRMxfqjClDeN
HDiCCAzgkC9g6YzB7PernyUQ1Q2n5OKcJpU/E4oWRaFMEiwTwytkynys1Mc/90/q1qMEG4P0EtKD
iJjmMWbEyFXUT8OzduwufeJotm5J8xBiiNymW6h63bigF6JmWhEGQa+I6YBRbm/RRjHEgPCbJaLV
JRkzxdBaZCt8ATLYglaU+PtmacOmB2r2oKiIrhAQoPMFMfns7vixwtZMzE2qB0QdBWjAAkXtQJbk
XEXPUwvZmZzZbmESBC8yeEYdD2Vr8cP2bMGKHgCh3S+xPEy/dG9Fsz1jotwt0wArAhu/uxCKzs4D
mAMUcVhsFN4w9JjyM6MmaOzYwxfitv2gbgfZ3w15IJJM0EraZ+zW00LzvkLP7uk/AtHEiSYK8NNf
tbTGjFCJNdpFtmnaffnwa3mthW/Fe2j2bldpGFEmq0gRlQuvz8wi/SMXaUwEbnBsQGtweVW50ufL
oPf5rdzIjKH2Xf2R8WiC/T/S3ms5ciSJtv0imEGLV6SiAItFlux6gRVLQGuNrz8rOPeeZiJhCWOf
7p5+mLEpzwhEeLjYe3sbN/20EUMt3PerLY0ej0VHUtThFm7BybKiSMdZ9XQ5eG7hJidJdejMPxGV
443vtzgb/zOF8okQw0TVxlyYSgaprLlTqsegpfBnZdb9UZVqeWPz1q1AlzThuvKX+Khv/FxgRMVM
fV31JLkApDKV3U1SDsHh+tFY+0TwIviDBASDAuK5lWFgRmlqxZpnp9nsyVr3Vw+DdldlVNX/iyWu
r5BfVoxlMlk6gZ3ESap5fmq8jIPxaWLCCPMG/vwHMzR2qDvD8kcV5XxBeKiyj9NM85pZtT7GY+Cc
KBzrN2Ulzxu4vMVLJM4BaxFkdYNiz8XxnkMZvEJgqp7Rp3eGkzDw+ltVy7us/6hJ0ol/3r00x+I1
4kNRddGXS6vo9YQdo/m8bvwnZxyn09EqczYepMtjRyLIiROipCa3abF/MuR7YzIi0ystPTk65fRP
bI7JhkNaNYKSChVreF14w/OPVEQ153kMMKI3nbyvqiIjqbdLO/ovhmhCcMkNBnMYCw/kdElZ5EZl
eo4GaEbNM4m3ac7b3+/9MmIQuslAbR23jlbM+XrkudbjKJ1Mz26aTD40jtVXN/0UIxDU5ZUSP7/f
HOdOFgLjpmYvH5Cu9euGGdmWl1o1A9Ct/pMe2jemsVE4XvlKnGvyckNUoJTXNPKNB5q7amj9NrK8
UKo8YUVr6g1y+KX7EbwwugYgbenivargvzHhpJlZpFJgeX0bfSFd9V1ztn5Xqd1v+OzL50EYAp3O
q2vDiV/4OT220sm3E8uL5B8NEixF/qPJ9GOkOO9+h3jUkeHiZdBRBHAWbrseOtkvw9jyBAo+GHRq
sbVbyZW7+XnWlvSvJXqx54duYPSs3Ml8nn4sD2r7Q7PL/dAZbm5vva2XAcvbNTnL+mvYVs4YqFjS
/AelqD9U+V0pNR+UgLkE8Yb/WV8VToGSELiQpSzNUHGN54r9U2OaSXmghse6jD4WWZHf53azcXFX
jjiSTmha00qCjblcWdd3c5fJA1FDaM+ws5TgqzWZ1q/r93XVCm+ESTeXCOy1lf3mlEeJavi5Wqle
NcRl5eaaWp8Ugr93P32wtS2Hsg7bR2y5OONVqbRBmcmq11ppuo+dLAUdjrhIZSrj4T+siIIdpBmN
4t2y/1BEqpIPTUtkp0f9DnI9bOPGsjcUOlf3jaecDjgaQXih8xMOJH627bBXvSzOnGdbleMjU7/t
/fW1XJxuVaXIzaRmmimiobK4R9Kg+HGQ+K3XZQEdRf25Scx9o/GcW/onrWg2tu4iGMccsAwhcYMI
A9jb80XpYRM2dVG3Xpoejermx5Sc/JsG+Jh+iNL3OiNsAfOl3CyGUBOnnNsymM8yTn7beYksuSm+
zsmdXXbUgy0PcfGl0PJiKjDzLoQGAniCc0P+2IDlUtTOa7v+a2BP2dFxJG1jNa++801SBrAKKyIe
Vtk5gdY/t9IJFk7QNbNXG4XU70xtSgHr5L3+kvpp2e6NWMq1DyOzMdL7GMjXs6OFtnNKejO1Hgq/
AP1l15o9u8RWYbdv9NH8rbWlUR58w4p+2EasfC58WYGdOzotVJem0z9ow5B0+0pSqueszgGFt2Xh
fC3GUPtbTEX1y2jV+ZH+e/I5T9T6KW0n6ZAGPqLAuqWVn3p17DW304q02JdzNzzHU5c9AuVDCCW2
HKk79NpQ/VLzInnJJj/6HPthmrtGXhZPPjM60105G+aDVspVeJh6uDm7qo7C72Gi8qj4PQUY2CfD
dFTnpndONJJS9If6Iok+60UeFnQhnemh1mtJP4aRKt1RztZeTD+WkfoqWk1GxihKn/pMmvMPeSSh
3TzLU9AewsoHG5ZmaHQFcpR8n62++DFYjXUby9X0nRuVwEyLu7zYaXlt/8zjNK0OTVb0yN0AmIkO
KRL3n4JK7WUQ3UBF95mhVPGubXMSmjRsm8ytOtX8gv7J2B2aPC5oC4M3/RlGhZHcdOMEyMbvUK7q
5bjKkDqq2mLvNKHSHpIqdnwXEvLwT5QHxXzbsXema/QDcsnTGGRbLc/XBHJx+ACHi3E15NBolizu
baTGYaMO4+ChL5aPO2XqyZkZiTKER3l2hnTvx5b83NUFpPosdaJPbdFaERuiMUiq7wo+hVI5PZK3
k5L99MuUkruVoMGioitMK1NBE4VdMXRzr5am3R9SRKqSXWlGGf2hxGofCF9AekcT7JydrxFi7nQo
sA+IQWSHupyrX50/19XeUeb2j1QGebLPeztCgmlAgEMAGsJ7UMH+JyvKMulG6dKsO8J9qcdT69Q0
9rQ0HXOXtqf1PDaDLO+lyQjQHRzniVF6RhPMpYu+hAUPpa7taSMUvHj4udW2STlEQMpEXHt+ueOp
L8PcnAZvMMtdO5xMLTz21R8p3erRL8t7wo3AHKSNTKUAR7KEV9lS3o+dHIyeHQfK8yyZo+s4jXmE
Uy0f8qyih92NbexWuY1WLXTifedb0rGwpgoUsIM0kF7FWxiaFQ8KBcdAhBihCyGBdr78URsTs9Wz
0SNRgURvMfkiNc2/733qaC+xvSCnQe1Bbl8Y6bqm6CJ99oggjkwQ2oVWe9c1JtX16Q+TrTYc9uXL
ymsgYEEqhFdLXUI/5tns9WIOZK+gof7Y+TpK0yWHN6unnohutnYacxs33tfLcySMIvyO7DCYveUj
kdqNNTSjNHtRGTsHo+uyG97b7o5mTrEvwJFtZBbiDT33C8Ien4yInyzJWpzbvhkLPmooe2EcWbsg
0MsHp5f6Pa0LaSMeuig4MCML4JMs46IBmMnLeGigK1arsezJhj/dGmb+U23t4TRGMJZ0f54/5KbS
7lJFqo7Xz83KlRHqgYCoeeEpiy+JC7KEvH+harM3jtXOqdSDbPc3Q+c8QabYTToyMePnvqVprN1G
RYOU/oxifelv9VBeP95is4VilYHoLaWDCzAR0iqN07e54qFqKe/6gvDKtQazR2U2hznEwA20LGtz
h6tEV3GOyp0T92CKoy7h/zIGbjb0f6rI0ned0ub3WSdLD7I8z1/aoYG3EGb1Hu3S9DavR+cmr8Ly
Uz5B75zyyT/mWVx9sIOi/XR9cy9vPmg2wZzWHIIaULvnl1IuI7Vs1E72tHH6UKrVt7bU9PcfUqH0
6bBtFBPBKJ7bKKeoRrF5Hr05aNsHFSH2Pec5erHUztmoW17eB0pU1HsV2qYwupapQab1URFqpeoV
SaW7jtFON002Zzt9bMeN+7BmSpSQREkRpPsSxCrnZhGPRA+eYxzMYdf4Jzr21z/OZbTOlvHeA+bi
WQXudL5xVOFCttXRvFqOqnu1bUA594b5nAMYuScioC3emWjIjGawc+aJcYvX7S8pNjxW4geAKBX/
QAAWPvZN7lg7aW1ovqZ5yng0kmFyfQeZ1ORF0vW9Mx0auKD6DG1SHo59UOzy6fa//ADUDW08AMu1
Fm+GnZFqZpS+vFrP9t0YHJgEtUvl6s7S56+K/KVSqtvc0rxYsh/loXH7aCtjWvnMKiVa7oeFJChz
9c63oOqwP/UKbq/I+i+1ohd3lHNsHYaYr9QbG77ywUV0QOFBXBftlbH7Zr8HzYrbWG9lL5O1uiBE
nxHL73X9aCXN8HWQIv/QqH1yzC0kb7TZ2VLwuny+qINpGnGEUJq+EGiyw1HyOU0yUl2Kc29MUX/g
lDfEtGb6I8+ld4LbxflSX3mwCuwiUujF8+UrkjxXtDq8KI/NG0vJ87vAt9OjHaj9xzTxsw+SP+iP
dmFVGw3xJYJfmNbEPqs6JRghtXP+XdXUtwe7Z6mpGu78wnma4omJvCjkdAPQPucpLMLPTQwlQ682
vvLlSypM2wyehF8uwoVz03DIwtGGNO9Vci6Cgp3f/1PEnm4mLiiAXdScNm7RokP6/631X4PijL85
VlrEqD+9w6BTDa5U/ZPYybHRskfGj7joGdxFYXSXVyhRDpayYXvl+kDgNPm+xGIkBOq56ZmeS2hK
VJ/MzM72ahIouyTrM061kWyYunzKdCrFoswlekpUHc5NTeC/QZzkqndEMXgjmFzKMogtfPuHL9+w
qAQGSsavemNRkIS7+djd2bn5MPvpbzlqPrSgeaWkui2r6HmYw4P6Mgz9t9hpIFdLBz8BQieDToj/
qhUKTIP58fonXrm4OqE7UZkIOnkCz9duUzYs45GSmKEBOTeLXVT9iHP6kDCEr1sSLv88CGIj3lha
nKVuDjI/H7BkhYdSgiHrSh/D9P7LdStb61ncTpqOJrM0KI0mSb+X+4fWbI++cVs6W1Lsq4boCOLh
mXiLNuP5xiEq4TSjX6te3jgfhvpH3JZHezAAE7+3tPyKKiXxQe8PPPrFtJd4HGEV0LdN43Sfmz+L
0rzRtOEgJdbGWV27B6SW5HIAzoFDLJyq41tQVPVA84y4zW8CK/tCHLGla7cSGoAeQNgWFg9EfuT0
zzdOAaeiBGmieFrjB7vB7obbJlWC2a1NtWOeoDEfTNTGb2pbaBMzEewwEYYiu+S0X2ig9xvbe7lo
cLvCk6N5x7u5jGPbUNL7sE5kr2nU2e2buTmpVZ/srx/LS2/GRC/0SMnuUFBEj+R80Uli8XryIb2s
j29n039o2+42MDciy8v3gQAWV6mheUpVYkkabadMSuRwVrxERQyAKWFVaVDFm++R8P8JFf9J29Ld
ubwFdJHpHKIMiS4p/vN8XZnuDE4PT9bT83x+UlAt3Ce5b97ZZjd70mBu0WJXvhYdco3AjsYeq1zc
OomCj13MNWFdq+b3YWEigWyGUAmuf65LM8x2FkqTQomaZuIi8Yhrq9AjedS9ItPRBNeT5jQUwfvv
G3ALwnSkYmTKDMubnUp10ocNVkI9M/bJSEWn6LJNaTk+wbnfxYqQo8FHCTbg4r7NVpb7Y6vpnj36
lUfqCKWWoPWpahrtcH3bLl08xxhrQoceFNoyKmsyZY7iNDY8qWzjk1FmvFhyLt9kqaqdJiCdX0Op
23q9L68WRsnycZNU2eGZnx9BkPd+lhet4UW1Dug47OKYAVFUmHVXb4pgSzHw8mjAHEEIDZ+PkyS5
OTdX5FNXzkNleHNWGTu7n7tj17RbXMq1RQl9YVJR6gUXREenTPq5YgKYZwW5W8yPTgIxMFb37/9e
ZO9w0rhKqrrsI2Y6wjFqm5leZEdob/Z6ylRRbbix/SK8cVqaAfB+343d4dayb+BQ6CgZAOgXG6ib
Y+90uuElZtnv7TAc78kQS3dSnHbjPK7E6sIWyBNWJ5h3i4+lTUZS675jeJVtpacim6R7CKTmjanU
nddZdXCbp2F3M0mmttMHNb7PxknZ0kBYefHo1sow7MEM6KDoFjcwGvtA7v0cOIeckxWMd60eHPT8
HzNFcEJxCwVhMpPOhatln6zNpGHlKAlONVxjmD/UHcT//iaGL2tHDvxZNrwwscC+N+G410PE/Im9
y439XjVFrk3/DpAROcq5qWCULKnrbAAlJpyUe0NrxuFjPEUpAwqlftQ2aImXVxEVZArizMxkJo+1
BOplaRpWOvqdnlQwwKxOreZPOfryRnZwuShhheiAeU1CnnMRUTazKeFdZdNTa7v+qfaOdkw12l1u
lDTdxoVcXRFxHkNJHVzoUh+wsCQjTSVkVZw2HJDo0ZqBuSWMcdLfHeqxKLr6NHMhwENeOv9SSmUb
edPzpXis86+pb2U3TFgsN5hYS8IfyY943QSnn6oEV3CBMGpiGj6FGfmeETjFd6fMHBeNPumxHur+
rhsM+T4YZ+UuH6XpECPXeExiOTs1WdY9V0p6q8dxupMTn2lkceWfbKnXf8ht0n6Ly6l8tMKBmcB1
m/y2aC1uRAArX53hM6Cp+RToBSzHiFhDTeofNb5nZYG/KwLKqWZmfDLSaeOTr/goLufrGA4gS9QV
FlF3Z410YBlp7bU8X8gty2H43eStRsknl6JfVWFWn5k6VCHKbPYhA1qSofjaJ4ayteQlrUh8LQJU
wmFOBC3xZTOnSBmBLMeh7fl2HO/LWB6ZFxs67d4OkiPgFv+mZ2jdPskI62oIwYd28j9EmVM/DuGQ
PKSJ/VWvY+0+xfFvpKkrn4PwhXgMaDsHdjmoQFa63mm7wPbszpw+mwFtySILyqeZYsvG1bgMYsjm
QMUBHoL/CzDx/Gq0nahy5WXyMDjZzsx+aS34ig6IOKNH3qsVz5YD+6XogH4XcTv/Pjc2aUHTGYWV
PRT2B9OpXWWG/v3j+it/uXei5UB1kCo6fmpZDGYpdNcSVADnnM5sNiq/dcQHdmZAzeq6pYtsABQ9
/Um0W7g30I8WrlJLnFwLgyJ98HlMH9MkEqXX0NqlvhHfcXX643V74vk+C20FEAVeMh+M7iC+7Hz3
QjHirqO7/pBnsv5posyy7/UOEkk4/Jn91gCd0s57JdScZ1Ue8w3rF9kW1gncKXTjH4Sew7n1rvJb
rW774qFPAv0hzmEQl+o4npqw/ZNIYfRYhHK9C51E+XR92RcnVBgm0NWIJngrlr07rcu0YM6c4mGs
emd2NS1A/F7y/QD5P8h64zGb2/pPXI7Te28hhnFQVJrJ9ej7LFxVhJZsnyth+dDNOTgTIsoDx4kR
tOnQbry6l25R2ALaBgAWDwzs6Hx3YyNHC0GDGm1Ug7/P69Lx2pEwTSkU5SMg5vCv3cf6nd+Occq4
r0j9qDhjfnN9p5dKl8QU/AoQW0jLUo2EhXD+KwY7CIEylOXDrNTmJ10CtiIbo0AvWAzJUhGvj4cp
P8po43zKjM4Y3Ah+/tNUtKk7O4l510qGdWx950UFwHucHdhFTMje+Ulb/rz+Wy+u+etPpeNA44VC
29J7l1FvOGVUlw+JH+uHlFluOVH2qcxt7eW6pYsoBUv4YbqZsibTc19kx7R9EsWUjOJhdpRoX5k9
slDymG34YXF9zi+3uF3M+wWQqoo24PnWR3bjV5FZaXRA/ZYx1n2uUv2tzeypbeR4YN52a4y311d2
uYdgoaFxiwBWlDUWvp9cfEq51aZX6XMwf8qrBH3mHHxR9ViOBRL47zWn0xaWOVnc50uuvNFpw9x2
qe0lQwfQyqJraz8gpoZoWySHQfNutIaAn3GjxGALXrFlravU66aSJtvyAjVhZIAv23F/zNG8CTYi
88t9BAOrYwMiJBIVS1QMR2aukzyyvRGI3w5qVBi5QMWST4MfGtHGQbk8jufGFq8AFbzQyGFEex34
HpeMCmmgMbbf7e1J3QDxURICfWMtQ3Mb6Pqc9RJQ7KpXT9pcMxGNU9S7kR7GzEhDENU0Wr1wa81M
NkBGlw6fMJSKF40YgaRY4s0bP57qwQgdb7aZwNn799EYgQ5oPs+9cmIM+/VTubKfUOpRFQBhDAlh
WasM2qkYYiJEr6vSyXInQ06lXWubibMRLlycEkjj5DioDwHCFCWj8xuu25VCDlIWnmwmN5HFe612
inRw1K2+2ZahxUttVrbm50bB3AqzRzH2bzE8WWW08VZcbBurIUOUDWRaaAu8koLf5Nk+I43DyB8L
YENtfIyL4nMud9lGhXfVyCvcisK5Q4ZyvmV1KKWSbzOBo+sjgIxG0EUf5CDPt2aCrtpB9ul/cxTh
1ZzbMZyUkpFjF94YRP7tkKFgTV95S2xrea551TnThDGAumQauQt3G7aZLVj9xr057Uol2XVd7Prx
obam0xi807VjC5ge5CBVSB3C7Ttf0WBOllEavnGfyh/tdtxVe6vdHFK3DAlfjZii4edQAAFGcm5k
gkxDpcJhKG1sSmBYw/jrrFv5V4bJM/5gcoLvLbnq3QxG7xRoc8Rc0Eb/Jndm8GSONSMsJDt3az1o
7vIyhVeZ6b+KwtEYNxHrgbkRMKz9WAMUiImeIHoByxSX/M6P7Tk372EPlIejcVIO/UP/z3Vn8uqb
3j7jbAlFbsISi+6AoBGcb0mpzVNtZylTY1VcZJ85wTGtKuUIJLs40REc9/lUI086VvY+tqPkg9k0
40lqzTygJNj5d4VqVwffKsIPVtP4D5YUFZ9buWifnX7sb7As385z6Mf7ugnkfdsqTueaUyfkZyzw
3W6ogOjd8FzL2IRFQTCygJaB+aRuunAogKuzeZxN+15PJxLDk6I2t1L3I6G+cX37tgwt4s9SnsB1
QFG47+d7oA2MKdLcLHpM+q//wQ7PqGB7iMhgcTtmNW/bSMeOZUyuNJsHJ49+lHp1GGfreN3UyqUn
PfzX1MK1TGZXyFlo2/et0330M/OrVR3b6aE1ZFdVhw1/uWVs8aEkC3UBFQGO+4RlBfsH5mTetFvj
HdY+ksODCGOYTIEy1fkRV9Mu0qDNOYizzflu0LL8tilq+8aeug+6NSkb32rpm8XhA/7BDFc+FdHV
whwTKENfKTA31M7oJmbe7Ws1yjdO3itN5ezi0nsQwHHFAuGMWNbiSCTUvGLHqkJvUKMS6W4j8JGa
Dtv+WxP0FvrP1qD+bKDT4EunNBx3Y8MQ6Z08qu20Swqn+9zZch7u6wDlO5e6uhZo7lQkuuZqwTS/
9GaWPpk5s+UOeaKrPuFToCm/5LJGZlaeunqw9zR9SGcjNai2umIXzg8KNPpUgi5K5AHN5PybZZo+
zkZsSPdA+KsvveWaNwj3SzGi6RsbeZHJEgsQ4aIvKPgfcJwW6VLZmHFu213goQDTHqsPUKlepnp/
lz2W++tXayk2Q9YHCF1gpdFcp+OwzAGVqWNqtjIGnhODyentJxD9N3rNdCI5l9xW+dFXiCJrMZ2x
7NvMfxVz3fWuP0zSFnbz4uad/xRrseqMco1SREPgtdJdxhggtatOKaJRDKi1pPx0feHrxlDCZ9oi
ELRlvxY6+GSE7RR4Ufot0qRDP/3tw88pYr39+P26qWUs+brFonEFl1kTpJ7zgyO1iQYcfQ48Ja72
qn83wnOYwg2O9oVHQRuUqgfPC/mvCCnPjThG0atyYUVendkPnf/VV5LTEKK71W1kFhfwJJaDJcHL
5v0lDlg4yN5xfD9EWdrTFenesIrhoJFntJVWfBoqbWLmYDEeUsUIjmagJB/H0G6OU4hM4BDa/Qk+
jvokD8DWC4XQuiJy+egT1j92ufZc9I71DECZcdrXP8FSWU8cc2YUEv9C2hKfQNQF34Taug93JBqi
2Auh3ui3SuCNxi393uyjc6cke+Nn89v390f/Kf/Db75uXPzZC7eIbTJo/C8fZ1lNNXM/bBQaE/Du
qLntmsKbnwoFQc/TOKA/fd3YRevwfyv9/61dKH1NERD2SsNaFf8Og+o2Kqe9Ousn3MzRcmAiTfc9
+pj5N3xpas0ba101T3MYJoAQrqcec77RFfSfepKN2FOy3tUrWIWBT/vS6F2oSvCDR54F46Nh/BPU
37pG34cxCL3rW7BytSGo//sTFlehUJLESAyT/Z5+BjE81xbZwH3fyjttC2m18iaQUgngNH0+keaf
rzZE06Ykz449f7oZqr+jjyZQ/yOD5agGX4yk26hbXF5yaN3srOgAEDkstT+GXGvTWu1CT4m83jZ3
tR3tczDhRvZyfQtXXiAsMRhK0HSA6i/TEtuPAjUmgvb6o4HQTfWQutUuNJkM0Gwc2EvvSNVMSIgC
aeFtXVZt0RiR7ULXmBg8qIJxgZDwl2zLyFJfi/uPFYswlY9EkW7Zko2VZqaDGETecBg9/87cPZv6
IdhL+3q/Ne5w7SO9NSWO5xtXE6d52/UppqrijyTtgqfcuW/rjUzsgqgiFgSgWEjfE3Npy56TGU9N
VORN5Kmn6ln7Lh9g47m1dXyqXtIRnGT+5fqJWPtMb+0tQsikmgw17rBXKM0uLfdpSOtp2ipvXrrK
81Ut7lNiTA2jH7ASzYfocATjpBzqJ+fPpjyx+IPOfTL4etJMPDLKJhBUzz+SZAWa5ZtGBBflm6Vl
H+WgOBVW+GzXybGcnV2UN7ta/+4EjAiw2/pxnqS/QtxA2hwZKV7/5S/h8KMFipAC78RiyRVhdGll
WexZj8qj+dX+be5/FXv5hrk3/H39I64dzbe2xEd+czTncSodAbfyGoQNVAhN1ktdde4wbmmXrZ0W
7jMRAgkHya7wm28MpVEVom0xxJ4pMQaXSRCdMbpBvBHzXLSfxSWAKkHBn2FGIvM4NyPgAEHezLFH
w/kp/mjegQnNnrPn/rPiMeZqXyRINN50Gx5rbReFGDB0Asr+lDzPrYZ6IYWzrsdeIHcuIt0udGeX
Gk2vb4Raq15L4P2EYCj89mWQapHHKxzTyPtuHM3Jne8HZt6lh+aWBGgjHl55uOmcvLG1eDXLOR6V
VMLWsHNQpf3RuN+IElwSkN3WdPq1y/fWlLgSb05HU8tqS3U48pqDcfhPfzjAqVc9F5pqi3XISq+G
gQ/HoYnbj4WSDa4IzPbvv0hgcv+vkcUKyA4Vcx5rwkkGyJll+1hqhZs4T0G9pWm3uldU8RG8QLT2
Ys69qlej4yRd7MVWhhCyFD/K0rDV5Vl97gFfEVSgNU8Zf3Gkx6oo6zrlvk5qP57qUOGZdGZjXwMQ
pj1h/5okTaZnaqSHNh+dgz8wqvv6ll5GbcTIQPyQiuAqk8OcHwrS+dGkf4gfjIxwLzn2fQ0N/RDK
2t+pKY39qJNbXDe55qUcvAcMYYR/QNKcm0TVrB79RFzk2DlRrJlvSH6TXRxH71XlwVER3QBzAM8H
F3vZBjdLuauGPEg8xfhbsH+EBFpS7wSR9t1LOjO0+JBB2HWlHkuxZ6jpAYz6nT8YHoIYh+tmVt5p
kWtCf0FQTVAgz3cugKXfZ1GSeNHgVIfSz4PBnWbnxYyZxUIzkqlxtq+4bW4PASz/YRMCtfLpzn7A
4tPNUlST3BSJ1yjyd1WST51sPKYT08Nlc3BHW/8Qm9q3KqhuJiH1T4sT/GRcpbssZkT4mGZMAwIk
vL++LWu/ihobmj60ueHuLn5VXoDFQ90h8cIaZdIxPqTzs1UaGxXKlfeHS8KsUNjRQI6WENUq1sIO
DJtYe/NQVT9D7VFRoxuHQs37l8MYAUpRIDNx2IsrGVGHimQnZTlafVB06MHWS1O9u6XD3XhrZemw
O80a/CZLvO5ggoEI8y9K86eAY/3l+mrEmVwEWoJuIGC1kDfg4Z2f2UHrnXio59STVCff1X1ZkJIO
h+tG1k7AWyOLxUxGW+pBIademO60g5q7/+F+MyaWsAcAEe2pRdyaBbXWNEbJc9B8V9OvsXpTx3+v
L2HteAkJTcjTIPvoTJ3vk1JlPoISFSaCD5n/PCa3nb83s9vrVta+BiBYHhtABYj3LDaq6nyjHg08
olbM5R/Ia83OMOA5b7wqa3kSwNh/7Sxe6rphnvWghIlXfk+JBqXQ9ZkT5ve+KyP/WFfyyc/Su7Ss
3HlCZi78kCv6xn1de13PfsPioxVN2pWWzG+gCJb/pmtl/rH/Ke9rxtEXh/Dp+sauvKOQl6m/g9wA
e7AMvckKo8YY4sQrJG+KsscxZeBLczMk4SEst6hZK8edAiqlAtqBPKJLZH5XR3pgxUrCpLnZbc2/
AZroqWVsXKqVEwmFB/QsPX+harc4kb1UhYNfT3xD+0VmqI8UHNGh4SNu4VlXl0MxGHYYiLULvfg4
sLuqGVWe6a521SLYzfPdlG9hHleOvmiiCvaTYDdqi+UMFRNHY8vCrdomp5Gxpk39H3aMT0/PGuyO
Drr+/A6nQxMHbWMmXlX/iuannqHt01y5Sf3p+mFb+zIQ86BNc9QI3ESc8CaSN2OfeQsogr7GwdoQ
ohMU7LT0hFTXxkVe+zQ4CoHdJOFTlo6PRg/zdbog9QzmeHX6NwelHuu9mnyEacJVCByvEDpZYtyT
vur9rG8wYkZuYB+c4FEJH6p0C12yEj7RShJILtFMAmF7vm0GrJKRObyp1yS+G0XJoa6j28SsmFrk
9UVwF3b2HUSI0/WPtZbiYQ9mC8eCF/2CPZZ19TQPCo+Tpz7BGOhc+ZQ/2qir7LvffQIkb+OjXZZH
BX7iX4OL41HKMQSrRBj8rB7SvfSFKbAHbeMlWTMi0Gmg4UiSoBWeb2ZizHKW9VPqzcrHZGTeo1qC
9zv+1stvG/snIoRFBGHwKlI/BOdPvXdxq+LYLoAuailkFTc72PlzcmSYlfV1/sNkiGmrZ7F2t95a
W7wauVxWEnVTDmMfgCp/0QMkUOVmt10cFX/StXUJh/XmFs9FoDCRWGcHu/vZSm/GHzyN+XBoGV6Z
7PrkPoqPDTNhq7stfVzh6q5ZFrf+jeXS1LRsdFRYTQ9l6I2H5nfTufbL9e+2ZWRx2/pgnqPA4rON
zelH/DP5Zy52/vN1G2vuCSI0qTPBP5CVpQ25DjtnSjOvaePfBeSbZobNZDb7/zczYqlv9ktq5DGc
pCzzysa4yfPwdk6nH5Yeb4VNa8shBHwFq5NlLB0hUDdfy+ck8wZY0G4HveaYDIFoNBhb1bS115D3
A5CT0FUkND9fEqgRAFBKnqFcHJs7xYeoy6h49/q+rdwlIPdkZOBIKQwtI4gxqB1nmPER1JZ3oYGQ
QKPuaI2CiduwtNJQJ1FCYBzImCDQLhmtll3ZaWePqRd3d10Tuoh/q+m3qjh1JciLX3J/N0UvWfCT
1nOlGLup3QovVtcqRHwo5ggdnUVkHft1oY0Dx72QbyyStjI6Dn60C7aCpZWeKiulp0L4B3DtQm0/
bNB25D+Zh/YiA3Xn/Ut2N7p/XI26dX4wdgntleufcX1z35hcHJY5CaZEH6KMrkd/lO+Gg3xgynDr
flTuqtvxlO+MDYsrF4E1wh5n6iSp47LBpyiF4fRohSPmnp0K9MDoTknhx+vLWnFQ6LMwI+t/32up
PNSZJbyP1k895j5A3T3NqbKrtafW/yo1GyXzlceSsBblDgZr0/1Y4oLbCnyOkXDbcsRv3D4LYiQB
4+yUTfp4W3bkkxkczIcIBuZ/2Ekx9ExwDkRBYfFMU6xR1Yy/PEv3+v5P58X9+wEk0M3Aq9Pj51wi
nHbuSrTeL8owCEOva19KYPiyARWyu8ugrjqb8rYrJ4OKLMAR8G+CXrZ4ntEwa0xpniJvDstdXt01
ARLY00Yyt3KXiQ5flfcBu1IoOV8RIp+Zmhg6/TD9iVnHe9n4azr0NN6PHhE8r3/tiMW+eVciKyQw
1GmHWcaz6Vv7Tvr5f0i7rt3IkSX7RQTozWvSllOpqij7QqjVLXrv+fV7qIudqcriiui70Ez3AAMo
mC4yMuLEOVF+Bqh7xTsu7HT4eNQZZteIPUgFhCCuHyrQ1oZQBIlMFQ8GI5Q4lOY5BJ9p/D51BWf+
1dlCIuNWSYW6mCHSKOVxxEFFpyY2a/T7VTc4+9OrGObOAnUni7lUFXUMC246GGcS66IlmGDtOa8V
1ahXw50h6gTJWcZVUwBDO/9s/QJts9kb+s+zRbmHOxPU+kCLYygjhhVdeXvwd57Rmf1mTe+D2tO0
DRohEgFdiXcjL7rhubWTZ83gnZ8HsWgAqgGIxVAyQTHhdjMrkc97s3dwBcIZvl3Z/79fT92vU5MW
uZji19df0WNuTyPpVizQ19x/puhqBNQ1h9Q533h4WLnGLAWGXXXGvbrV7Ivzl8TZd5YoL6aMOThi
Ec24oPGEr9Rz9+fJokuY/zGA4qUIchSQbdDCbEmcBl0LV+DuXg85Ccmf2uDJfyFihyLev0aoJWnQ
BdUlPYwERmFqK51Jq0OgVoPFjVmOLX57jroor1tWepC2erA2CPp5fjdV1Fr4KDvFdeZhLVLyfHrO
NpLFOVxvrDGFLPqRq9miLpV+Eno4LYxn1k9LyVF2C9tYWXbK0d+NhbpQsB7g1UJ2yH1+hjQ4YVFT
PlqpjsZofn86ndbw1HTX5Z09ys1rcth4A9BYbuhsDspZf7r0ZLd7fTD2T18/D23RRV7NHuXuka2u
+jDWIG93Sixxs5/MiKwNZ232KE8vBnEeqQ1GE21qEu63XythxeqWpvz8WE0t04D33D3s/Ids47rn
Bqk7smJmeaPNADmwFM/R7a0jnmI1qxo8ytzuNfNI/geVt6f8suLtl4zgqYPqLSqREFilTk2Xtwry
MoHkjrpqjyYHdUZf54Fb+HnZly6VazP0oSla0FW3jOiqduhAL9T2/y4y/97B1waoE+PVvsI0Ewz0
2/GrfOJfP6Ptatl0doR0rHJthDomXt4348DCCJuQ6LEmwinfyEdu6xu1k68szNqMUQclAiWaIg+w
xdvc3nPyzZqk4LIBpMjAH4UnKF1CAsi3bb0hlNxJI1NIxE00ISb6edm/SfnoGQNcEHQBMx00IOi3
e7iRuyiuQEsLFcZXwahesh0UYfVChy4zvNhu15Ln/8YihzY3ZF9AVUNrjk+sPzY5iIDdkOQH4m/z
wR623YPugBP/JBm/GavVh+PaatFdV9/7D2yw/5iltsaYe5HHRKrgPr8aaKyJLhlSBxJhja9TaH19
fQF4hJ/aUc2WSAbIx1YOGL+0nNcfQM00MEFBp+T4AMz0ZOEKfH5ujPigmOTx8XzmHi5fqGCZX87v
n+f7uxZyt8KgLwN9hwjgCf3GyjqvT9kimq9DWAbZbfokR8Qp7JFsH3STw3J7bvQgvfWkJaujpnLK
/5n2K+vUsZc6PowaHtafn2F9Z6Gn0dvIG99+2z4F5FKCNMjI7LVutMVYA6R//wyaWu2uhbaEXMOs
d+oc9Xe2dU6nRF8zs+Sbr61QSzqEBUQKK1hhZeMIQTIyEEhZcmv8K3SR924SqftSqZuWScDt4NZb
o9dzcujP7UFKDIA3T79XQhtaH+POGHWrxWATAucSjImHWawXhUjB8R618y/r/f29N6MXz0C4jh8H
kEfS7VIZMDTijCCKDQvjC+AtoHP/MMaXb1y+tk8fT5A7X7l4v0HTd3sauEHocgFYCtQz5bW8XpZi
tf9PiPf6mmwUMv+oNnQe8GHzUribjfg4og3hiQVNrkk+P2NdNohKKqcwG5JAUhdPdGz/rfP7axbV
9a1M/yrsr6/fqz5v2fmABQK9vUDN4Ca//V6B95N8TAcsoMmfiv3wqlhubgdW8FJtrNquib/xPjNb
0Lfh0SOikQMXLG1+dgQ0mvQ/C3v1EdQuioY0j6cEHyEck73wmT8kl/QQP2mHEtZ8K9iVj8yKzTlq
uFunuZEWQG74exowVPZKJRTlBFnpogOFP6rGOgKpYsW1LoZ7ANkjyQ7hSwBJKSdT9Gqusl0putpr
rWebaQO5trmfrOjNlZ23GIhfm6IcC98zgpyCC9N9Hc1pI71km0DnSlt7/1IioiIw86DSrFq+Ia+A
ZefVoafy2jC1hTqQIdTCVIhutQ9NnD5dJtF2zaHRUI55jwA8BOQV2IOQ5f/2RFeJsqqOQm5Slckt
6pJI40vUXMbILsGa8jIkoc5yFRGz+O+zMkBSC6B7AscWULrUxszAMRJ1Tce6O/R61Lb36SE0OP4l
SuV7aNdWKL+WiE3R8Xi3uZH05X8wrd6ptjJZyfB7/N14ta4Eq0r388v5ds1w2pHXBE0GTj2aRm+P
Pdi5E0XAc9QtJmgbJ4KlTc81uDFAyiH6mV501aUbjFrUPekp4K2V835/9d5apwZcNGULOiSud9nO
mLLIKBvB8qDYVIibohF1WXGqmN8BNrFid96Jd6MGQ82cDQH9g0g/JZKxVcFJO7jNaCXdllFqMuUT
yDoLU4wfgvGr0qzIjxwWNJdSbSBlf87EzG5Qtex+N2sEgguhAKYB2N+Zbg/EK3QDjuj7vBJr1eAq
n7V4mqpTOTk58959yZ0eTxfcoa0zrFQ8FtzErVFqDkLQVAG8Ug4uwzamytVmheL2sC8VjVSRM46v
TPPMCBs173/lxhgde04hDROSKfsYxUOz1t2y4CFvv4fykGzZ9SF2/+BOpTFmOyXGxZibcqYz0snn
HkfCR7mhDitb4Tu2vNsKoFqDa0b1847Jb0r6vOS6fnDZLe/rinhWwGTg85JdF++R+iYoVimnD6Cr
KpgLoMlkyA9FvYmnjdAdBIBZy8eB60kTuMBGyxAvCMsV1zOP+6cPpNapC9BoWLPt4Ea98FpoTGCH
bbBjMn5aOY10Wyncz7wC/04FtQJKPAYMusEH16+eY2h3QVIWWVBd+4wLi5FdJQWEyRAEAhKpIt1W
ELn1Dkx9jrhTlVw43mL9t5VzuuSd0LE74+hYwJxpshkpnApV8LnB1ZJQHSCYVcS6L8bihzaqkwW1
3T/gfRKOlVR6JssNOwa6aFAPEz/6RE1XkpD3gQJq14AXIJsNzBjipFtPGWnMkEX1NLgAMWK1pUzc
qL68VqO7v0NvrVAeMYuDJBQSjFh6jXobrEE9B0bRM4bM9K8rs7u0s65GRJcB5KgSUqaGrZjZM+mb
moJ/711+57N9iAJy05EgdqKHfLjw48PE4Mm5Yn/OC9E7e04YISwCvcpdnT4I1VIAveHgggoBJIpG
2pkEdIrSJjqgwV21nn+2t/DM/EYf/GOPOkmZnCkhjsDginbSXKTJ6ODmLMTTGcrWmd074y/864TW
iD+ZTWIbsvnzJ3wrbv40ZOqIdTMHXC1BwUpl3xL12LAlQfrfzCOnRnd2tFPQY9Rz4bGNG6PK3+Tm
YwQ+dco2yI/oar6Lgz95acrQ1Rx2TdGgVH2eMjuupQeVgbSn2usF81g35aaRuW0v9vq40nm1EKLP
k4hXOkqHc3mHGoHXyHLbBsrgQkiF1T17/qk2uLbxd6APlTXwdrBd2SpL9zU4Yb6R46DroHthi1FD
OzHPDO4ARKdoFHmJh5E/iiHpQVpueMo4gd4Q8fTPy7W8Y67szv7pKtYcSr+RxVge3JrPAXY1wqy3
pAK0096jkugxVMt75oUrbL87tNqm98F1p5GQJ3IvGYH8msYAuEu9HsJPZrt85esWb0xFAWgBBLCQ
tKYp/RIVnm7qsBSVGBE5/J0UD3hxJ1Bqjzag41J6hlRbL1m7kGiC4O97AtBZFQUfABnQ+Hc7Kwkj
ot/ax2pIQWdFMoiOQKoje3heq5nhaSPx/QQKjybj7aqCsNyhKNyoNjjQnUxtSNJJ2Cl4ysqPY473
z3/x1AJEECAEoCuRMARS//bzOrnPZK9QW7caHlKodBXhGXt1EEM97jJIYrp+Qfpxv/Z4XdijeDlD
wBzQs/kVTc+KUmYQBGQ6d2Kfaw5VSdmu89IastQU+pWYYL4FKDcCWwgVQcmDhlUaE6NpKbp6RLVz
xeFYiAHp+ueYsWQeLek7tIWJ55/PwcKba2bSxrEHcgv5fZrJtxOZTJo4oXPHuM0vAxS6zQJ2wWYg
6iw64kwhgWZTiMW88H6vbJMMUq0/f8PCxQg+amDd8OzDE5AO2QsxSfgq1Dr3rAY8aVuRsOgXZn4n
U6Unaw3k3y2/9ATPDLGz/gcL1lTqqkgmrWWyVO7dWB6zh0mUmHOiNAyEOmNfBltQk2+HFjteKKrR
8BsQi2eAuGSj1prhOPF7ZlKhJyoLoz564JOLi7yw5iqJ3uLJs2tD9QkSqYKh8KOsTwrI7TuvyPRS
gzODnnNjClC5rbi6sBmkCS2mh8StODYiaUFUb4nsKJWkbgX4G0kopxUXv7SR4fPAegMmOWDXqY08
BGzph2ncu12SvUBq4CQyv5T+1JUPtfD086IuvXzAcI8OKkmSEanRGytRmx40RHnvip6poXyQexuN
g7RcUJCi/+rArwng48tY93qqMADQJ2TlA+ZkyN1Co/kFse/cx/z9gVcevuhaf1KYsndL0fIG1W7L
wOJxKxe5AZ7PXTVtsnCbomdFFj/Z9pK34PIuZTAjvWaRv/IkW9riKHCIkGWFgAnQg7eOS8omqROl
oncZ771sP0ftGBekkomSP+RrTFFLHgRsgHgAg6kVYC0qPQlevbQPsrZ3+Sb6BcQxQaUIMVh4lD87
ptAhdt3yK+W15cW+skk5Zr8a+CLnu94VPOZTUO3Is/MCVygKLEltA8lljC2Io7iBeNlk8M0qMHSe
wLvFRsuWhn0NcAoNEZ6KBsStXNO7qbgTo03Z7qXkELdHCFM3ZjjoORrSqmLHRXChk5EdprWq8uIK
X30AdbSqNi3Fcd5tQsCYUpKSQcos71EET34LFj0lE1di/LURzx90tb1xhctRJGOZo5F7GLh6U6ba
XmrXMn9LoQi20r8zSz1bmB5qgVqEmR2Z2uHi0mAhol3Im5AZCBQbdW6cpQ0DKwLcQbJXzvC8b35Y
1u937dUgvYFX+lHEIJvEOsiyDgBKoKuv5vR0qZ2VoGt5BVH7w1U/q5NQe5jxKgga1LClpG8l6zTx
JQOUeTwLHmBUK+Oaz+DduGaOTWG2doeiCgN/4EO26t0++9OHBxmk7J6gF5mBTs2kJrlnfeXN14rR
xclE0yGo2WcdiLvoKW8ytulwSFvcXSqYpSwJz6UCsuI6o5FOctS22bSNE/z52fA3K/f9aP81PL8W
r1YR0mxqkks9DueE+tQZrKxPExuTpoAPhB8MZqnuPCJsCN1GH4owm74/FI3qaAju+ibSocC7QUko
KB9L9sJ7LcFDBKDGwUP2jO9ILDrqXxIwzoHwLL3wz1xRUUJd9s3Q5pgr0GglGxUcFH7vNMxae+7S
1Gjz4weqXXMWmkYnB0OftxN0WdxIO0hWYGatLtQFSZ89yZZ9KLkbCSgwQLKd/KqftMplMvT4TMB7
aN4jzxzwgpfzAzj7ttWD3D4Ok90LzoD3/c8ruHA00LbHot8NcgJ4jcxX7dUCouk+4Apmng07nbaD
d5KETQkQ8ygeS2mtDLBsDBocYNbGbUm3HHnhNMRMKuEcZuD6dnyhJxxL5PiTBd1E1kUr0edCmICx
/WuO8m/ojuCgWiD2LpKje8+2lPG/mrx/DHxH4FeTFw2SVEwlizx8UuslK5tj9uFvfVua0M7Zr2kw
zBuTOmvXw/l251fWSqboxXrEcHYS6Vam6ruT46dfTrlIsRCaOOvwy/no4rEoJyo18i3iJvNLoxIb
o26OTEOUZqPipHgDC04yMSVKday8asuHzSEe12r8Sw8YDBgtpQBYo+2O7jwH1TjvI9uNvcnmj5ri
FUjyJ5lIuoZXdLUf47eOk/4guFe2UlRXGZHa7C97DGZvMZMLwWegkwHdBtT56MSi1QIBW7YoTwF/
ZnXwqkPQw9dFfvPzSVyKtG5MUXFGVA65VgkyTkepHMvMaV7LrjXGsN6zzDb8rCQjOnigHPKylTtr
cWPh5fCdHZgrK7c+QIg9r6o4BobbXCWMhiqnNkTN2hZbCGvmZ+8/Zub/f7V/6yErolH1UDcaHTUc
ra7e5fpQVKR981u7ao/tTp0IWLhQ6DGq7INbmeDvPs27PX71AdRaNgUXVYkUIBm8GazOhdJMSGKz
tWu9eTxKlmC9M2QyDhGLjPlDlziNPtiNjldE7qyVe+e1vPsUUQSxAgrY6Deaa2xXc+F7Y9qOSoyE
XPIwNHpSAzEE3tzKSKrXKLIR/5FaPJevDZQJhEn3pgetPTd66739vOmWKinA7/z7IdSToozzfEpD
FNWkY5cDQEQS7lynTqNAh8NOAcdPsCJnJdI7vFv5fj/FZ66ymkmv49ZoSgtkN/ExQDN2tlZbWtwu
SFvigTcnmukyQo0QWFPDcHCFLn8NtfL32OyC9OPn8S+uA1oPZ/UEkKPTjwtVaEaJi7AO2cAxyOqC
J9xjQ0OuMjP3GpC7DiunYPGsQdwJ3Y6zLh991rIh7vq0jQYXvDbRVqin+GMMomylKL04d1dWqKM2
aIKXKBzKckLcinuvF/1dIQSBlUuNdvl5Br9Vs+62MkorCHY0AckXypbaslkVNphCxFOd1Vjjlrd5
G/wQT4wV2MUrdos1fBrRht3W5jgec9vfv8Sb0dLeW8vfFGZrcXZvZV/Bh6TodbvBn515Ca1EXwsI
ll48Gh7q/3wr5QFARSyIcgEPEPEByUcycMgKeAfIW8U8T9TS8fxzc/hvMnE3ZinP7oF6JpQbbGWm
OITse+5dOtRos6OUoJXsseDgZX5elMX1vxon9YLMY5WLAzVBbboLRyAhh8rM267ayGoorcRA30fk
fv2RwpqFSHFOqcFVIDRP/RB18Nzst43F29kjZzCf8mVeXShA7GUrs2vn5wEunluQdfyvUWqAHTPI
KEFm8J9M7+0gfhfqRZWL+6oOJBLkgk+gSq2sDXUOgn4aKhVQpiCOVLMAQ+X73BwcqZkIMxwrB9KB
VQbgnMl7yOqaTLrmNZbX85/h0q05XItI0xPgpVmpOfJ4N6DApDL9ijP8P47Hv2boyyABQK9tChS6
NKT5H2NN1Tt2G3qEV377b10WEIW7MGux51JpAml/oCjwckWXo0adytTjY64FY6Qbso6farqCnGkT
Qhw6NOCMN9Iw6Y1ntSyChMw3FFkxRO6xzt60+qNUNsyHz3zxww70grosrj1ZlkpnNx9HbW+uYros
FnCUUs/0I7tuT03kqqIx9pvUVFpdja3ckOJd1KqkAZuX9veJ3Rv71E5nQg1S7gyWvsh8PTTTfB8r
ZlNUulKspRfneb7b3oh4AahDjgnZi9ughBGyrhMr3Bqe+MqPjty+yQyIpeyfj+7/sdz/mqHCTU/2
s4kV54cxY4lgJEEpRFQvTXqsJdYsI0NCyMOTcFCNBHtNwoZQRZ/kiD9SxWHz48AUJAl3XNzpfMit
nPG1OaBus5ARS5XvmsEFHaIuxoGeeZbE5Kd2letz2XFeTTe17QcvVzpuxogwcW5F4T7WHsoyeiu0
Ry1yMr/YTeybMJ1Tdhs1jte2Bihet4y6LzXmvxi0ODPmC7Pq6p1wdagGzSDlI9yLUg4fYtjNdsTB
GAqZ23dpKq3N8rxp6Z12bZDaaXWjiVFQAkTgP9Tyo8A2BJzPbWiF+Tbl18oFS3fFf+BywAJyqMTc
bmt1bAR+yD2c4A8//1UHGxbM+G2p2P2vn3f2kiHU2GcwoIbud1qm0GOkXp1J+9yhLA1AKoG8ap/Q
9uRMeXhUxTVvvYDDA28LkppQmpyl1CjPMMZ4n3sdSqNTrthx+9QPKfQIO11tt4K20wpuK4RfWlab
P49y6S66NktNp881QiwFyuiGIMOpt2H5Gq/RmyxtjysTdI18kgb0VzKQH+3q1747VtUAaUkrTESi
xm4Vr92uS+uGrCkHFMLcsSJRZ54JvVJgcmZ0mwBpnBjPPuXEt47at06ASuHP03dvDBwTYDmE/0Ox
G6KSt7vRV6shCgIIvooArFRWx38I7zlPlHjl3rh3ZLd26COmxlES+rDDaNtGeZ+U1wLExeefB3P/
mrk1QrnypkugNRoBGQOkA5BlosdumXxkrZ+tLDzcYQY6gXP1B9lUOr0NXc+R7SIBj9QBbSXqL0Q/
Aw/6ZXNiDL+Gik63yV/58DczPqfSThl/j8ggFAFjSEANlGLkBM1nEP4RAW0Yt5laOLy44XPDx03T
tz1EVVam5X7/3n4vNfd5H4aS0gN1luaP43RqnNroZJLzhuz/NXr71hK1ACmAKnVfwlKlbAJ1E0ul
GfsvaPrS2YgFWmMFTreArYE9XBBIh4G4BIQEt7sXg2KCeNAwsjg5CF3g1IVZdZdBGEjZt5cMxFiq
1dcs6eOJAFQSiazu+0i0eHbDbtpO57KPKAP1Zo+S0oZf42O4900yUNGof4DuTkV5mPq8vgMj8FDz
I+ognGeqVTmSuACVdhdHf1b25ML5mhHYCpBwoEG/o3ATck6tAfPhXbHCFT3o3GD5uamMF006Q9Wp
KI+dHJCYuVS+pGch8Jengjk1gBmFX5G0i4LoM1V/K/xplqdvX6G3yrS+lTcrG2TlM2lJHJ8r4MI8
kXc7MeYtsC+bjVKGWyRc48dgbMIV7/ZN33F7s+P+A8BlZu2di23UEwJsg0kag8XC3eUE6bQSbdL6
r1+/RP3X4/7l5eXt7e3h4WP7hBQbQXdMov/+62WBfeRxwFM6U0pJ83xcJdaKQJZ7MBJLbrAHzoLI
9mBJFsi/Dr4d2s1OsD1LOKf25MgbzsyPssnaaLBIttFT6/z8KQvp61lwb26ynJXNwed++ymh5qty
Ank/VwIwgVgNtNV88Lgxb7WzBlFctCXjPgHZDq+CQX6+da6GzQWRElatIgMQHbxp1uSgCfEhM2XQ
4a+Mar7e6QWemaXApIrum7u03MgKkTC2moyu/uOogwRff0WL2h+RlMbj/m0boOPp+WeTC51jqNkK
mEAcaMRvNP+e0ip9Adp92TV2h+rRPVrv1sFI9FHXQvLL2hxD5HFdi8CtnOtHx3F0Z2uaNokweOO0
W7lXFx6Et19DxT/BhLI5mxeyq5DQzDujfgKQL3QjR9fL/bBNkE3arkGb1ozSdBDY0dBcHjAFeHA+
6+/jrzIxhRdhPz1AvK97biCafvEvK/M+X1N3S/3vvNMATjaM8AQPSsy7cTDeD0freMwM6xjoDHkv
ya950sFNoAok31QPBub9EhH9g0ePjXOSHlvirGyEBaz7PPXgQMIrRZtpIG93eZUlsj8Otex6h/Z8
sKp9Elr7F97STHsCpwv3B72Y8de4VdbgiYub/sow5VUgeIX0MA/DE2fwen7QLlVnlzHe/1YjvP48
7Qt1IIwSXGgQFeNAf04/IwatLfOQbXDCUjLtO+2pn4gnPw7+wXtRQj06B9DYW5na+6gU0GComc1N
7vjnu5h95T/Auc304eCrboEVlcynwl5rlF7awjcm5qDpykQWQjS89zzFZW1xC8CtGVmhyegdeXlB
Nc0RnVUoxn00cDso6qQCiNAKic8o7mB06G/1Heah2sVP3Jk3cgsb1MkO3op7/K5KUGcGnMUAXqLN
DSEI3Zkoc+WIpswaowR1R7cLdM0s9V+BAWp+He0oJLVyKyPn0i63pV0fgIaw5jlIbZ+w1jkxQicy
BvIo2RWJzOgEQnj0Ts9f3+K/Cjs0EsLoL4Av6v1O2iQHZtPovuXpwaaEJMSFsdSVES3ujKsBUVtf
Tqs0ZJRKcY3C8k9P+XGNSue7QEBNGRDpKvguwIU7iy/fbgwFZfom7RTFbQxRF3beI3MurMjCjJmT
E78HxuT429rmXmqrIuouR0dpQBq7sWMsonfmMQ/gsXe8h379Xl1wgTP9DuDayIehYEPdq5HahZmK
NhZwIo1ma75XG8Wa9rxJfBdti97Lz0d/ITUGbMSVOeqMwFyaoKVOdVuz29eA5luKiTwQ0cyP3Ait
yA5MxNREWYnauPmZcLcEV3apk+J7dSBWAoYp2+q22eQPIRqxO1KZL+Wms7sHz/x5oAv+9BttraFd
DYJCdGg0VdCcj5JBdT07MgSn2WFhLdYpV0KwNTNUMCpAHw9ZU5hBGOgMG/+k2ZFT6Mrbz6NZAE+g
Wxzg8f8dDvXsSKBmrpR9r7qv2QYNOFZ8AiL27B/k/WS3EINRcEUiqfnGrRmefzG9biBZlIHiAyUB
com3R0dGKJ8n0qi6zb7cyh/yNjEqUzQUe7zEn9JfI11nqDx01AQRmF+FJshkI6/kenS2uUJphiKB
h0IRzUd7wJoUzVI0e2OJmk+/EQLoPkaaqwVmr0sBcK37WjDi9iKbPafzKyHd7MLoWYTCJIRcBLCl
i+q8ja5uphqtK82UZpqb7aOLfOGNNXW/+dj+YICu9kMzkxu92YB8YBwgw8/+nrXElc2+PGt4aKCb
WwKBKZ2+ByhFUzq51ECwwH6UW/539RWdM5M/8ytvykVLiBJmcI6KRx6tAtamntgqTa+5VU7Kc/Sp
QCnQQjETRObTh7Ky7Rad07W12XldLU8Ty10oea2G9NwMF0OTTH7yT9yh2ikPbKxX71BZ5VOy9sJf
uPjmUOifQVLBZgSFcI/nYFY7NsfoIv7m/rRrRN9LDuraBnW5anmhcGHcaQhog470H+gIO1ZfudUc
VjzU0haX5t4fvEbReETDDrjQg+BYmnmuEdckeeyfNvzjaOiSXu85E+QQydPPBhcSRWCEAHiKQy4G
TO00YWrCdhmjNjDIbhVSgpJicqRdi/szQFUYhDSEt1JgAAQd2rx6u+t/rbG1LTAQ3X4BNbeQ2fah
24YvqAw0dJ2IYgaW8Ku25c3LA2+khvaWPIGC4K99CXAQc/EMmBLIMonUo39Uq5SbFMlzFXayPH5T
Vtx2+mKa3vp5gu8XFHg0UBuoWNFvlY7bQ1HJZV23Rc24rFZsEYd+lpOvOGmGdsyCH9iVAOEukgZl
A3itRSS7OA67iAqDRiGGok0R827CwAnHfZUZOYRITF5ohZV4U7w7E0jDg44W5SgIxc0I2tuR8QHg
MeMkSC4zPXDlli12arQpNKKgE81jXjzvdwjRnujAAmbiX6bhUcqJxD8hStMVwR5+s/5H6yjepUj0
6YlDBRt//6k+8tzR1Etf6Sx6nvzdOEBcz7M832hro0HzAriLqtoEur99iRPSdKZcIjBPUQN7GuKd
4K8gdO6uBIwSVyjiylnD8+7OEaFElGbzizILVM8s6xGavgrSiFHRMmYSRqUT8IVvlu3oreycJcuq
OItcQG4JnbzUuRClQZA8ppJdkIxxNj9ASsEX+GJTD5jkUNJSW6nj7CRp41qhf2lp5w4lJGYRKqHY
QkX6PVOVPsRCZMBvgJPgCONBTibeStmTwJHikAZWm2+hCSBHh8nfRuox02K95A5sD4YQJ2D0Cbzg
v7RxN01WXRFffuRaoDGLd953YtUUwEpeW0z+nHyF5SFtPPRw2m3y5qd6J5E21tUd/5ptJfHEohE9
jIjXW5W6F/BfPx/O+zj+eweDyVxC6g/NhdRAZRH0vM2EdBxUmx/xfqqAPU4EKAEUvlPUzWhUXcIb
cSV0m1KqT00is0Y8lhdfTluD5zxVlzTP6NPsK51HCGmkXG+EVAkJL6QCKSFaT7pMGTY/f/c9AGTG
2mlApiGenRlvqHhSCPhennw1eRJqNdmA0SV94Bl5EySQ8ggBYO8GiEMK3mBpBc4aQuLCktLob3Xc
Z5lsKHyAPlxFSxVcHHX1djmA8lE1eW4RQbWk4fJThCMrVj3J0VhQYiVjuXkMlOeQW/E+98kXmFbx
cgerPvRfWDoWFD1ZKNmK9Z/S3PZ6XXB6zupYu2+M8KlvtoBjSt4fcbXLat4QNxHibBZjhkIU3sGQ
drp1enKcCyxITP2nqNVUk2VQLuo91jPHvAvsOuSgP93VtTMFnrjlA6az0FdC2mgqDFUI0IXXl81a
OHn3thDBlAvmHMgYQwoHUf/tJ4ldA4mBqPafqlhEpi2qdZmNJX3WhbcqIR+tFpBCI25K1dZ8doL8
X51ZTRhFG3Xk1xAK90kCfA10FVBWh0YTXAe1JfyIDYsW8J8n7qIGehofxi+2JvGko6E0wjtLNPre
zEJT8I6caNa+BWhOLpaETY9J/snvefR/F04KaTkwOKI69nvsbCna5pKpcDtJMDTtWXnyRV1h1ubx
7m09fzmk/iCygvwG8hy385hK0CHJ0x476tmTSeDjvSvs01OrPJSiRurmNe//jLtoslN5WvFD3xla
alvN3PhzhQp/Qp/n1vYo9DxkPAr/iVcf4Dw8wz+PDKBxJCi2LVilOicWHxvJYj2DN6qP5MSe+2fR
HAdDinacrpgiT4RHyU1VowerNWNqkJpYczr3Fz4m6Ooj6QupLSUlKHP/aYBfOTK1PQimoGz9g4S6
YXPkTHGXvkyvgu8oJwZevzI4nZVWlum7MERNFZgRcApnEOuM37idKgGdoX0rqf5T3cdmfhrL56w0
B9/2cl32/jTMvivssn3LJtDWivtg/KxYQ+ZsBbigQSJcZiPHANpv6MfjOcIWZtIZImNPI1oTHpLE
jLxHaMKIlcnETqsRLjGlk/AbFVLvop2baFOBSqJBcpf5I8on8NiSlju026l5A7PP8D+kfVdz68bS
7S9CFXJ4HQQmgKQkUukFpbCFnDN+/bcgn2uTQ1yifE7ZLu/tXVajZ3p6ejqsBUbjYBM8RQOYh9It
oGEX7OQX4f+e8pTfF5mkFRNwkp1lp5ItDDuSqn8MPEcDlNE2CF+KgqTrJHrBSBMubQznv6XHMFtH
kjH6tldbsvTC98bwLXsbj3kU0RmebZXBaOCxteogu8D6Kx/hbUjanzGGDvi8QtSD7qjIFqgblHdX
3CjtOY42RXpAl6EPdzfYsmKJo5Pmuxh9pQFpmY2n6jkKx9lzWhq5Yhb9rlwFykP+iiGV+zfhzA2O
QpOMvniEaMitSHTEq1S1xzKyd64jSy509MYX3gakD62BZq2Y8MFKrfXByWqMq5kYfwM+HOa5trKq
y4MjLvHXzF1LV59D3Q9xCt6urnK98+AkIsZ+rSoyOhTRfZZk/nM96KJoimxkqPwSnMbM6bySTLmv
Jub7MREZ78ykJEmAdVkCcK9SiCRbIK0r04Rg4nxh9W+f/IiNEf3D2QM3Dp0G1GHEeLcglqXnn2t2
z+DmCcfe8T2VVDn6KVLSC7kZVQCXkrQth6C5VXEc/WGjqUtkUrdNevgS4XcICCx9gDCgTkYS5nwh
NoJ/zlSpIzyqGHup4ftV0Sqc3g1ValdKrJ4yrjt6NVvvUs3rjSwZeiL7HP+ayY2mD2wcGXzBZd85
4y61es9+IbAqgQAFLCx071GmgXkkJUgqPzg3rrAug9DQlFJHK3ulrPLK8pvWrJhNGrYgTXwMmee4
tLXSihS0K3/ePzO3FR4Uuyds1GmaAu1bMuXI5VwUBhlgkGd5FaGliXtRrMGBs4pEgE5teGmNjOFb
dABU0Pm+5NsGoUmyBuG4YdHCKFGxSoteDL7S/PgsF/tUs0oPmDzrLDoq7lmQv0LFAYuFi3ELdl/L
ZqVWRuqyrzl/6oEY4KcTa0yGRtPXjkVndezqah5sIQq0l7UuSN++CqwYf+EBeJNeoj55Chsuslqc
GIsM4q7ozMuJcO7hhqywqyp08cRgyynDVBf7zF+4a6cdoPw8SmKIRAAViiQunZ1gUvT4BmwZn0u0
RNjVErjNZGr3fjx1WAK+K9Gnjh/PDXtleO6+FWGb71tVX0rs/9aEriUhC4F5HTQjIfeNHNP16ill
4maCH8XnIR63XuiIw5YrFcdt7OIMXFCzy97yYd3qiC0MRnRP9+3tNgGK9A46XCbYvym3r1JxVcIz
YuP6rn8uuQkGK+xINGDi02pjJy1DkpQrdml25dZerkVShysegBXFtZp/nnhzIr4hscBhAOsNRC1/
GCSZ7ms4KUCtL5K7CmpeAAtSJTrDC0jXHtVpJTgLfhcbfjNWhM1YnemUJZDO26I+1hK+FZ19QAlH
qpBay6yovJ5TwvCcpbtBfvDaEbA/mDXj/yCjI320rRmnZmFxIelsWT1otTU6wOchTUVSfhctVXBv
84b4HgGkZ5O75yaOTsq06jwMeSYOzzXjdBO8BK8nzKP04FrMSPJ0kxxUlCQHUh2FsyYfS8AC50jz
gUExXXqMzu25ICJ9gHZRbAb9HM/ZPikzYGWdS/E7z09t+VAxRyEB+5lvegGRXQz1h2epNwTUisWt
C2ZKhJd8w4OE1bxvELOfAoeB/kvUfnDZXK9KlBV9x7Ed2qQEAeGQ1qSrUghr9OUCgjNUithAkLD0
fpkTCnAmYPpMbfKCRgmVosrnEj+IzrGvqmuxrdhN17xxdbtDF9KIJ16oLUTCMxmQX/wE7Dz4jyas
iGs9h8INKnfAqo7ilzhsBoUjY4L3hliR5KlHMF4FJteY6lJb8NyBA5TrBAgG7HrkWq/l8l2Th3iE
h2dFbkeHA8JJlGDWpS7HBd813Sv0yVYAQMUhwQJQPXrYRmg6dlBUP0KCA0xfQgDntXDJzDln/lLE
tK0XV5sL34wp/zA6+xVHOJA3NyPi9m8BrQvPbPo2CAT0aVVkh4AbXihNzVnMpWgqGJI9QUM4VERn
NZcUQLP0jB7GHFqScgXPXcDkA3YqSVb//mwoeOFjdklGxyMdgY2+z42sVkXneggxMHtyhcLwBU8P
+xzncYmT8RYDFg5KwYgOCr/oE7oB/XazNvLHDDpiXJWzsk7lSZ32xXbkxkcmKBngbCmR4SFWXXNN
js6wEKO6ot8ERs2UgEJQx9SM0GNvNZX8rYSDAGgrJtglI7840j5d+DfGhnITEt0TSC6NyFUDGCNP
Rg7bkewaCWlXjOoRVdhXoD4ctxhNZatVtITXM2t/WCKAw4KsD5kPyoOzmTQI4iBFZy2pDG+o1lrx
xIx6kp6Q6xZKq8ELvVd3FWtg5pf1lqKg6ajSSmOGbqqNagDVoNFmatbl85HP4zObtYHDZCpGqNU4
Poaif47cgD2kgC1eSaqb6EPevf1rW0T+AnU3dGgCGPY3Rr84e5LgRXmf1/EZ0ESYtt0JktEVppgC
kuX9vqTb0XGY4KUoylUCWVVzI6GKz7yDmcvNqxJbtWu+NK+BDgABM7YwhLkF9qsCVsvkEIKqbu0d
5MVq9G1Mi45fFc4MvB8T5ix15ME8LYxRECdnpKcrI+M5II5FYFP/9xfglRjKQRdqFidhFyXnZAwx
pbwF1pQPlGsg1izlOmfeUVca0cEtX3g+26gQJTzxqzEjyov6JnlENRhFr02kwAKrB6/A0/i0sKP8
reWiVxlNgIjEJtJwKn73BSZsyyBPzmg3M5Fw/xjOlRNaf8JDRazQUNFc0hnVUd6B53jY4f5YCr5m
LqerD5g+8NJ6BzlAD2GanEs21cgga7HpRUNq3ddzJpuCBb7Qk4orPDFD536eJefckN1j0xmAjuNB
TA0sTIvh19WJL7dyul6QOnM3XUmdlL9QTlarUhI1KKccvsuvhKA2FRnia68jE7wpdWGrm8Pnw32h
ty+ySVMV3NvoyhfU30TLhUzW4z1gGNTJmYnwogQ06icujXTlNm2kB23ArJqO73UxzZYaSm8HAeAd
cGDQC8miDxKP82ttUcHxUChq4nMMdL5DWPc5h6vYExvdyxkOzVhSMapPU+7t2WOjoSZ9nJWSnWcZ
ANuDIUqefS9svyNGq9rvHlbQHIIgZz5xBCVvLbQNA3AOTS19DJIUwJQtOTEvDTaUldHxpBGIIkFZ
5TLKEp32xYAvW7L6KANZl5+ADYCLe/9T6AMvMJo+LCMH7PV9qmepjLtBlOq0M+5vBOWlAMsIplDc
RX8xeN50vIkVJ+SCqAV2DgxaEdCEPHpzALcmg1HqviQqkryRRB/iOA9TLnUDW6jclHQdC8JQ+aNv
lIVOhyU51FlFl3Ivo5gY2EmBwTIBc7uJjDL6wkOU8giTNmgLBViGOCWWxF/Mz0sD5nDHSGoa2k0p
9SuNi9at0JULvn1eCIqmqMSjykS3I0YdJo+7MA9toX8ZZe8HoOrf9zeFOof/UeMfCdSmtJiBAogh
JETAVorFDyEt9ZJV1gznyCgMF4t4v3MqgScBs6got+O9RglstBDvGBkCAclzSIVuzQ7l832dbg1A
mNirOYCAgiEFi3d9wjGY6vYcOk5sJlf1zEf9ov7sh4XY+nbhJiFAfkQ8BXP6zX5e7H9bKdHY9CCI
z3LXijVpHwrnQBZ3ft8f/KTegsh7fV+t25MqoFgGg0NIgUcg3eZYuoyo1TLU8juZtCB27o/oi2/D
BZtbEkMdH7HRYowHZ4ktDzqALJVmP+YAelt4Dy1JoW66IHdrv0xz8FbLqHxKmJSpCjxoi5iU2p/7
60ZdbzBxrBtmCAR0zU3JCkohXmNiNWS7BHDGBzfIn+usJHlfQS3wV/mycV/anF1oIlLNU4GAw6zE
tfG5bMOgtwbM9H4YYrwuLYHE8VyItV6U9Y8/Apos/Lf+bjq9CtLLqOZCWXqyjPGUumfHvLHFOCyN
Ks5iAxgj2Vpo+qWB5JuThVsTU4wCWGvUma5zpeSbbPC51o4CF2xZffzag5zXQl9Zs3C8btzEJElW
WbSqqWDSYKmotnRlnimKtrU9gJAzSm748eb+Rk0/4eI1BEO4kvCbSr04wIkby1WZQxec1ulpyjYm
JJbWmEb1mufkUGfYEvDIUqUZfdRz5/vi6VjvL/kTghSGaSaznNb6Qr6vZlyKd1prt18ihi31DaeA
FSt9zFrSBnqpVwv63hjmpC+efiyS0xhCVKcVv5CnJpkcFSr07Ss9++P7hGRG3higYriv2M1xo+RQ
erWF64tDzEMOBk+BLK3wJ88ohT1fLwiinyP/WcF/NKKOmtCIIe9q0AgWXzwnurgJ/mhmjemAQD//
oHHJWtizJdWmP79YQs/D0FnLQqAzfh19AzSb+v21u/GK09qpnIoRMqS4cYVdCwDHtVd1BdZu/MoC
fdQxmW3+bxIoZ5ihfUlMJiuo5F2MLmkXAG+hog/j1305dKX0r825UIVy8GzWNHwhCThewSPg+oPy
KAJ3Ym27LcmBLvXsvfTCKpLAfvk/CqbsPJcKb4w9CJYOvAbCAL2z/EJ/6SyBXUvbt/IjJwtrOln0
jSe5UHX68wuzGOsi4lBTbe2afY4ER/SeY2GhT3pJBGXqGbIzQxCKWE3h2PafnepkwkLahK4d3ewY
Zd0ZV41JMhlf5CcGGkwBeyy+5uhlMupHDU8zfuH8zrl4AVOcPEgHkF6mIyg/DICcAPxjmw16wrq4
jIWl8ci5ZbsUQalU+ainhF7Q2XxPuo28W5oqX1Jh8rkXO89FSgoZUKEO33k047eP/4UxXypAXYO+
wDFVIfqd7fabPN9kvVn4e+EDaPqOumd35+AQ6vHDfaELi0ZneeIamclA8To7Tgsj4wodsBEkXQL5
npUCLGoB3g7c5HQuNA9SPolTbI3b6zz6F8jSQPjcfYeBoL8FUEcmSLQuruqos9Nv0FDooXSqkhWK
dmWwAmrT/SWb9XZ4ogHiS0VhDiNP14bgp7HLt37a2QP3zgo2OhFRuyc+Acuuqovv2KSFm2Iuevlb
IKBRqTqz30Z9XSqTQB0MMixazD9rhWDYOB9B42PcV29+Kf+jHYTdXEtN1Klh1tkZGX40Qvqfj4Xn
wIw1ABUSb1wOY1wyKBmv10/FJD0neLC5vHxIw1PsO0N4+tdKXImgLqQMHbpKJCqtzXNvWfyN41pk
h8oe1SOXLRzbmWv8StTkNi7cAt+gV14ttNZOAKzedR+C+tarLGDrV/dVmpejogVDwxtUoHvBJufW
tQLOEExA61Q9VX2igVVa1JYsYHKU1BU3oXb+LYlydGCX4DnAwnY2QNP1qIKIlDEjQIMAD11eWL0Z
pwqwI8xvYfgAL2waVMdjB35Q87izAySxU3EkHYDX/4uF48EBNz2jkYSYzPFigyROGGuwqHR2x26T
wrNUhMOivBb7ZH1f0Ny6QcJU0FRZNNZQlqAWvdSJcdPbvdcAOW4T5y9q+jbl17jm38f36FaVkBtA
QVpBZvVapzgLge4DKEZbObSniiEpB6wXHa1wUbIgaW6DLiVRSoE50esmnDxbbmRFj4XQR/NduvSQ
notHkGSd2FQm5BAExtcKMX7gKVIAEskaNAU2a7rZimXWvUzGeFVsFjlMZpzclTjKBXUqWG6ZHlvl
C9FO/mZ4zwiGF94zOQyjiMUCYNGcw7tUjtqtAXlJDZC7vS21oZFkLElA3N0Y961vcQmpnSr7vtMG
oe5tvtyjtVXWFU1v92zi+ACnak1mIRNBzxtPIeTVGlLnqnM5ueskrGFmtgC3CQ/ZGTUEwyU14YAC
4JPvxPAdbeGQzdyFkIrkB4ccz1RYvTaUkkMje1WXvT0Uu8AtAdiPmlTxVhZEcL/V2BIbf8F/zBxr
BRcVWF+mSQyUka8ljkUZxU3awTSNwsnJx3bpep85YlcCKH9bCXLLMEHf253gZJJPSvffr9mVgGlN
LzyggOIvC5ITnOGoN7so1JucAAUokgQS88oE6eDlC9Y4Y/KXIumESw84sKhhIJIrcF1Jjo/8GDLz
CyY/bTZ1U11JobzG4MWulos4WOjGt4RXwao/bWk7vNami6pg9nJf3O+gwq04pOcRx6KwTgd+NSgI
ErGDxXe6fwTF5gaRHxEJCF8taSUaAaqV1Qogx/Z+7OHFGGBCJAD5+L7/GXMHHVr/v8/Q6HAwxPC1
miPfZ0fhph08MgoyEo6V2TYyiUKDxe2jjDroi5/vC55xmldy6dWO2TLyWqgfb/JTZ7pvjZ0/sgu2
OhddX0mhXDOAzsIx0XDhqBWoagyuIXwXTElOEFu9CkFmsph0yLRPMZLI0KoEjSddlJv3VZ0333+W
mPIyLhDzQTwCVU9HfQnMd8GMANFyfRzdLC3BNoEf7vEiYfC8ByiaIftODVVDRq9AoD0qhps8Fr4J
uMExtSpwmhUkxsQQkl/Nqi2srHU3YpTr47jCFGGt7StwX91fg3m/h5Y/NHJMJJHUmwpzYu1QazjC
Dbuq0E4O+BMNPT6myy0s9pIgysGWcqiWACzFKbbAO7nZNuslgsX/j1H9owvlYpmeb7sI1Rr4cLwO
cWo5SyGc4X+0gBZ+MJAW0+8v3vwhRb0bTTDgqEUf5/Umq5zXiG7I9nbAYVQALEhlXZK4/dOgcVIB
rIm7D2urCZZaB2deCQroeP4WS7l61A0HKfGxlj37pHkZiV880SWMt3RKZw/I33LwTLxWz9eQzi9F
yBG0DzVexUemXQ1njPVPFuy/td57ZeStQMaax78DfQmdYyYMwDw/iwAAaAJowKbk87nkhZhXhZcI
WMzOMmaX/4ALyxpBDMMHrcX0Z8bdLOzp7HVzIZRygHHT1WhEhlCkMx5UBt36Pmalsy16CiVp5wH0
ln8WlXjD4rz6Kch3s4WY61etmxsI7l1ArQQZAbqVjQM3ZMePHFy/lKQroT41QmTWbvXOFeB2bM1G
GTZFV2CW2vABIZuCki7inloMLfN+tok8sBK+K5rTxO428Rauh9+E9b2Pm2zmIszoSjC7Am8Wfk2W
LMlNjFo7us1K6A23dDosySM3bHLkhO9vy3SSbsROmKxwyhLMgTKFNMkSd+wmsa6nj94KL4g48ZyS
0T7GXjJVlVnIX8wreiGRsgNh8PlybCBRemLWJ/fIbfstfywMbRMshBzzjutCFH0bJkHsFz1EVYnJ
WSfXkA1ptTfxLlrFe3sJEWnea12Io+69tAjSEBWl3mY4Yxh1MGvLNvPDJEb+kOpLGOy/Sd97O0dd
hL6qRQFgb3o7T6XNODZrr8CkC08kWwbIlO9UIoc/ehZY0HoiLeCBlDjatCOuo1L4b+LVCYcAPQQa
klPUlspg8sxyj8enNCu+dST+lAsLZnNrpzIm2kGOpwJPDwPllGvOqrwXvIwb7Fe0KJrwiEuBxa1P
hAB0zGFcEL9A39P1+RuHSgiGHAIULz0xKCqiJpeMJBDNosiQXHnj83YhFp3VaeIchQ/GkDY9r+oC
EbkePWGwhdcOfdShDvqgYzO1Wd4/479z3temApUuBFH7w7M1qGsHCMLp5vX60+uJsB6eBYMjwVYx
ezPYVNaf0gQVaYH0sqEdu8+npTT2vLaYkBeBry4ACvp6gZHPlHupxALzsu6haivuGGOp+fD2Aoei
gLiaMDnw82j8JM0tqlSO5cFOVN1FkkAtTC40Kgz43l/RWV0u5FBnLwJF7ViK0mCHJ1YmabliElK+
lOxDw2cLsRA9AI5MwbVO1MXAcHGQ16wy2L0VEdWsLWDsrUBav1X1YU9GQD1q0196aQKlTI9WOfzb
NiXbUp9Q5tzFCPw2eLn+HiqyLSIti7hExffgqRSHlitXYMpd0HpeCKCeETAA7Iie4Sj6Nha8DkJk
0aqBFzGM2MV6wW3NOOxJlX+kULGzhhb8XGYgRQxfUuWxW6WJJSIGioX3zjM1JdGFXlrQ7DZexxS/
jGtgStQhE02dRdFXB3DiQaYSWaH21YUrpd7nmq4BFORfGymQH3DY8B7iWTTYXB+4gUtEIa+K3nYj
Up5cQCTv3EO51Y73xcxsFaBO5YmeAe96pFOvxdScOmhRFY12HrJYs+aQa/YYFOZ9KTNhA5JWmJSY
7hgIoS+AJq/rvhvD0VayQ/ZY2jm0SnK07hC04/cgbgHRSIzfLYi93a4J4QdAUDBCdNnQsEkKAkYl
SqGd6jDkkG5qizUzc8QjiDH/NJbg6wPgt5aSWrf+5Vrq9OcXwSAmcMculyC1EiWdz3YpOlp7XRJO
Hlql6mC9oOQUmFzfD9fiKEsBsB6qzjXEjZHl+o5YAgeuPLXd1n2M4lWjMKYomMzEduCDVrj9/N/E
0xbkRTJ4jOtktOsv9dyh3zdbM4oF7r5y5VkAdgoQgP/LuTR41SuVaZDzusAMZpamo50GuS6yr4X8
MryyyAV13c999eYtCK11QD7BMKZK+UuxamLcFgzMpHkKmTPrvvvlj+D+QSb7viB6aOYvnYCAAQYM
CcZKN9qqWtsE+eCPdtgoRhEGZlQEBBcug0Ri1Vro8c3dGBAgKL0yD/l7W1cLqXru9v7FquI7YC7T
rBDd0jfGGJoZ6ni0/U1m1r6R+Wv0jJem++Q/altXfwK/wIP/J3q5r/lt7DaJnWZP0ZUN3CNqifmE
rVnNg/0OMpFl0oCAeAQvEbpZY71QtvzjfXEz98a1vGnLL44nnzR1UqrwRQPrMONT9ZHpyJ8CTCRQ
ST5ukC9ZuDTmFxYLCpYYzADc4KcDqinJlDwDlrQF4CDTKQ9o/p/+2ojEJd+hzhJv4Xac9UEXIimn
oDZCX3ldPtoox+4ASLqVNgpZykTQIIN/2ew/UmhU9FLxotYfIaUx0wOvn0bi6+P68PjZkjcPKDF4
p+vxCsi5hrBENDBrrBeiqZtYAaZDHbFwAfVY6IEIwJSxBDjXASgUC/Zye0XCXi4k8ZS9aHLNSRkk
iQDORrVMTkZDGq2IPWXxK+ANc18CBceKZz09z7kNXgr6UG3qZsHRTlHpjZu/+IzpGrgw27JK1arX
YESa+xZon1G/cC5mPd3Fz6eiYnXENLHvF9NeJvmj6qK568AXRiQuvX1nMjmYEMWoGP5ByRjvzmtN
0lJyq7iE1fQWWq+ex3VP8nW9jg3FOqRE2HI6HIEFnDgMqb4sSp+7Li+lU+vYeU3VMiGky1vJQvVA
T3RQGznlWkE7Za/jA3RXLw3RCYHtLe6QYicLqSx6wv332AAsZIoj8WhFU8P1AgAGlMu8CktdW5XJ
HHpLNT1LMioz3/ADcrNyp6PJBSlnPrbAy53pi8mOOfcA3FgMsoJsTsKFc/0FKH8NVeu3o509140e
PZan9Mh/KK2R7rsXfgfUDVCAgiN81x2W8FLk2Q24kE0ZmiLFaiqyzWgXZkEGUJWWm/LYb9wfNGs+
IO0iGjkRVp7+8ZbrzxJeQY3+DdBt87zan88qCXRNf4zJh6e/rU4V2QBykDCk0s0P29N7096Xe96S
9Hr1dO528uNSTDnndy5XbvIWF8ewGWOFzxKsHNhN7HqX2CDFWnA4k/3TJx2d/JgbA640HpBU/JhX
aTzE1Qjf7cWOlPkJoAcrdc2wbAxs0ZFxkg7YC0JatXomA+hKyYpNUjYhykOeYN3/mDmvgxl1vEBk
sOUigL9Wt2ZbbigCfrSD4kvxD+lSd/qt14GSGrpgJpghtMFTPz9GL44r+pJq16J+jOzGTkHgcV+F
mWo9BvDQyI9GG/ASIQy81iHgKzFWutC11XPxzAKFNtPxSrR6nbX4zWDIBGi4sdm93Bc74+YgFhi8
GLzGkAS4U67FSj4geCu+dG0r983xJSnIpv0UTwipQFa/ysmwEV8wdgfoN0CaMcd+4WU3czlDPqbe
MLwDkBQgjl7LZxJP6BqAcNo7LdblLf/M7KP39Lsn/EZ715zOyE7FsQYge7WWdOHI7pfgM26dDBCB
QIkjTi1BWHbKzak+57o5L7u2lwAYC1xEw1FijkiQIaHZ8QtPzN805fWpuZZGnRquzjktkxQXFeqM
MIfggyETnB2/6kzJCh6BumxFK9noCdKC5PQoGx457l9k8rLn9OTYbXqTNXirXbFoChhNEMIZ9+3h
9iShlwipM2CtKOj8o3P1mj9GShZ5ru2nBREBHLJEejYzJ3AtgTI4AATHbt0zmi2uGEt6rVbZOTer
c/uinct99pSuuCOGxO5rNRNNXwulLnM3AdgEiEtcu3qsdyP4EUYz1SOS6kttFTOeAukQQKMCzhG0
3fSlqXa5n/Qq3j89D+TgYp+YQvQgchE8/X2V5g6uxoJHG8KwTxiBuT44blZ3teJzjJ0AHdDxj+1G
2MVPmZOzRNywG3ft7wdbOos77+DuGXsJwZpWFBXFCeAFg5doCsT5pbaRS+S2L3KBsRmk6LzgO81b
EoMruxQw0FIsKDsnDEEAsnTQFalsSpiLJkQ5G0PPqatNesTtsk68kajoiPbHhUlS2h1Mel2Koiyl
HsoSoAyR5wiuuwG7LLByCsYqKiTqPHDLhsgSsN7SE4V+XNJCqUCnH7wcEHnQrzwd1NAIHHkTwdvC
RD/vW81NUPeXJEzE8TJqlBwNvoZUpJCC8hD2gLEPm9dzKzZCo9whpRsjaAHPuVmSzEoO2nGJjPvm
ENKyp12+CErkCiNCTQPZGngAG+8kj6uuW3tOsOnzH28EtnPwfV/d2XVF+K5hZBenUqK87ZDxrlIx
WFeuXvGSUfQsYV/RMEkU93HYKMG/DZl/NYTTRMUbPhTXyrWGWdTx8RjBeMYgfor7zCjalHCVh7Ta
Rjj7yRMfnD13QhVBt3MYP8RKrldgTpnALAfS5n/4MVhyfbNn559vosHcYq4vQZOFNdB8ggTjwd02
TnQeOniJyM5swI7um81EOE8WGxDnzhIwoFCu+21Wpjui/bpLGz/KAdFKuNIJv/IX9y0/NCtF90CB
NgpW5RPGFs6DxWyWuNBoaE7cXpB8IZzae64rGjQuQ3gBRp7E7Hf1IfmQ9UyPnMCWfNAsfQy71mSf
9syxZUi3BMAz+d/Lmx7yMeWKRmPA/WAI4ZcC6sLaMxHuselEz/HSVdIcKv+hd4/o217Y3yUx1DUg
pN3AFQ3EVD/tdtQXvCEdDvwqAQj6qY0ZoCm/r6QLJTC9GKQIkOB41fbNDcqN10QLCb3f9Au9UOiW
F5H+Rm5fkCnn7oNvDO/s1ncACb3KLXU7Gsm2cqS1w5jyd+VkAYgXNWN08gdgsR9cZGnWa5QbUKSK
HQ01/fs+4yYQn3S+/B7qBohTtWhk4Kk7Vfncqu+oA5IMULXADn1Ti/NQGTCesgPAyndlRw1pgXme
nCXkdu5/x8zhufoM6k5QtUBhAoyxODHg7zUX7E7Cg8iA3WYrRKtQWpB2U7+F1hIKLGDNA8aehGf/
tesqE18pvKwPHD8DWWOkcy91SoaBAEsfLD6YlAZVpCkeehMJh59hxxp+QbKdW+nr+2rfFGH++hCk
dwGFjfTLb9xzYXKdEg+CL3eBo/VPvERSYd95oLHHVJq/jg5IfjrS0hOAxsqafAVa9TkwcqDyD/xw
aq25XhPkXhsCAIDailX0ANOxSmUbilbw0KdrQbPEAhgwIPP69qyE+KqN91CmLuzBTXKd/ozpNF6o
zoATtfPkMXAE76PjKj1Hv6hbHZKjC9DRftfkJz43cvB1Ah6FkV7uL/zMXSkjr48eakzLo8ZG+cu+
9IEJ5SmhE8kvKmDjXYC4cy6J3jMwnwbgyU3zRTS7m7sJfQlwLRi45pG8BJrCtcKYYynyKC56JyEZ
EiTAjtcrIuu82R5lfXzFf37/PL4NBpD89ZG8lJh+BKcb8ic5+hhGRCt/fpkBRwznoqF43RDN6PAw
0g0Wwf3OM3IkygAICW68+2tFJ1vxVFbxVEfdE4kpGWQV19895lrUNGiBddr8FDAeyUt0mi0chBvX
O8lAhD8h4wBNkQasin2/9QDi1juNkpNumhwJl7JE4InEh175XghBbg8jXkCdgR7Upjc108Wa7w/O
oL87u9ZY66+lMX4B1mmNrCevf/bkJSDvCVbwVTTJwUoNMOOgr1c/nA7AJydk837afIHNzHiZiOCe
Hh4EYmztVn/7Sci2s0QikyNSQ3jAxvp6aqrZcyv8sjR+Wv3jpzEj0O/Geqf/yAcRbD8CfvvdWhL+
X720nlTS6yqJNjHZI8kmHZCiX9nC6qUz3lJytmNiNvr9rb05BtSKUCGcWrLoRB08rMhqrE4SY7Bf
fQrTZIEVttHShXyAMC3wnQ2g65JMm3WNqEDcznl3WN2IyHNGNs73+2b16BjOYVOa+Ns2t9uPlf2n
XL2ujfv6iktfQF2/SdCHScfhC+T32ihtWd+8H6w/lnU0DUzv5+TJbMlKJitirs29rT+vbZOQI9mS
1Yeh6ksmOecRLgySZg6XB1H0lBFfE5HCfFX0RYj0hf2lOVdaXw5CrYOAGiRT6FfAJffT/GG+5MYE
kWoKo9+MZrUTD3HwwGBg3UhflwdUl7SkHH2lquDqKPARWX5k0ZyLXmc+ImFNEKPLw8n/ZtxdBhiW
itl56P1B6ThKSZMvBXdLn0FlidPWdb1UxGdYzykOtfN6yDChv4uIA1Q1/YTRUl2HDbxa1mON+99e
mcftyn56EXR9d37ACfxe2v7bmxjUJpg8RbkBiWUAqPDXntVtW23IAwAkJzz6YzZVda6y1Cjeg/QF
7CZZhfEs1gYcVzo4nauzFbrtK1IjbVYZWriEkUWjkynw88ADmXhN0HkIkHnqbCiMEnYSM8bOKwN2
VaPeeLvUYPbxoTdSlUggYQXxkMGtyrW6wQLVKyDLu3CWBvgnjML6CZ36nC61/c+sEY9XBeI0YN+j
yfg3pXoZJhRMWnGpXzlBmqGJOSs8B5dRZLi5y6403q1NXvKKFTf0tQlk2PpLTHltA26AZB8pcWzE
Q+pbqcoHZqoNyaqrMsZhFdkzx4Bdmha5vSnxrSKYaqb0KrJVlKX3vDgqGR9WTp69NUIFJIOnEJAn
933YrQubhGCnJkD5CXzn2mgKRQMSiAYh8pS1PWkjGQEOpxJ5CbNTwN1+47BRX4BNyAIaXyf7uJbV
Z3xWCCXTnxDV+CKJ0aI3giIsAGhM43EfntiGX6Pfxyx4cMTWcRmm/jMMoHj/P4quZLtOHAp+Eecg
ZrbwJttxHNuJnfSGk1ECNCChka/v8qZ74RP7PSSke6vqVl0xmjQh9zwJ+ckE+JbDhUOQ/4zU5HNK
2fxP8bX5yIAPPVrjMroL31COh15NTwegvjcjAzyS1lCviMUyHipKbzIPkzuQKteACcl4Je6QXxmM
S+txaVhEBNTEIbSpEXF8TQf20jBFlZE7Xnv+rn3okEZRmoj44FDZPzou3ZtRmpV3GyzgHQynPIIC
ipYfb7ne9x0mnVqotH2qtx0mgQOMZfPlHyvbiWLGr5sQLAmJ6R6Oi6pqqe5m14t0mdcuFMvAnFt+
JZfVKObK0tjTUvsDlcScYJ/fUHskM6S1nA1wkLXaB9KwRp/4Pi/150p1StztvcRAHNlmuNVOpYMh
Y1PzY4JdygL15er3Mj97mHblY6nXTlyLo3HzDR8F8puMKvvHIlQMtj5ZpfgIdhfRKTyHJK5r8YsH
vzT2XXVTxEtd27l5qEKGXBGxE3bHiIwvmq8GfuKq3j4x3lh/8hvZn6PI6fuxCPsLVi5FDnsGUz8W
y9pbqJhgXajbotfXJc9VNvBU2XAiydenWq3wVqTbviDIZutW2AC7YP5GmG6SU90qw0/IadS4oMq0
LJc0l+uE3i+v7zYrir8awV/ZVWLuG/yzzNbzrLp4XGT7sdyxdG09dFxYBgvSzNIrwpjE16nNMY/k
bG350Kx5c22lIf3Jzu1+ALZdQzXaXubi/DHX8cj3j5iMYNbtSUrGX/GvFB9oNZfzRRgYhg1H4uYZ
XihkeTiQC4wvtjF7ncM2kVFleZFure7tQ4h5ImPEvM3ftVFzdlcqWD/fzcYW+0Vh/GQZksrrP4sy
LVK8guL9uchKXg4m5uWzKcO0jMzDRe7mjGvdYPSek1Nfrey3Ep373ZceU0lLtls9uDpipkbJzr5l
O/Ew8G0OLBql1uUjbQqDxOLu8OLMN7jVn5rK94Crq9V8W1fYvCEyrUcgTSb2uTyZvqFI2/SACWFg
SdKYkp/tsLCc/asxK0nH3KT6ui2MkLHMWoU/mUMN1c1YkosiGHs4ubmDXL48iEv3YTYue2wxINs9
7hmG185EzgowRn1UxQg6xv+MwfRf45Q3zwGP8dnltr9yrFIakcwR/3h4gSDEdAZOPpL8ACE3K1u+
HdW8fBOY0P5G64ZNQxF7AFrOU3x/NWGfDW10zXsuQosVJa3+iwEJiUbJwF2ZLjPef4srcB1Ki4Ei
SPjtjjDECRabAzCsng8tbMwwOBTD+kbcatcRgLX5FWWMdyQTaR6oqNmDbFmvz1vnaT9+DKzdwoK0
JDguWCTz9vOUj2ZhOLtct7XfMw1vwxtZHPcAY5fpOB2TYOdcm49rXtUZLCcIEAj4m+tv21YLB8O4
guNprXP2EW1XiD/cBj2Pzjl80PloeDfaWpB5zLa5QFa8ypGbZBHP+hXyDg1WZMIEAazFajRsbSXq
P7WZAjI+AuvxpZtGQJE4GfKtxQxjOgGHaH6Z1qL4O3aFBDGWz+tXOYv4cwt6xZD9trSICmMfi8r7
GcRku2ywfw+GlR+bDKdCX1hzn00YRRlW2eDUsgWv5floj7y8LRjW/OWQpthi+mvK63NJNJ0/QQW7
38PpdAKBg6YwDCEvV4LgnoSF8KEPDUbgl1Qj/68PaJarw25jDnfj7w2xqkJGiYNnWW9S3p9lpAVs
gOe9e3aLRKG5rNTdyYYtb0zoNru2Tor3XpaZuev6XV2PPLrtCqdURQasSbZeuBJ998hYPy/PMDOj
xSnbBWIlwMaEh+jo8gESYZ5rMLzhj/uhVXM9YmZf+23NPgMXXvlrKLJ9+ZTlThHIBauPRMCSYtYO
R/93sNIhDSU57K/dtb09AyeYf0ZoU1+TWvZyKHxXP8Oq3Oqxk635elgOaqTcYl2PGC0uMcTUitxf
O1SOx5n3DrDyTKMTd1X1YacVO7rJazbzxg8L1eqrWcG+30jjsua612l6igTXzdjApA+C20q0v+Iu
9fp01NrbUXAMGrzmtQFlUZWT3h7jvnWPGzwzIcfXrWKnUvFiHUOnLUIZQ03TA3JcGTsxeJM1w55K
Kc+S2h6M+oRPPxLsz21sIGPCY1wWDmvhOLVfUW4g6xIh8vXxIJhGNFBlqg55IYWl20gKQMkjK83+
A2ro9kXNgf1A4xYW3NIE/vx1P0fzaQ+TdrdVZPF5hVJzueg5RyHE616B2jlSds5zh6yq7eOPnQzr
Crzja1ffFdRuyDEslrx/w7wIfOg6ilC4Uy2N80OX2eM/Wud4CBMedDvkWYA7qd+yEjYnbYlY4k0U
FyYB5g4TyeGPVGuDWDBwhPOMMt0l+gosvl9Pwu0sjB5eUBDNRNXwe5pW2j77uccu2kTe2tFvud8H
+iHRPuE8r6F0ylsmMbKHzT1O/b69dbTJEXCyxww6aU7tcq3sVslzTg39F+s1bmex1O0TVEUf8EnZ
hvXEQ8btsDdB4wWdIRk7TUBEzSkLqnB82NostyMt8VeujmqIHooMdU00htl7rEX+lDVLmh524gS7
1Q4/vcap983VE2W/tjP8Z0c/bXt+0Y1Y9QOd5+whm+j2Ry41f0m1R2KeZRzagoZubj731IYO0KKq
9rv+qCrYl2bpwyKBSlhDwAsA+KcqC08uyD7xz7yynr6qctXmqdt2Rr/W1hbfhFUdAidAoO0PjS2S
x22eSFti1E7n85uEHyUg3WoC14TyA8eNjToFxM6hVB2TPSzUHXZz7wrJHf8Ozzc5Joy/hBuksDMd
UL335DJZzVHwoRCFnEeUnqFVVo2/uJXMiJqDD/dZtbrbMH9sQ32jBezJXw7ZF+zUbVqiYVsd4a9T
nAg95WlCbkreqnCi+cSrT61vj+V07G6j14MZBRlohV95h64GnTCBNYf8mdG+pa8T3iExZBm0Yafg
upCjzFpRRKFa6NqQXtWqfPFZ4lOpk29j+W6xO/4rpoZsl+nAfwKzVDyrGX0m3Hls/h2mXpGNJaZq
XvaMHr9rm3fsjHBV8SxAH94r36Fh8TNfX+lUL/DgdiJ/gVcamOCPSxe1JS+6P0AV2H9gu1J6EdPa
0YsUVKN8gCExu+RMHtvIHGHIqtkUXcZZes0GhYrhEbGY8XfFfdcNAb6rPcIy5wmKu8ZgDQ0usXJA
JG6FnxZU/GGI99EXoZz5J7iavunWk/2scTTysZzrzg5lh6E9UE6GzudJtCUb/CHA9SbpxQUHWb6P
89LSzwskRyhccl18wR3S8GHtkvyhEsqcYe89Oos0B7xHcT2QYyMonvLQhZn1aEK4T3+JbZdnsk4H
Jv6s+N3jVPuIKPY4GBFMDE8TlBr9eyHrBkVA1kiH+YIyPfbzztDA5OUhzsWC22CzrH92sRVvWyTT
dZUFaJ2sr6/rkXfvFNEYn3wm/TPyVqdp5NWE5M7SG/Jfz3LAN8zpBcthuwq23nW13hB12mJBlWvY
taW5tmemXZT3hcs3f55rJKYOsGiFDQnI/qo67ZU14TMeEYrwuTPA1nlvMlBOesvuaY3u+FzHVb9N
hQMSzjrU+jC9gfHYkLGIobrdFl0827j27Xk1CuZFQQuPGbh6quZT7VQOa8+1OiTq9wNsEVB1jHLx
lm1szJa2139TaPHMy50yhxppFsvVL/1ucWzh+nlED6bM1Sy1uKupmdcbLO6q4lTkZtufWwg0BV5M
3FkcTmoZ/Gsw9A27l5aXfJS5g+uLr4Cn5PSj0ihKjhotj4hfHluDbnpQpEPGNe7O5ruTsn4v7YKu
Y6tCoYesWzREMtaHz5kzvRhCs641iADo7SD699GMSSEHeFB0O841TmoyFgasO1LtagkMPiC1aWiK
0j3QGmPXohb4Vn0V1KfCzaJHZUW6ez27CLlkA7XtcHQZLNPWvI9gHOf2Oy1gojTsMjmob2NCxE5d
yf4plqraBq5pA3bK1WszVLtYkdzMZ3gLgh5Jvyfa8nwofc+XE7ONVxj52OSzWtfsTw6HMwBtvRfp
5K3hcnRNhyQBj/2kUKrO7BVjhNXzzoPtztVu2n3QGY10MKJoHzPW1/OYKrAlAya3QZJoO6MSDdCy
/zPgb2AGUfnqQeNnSJ71NX/CoBl6d1Gu4q8vwvqZrIzKc7cZvJJLI7t55Kia6MjntWwRytLWGKRY
JD5TXfn0Jc/ZYi55gYMGJ4puv2LnsVcfYFs74Gc0O5GeI2iBy8I8xaioOfMDY8mnqPAA8DtU+CJo
lS9nqtcZLZTvEHN3FCsf82aTYWyCk59dA4aBkgUJhijcDopeNnpkdviQI1AbAwnvtuTLCzJuGoBN
M8rhXK0I1oWDaVMgKzbXyFrE24AE2YrgYYliW/8uwpAcvr0UxyDzXZ/OfXOw38ntx4udQ5VO5QSc
A/9kWR7wZA1FNdioz6JG54qn3mavqYAVOlGlys+5WRoMW5K1bE4FhAd0IEiufcNpHcVppQvMgqeW
pebUobP70fGpyhG22ognMR+xOcN8mv1I6FaBDbna1oPeUA4NnPHuCdO5ErYEPOHULUw29y+hdqW6
VvPK+AnzMLAkDq6eEXaLI/gmQKdCXm8UJ0NRdfQHqSov79FMKIKS0AG8nLsM7SrUlQeShSau1blN
hJIzLZv1toUltecQOPutuRdfFEBpdiv0WuqbFrveXreeclzWLt/VGLyEkoRrIShCJKWZYZJ22OrU
qVX4O0uE+Y7Ygg434173b1SI7Rg/rtB2qI58Qxucb2hZqKg2cjt41OtVTbUtL4Sh3u3mSPio4Bxz
4PIoST3uGSFPDV1wckeZ70+mIArF9ZoVeO8R3QinWpUV7JMyxLiH2jg0jJgTBEkClWyPWh8o/g2z
x+yAWQpxHydlgVHZjVUSRawV5TY02ILA2+My4XEV1eZPO4tVN5oZfcAJAPEbfl28YuIGsBOjtXs/
OqXiaLVRaMYy8JVPIst3wDAWmNTQR4x43Jc1iTMqKmu6E1KtWgx2YScUIzEVJQiTwnDC0LYLgoUo
2meNE2ov5EMD5+L8pPLAP5e9gE0tmiOcdkcuq3IMJa2WsWwpRO/rTlUL67NjhdGKkBoiTaSAERx9
c3kOZFmPVxkUakn5MdkypHLKYPrGGxAJgNnB3ndoT/7mh8p+HLq25NKgura4NNeqHCbsdUyBN872
Txuj/QTEf22fNkNDD6wwEonqcsXXQKQhbEmUoUV342Ut/uuJPt6KrEgY+/BZ/FeII6KXKR1BckgV
u7Gb0vTS6ww7PhQr7r+2pLjGHWQF79nSefQX9QoMrAdupfEmy3TZOhzRQw8XHJx6B4YtL+inNyjE
eLU3jw4uXwgmSbxFWlcx44x1K1b0zJcMcV0stW4fwxLzblwmmICMLDb2R7nLqM5soaYa0F4D7WHB
HT+74Mo/MpUN4BtZF69epx3uZDtqo7GVFV5m1TJVIudFrbhD+1L89mvTy7H5qPCBEBqBA3yn5Ycm
Qzk5WkswEsB7jnMszGieJpGyDH2XbzHmU6zqaQqpO85dHjd6QtJXWT6ROEU7rjgO/vJt7fPBV7l6
VEaWwAdntb8XpOblVeaHfew6reZTUsBphpntuXzs17Vht6b1O7kUKZTFZck8SGG2ComXjEylv4Dw
CTAkqT8M4NbC5PSUeVIuN4+z/UtfLzw7FXMDgAlQUjuP+qjV/FSnbJkfQrlIOuyEwEbFBEQNIkey
m6sxaWd/l8yS7VRvuejOfQFV6LgRMXdnr6viV4dpV6zNsWqPtBRTFeejpLsZvSnCe+db/1kgOx63
AHJu3FhQbf7LXNajet1d7U5ecqRrS7YgYzGQrfke6g8cMkIOeaf6TIW7TeXwc94SKdU5k66+9UBz
0klgNoAMkgpyax0akHPfczFfZRKiGz6cR3GW0qz7rG2GNELNUFWpwUccDSeE/ZYYEk24sLMEfMZR
w1+0WDlw46Ca9rrYkvVwkHUQYPjURQPMX5WY0sH8EwLDlqqbRiJoDoRZgF699EhdBJuIvowhe7nH
WJuus/UERacApmdY9bBXujU3Sj9aC71GvGJwTe+geAegCdFcK4wdiY6tPjlZxP8W7DI1es5XFL1b
NwP47Nl2Cr5Y7jPXiAyKmawECIOHuN7vK25AlFnV9oBINkA5EWDp5yqvgkFCMj1upimLHXnRMQ8A
wIX6ZJnL8RFqB1UBnCTg0XOo+XfHOpyBNOVvAHXWdCIqlSiYJCY/UcpohdRpzFxaZOiiagNSZLt/
ZO4bJB4ov+fXYmtxtS4Jev8TnDxyeUMhItRIsEd/eywXqoJUsfbawgyRfXelmX6iIktsZEucEbW9
6a3YbyqSeQawm4vsfiFSh8vh8b8BdBKIuK50GgEEuCbg/D7tHWCh5FJ7gsS/M5da7s3rqsl6Hyhv
MGu8VbpGVDQGZd+oj+v2nHFPST6EI5+LoVt6BLHFFSpqHWNK4K3c9LAcQFVG4CtlPeRc+eNk1ilu
pxYQ8fc0R1RICuabL7QR0/eaHfVvPS2H/L5KlJlfdlwh9dcCl3a6OyYYhX/Bp4wI6sz3GlcbzOqK
h7yeium/oMyBBZN6+0S2IPwoe07ViPfLw+GsbDWy82AX8sNgegqboZLdVx06zAxMuRcoTvI4yde0
rQHHmhA7MNZiT7QLI7dKwEGh2xvg8BOSAdRTqOKu7mhhFYHblWq0fOUpI1iLzTfz07osS3aqUeZi
pY2aXzhXM6RY6Jb8Hy4X2wEgB2OANh9KD9F8MqVEbt/Ejlxcpoll/Yh7L8BixPmaunu7ZG2BA1uy
7JShWg338Agh34CO20fdooG7rqgikB1q/FI/piOYX5R3JmEqXFb2c8lzWCWULAkg2OgW0Xr3qgNV
j98k7sTqvb7ZJkZ+cnsb/b0HZYVj+sNkApUbcY9iN2l721PDZyAPqsEMLxB4jH/uW3Xj0eXiZr2C
SHmou2inK9S9KznrZepg5gfHBIa4uAPL5XyW/0Ct2yzD0q057D46UYMUgp/sx2eqsFxhy+GzIlTA
x3OiaR8A2O37GZVp7U+ddM0+VMRA4pUVgDzG1fpmezHokfh57nCOnhCUN+lLvRA6XTEkUn6rWlQp
eGzdnJ1my9N/DJ6pqCHdNk3+fEBIhqz34PlyZ/u9kg+RdK45sQXRtadmtWJ+DweOxLtlQnkzAeNL
cKsfcE3Y+m+ZI6vkIT9Ic2dpZZuhVx9mxQCAvots39Kf2dJ2+g2kLrbPuF5LNCFJfsgTjUCRxAjS
HSulWhBYM0cVK4HUoLRn2W2vKgWgyzD1iSwToC2wAlAspghwzMCg+IaTyuTj0SPi65/x6hAPWc0E
zPq3Vj7tM9HQxmVHiSrN7AdsBZkp+DjrTR4vK+qQt2xBgTempuFfwaSDyhnXTKXsvp97371vvIAd
kj5QSxxwx+J36cDyjFuXi+1E91y110YEVT/1gcwwFNnW/ReZyway3BT4OmxI1WxuneP2qQ370gxp
t+TcLNXxOBXwLj9vE0q+c6nE8RBVbpqBTj00khVilv8UbM3bR6+0y4FFAQhDkdrEZsSBs7P7svTG
vNSqiOA5lMgxZbmsKHbpKipA0rETQDhtx9CKFBit8FIcd4Xulq8MvBlE81kDDajz3L5opLG8eFTX
8x10DYAXJO7GZtg2hY6ITXnxhofZfUGHER9XG5r/fI/FGlTF/LWdj6kb2kbsP466t+Ugao6Si+mm
pNgFrYZSf5stANJgmmcCHFMAL2hajH5o3cUBIEBSAwlN9nUF5J4NkHLCw3+RE+6CANQ/Dv2WWvi9
5nMFK/RJYSSlxR2Nt0gX6dzitP4a0iZ/GsB3XxZvUYchcUWNFZKj72YO7Om8JXR6I1ktPtNccaMR
5uvzf1KQ0g7Vpsl3zjL1kxZr5obNR/FSocCqTg5NdzzvhTHPARYkCNdEeO274xKl2tbJ+nywpBGh
/FFggr9o1jfWHGjKRcNA9TQFm95WvteQO3wA9RaN9zlC+TCjltVLOLHo53DyK296vA+Vee1BRAOj
snOCnBBAihx3tvXfE4O88o6j+P98YJLwlc4eHN5ENKISp+DTE88MIGiSmP9JpxblPps51BsEyNn9
Lpe1uQQil7tpDwmUGjghGFUAysQ6opHHHkUi1A0UUI2CZhHNlwQM4A2XQ/kbYh8wQx0ocXBs01F9
zRbc7uiY3PZW4kHyIRe404fMiCwBcp+Ln43bu8871xsYDKL1Omad9TjEysK82T6fnkkFE4bOHv3X
1E1rDmrHp2wgswHQzx0HYhdnYp4x21YvZ5yOqEoEpfW7KwKbr7qN7MqqOkciHnioTzFIpGFma0Ki
fewt2BlVLd6MDSrAu9hXQsHxsrd/aAsOZAD4Kb41lEgAYQANX+AHIcMZnip7P64q5fC2I2wvx5qj
iEYP4SesNEvlfQvft2XQcfa/WS4xTIlLGUAtqYMON9SQvgJIDz57xMi8AGm2VXG5bPuUf9GTztsh
ROBcY6ci1tdVebBXsylAFHbGYFAMhQCX7Hn8tvpp+Re2XsuRStuCRVps81VmUpXwaSvVGyj/Qw59
QA88yp136opvXXymrJqPYQ9zf11KVAzgICZMP4t5fjH6KPY7vVpsqgrBgwpNIqzf8JInddv0wkFt
pGl9ZXo/BPKu+yjPtYNT1JiXqft9LCWmz5yYwgtUAusXgY/55GgdsCP2D1YDTbH9rjKrPgEYoH+S
ZztaR1RtP60uj0exFoBwutTcC/IxwOJtX7+WjNUY25C8+SfjUfRnv7hGvsYSVBv2YNrunMW2MnlV
vKO3+IDMfQuhmadSPWjH4Id/dMWOeigv7hhPU3veyzpBjtas7GfPo31GTCy+qkW3nC7AJ+M0xlDG
n1klpbwkZ7bvkEqg6uloPTcnlJVZDXmA2+9DkeCrGQL1GjDkrPXdKlLYLgtK3teWlYf+Ad2pyzAx
VitkQZQZhLSjaDN9ySI1+sHtPZjmpkwfu2zR/rg1oWDVDXxFwUCX50Lcuc0j9jM2sSyvzGZHcVt4
L94XvGoVkFpTl7+AxVryDZO1pfmB2pJCYhFg5QP+u2SXIlsUGXFwkx8A4GVztXGf8zNXweIBmthk
aKPwpwHmt1CYOUdg3wAdtK2/5NAFoBycp03f1wcq2VMBRvhHI0GNnyacUflZ8rWCZAL0PvTk6D7m
G/qyKYxdDFN/OQ4Le6ZqBTx17RfCNYbMkgZI0Qb1t+tBQAF5W+xbi6asw25v8CA91IvriBfC/uZd
JwQU4gdmmnoXMnKvUdubSykcQPBBLFp+kxQkze8OP24ftjnPEGS1IfL7jPjUzoGOoKI8HUhyzeYh
gfpoTwbBZRjoTlPVP2zTviCVE/g5zpOp/VKnpvrndMqns+3IRgaa5va/ThI4AKjc5WCDwcRfmnrJ
wm1hGBaBJhoNKRRNOXyQ0155hFwbqwAZIFg82891iDhkYwZ48oIZ5WY/Y9sBFQBXXUFMdySJqXqf
4UWVKRNfSrXO89NeK2CjDdATKCEqSGzuUbdWcAmbFdIP/FxBRjThyhUjr6tZjqUpEipX3dWvOekP
D9I4oZWsd72CtxetDmj2egYorcxXfoEMBqPyqYLuCKxnK0HVuY58WwvywXNwGO3cxRSmdlCdbwjO
7b62I2c9mh+Hir4bshYQaejB8Y6A47tfeI8jRCObs2Ako93pCS4eXfpWrAY3fieCzc7QT23LvZnz
BRvzYKDFPGQUzdk36FpHHKitw6gUTeUJ5ukzHlBahDqtoijjEw07AcNrwM8d56zYl+PsNpHYl2ho
A2ujHQzUl7qE+o/hPPWt+xKApoWTrNXB7tXmxfpkmpzlV1/xItz1JgCuF/uSZ1+gq4rsNje8b9Fu
RvnY7YpaFOFZ75dvAPBWj0ZnM+qlNAmZSGB8qm3+SqZ67e861YJ0cTyrazxhwMzvlG1EXyURwOj7
Iw9fS7RnzcCISR8OvGznp5j6kK79pFrgd0uGEXSVbfEPBGOAw/Jyaf0FWj8E0gKtLNVlXY9uv0wJ
ZKuqUvjly8y5C8kmqU5SdSmO2WEmNoZKQaWX8LlAsKC7+yKYdxQZoXmP+0mGKT5AfWeRtN2BmR0Z
YgAArAOCAnIpguxH95GEPKL+QPgOFwWG5YQ9gMh21mzbCxUMSD0u2nCcyVpjeELP/YewKA9Nuq66
sz/Q5dDnNlLwIUU778W4Q8eggXzAg+tsV+kfDXj+4yIyTSmcFFBYfF98azGmN2/ddMEiQw0nOdjf
QWBOw562sKkeqori6AF9yEl/6hc2rwMCd8NynqPCZhK2jFCWGa3idw69IvLfTLH7twPfUj3vE+R5
Z1eLkr14B/b8O+2ytYISbYKLd00UR82NUE3/ZDA78KgzMdt3Uhx+g+lSo/G2eVy+46RnOMhSssPP
dqMwKO2HKW3L/CoEGJpxqjBjABgY5C5ALXZMj0mqCnRR265sAI/RyDsIJmN1L3dobc8ArOd42VyP
gVC/9ZFcUKF2zRkgjsScAZZ8ukszNU8ZSCx1S5hpWV5dDzDrLe82VtxLXD3sj5NtZx9IwuwyItXy
Ot5SWJtPRLWWXekUxTFKlgisShsIUR6nyDGoDWklDKvccQCdY1l3oN8GqTB/y/K23BHb0Kr+s+2z
zv2otnLB7qpoKO4P1DlwfZ0qg7RWfFlxOmxYQEdCMOJgDsUJbq11artPsFhq+6uL4BdvnNt+BVba
oJob7Y735womeHdDKYqKXOBluaSzRnpqj11mWwgy6r1i97IL2JUBIqt41Spv5F+i8wPxdFMJoZvd
+l6AE9tVzL51FUKQz4vLpuUKlUZcT1ntyfaEU5l/2QTBNahIu4UvHF+vv0kT+fQmkZjsX3KYvOOj
47qaHtcwobyNwtPfJMNw9qePoC1A9MCoswewh8gq4MB74dSwMbL8CbEpkPywq9KcaVQV2FPg8P9z
dl7LcePQun4iVoEBJHHbuSW1WsmWrRuW5MCcQBIMT3++nnMz0zPbqr3vPKHMZgCw1p9WdMxSgAEU
G8sEI8XGPRXbZRoLeyfYm/sXC0qnv9A28H3UmyGaREDqKDkOsRP/AIkYK2uF6MadN5WeI2auwuEV
xwEmADZZlQyHtCpljTspJDnss5OF8Y1v1b2zl4u9vATMOl4O1pw5CXOn4L9XnfaiH7kfI88ZsJ4X
sCQc2/UKLAZgF8kLzQb98YDXKrCYzQgzjiTfMr3P8aE4rBGnaeciJemC/mDVg6VvWeYIGcKl9PKP
qqAfW81Oa8vtqIzjbzwzSGAi22l8stOmKrv168DcqjajBZx7i2ym3lu86WimzAa8Lj0r3VlzjmDE
lbXnrZ1OIvvllORYFc1MW6Ajauk2h4Xd1wiQp1VJ0aNXwoS9tSmriuTrIXIQ4KWAPtAYCLSw2Sio
z21WtX72Pa978VZ5rWnBHDQ6PHQXSq/0GATfYYi9YC+ZjflMf0TQ0dxmHltf1rXpPaRJOe6nCqrn
mFXuZS33YmLtZyVTYfrBnzimtee36zbXWt5aixA9jRs28Bsrthw+gkUCbjsyz5ZV4136Kz047oxu
pbLDY4ULYD5YS51ByZYxBZnlSfdSQXT0oniwpdpUEbIJ2sAiJJNoWGJvlTZd97usneV37GeZvy3h
Vh6X2getUUMl8AJHwfKVnQO7UUsf+ugqyNB9G3XTl9FKcPmruuqeAPSbswrbNKIF6ubnlFSPcZ+2
lV52Bc39gpqwdX9VfE1yBcxDZZPa7uxBmS4+5KI/2qiLVNj/llY3e4fYH5jeOxH8kYMOMTyQdkpa
75AofYrqrvGfuhmmbc1AZl2uo6pHUaZjYU4EZRgiWKhQ7IM9K0VgYT/P7YqBY8mrSJXzne6suTcM
UNWrYVQiXxskx/ZBQ7sxNsfLGtTjfqnXYpZ5vIF37TAWBll7Iuk4xl3F5L+Yr7TuvwQIAetDMKMR
+tDA3QPSwIDPFhF5md4AU3gt8ZelEathqkNUZTHf/BbN2NhTATp8cLluBehC50+/AlMsLca4rrF2
fWxQVUxJZy97lGTizrB68k2l5EgJe5miu1LSpXjVXersSQFVSAOqsHS2lQu2thmQ7HLOeO6cHiJR
6xr4Ie+rfVWnBACyXLFXB36fAemEiTgubmhxbgZuYchsCOWtEAqdom6YRsJZwKGFwmBK4p0/ZMyi
Mw5FBwusq5ptLxzkiJMPgUuLddEP+g5zpddjjW4JVmG0Z8Z3RHzgkZlpeKiNxHToyszcJ8jFK6A4
KggSsTLiMDTQ8rilNM4OFtOJmxMUunpR8P/FNvAGC7F8V/pyPVjF4h4z5KjTDcwBq8FakFVvy3Sk
FhjdtkLHmgELrf00bkuK+GD6Evr0R2tQTjvej34Bh593Sqdb7ZeevRaLEbB85dA+6UxQaMiASVej
LxsktbOJ/IMzhPxmzeRlt8/DX7LOrGckOcGDiTRag4ZZ5+4NPwb8a8qcolg3/miQnLchgU60AfOP
Pmhl9W3SjWhWQTU7zKb0s1g+QFa4CWl6pVU60CyxZzvHAo6Ozw5y2UaKj9Z4q0Unly9JCHy7AoFK
yaXuXaJOc68Zil3nL/Le5u2odS112t5dtDTvQOJlsS6XNu3WblXHT1GmqehLvqwbiBK+fVfSU+6q
tOueEyb1MPplhkzc931sgXZ2IvrGfr+EO0rQJdqUUQM0pztW+Dpg0rA4VYE7H9yli9Hazn1FqZ32
wMvceW59C4JF03nmKc4ZM7pe9NbDBB0ukyQkQg0+4XkvRcm0r0Ln07Nlef28NiGQx1vVu5p+pWlJ
4SPM1rKJ4GcnBsrI58cymis0Xr5mCEXQYC7Zubajp5uSLe4FHib8oSXqxmMRdsNbi4Yi2bTSY3U5
6IvHQ6qDEp900M3msWZWEfOlkrlLXgNvTMYdz5ah3hSC1lfTtYG/zWL24XVb9HK6Ges40gHaDs+9
G7F0GMRY2sXnmMpArUARFrML8kj5O5Pm9QWWydVb0NjhRzU4U4MKuHJfrFJ337zWEvi0IKaybeVH
w7we0iV87Jo847xlp9G7ws9sCxd7TNAUAg5mysEa5W50jyAz7Ta9Cckro+yQ7TNsik/QXk0hug5G
n1x50TQg2v1cirfBM8lD1iUuM7TcGaixKGjX7h21NHrTxOmEGma0WiLGqz50Nhe7RwuCMemvzlg5
7Rp9SPQyMh2rQQCbpjFHAhvZls64vC2DPuRQ82JQaOoqXBjAycVrJZr+J/VzPp3qXIPZBKMZwq2l
nTo5pryFX71s8vzNE3hCwKTYeTZmGEErXK05QlVjLdOmk3HSb/2ki/N3XmCCNJsOddhM+OCJwOU0
Lje+6+XvDcfjWYxiekODm8t1uEj0S61tZLdeOuG/D5Pbyl3PzpnSGPqt9cXOL1Y5qGdO6aqO1Pzh
4mE45w1asw+ts8k6dqiiGcMcweXfZoQLLs9LDJW5Tv0MVAGWFzx4i5OmLI6gyVH3kzLIE7s+9Cfn
Jp+mqjlbttbsa9MyuivjjvAjUmvXRulgR7l728+yizYIBAefkJzeeE+ymTyyPTI2gcPCucAEjnhM
0eI1jkn2eunGfJd4XVscZBeXwY3hiLaOYMQQoHbdwsP7ttfbG07HROxiR8KPxzRjYB5h3D+lnaJb
F9Jrv45J48+rxg9hfG00U8++6lN7w2FYkJzq4G1HWpFAh/Zl2LK5L35z38wWWnIf7snskGDb/Opo
RhbPKI4Jgd3ismlAhptq32qr9u74HIN4O/X08evYBghfMVbS8vbsg8uwLjHRWgclbFR8PaowHm/e
DOtYjNYbSQ7tc6F7PTyqrnC9bT2K6MPvUJykhSyizVhFyc948iJ3Ffdump6mYLYAZPBlJXcOucgf
IBvqw9QBLXA+CRk+FXT7AqkJirZ8n0OXITGGKRyeI0xQSDGSsqP8lHJiLS5BJHZd2s/JcZTIf9mn
RDJuhHbbeVeMXRjdCRE5nFxj6DQPzEhJ0s2gu4t+L/ODLnzzLHoFPtJifh3rPrf3tq0RvIdRo+w7
4y+wP1O1zO4p8hDA7OzAWSg0bNsxQbOtMFm0AwqfAoEbKFg1NcleprNsEDTUdgMe4MmAiMdsmbmS
hci4KpVnnWwbWDZm9doSLzJEdPNSQjlWuxJAYFm3XeSwN6gy/5nyvSXrELa5+aplkJIigBGCtkNk
o/se5C5jMmPljpjXJKgK8RVdsoA8U4WNo9EfDQzYLzV7FR5Ch1zDJ2uaqzhZNVZYAGA0s37Js14o
ym/LserbXuQ5m1MRN68azxu0kRH196WZzIsW8+A+qSlmElTdDNU3R5eDtzZlP4qVrCrb/8ZggQbN
aIqOd+UkU8mnt4wtIGJGGeWsx0nO4c4NycHApRMs9W6au+nW8TSNDwK1JTmPYFQ2zXIKNjMQQlz/
8JoFyLgP675gFBXUX7ntxnD5OicqfCixKWkqZScLTgKgsryJvKiP74yTZOEW/Vaanzyhq/hxcqvF
1RROKi3RMFBYzUgn6yl8nBE3my9Q4vb3TsANbYnwsIpt0qNyYYNOAo5YkIVxFVcDsSGVLZMXwuZy
czA2+moInmkqz27EqOHViOVupPVjVMY2KizOi6hIsh9Q6gJgD7nAoB58TVbccxGSF7nmG+RkQVgd
fu+7rHzJA9gdPDRlCSBL52rvulz5fEdR0jtrJLD9HaQvfWtXe+U9yueLs3rqnHHl2LP8rgOxlA8w
n9RNEznL8Sawu/INxMrl/IKFRPUzyBrPhA3kbvxMZSu5pD5uieoibRapPYZ3KBEg2Yoh6NBF0X4V
6zhPc8WJ3MD6R5L/+hvgN46PPvhRvUt9RErUG0js2b96u93g+7TLU2QXib1NqXWRv4SFQQ5ZCLcc
zzG1Ynocg2wZ9kJU+i2DtyZ5dXFnQ8dvm3QVZEn7a5KT/5aItmGDqOxsnZkwf6ijMfxmYwJ5C6xM
I0GMMTtv7CDs5KYaatyh2q7zNz0Oln2bShuHBCL21GydWHXHfOxluIpQyck7tx/T4Vum5RCtWLwB
Iz2gUfUm8FO0zYNnofttlEsgf1YVLix4O4WvFNS1XvnYEQh5imIcaWj9UUKqaJ54Q8EQTRe3xpys
ePRUWibvZbvG/d0LynOp503Tlfb4fehcgMGirKf4EHqNh2VUXTx30EiU8msL8ijB/jiXDs64UD9K
bdwTOEU/gK4W/Y9qCgOcNhIMFKAJA83yi0pp+jpBsw27uGkoRHdxgHK2YuxnMW4cPykIeaOzo+32
8mlYh2nE9ImurStnEyUag0XlJeVzrfykQTRS+nrdm6wltd82Vo1SI6oesW3ysSnHiBtK9CjcCKtN
nhlw4Fm3i1PaepNNQzTfd35SUvXqRnnMeKfAp/jy2atYFMg6tLb7VyZpdf56COD6IpJqDNxcOL1G
6ZCMr8u0AENrx08HRF2Xz3SMc+8XQA3vIcN5GR3EMLRU3Sxr3tK0uM4a2lDyJj3DUBEPTdYmaD2L
qI3xAm1Ey6VIamMXo26n4DOR0qfidk4VznanTL2XNm5bxjeGDhIcP447kLTYsgbmEQ3DC5RvhRqn
wH0A8p9G0SZw9HjLdJgMQJQneaYvz89+H2EmAoOqy7Wsh3HYhksmzGroLiZpaQnI3BSjp7eC0HRu
QUWGN5PbZlxNJptPJe0eY9DzKJr2lbmINeGfxeMkeCj3poerOEKomYaMwK76gWy+oUGXsrrnAWYT
+ByqVgiQ1NU7W+VMr62MZ2MtQtCIO6Je9ENnDU2xiYuaXt9S/Iit9HT47roDRgNAUPTnpecMFOEx
2bMM7lywfLMcyhZdwkXUOVoljaMIK4F7F3ngGkBTvfqB8j8qkdX8M3j2a18IcUcDmy7rGr7paxxR
LK+9cakxDQxR/thhX7NXIXpF8F1guRVCcpAVDiXUvg0A8w92X4Ymo6HHLMgrmdzdlEaTvZJuMbPe
Y0USOHXSEJzSRfQPcWrND4ljV2IDOV22e79U0++yxYuyymQPc8j83+ELDEbzBfMRx1ToFrk82B36
+1sNZ/mjzCP8CkvuGrlN/CR/IlXV0Oy37nAvGwj6ixBggO7o2vLZm3ThbAlJQzMZL1N2EzGmDS9e
JYh18RsZ0PbbblRVbMFpo07swRayr0g6ISoC20qbNw8lEgE4+Hu67D1FC4lUkS+ivLE9qx03WkqF
ZSRm3MKjEHTgD15bhfqGvcv8JnSAccG0WEOyb0tZvU4MQZMou7K6e8kar7Z2aVWE9ynIJGdrKnix
3AhyOiMARUgScBEhNJkHlUeD2nu3Nm7IFqNTMXnjtqzAML8upYwfxglK7w6QUzzlIiz0baZ88Oze
bdz0fgw6qW+jyr1IsgdlJ9tiom7HgpQvPzAQwxzR4VDS0ABCOUMRx9/DjqqJ/yOSv90ARJe3m9RM
ReQykLo9csODXsZQravCic5EXKXD1kyqexytyXaPEp7Y/hbpyH3x+qx7Xzx7bFEoDQ3jtYuGZhWp
guoDpBNlbiWrIVeMIQyCyJ+PWhRiucUHU4ePOKvnZ7fKkUJMWYvr/lKS9TddEyQTr7HA4IfPAx5t
KrLQ2mSNbpFOpqMbbR1RclggoYoOkATmS+9U7iugS8bYoKFnUjVa4jBcx0ms35YwdJF3GzGLFXaP
9F0vqv+uqtxiAU4eRpQJ2elPhwoJArEDwVkjjJ7M62jlAyTewK64g/NxvbvOnuiIcRP1dwW2V8xx
KmY7on3PN2quJ28VhyViaQMEUXMmLJCDg+sJ/BKEY/o7T1DhP6pxVOohwC+Evi8Y4ycLvNCcJ39U
ZDO4NDUVeLuF1BYrZ0QqlVUhpymxp/Zr0dbaPXhuggYtp5sINjOUnlq3Xty9VLk0OOcGDEJwvkG0
NZ4rvGPb1Q1kTRLo7422um5vygIXazIMxcbWqe+ze0dViy6fcYKUW+J7YxYBE101NVBr5pYHG6T3
YmDT5RZMQnasn2kp1yZz6OAGz0kOY8FmcYMTPkLZnubW+I1qpyR1CZorvc+RzvS/aOAqMjSKiGyg
FehoEXCuJ/N9g3/g6+j0yGarnlpi5TrO2D7PnvJQ8i2oSfm5oSy+UpMO6ZFoL/MzT7AmrZAqtewP
TeB+l5U13+di5iOs07rJd6Ydmi9TNpXPQVosgBFjO78NHNY/DQIV/2KRGh6qJLWaDRHds4OuX6Dn
DcJJPstoRj0odei+Fklz2QrmICrX2O2qgvdBqYcCEFXlKm17gnR6D0HYRvE7g9XMXvRVEjWB1kqn
8dc+SvL02UXJBfPPvlo8t86UfMnLcJpRKfbDA7iwbvgUF2w0QyxCc4AKAoKXcV/KnbAx6q4aoMdf
wUyduencJbvv5whvLl6zDq0LpriXggi6CHWuQ3ILk0Zn7DVzWrz1SxNitRwthKocje+C5a03yEer
twDknfApXIhmg42DBINqFMEacnp8JSBu9nAhZtmZuH7F7L1QWGLfU2KeUEUkr+iQ0NLLZslIVyW5
4xVzl9E7Eorjdh+hd4qRiHd5+75wjlODidx9psMMk3XpVqj6RdrpR1QnU3qDYinmX/vjVB19smXq
u6Uoh0O7aM1XApmU8u16PhJoKIFXgvt5BUHXm/t8qb037SA3XQWMPiZDV4+A3JbCyoOUyEcvBSjc
vXi05z/weJT9voy0/ZvYjtbZTox+YigQ7DxDM018eRuDk6KtJ9NsGeD2xCKxiTQN1G7bOLW7DvJm
Jj2dG7DuA73UX4HGIH3iaKxe2XSr+4maQKxBaEOqpS4d9CrwkvQHO8Bgr7CDTepuJq8CqtjJ1A1I
sSsPiGDL/MkjD8BwmzU4oB76kDJR5eMp8NBlseU1hIimLSXVKs0LNhxTyM7/YohlS94xrMTJvvJN
dodwylUgiwQb8dGiymiAKqcDsErbHrpkIFBBZsgn176TMVJr9kTgrJcmGHEFyEr9vGirTgb+QOyX
LhwlBXs769sLivyeElWRI04I3C+5dBSo+TQm4bm2x659gqfCXVaGl1ADK81tfV+4VZ9vh6CS3/os
nskcpjo7R3BO1PJInr419oydxTjVAl1upXPFhOOZFlmZ3ID913FRgRldVBvg73wILIUWc6Mwmno/
aGf7vuqW+ExwT3Y32D4O7BUbnM6fSwx76t4PxsqmSuszPN9r4QnLFvdksNBG7OqslVGIqHeQ3cdS
Mo5Pb8BtEcquytALxmnHuFdjDY8I8e3WfgjnAWfV3k6ctMTNgxOwjJ/UTLZCexu6aILpFOm33Hjr
46WXAdYUfOHpkWF+ocXYZmkXFnWqTtp3v/EXQQeI3mmTp6bBkl75QbRLI6bnVJtaOw6ppFlI9U0A
lBHV76aLWzSZ8NXjeLJq5aln1OlLuHXqcaTyEikBCm7dB9FqcO35l0t0S32zRBQckAteU72MaVQ2
Nwk7odwMDJ94U2Q3iYcOJv/i02aTD39aphzjByeYFZxN6OSKgMopLYZjbpXBsq/ckfHPlyQRIJcx
LuP3ZfZ1eZybMXEPPWhnfFIj2Z83hP6xZzrdkpSbUWTB9NyzpplDXAW+jyuDLISv7eBky20X5jI6
4S3CaeXQoOLfgg1FBmGz+ntnhRQPQ9aqYnVJ6lbMI1uQD209AZ5g2plyqNsbi4TNaSVIf2H1LKQT
EGNUIMuJezXz10KimxWd93iB+FrGYY5lhRhO2fYDGb45mvphshdMxAqCAMVF9kUa7b872Gc4L5pR
PdnNUjHP2AHsnKEWsQkVZUZlw7lT0YirSK7yIJofvEh65gw1xRnGivS+dG7IBM6YNX5vLGOIOuB1
qxtLavVjStr4I+cBLNsESbgAaADZ2Q7a736UyUj5OHopEGhQwh9F7sjfmUbLiGfOc5bvzRJb0cHJ
G0sfoO+mr6YKxl3l+06377toMvfVpAldCdETPBsFxIdsAg/wYYoa/KaE/4x8K0FO+KnhC7xfak7Y
2yRA+oNskt2BvKAs2kJ068NSLn27rfu2fprnv847156+tC4k3EY7CSwm1pnKXydcN1gno7InMHKZ
4zJpB286RHWevBI3ktI1DKW6w8hK1snoFfW28GwZrFBaoFJNJTL0FdDtUB/Y3hv2LM+Q+7MkySNg
l61XtO0AdZ2gA7sAV7a77fBgPkPhQ027bWGd5yQBstVxiWk9Mmr4PY5+T3vKAmq2GXoKWnWQ4hp4
EEfafYw5NCLyobaH4wSGchsuPaLpiRHtzE8lvce5HdwmRGYdd2gnBNRsy4Iqp2ybuE3HrcVRv9w5
ATAotnQdmfXYgUqTK2IvNCQd6cMPhXandB92YXIxaLWtuHMMvgKoAwvcrtGTmTaipONa0/8KtBNz
hhYrqDusJLEhYgFGLlvFnePWGyePx19I5+n9IgSnZGQmweDt6y6IsZBwXu9rkkWXLeFg8ilpSUvY
kNlhHsUYQnEPUUTjhD6P76xA7/alj1oPslh13SbwwJqRzgn9SPRLCp6FZUHfBeSMfZ3rcYrua4bO
voZi1pvccQbzfXahvMHRZ5VR98LXs77haTHKkgeKvlEbtYLWEdWalFCiXewMKHKL5gSNq0u4AIIL
WjMbr6aWr82l7dlEkphgfrHflEflLdEXLQL8zhC38jloxLzBVG7OrdHFbkHoGqOj9/uf2PfR7uAM
AX8npo9mYwH2FVu6eHEmaEZdnMrwpCsQyByvOuZte2vhbyK0Ax0yGkI0E9hKmwWi3Sl18ZqXYxHd
hkVhTWi8C7EpM5+gAGWH/Fk1kpCzUY7LqaVp/1FjM8Ckbo3ZU7Jo6WCiwxazQoE8uPCUaIt3mQ3D
z3emutta2JHD4BOlq6fGi8FRKlF1vyvbNB810DC/QFchTTqIwfxhZKmDbaja6VwCbY2rtIpc9csX
FhSSCze/j+1cMb1ptvtn4iP8Bs94WNIV9U1VohRo3ZvJ03AoXSWT+Fj7XbhsFBRUsw0Hh7E6Iar7
W/sSMbSd68Sc2VhNvoVoQoVmsx1Y+8vgNve+KYd5vMUJgGFiJHvEPrYp3jBFU40OUHTdhx8EarrD
MaL8B/Br5eGLxdIRTIooKWMVLDlchomVHfxywASWekHyjmMgQxHcqbE/J/Hkdyd3mC66NGOnp2Wa
muZMzrsznoSJJggTrCxpvkPHEPLhjjmWQBv3748UDPhd4bl4QDeE2puCwgQEBCm8jvzZqU8B1gbr
SNdiHHzBfV1sW1iomiwILDSAEikatVVELWWtFSPG8p0uaJxYWSms4DrVruVs/CIKoxt2OYI8pWtd
RERk65FDY5ZxeECQT445H34TEmYSLyj++rVMvcE9x51VIWHBSZyOHGoJ3gy9ttmsyycwoAVvJpPH
5G7sVVwflMwxJkK2De5uIZrTu51HSLcLEuzw8XL8bmhNl2SdFnb/cxxa96H0iLUu1moA5TnNzBkk
hKryRcSWGc99e4vIpvS+2URJQAJLyxofgagS/RW1ZIKVOkBF4G0y5C6oYRzoQbBBElWqr2lg/B8F
Gw3qDxeOIliMB98z+mQ/ImkLis2okaGjBod43ZVN3kfHYvRNsCelR3d7NVKwcCCi4VBrkem8Qevs
KwI1J50NN3VV4kZOjHZP0xSLWIFSJ7b7sVSevnMq0P1vAYIu+6FHekjA1zL34VPW9G10pzBJgl40
lkVM+sJl9i2GW+ub7XWmZpwvf9tzEYD3H1SrIfNxvzjI77CH5165caK4feytvnKOA9hCSPiS4zxn
ThqTBC8cius2H1H2WBcrZAUZIW6oeePsOMWs2EPCW3nqtU2XqXRPyEAZhMkbDebU7UnNHB6ME7Td
Nh39wSBT7q34iKc4FuvG1DNuLkwItnUbAt4T1xWpJHqM8sb5kTVW3B6bsG1ClOmKLgRrr//GltKT
LNRD1pHjFIcmB2wI3BDyrEMS036rFw7ABv9cmeQ3SZKJ/i0U1NtgAzjgt3U6t+69JJcuOdQZSgQi
0ciNWkmAPOYDF1mcvxLRMsYXja4UT3XbNfWZEcBMmNCu13UPnWqRuy28MnHEJxRTszuWdNsXb2h8
KOqhA/QwI1lvm7JLvPIB2Hyablwf2Y9lXB8nQODVETa2wXhUipMcT2ROLz+90MgUWW6fffw5s9P+
d/S0Q4IhKhIpHI5f5ypbNTelHaJ86k/ohof02SnKbYkGjwsibhKrxYpf4qXYDbV9DA/9es2b+iR8
2f6vcNLQQV4kmA3CkJCrn9D6VdBMip/AULuZtOt4S4TIBl3IqTwyr2Id7z4dLnDJr/1n3jN37Try
kujtYla8ykO1uC1TBPFwGot23hrNABSNBAs+eGS6ID4CRBWKXS2f2mFn+cH3CsvaUZjEOcdYFKJP
gsz/NT3CdhRqUsbdB4IE1esgczmQo5PU9XCC/tia+ZCVv1T8jYCuT172v5OGL9ch652HTepPePWk
l9EeHLxJwyl8nPqXej1Px+AkrW2/DuyXtDrpjRvvS4IY1jXDHM/lZ4NZ/uNN/+P6V7HCACCJQ7oC
3tN3OuqmZ6Cp3GLnm3/K07hDWn6AOUnsXaI+ecD2f945IKZiOLbDvV/feZAyiU/0A+NXmvUy3C/k
ZdDsxGJP9oDioJQNjoLftJ3AztvmIjnuj7P72xmtXVPnn3zy/34OAHBCXF73ZdD0X4Pg/xYdrHsM
nobMshPszjlud1Bop6x9+vPb/s+L2Mxu4PsOfPv6o4KjdacCA8PJ9spHtHy37vCUec//h4vQqkID
UJk515PH8yp2e9+LzIks26/Kt3/hWn8ME/eTjOzre2FZUIJgBwwUuKIMr9arb6lOhLIhRSl91faT
E3wJ208ucf2FcAlbIC4hTFhSM9pXw83txigGizvZGR1q0281dlL/oIsD6oo/P7LrxX59oatPkRJa
9iFV2TlrHvv8KY9+O+pDD+c/X+U/ntg/budqqaWMLFgKbWfnTn846c9QnZfPZnR99sSu8p5lkhdw
lTyxwlt3w9nl8Jq3CMB9/cm+8dm9XL39xpqiZErd7BykXyJ5H3k/vfrw58f12Uu5/IS/rUhC2CZP
GR7XGD3I+J6XIrKnuftfrpbrV3813SUxLiYrwVXIEFwXNjEZ4TfPf/zzrXz2tC6v7W+3kuIT8BCA
ZmcX60lu/SI+EOPlJ5/X5ZH//QD9/3dCYenawmHlXN0J+oDGaoSfnS8pZCuIsxvRY8T9853850sJ
IeMlh6KPyu2fd0Ijh56ZeSjnpDmHZMlmhI3a6U89Np9c6F/Hw+V2HMkG4wYAKa57tVoCU9kimfPi
nPZ3oBtpdxcOpDmjH1ya77MEtYPnIh9ztzjnKPiWk+/tluF6gplJ0F4qYsD+fOvXWerXP+hqbU39
4s1WxA9KFmdbEH+WSgeqN95oq8FSxyyV1z9f8L+e9d+fwNUaYwJG5HeAQmej9s57RbJkGcJrfvqk
L+/s+sP5+3WuFtoStICmbVycc/JLSzTLOO1QBxH3pvbE6Smsl/m0C/A+/Pn+/voiry8cugGnnmsj
877+YocwtwW+kOKsKuuMcRJF3QPhejgBCO6znvOn4INO0dyVN/5dSVwTMPhnY0b+6xmHXngZZkCx
5/lXzzhzEznMaPfOzSYZtonFKBWc/bL67FYvJ8i/blXavoPDQDLY5+oZz3YYITrsi3PbPwH5rkhL
K2jS7O/RKnj0dgRqIeUr1p884OuRHoHD4CbKGV9QYPmOf7Ul5Ei8NADT/OAQ5CHoYztSIZjPnJkn
f3yx61uAwQzAZgj2ofMxtcXD5V0ggJmJB2sOoB47acpPftW/zqirH3W1GfZpOk9Evs0PA8bLeXpJ
CUJQRIsNoBd2vfvzI/jXpni5GLW1S7COchid8c/9qiH9U5YRTyCIn0B+Vlr/+t9fwOfvv0yGIoDp
ulMCskRiJJv5YYTFc10iuq3vf77CX2XOP74d7uHvl7i6B8tMMqQ1nx+oh1Z+eJd4P7nney/fjsR2
Q4sfiQAxrfrkPf0P16UTCwJJAaau1gaYL9mHlZkf8ureNN+JQ9xYF9ueOlshMUgf00Dc5GfD3f61
ILlZHmPAgEDmnFDC/vOFdVhZWjj95cEiTLovsUawJlGunLzkkzX5X1diMrZNt8mEDOaG/PNKYRtF
eoxb8eDFRK8TKRVlR3LDEUp9MsD6swtdP0dVTbkXF+JhIF3gnpxfC7iS5FwWbnHsZxVu/vzB/Of1
Agd8/q9mJrw6o2fABTriSTz8P9LOrLdtbInWv4gAZ4qvJDVbsmRbtpMXIXYSTuI8ifz196P74rRF
CeI953YDHaADqLin2rWrVq0lF6F1Kp9N4ifY8bNoed/O1YUo632OQJVl0qOGLA+WSnPBJoF7EWmA
Nx5LLZyX2Yub5VAqqZRn5F2diM/3LcrXvgOTBrENWQkeHUOHFtHbXqhNK+6MBF7Vkyp8FEd9cog6
Sj0RfF9rTVWSVUHZbqUWnfSbbF+2UMmCOnDFFtsooKTVSfQHW0c3iNbnEpQ77G3aCiYRqyrTnyUd
L7Rma+WihpjCKil92EIjbKOJFizh9PR+0GLujZy0WxOp0AUDIRY7XtYGOxEwTUIDiizupOY5/hGE
+EG7q50y36YjW/HGmeZtC0ckeRbcoTTUYaUcIyRFanK8YA0PU2mW6vrU71bK5GynsOuc6dFpOnid
unZ6f+2ul653I0iaT3CSBoHd5XFLilBGtePc7QxdmMF+APuHMKujlQd+rVB+3jf2pYV46TMvrQ2m
lDZ/iZuv7nb5J8D08kf3W3oWV+YsmB0ddSkvaxcGRMv8FT24L9VLuspn9z/gS+3m6gNknt+8WzVN
/9KX+xbyqwLUPYBRu12zcp8oJ6zRihS22pPudPP0devvIqRdzWWxCDYgskaMX0UbMqNXlYlmmhr/
kXsP8c14CC0SCGGj27kF5E30Vq09XVuoQfQuRdR+4XmGG678SOiUpmfMKZXu/X/5ApNEK/taVkgS
XH7BWdZAw8M7sisKgcOVv5K3XR7PThNoSxrVf9ImDRZfn4RWRVx73/itnUbEg/K2JvWsrAO/VPlu
FxRU/XdKXLxMVoVhm3H8HHV/J+n8/8vS1y78Ns8eVXcaV/SvPZ1YKj3z1ONXUXdaCg0dTpP49b69
a8/ep42I1Ul0alyPg3WNFWBPZuiKO0a4qvTjDBJoOCHSp0k9YummoyD9S78vlzGX/8AUSWevU8UI
n/SY6QmNH59B8YIsXECzm3BMrewkTrPEGPNPN0f4zexg38AtqERhjlnBKGZ5PffL3Bb0dHMKji/H
owymfOq5xcZNcziiHVi+KqFZ+WY4TcnO52Pq431UPjzE3DZkKA0NcjZ9sJPOclIn8LOKu7g5+XOz
Pv9FbahZnEMIAu6v7K09ywtIE00JHSNtuJMiOdZAszJulfpb2EHQvAA4mTYHje7l+6a+UpnDUX23
Nch2dfk5zdRTKO4araLfC00Zm/LzQhXiA6CKbSMrgh2o54cuy/cUtdZRpz5Hp+4hgM3KhmE6mBYR
YGgNen3LMGHriiWFZi7x0YUm2uvKvetL8BcKeeckZBDhtqAwc5R+exNtLgNvtDP5ONXrBlC2XIw4
/qviCYLMBpeoPjFFmeynORickQU+8NOcoETWYDRWym0VVm+i1gV2dIpReVLiD6iQl0mm/qQ2uPEn
3uqUJzIdxMoCXHY3crdfP0D4HoUbgGQpGsLmIBgj9CQDfqzEXUksYTWaHNhga9URKzeO64QAQUP3
RuG5R67y0t+mlYncVihIu8SC0XXVzJNmGjyCBw6yGaR393fQ9SG9NDZ4zOb08AuK4sq7SU7/RCo/
RMa2Q2EN5La4uG/q9sCQDNCpCymibA4cggIJpJLS0LOjL6TRZ4Fj/PS2EHHRKn84/08D0xRTlkWC
Z1McDAxAdOdXZKQ5GbxHYVP0YE4FaEArzv1hXTsWZpAQFk9uUvEaRnyQCp06vcVQVxXwtchZNy/R
tZq7ieKOROk3Tekim9CEMEWX++Dz2x0lSG2UVjyAdjn177+0jPm26zfxp+7rn/cHde3DGFT/HADq
J5viZLhUEFJrpoulGEAGkA37VK+AU0RwaCWnkdKA1Adwl04MYyYszaY+kXiIDFxzeFLDAsESGdBE
ChkwqDvjgKzUQjVeSuNnBIjA91/pf4RqdRHS4al4I+rs1websrnOKwR3PaFEONgrsUcHYdYgETJp
gbIT4kRU2yP9f9govOIMlVBGArs5sAK5mURpupF3BPUiyBgVPKEc2/LT/aW7daK/mxnc9mpOKz7K
zfIuOeEEV4K/h88VLNh9K9J1XMqc9SEMI2LfD2u8adGlwhEyul2g/GnBRgrhSwmVahwtwtMfAEuW
GiGuDsZ7f9/wrTPw3e5gFtuU/LtitPLOpYCrRuraaBZSWs7uW5HkG3vyu5nBLCp6qjRdJMm7OIHT
YHJUnAQVsmmRk/3vUaFoeZT1kldQvoXG219BPRltQiP0H1rICUa+pjc2OCAo1puqyt3DtTBUEFfL
mIb/xjV2Lcgdcg28fOHXsdzcUKaQD1fT+4Pvz9vAnGnwNje5fljZobkjZRQ9VKH/q4OfCnzi5Mps
97yXU3ZsSWePW629rBg5g9dGTZFWe02d6KT3eGbwUd98G600NW1sobHzM2khxFb3fFJ2TSs9hMHT
RF+Z+oi9GysMV4VqEgoqPGS51y8NKsfgDKayMXeyVE0zuD8Kf5+FSyjcIaPLrawGdlIdVEWyDXp+
cR4js3zjXQtIeUJLZu/5iEv7LfhtxCYtNJNAbb19VP3SzEdaVi01mEtA4sKzXQHvOcO/yJSjbyBE
e/CLXbsx6JqCCiqDNqzSIyQpf5taNpJzujUzxoRXiamgI8qbd7D3EzqngfJIx11Iyw1QKrEgflwB
TK8BxnsIq5IYotn4XZ/5Y2rNV2iV/iKADlzqX9rEU0Ot9rpTSpC3rrtvKvk1zZdpaJfVjAQj/Pcb
ozpPTahZcwH6KbObJ9FG83eSsHD9YuTI3biUAHAQxPM4I2QhEr1cHbpvaJKSQndPz6SjaK9iR1Yl
f04+ZbAbGwC8YuLasOw4TfrDcEeu3+ss0qXxwUWfxlpZw5rh7sN4MstaCM6hWzDVn9C92ymoP+k4
Jvrb7/bLM89kQ7OvcD+JcI0PToOPjAntZIq7h7yJxkMfVBtEkuYCupSxOs2Nk94HFxw7kIWqMazT
oNzVtUZruHt9A62k6i/j89ZoTOukh9Mk+yFMRg7amL3B0NQAFRVE2tx9WvXFKHhl4ocKiT66+R1I
RO/7zuu0pgLwBKwRyRre20S5l/sGLJ+sw4AS7Lt26y5O6rJ1N2rwt2YBw+ClUqmyw4ifzlrd3Z4a
Usi2dP4MHFiZBFsW5qawLqBDPsKgmqWCnTVzOgU9uMxPgT/20Lha88tPVQbvGcQUYeYPq2CfvHo/
WPDJLvuTHc7TanlagUY7HIGqj0zPVaQ1MDnw8g2ysegWNsG+aH4oKHpXf+5P/9VNOfj9gU+FVs4o
9CO/r9bQjUwym0bhzP9VVz/+ezsTWSfLq3M/KsOQdVLnZdx2bbAvmzc1L7aTFJcU6e3edxthZJ2u
YnHGNFE5LwSO3MviYJniTGtKITwyJiOK5+I5OUE+mvEG7tJkUbRVvaTvcyTKun6rKcCBiDZwB3hj
UvSX21hseZhCHddtKhsVk2kzZ3cu6X3wR2FrV8cTSyRXlf5BTYJmGBZHGo2Kfu2KGzLWznkpbH17
MhMX/sitdr0zLs0MLrXWNLwoEBC7rlZnJ1wAXpXH3rfXm7s3YVLUAFXRx0+Xc2b6RiQKqi9uyiXZ
aYfmJatwPt2dvYJs6uH3f7sDL4wNK0PkK1HM65i2cOE5pi0/SMv7Bq633aWBwVE99fFRK36tSzOF
dOYB+MDImsjXHujSxuC4ZqIJOVLjiRvjmb6QiKYW+m+ezg9M39vx0bePjKxx/B1J723zae6PVrOk
B2VmPFQjh+zqxv3ahf9Zu4lyuXYlor9Z1ATippia1BVM21z5jjEy3utH08BKv4O+hXwN3TUFFKPs
EKeZwlc3mzjqpyVb5LJGxnP7VP07nsGlB+VZVNUB46H/bB04gm3s5YXgjJm56Se+7fnJ4FhBXky3
ccwKFlPQPA4JQfxE/Kuej21HaWyFBh4JXgxYhGssHffmopr2h5j+kn14SNfmVl4qdjaT31D9Mh1l
5NIaOwmDaAz9ehjUZCzLtmena2Xqjs/j2OgGvqPL6jCjn0vcdDNzFp0Xygfhtx2vVUuyISq19a25
g6rVrBx3dHy3tyUZTQIywKxELZfbMosD1de8U78tq+lxdXLkZeaAI5mh+jTiVYYBPq9YIEJokQMN
IBJSh7cZafiemio7HVBxAhHq8OqB3FGeH/eoATcPmjJHyg3vfOJ5j44eonL33dpXAPYt0r36gIFf
UxEMDE5Bfjq0waKi6TydV74O3fSKRgZFsaGRND4n8uw8o3Gahqpg5hWWthaqWTov/+bCu/eq8nXl
U4n2I9g/M3rO9E2njriKm58JTw5PbdJFwAAHm67JemmDoDsdOvGP/0tc0Bjmwfwq5zMfybIGGKgF
KyzLCYsNTdzau3DcRtBPwf2OSO4ZjfZweTxOqcyFsp3TNH9e5r4Nh1VmWGLwMjKpgyPyNamqBFMl
3cuERMNLvGqFDPI/6XRI2kWmryuILEJvBpBOAetBhqhq/CltsFZNi34dvkOFHh5XvYxpiIwqFahs
OVFezRYdHxtWpRZwqGkh5JJDHtLUI65xcNT++VZyGIbIqw7M2uCoCV7uN21gng5GAbW7W+mpk0EF
aJlM+TRJU6RFIGJa5DmyDfenaXDd/V/LxDnU7CUdrP7lOaM2ccxCXWWWdNFdFGcF/W+l7bZalKXT
+6YG4c6XKTLSBm9YA+z48Pma0sCo5Z0fHVIeK/Y5r9ppYCav1CFXMKWOVqn7i3p4qEhM98lbvf93
cKgErVX8qm6igxitkejh/q6ssrCP5YveziSwnm9h50BYcH+Qw9vna5Tfzfaf9e0+PU7o+oWtJTpk
uqVnO0PbINGA2DgM1uE6Pc/bfH7fonxzoIrEPW4A5LqCyp+1jN5Br4sOkMTl6hSVwmPxIUdzF2kE
+c3En+08ykIBjZ00ZtvGDEaHdAocLlhC1yy1MNKNfNLgpv9nDhTSybxEqPEOn9NiBntQJQjRAcHA
etW0p4MildqzjEjqhoy3t4Zi0rVFeO3tajIxtvcnZHh3/GOeh4nCY57SztCf03DuwcEQxgehAAQQ
vBttsD2pC8FYKShJnsv5yd3nE7rQypHD9HVarvYctaQ+LYp//AoYvi2+KkUKfVRYbpAPyvZ0sTkQ
ujTHYErblZ2LkJnpb3X5MPGg00QUXOf6hLChSqfa+aWTavrSZifzMYMrw3+doH57RIlz5CNvHEO1
BxTSGUOGELb/yw0qIKISSJEU0+J8gp1s6RY1HXQb+nBGlqF3HYPJAPFK+43RZ28Awl0ayrJKn0Dz
Eh9OD/kz5KJWYdOibz09SU+fuSUXIz50iInpl/3C3sCVNV2MprSHvcTaeDP1bzoT7Kc/3XYXPujW
W2op9qEI/h9u7z4UuTfOQVwLrySdw4EcH+rPjvqouo69XzH07aAn1Yk/pxEaJoRNjNjU+bkQ1kc+
J3VO4fScRFa1TtJpchrBOdw4fxczMYyAO1U/8nKPD2Svtr6FSmMtRux6NLW8PwUKVPdX+lZg0McE
fVehBN/zMDvftiffKFLstefpESKFhWstk7n3fGbNndiyRctON1y61hQlAnvRWM7vaH0srNeR77hx
mV18xyBAiWrg/rxC48M6siLLtJA0yKzCSth3f6of88J5iC15llqrw3Pzsd8nIxfcsKngnx34bR4G
1zg61koGIwrzbjlgAOGqeXAyKwnm5xVdyjS6WT7x6979uD/uW3fO93Ebg2DZhyqmVH3GjRKgZr3L
vo2fP4Fl6eaOsrxvrHcPV7v93zEO++oElFhOE3RPDhNjXSNAFZS7Y/t6dv8gknnf0jDfPZzOIaYv
moQqWqsMS3mkvEQvf6vMj/W6aNZuaeXqNvhJy3i9OY4avum5vo1x4Lk01yWo8DjRrbQgCYlKmLgR
Sbevwj+tQFOGI/S8CdPsWdZHACY3nfM3ywMfxvZBmbxjdkVlryNFkQSz89mWR4Pjmz5L02QS6xR6
NG3gs3IEC1Xd1eKDJqxPilMhHibN1IU8U5cC7KGGCtkCjf6/ZLAtFWSK8ApsK0eN7GyBkO/IOveR
2PWW+vdjBu4qrqBhhTgvPgTppvamZ941AjKWMzj8TtZZW0eOkI7M8+1d/K/JwSWoHM+QcxrMs6Ih
zDkrW/R73k+RJUF/en90N0J7zua/lgY+SZZpDjdj9tIMcpyDJNrHRxhkF/eNDAt3/xyVHm1OEwIF
cHUwhY14SiVU++LD6yyxgkfEGTZ0KkGMZK96twOR16JZPNuNhZj5iOmbq/fN9GAqTcFw3ZPRO11n
Vv1B0tfyp/Gssyb1MoZtwrb/njbJR5NO3VlY2COze/vS/2Z9ML161TQhgobxIf8spil6nxqX6out
vIrOyqym+WzfWHskg53FmOX+KF7tWoOait4DwRRd5u+/xXq+IngIRfCcOSmfsFae4aDRMy65zidf
OJm8Ft48LU+QHCzxUnmvEjLWkvcFrhl+giEqdBjosqKr+sDvG+qpgVQkjw5neD0nc5RxSsCLU3na
cnzt9k8Uzlq45MJ5py7NebjJH3NEAefqTEfm5UH600VTeVGU68BfxNru/r645ckMkBiTCe4MyM5g
WzSBW0OiLEYHU0IrREjIX2RtjOkgtaEcHkvi3Lr6e4gaoTf4PHEI3W9zSc10U4sO0bmFlukUW2oO
g95Emt8f1lcT9XDOQcpwpLEFzGRw0pQ2TNRaL+ODntrGB0y3ibCjhAemXnyl3yqzxD9FCjdOA+3i
Klzm3kzIZ+hElZ/n85zyHrLw3MxdBMHOyvVhjlyFb/KD+gTUB0maI87+rxtNuWO8Zn//02/ep98/
fbAksK6FZeVVXN2605zx5Q3s2dYJBpncrtZCsERPPFk0j8lIN+8XIPxqzvrNYCgUbq7Q6n4IO6Rr
4AOPum3AFWS9IGbv186OZjib/pt2XiJeY2W//Xlx6Jn34MIuLc3+hB6jePDVZaWNLOOtR7NKdfk/
nzS4AIlhPa8+80nlzGmn6rT9M1vqu3ls1dZn+lddLFI7mlHmnFN5frq/Dsotz/Hd9mALeVKJIpzU
cd8t9X346139++g/GWt9GT2gFLl2g3k5/WsXjr2Knv2ZttyCdXm0FZv/P5Md/3+5fvFfJpg63q1X
jTYietFlm0XJQaUhNltC+wlxDzTR0XtdS+Jr6UPb7ShQpdDDhOjzc9VF4it8M9F7oqDNPnKf3PIb
pH2RHeJbxMnXwn1zq63H3/GeSg5V6XUzsUhipGmiz6IUtec6F8dAY/2eH2xNeBlA86vkK6B7HYTs
5tlA+KQwkgPIMnU58SXeB+QvHEOAw1HJ4HpGJngsPzIsHPTXNewrtA3yWlIhJhnkpuRWCqW0KpOD
fHJ0zcpRCtadPFkoTzkUGXOpfVKdbJPra0VaGKkV5sRmk5GJvvVaoc1aB00pcjDpZ7i8wJTWQ8Mv
rZKDsNCljYxKgWplDxlNma3FrFeOuCzUaQyVYjWjLTj9NEaeErcSNThRqpLkHmkmGQb4qufKhqdl
yeHjI5xmdvQzeUEhZ+aPvY9u7Cns9A3lZD5g4BgcuDSWlU70GOkRMj0GWnQvGQzPtHjDZgQnPuRZ
kNRKGg3fJGNy1+6QSXwNAZ9n2n8LcfhaeyC5EqDOvv3hatBQdp9cNWbt81mZrA6rZ8FZqQ+eRZDy
+3XE9d7y+SCFAKuLiNjTtdf7om/HKa89/+xqbcKTlMCEEGCNWqEe29oWKvkK/ShibWssNLrxuqAB
DAQbkahJn8zAuZIBE6QKRvBDI6aNI2StYckVYowpvMGWkCCrZdTQgZ68yUtjusc5olnByO4egl76
aeZwsdiEHhPximGnljK0vr++4XgU386+K/yOz4qpODEUzOAl8wTOGQKo5gW+aZj0zGRSGNtjqJnw
lR/rMHRCIDpQ5J5PLoInbVUFDxS4i9AR21B+i1NFfYMyHVwceqU0dqqGL3FnGAkSU81JNC0Twe9X
hK601zxG6WqGxLJ6UOo4HQMT3brLwHvAk01PJnApdRADnyBEz49mTxvv2Ujvwetq1DRHhBZMd7aQ
fcg/+BxhJStWsmsyyA4lW/9o3rOZfrQRlqdpytLFsVzosFWiXwBAk3wPJQ3CwCFRDEJf6FF7knvo
ufiMKV3+8kyCeHZ+hkt05S7hX4SU9XSedspIAvgr33Tp1MFtaHDUAHiC3mHYHpZVrjoJ0Zk4OO8/
22m83HROuRSsn4n1k4mwHgtKwpmd2J4zWXLfW5b97Pzd7+0VxXzn4QE36NT2yfpBrmrPP4vWen6O
7WcEaq3YTu3VamU/j70nrn0UB0YxmbIJrRzcSJcHle7QKENb5/giZT/gkLWKchl6O+88Evhc33eX
ZpRLM94x0dDqEY4vlahN3dO2AEpMIwHInbWCpMv9SGcIpmAPXFobeB83ybh4Qqy5jdPa6dKwaqf4
mz5sNpsZbFTLP58U1c6rs209dH/DnTYC479xMi7tDxyRREK4oW/l+OIgMe5bm9lHn4MmO6nudm8i
mUCdgArWQxvunxEHdP0guTQ9uHMgCZ4YKEQdX6AvVtO/UvgYQqp+f36vA8lLG/1if3PuUNu5EW7l
+OKdDlmVWX45cpK+cLXDk0Qs1sPq+3KBNlhAAXbTplMS4SVaHHd/yGPWqy2Nrb9BRq01Z6wY2Tuq
a2tE5X01HjKjwZyJme7WSl4JaDXCBVkuewrWFjLx7KPU3xptJPC9uUL4pv6aMqDDGpy4o5yrndDW
WIOw/1TMI+NVaZORI3AjxjFFWn1wghxukbD2co3arpGRgBSEl2QaTqP55GFirf66DoCCEUu3HAjz
otL7TNGTh9alIR2yRqM4H4WXM5Wlc7oKCsUqik1W/vchMyP6Zmgwb0qhJlDEYwgRJ95uKNKpInzy
huWLnycUfO7v8Rth6qW5gccqikotjrkpvKzhkn5qpvIehnOL9/WnZE/jqb3S1yMP5VvHipAUAD7x
Eo1Gg5nMlUw5dSoDPJn1VIc0V+Pdfn9UN/YeASDqxoAojb4cd7lY6akoYdOP3MNJz99yP3+Avb6y
PD+a3rdz40RJIhdgPxyeHF+4+m8eYmIETVAjq3mIi2QFgP4RKfZ3M/Y/lKyFsqGeSbI4cqxuZKXQ
yP5mc7BgZ/XsecokcQ+b2SOcO4AO+eNs/fmztOZLi8vWXi2OWzS7Hp9Hot0vfqiBA7kwPXBXUk5F
tURc8/D+Ltqv+vS1seF9XmiWM5stzSmf8PHS+3/yDTk8sGvV0a3Kscs5WcJisU4d5+/i/gLcuG8v
vqjfCN8WwBAUE3GfzD34vrnQOzRHNPEhO0tOlJd2Ucgjk3/THE6mf1VBLjkEPQQSmvVy5LqHkCS+
PPUrjd6cRViuU4qN90d263KlJ0KiKwP4FEXvwdBQyCzKszpxD9Uqm9iFy4QqVoyc1ZLW0F2MMLtd
HJHr4YJ1KcQdkW5+oY39V5PlVvKD8t/97xn2iPTBxsX3DG4PWPuh2RBk9wBiTHrfBKodzKDP/RsA
abGPIzdjnxcY7rTvgx9cvTDta2GNvM2h6ObZU/0gSutfGokkbdP+tw0o/wyMpmPAz1RryDpe7iHh
XIpRFp68vqy56SxJmra/f69fkS61fzcLZaxN9VbURiHhX3uD90Rw9LRa9LHXBMu6XNP6GK49BGlR
XhAt/7ggP+B3Vi+Pc/IUR1HXtf8oie+RuZTLNcLLANiElRFPUcpA2OchPBojcc/XA/Jq9r994SBr
0yIUdxTrwDs4qg3X8YyiBx3jFuHlb3dlb6WfcuDACzz98/L4OHt6EOanrf28d94368Wz+uE/+k5s
L47T34bTWI21yN7ub8XbR+Pf79MGl36sGGmneqF3kLV1IFvlWwERfGEhjhkYKzgqklUL2YGcL2Xn
tG/1TfZSSNb5V/kkxHZr7FNvJBl/I+HE2fj2QYP7htyI7zcFS6pBe3T8gUzdVDMXyjF1mtI8aMks
oXtcIfck5nB3rIrUgWff/JNPNijWoEjkjh3WG3csiBAS9rzRZRXancs9DZj/nNHQ6h1Ee7JSp8W8
e5N3vi2+N07kHI82Cm4jJ/bWVfjd4uBaamPZjEov8Q5GvtAzuy1mJyduf5Ka98ZymLenm0KEArFV
37Q4OEEVGd5aa5nuTJ0pkS1Hjvqcbz3Ajua02aId6xjeYyFSDJh3yEdYp842X+7vwdvuUNN7Ptge
6jNkaal6BRK4wFnyct7p+VRAVzxwfzWuncnkd+NgSYF9Lh8NVGMKWxsrSd4KfGlWo6ER8I/CVTTw
WlqtI1URYx/RWyv7i1BNYKEgIdl2OBu5928geGHYU8AvcgX0TYKD7Y3Upct2ar0DLa8zt3hFOSQ6
eqBe9rK/DvRe98L24fWWf2Sp5QoOOk6a8Toy4bdiuu8fMdjSXWr2DWudd6iM52pim5OFFDxMztYk
cdp96O1RRHckxPhUqnJLmSe+jjjo/W/4Iu8eOkaZ7k0dEiYJMPPgG8K0k05dyTdQCp1F6JeV1g/F
jrfx9nA4RLPQSWae9ReXt79v+PYK9JlkeBSg9f6KzL7FOedCm5SuqOPx7Ghq0Goi2MfFvJ5Of2n2
7+RDG0kd37yjCHL+Y2+w4n5hqNlZw161cs4P+Uu8C6flg7FINrrj/coXyrZbCfMt7E+wZ64Q2ftw
nZM9tuT9dA6nm75UUOq8VzWa5C+9WO7mFaK6hQ+X+zP6F/7eyKeQvMruyjC3Ufjg/hZWyhhc/GaU
+93q4PbzPY3+wRqrnmLP3n9uvM9qXtiFNevvwXde5vGytVFaQ89kugOFiroixbTtYQu/p5Vbh+f2
bV2N7Lxb3hWsNR2yBJ100Ay+yUTgwIwAXh78dO6VL3m1juUfhrL2zskYzOtGThvqpz6TD3egBAHV
IPCEgjrtTopIeq+Z+pa7ajc+Sla2vZUtA77Y/+XuxLH0vPHAOukIv1xkM4+yXAkF/5BULmKkn65h
KfI0Bc9umrNK34Hq9IupkPwt6VV8iAIHIQ9bV+0on59QX7p/0Hpjgx3H7PZytRNql1cNXZTBssx3
5eBglnP9tJDEfXOcB9pIgNX75isr0IdIGOgbjgereVYCBRFTJTjU5UpQ7FJxwmnr7Sbd7/uj6X9n
YAe4iqGyaYgEiG8vp1ZWgf+WmnA6hFXqnJFfJuGjVkt/g4ijL9P8oAbOfYs35k+hqKjCugRYmqfZ
pUUf6WgvPIO0l+3HctXO2qf7v39rc14Y6F3GN0eYF0F7jCsMJNtuHTvyn3QN9oN4jy4g86X5EGb3
Dd4eEJluIimgIMODl8WEAKWKPXSs6uJNM7ZxtwriX/et3CinkJjWFR3fDrXMFVunhN63XGRBdHgt
pgDESsewghdUVx9oyn7gTd1ZTzWo8l1sJcs4npavEmny58X9r7gRNF58xODgewCc3LriI1COQYL9
jLT2x30LN2aTGiHMbiKxad8UdLl6jVwZvWIfQK0zF3e39OmMbrK9O7ILbwyES0MlVqEdG+K2/jO+
b5L4eErbhIHkdfRqiOVkJuX5WL/FrQjswspgMDUED56K9skBSHldr5SHo3+yYek7SZs2eVe6OVBg
qxiLxfq3zeBMX1gd3IlVjqRCl3r0Xdih8ax1f4tuH2Tb2H2RCt5Dy6BZ3l+zG06ECFfFidDqCrhk
8NjKE9+s4zCMetB9hUJvED615x95OTvLCBl7+7H3+NUewSFiiA4Wksa8XAaLVxsy/MJ6Eh/8NqBT
/pRSNp5Dl+jbp1Ae2ShXjnhga7CE6iSPzlJAQ4FUGE4AQa8nzqIC4jrIDivx8/5EXu1KjBFE92lJ
aEAY3OWuTGIEVA0ffBCciaZbf9R58fu+heuiYG+iBz4gw0LtYliqTKVTUEtSDU4RYIVHTah+f5eO
8LzPkFdcr4WxzXgVk4Nw4HgBsYCWFnj6YK2UFMI2yJxSyt84rGXtCODBQYPrljHv6OMlGL4/wuun
/8DiYMWow+vnUFDSA80+6w94oua17dt/ghnC3e3U3lfW74Udfjqj4PMbq9cn/bjUaJsE1zG4eJB8
98PA9bMDrxvnp7lGRe44s1CX+1XO0aH7PVZvuDp2DBQwBUwxfdcRj43L3eL6iY5gaJMdENmj2D2l
t86zu9BK/5xHkppXseXA0uDlHqCTTjSEpcr/fdKd50q0ntsxnO7YcPrp/eaStUCQEbTHCJL26Cyr
C920DpOjM/JQGjMzvMJ0IZTzo5QdsqkbWW5AItqcIoAm/dBefH92fzNeByP9zNFvR5FhgsP6utW/
DYo4Ea1JUc/Y/vrPyc9Z9NMsttWSXujnBmnj6f9gDj0wQBc8+mEyGgxOL72iTMFdHsC9Gtba/5Ul
s0J13vTYenYdHQXikTj1OtHCALGEP5EJJHEsl6smHtW0gN8iP1Bday0EvFK4+yDWezTIWtEoq75o
dpw4xtGuT8+l8HT6041FlNeJlsE3DHZO7cPIWsAkethw//QEIk4aWaVn2ylAAURl70/yLY/2fcSD
OU4Noz5m5jk/5DO4XNansTW85Ua+//7AY4qFN1HQQswPmb/kXFvOZjbJLLH4cQ6dhbIzXka5jPuQ
+yJgGMzfwGMigx3KiVvlh9jcaPq8fhdkdk8Q7bPjyiyAzVpjqcDRbTOIUQIj1cJSYdsoyUYSnC4C
fvpG62Q0Cz5TGYnFxwQynkgGLQ0w0JKE0FZ+AJXRRo/MVbTE4AETfzEpkwnVBndu2YQgEIWoOEju
U3R20B+2DAl9YrtsFkGz76ZjNfZrxDy3IKoNXzyKnP2vTM43n0AM31Z+eCwO5/w9BA53OL1ppCSj
HqYebCeWsYnXkKd2q8lMIVF0f/feiGdojsUfQUOr0h06OCuiWCvBCbHPQ1q9B5VdO3r9HKFDrY7Y
uXFlQInKA7bX2qK8P1hgwH6Id6JofgiCp05ZGAc3R0iRXL93HsGYKP2BGGxf6OEk6jIm1Rm4zy9d
EDmRDJZgpTyI04oczAc4I2PmrvzDyybI4Vv5tZLJvthorFrx3H2MbXv69Jz/Wb9nloNg6MjAb8Uf
fA65qF4+C48/OL9d1praEWnfw6myPVjAZ1E2jR/8tXH+y8ouTlY178x1WC61biF7VkO+XXDU7eTv
6T0fUz27Tkey175/zOBou50f1E0+KblU69/h+qOBkSNPLAglCMOoeFjIFa1kb2pY9HQ567HUzQ1f
Blsge4BAk15XcbA0UpHqtZC21QGB07N1NJXOjlKELe7vabm/ZIY7AKQjr+IeaUiAd7kD8iZSjpXQ
m+lyC6ZA+fWUL3tCZ6uIpgFkfQuvtgwD4dOpihonYGroG2gZqX9NGtSf14G6rio78X7c/66vrPfl
dyGdxq0PjEHq/xxcFTzmg8pAuf2QIyX8dEQXYl7nU+UzdIwFrL2dO4e+oU3tJnvoZKdJppLyiBJk
JC6M2GnCNWDwat5KTlr8PjrISqgm/NzTY/c7lMd4jG/M4eW3DuYQ7dwklFzxfCho3uWcls5PqgY9
cqCjf9OfvsTrdKvZzyebSOL3/Ym67l+Fz+L7RA22KVlGf5Jk3Zkn68+TvWmn5CxDqJ8++uTpy8a0
fr751o9f2lyyD/b27deI/WuIS0+/2jM08Tjqn1+DpJRgqud4kmlnwjTYhsJpt4iAH4Y5vbPuzHU0
q7HR4rZHzF47rkurg9MRKWY5UTXzfCjP21YjPjsVMGovIpo678+vcn0OLy0NojQZRmrVLxjfLLJm
j87P1j7PqmlHqxjCp87UfiBL/SGTwY7mpp1bspPTM7y28dbWWJ76uhdlMNf9t367/sw4OuuZdDwf
otf4QXn7P6R913LjyLLtFyEC3rwWDC1IkRJl+gUhqVvw3uPrz4Lm7D1kCZd1z8z09MsoRomqysrM
SrOWTDxrWp8TiApgj0qzgcL5vzENb51QNrDskmGgfw7rUh9A3coJuAWA98QH+OVvocGwOGnkfdzK
RMze4qiYGz8Tn+X1F+8XZv5hCNF7biCNd7tsLvRzoKtxWDYRPp3g8eHXhvtsNpEDBvf3d0lDN6x3
9A4SSVY82LHQn3ZfB352Bc3LBmA60pFw+7BItx+g+KEhTro/XiB+TIh7DDEFtPXJ+Y/8e3XeJI8r
zAoqpvghH36vv8zKZBXlf05uzV+A1iQgUswgNjSIOcclkeyl6Xh53r0e3XD3ARy+wxGlqpCci91q
tTrYjyPZbt/rzeGyTeyAoOn3tH6+vxHz8dJG+forqOMXkkbMPTHBPohmV70A8IXkbci4cUsXDscJ
lAe8iQT0hd9uNloPCq2qi/ESTrZXa3YiGPb9ZfwMsOZa+t8SqCtd1R6o1apyvNQp8HGUBDhFuLgx
SNc1S4nx3AQj+32Jys/Y8VYkdXOFMRoALpaPl8J6dl0UC3KyG0+vr+6vwDw+le4TXLyVCeZ5IJuJ
bLyNT56k3SY1V4TY9iUXyCXYwtsR42H9GJGtnR0wHHv5yszf1v1PXbKs0ozSipFMjIfSGUKZmwu0
KS5bn86g/Kdo+lXIdpjqjC1ZlIMWa2T/0S4LnNTbY468aYrS+U4VyIXPqU8dwRWvooGi+bq/oiWt
nQvrGKFBoxeAn28lFZ5UdKMRj5iXNnqiKBgYVMWedMiA/itBNKFB3WPvkvmSGumbJ+4aHtAxr/dF
LO7a32v5weHQlzUg66MRdBQdCfx9ioeBEL/4BatWx9g0usG4axXfgDcdL60Mnpw0wz3MAEtexsHm
/oqWrvvV6RjUZVSafORGDYK8Hm8qA3X+vPkH54KJGoS4MJ3zRNGtArS6CB7TpBovXdxaQoLmUf+g
RIx07XczNG0cr6VQTqLXgEVfZpCCVNE+nR8nr+6Rt4/OQ7HuyHnYnc+d+dbZb++ySN55YmE+4/5W
LsaC159AmU70TnQeAOtnK/MK3CjNgJlxHed4hqtaAUxGOmVk/27n1uMafRSJyTAdS0f5PTgjYS4Q
/Q3UlR5B5v2X/rcDmsTzjOgxA/pgSSuvJcyW/SoAqotI9aMBC6xj9CwEluo/FwKrQ+//cZKYZvnf
ddAGQ0lFrU4gJYzWKXl287k74bg5K8iIX879w6dMABhHOru3Doj25r3EDAbDPjKW+h2KXS1V6yMA
vOv4iJmptjX+KJfEd+7ry5IIFPHw9sMApYTo4nY3hQ588Zo/4l5gervOFMcr9U1psPrFF17SKBai
p0fGQJsCiDhqP5M4kqVW7Cb0uzTAlsnRZYvhc2sTu8QGDKpvVlvtvTDXrOGyhezmjWC6ujbD6aiA
/p4uEqmClfoexrv6F/9QdsC3WZXy2njIP+5v6VJogSARyPtwn6jpUQrKC1XUSHk9XVI0MY2ZLaMp
IGrPeCf/iiNG9mbeNtrgQA5m+TGCCsZxSlY2lllZ9+J00YH/1yaPrVBYhUT4Vy46GVKxTUvWzM7i
Y+9aJHWSUZPleVpLEx57O3Cj4q0pmv76l2Q9Of6FpC0gJonE6hlafHUg6yYAPtnATAOdC+jFLI70
Tp8uU+wYiVMOPBni3EqllxB4hvy+bW1Mq27un+RC/UFAyPC31NkVX11AH7xBmVF606UDMpFKss5G
E7Emm137JZhG+gCkfEAApK8eC/h48VyvBFNmtEq6khcLCBaNh3AriCSJ3/j8LZBW1RaAk/eXuRSY
Xq+SUqJc8wB7mM3C/FMPahjlT5GvkuHE6i2RZj/+Q1vR2cfDCmiIISk/H2Ow1k8lZbq4bm3uHGSR
1t1TeeHsFaYYzdDhrYtgfo6O/X4CUyxp18XqK7Lb3YnhpBYXDLQNQKXKuKjfL62rYxVKTwpBKzld
kKmXdKdZS4EJLghWZWXxEK/E0Pta561sjBCTARfoOJakhyHIiGHqxnMjsq7I4hMZOJFg3EFNE1ic
s2u+WlXdCqA3KAL+IpDNhrPPvv10/PilYGj0+LHZnDcAV3F8jtmX/NPjg28PGXlkgAyUUWmY57Jt
s7YF7OyFn8QLp4BuSGJZuW/ikFvFmWVgrBSoCggUaTLavPKDsmqj/oKIBp5YNY0PYQdPTLLj5k+2
/nwBuQn657Z1Qx7XF48E6/ctYNpOmuW/3L8rC/mX20+hdhkdBoWW+HF/eZaIdAT4BxEcPODQQpSu
0Cm94TerlzfMyB3q4+OpZPWp/uxjwlW83onZn18dss4BsH6MIV6/vI5fmP03jwJxZuGI79T954t8
VMnb4dCYIwl+faFaf3/9y6f990lQFnGK5VqNG5xEMb6kzbHUGLXyBS2+XSBl+Rrgh2m+jAUWFthR
nFdHNqd5+qrxyYOdocyz35rr9W/dNtb3V7Zg7G8lU9dVb/leq/KkR2BZA3qKx4vUMnwrNWIzAZCL
Vq+NZBUIx0p5SLJdWjCnjX+ax9sPoDzr1Oj81MfYW4m8xodfKMYE1pO03myIbK1s3tkW20dYRFaU
uRCb3cilY0AtmIYYvIW4XR1CM+B8Jc7Tn3P0Yntkawb2mntYY1j2/m4vJPdvhVJPpZTTolTMIbQ3
lZZYg/XL/egen+LTU77dbFaK/ZIgeZ0R3nlDcEhaYS7BA3mRFZkuOKXbD6EeTKPSZ3n4bVtKe77O
vf3rV/NkkG5O0Liq+RRZ51W2I+l+/5Yr9gE2nKD7AG+n1W+GCrJu97eKXt1u0WjLPM+g/Nz6+RV4
FyViK9V0Np7V7ALr/Eez97aGKX8wfV62J8M6MW438wPm63/1Ae3QjWka4FREAJcDiQzRHfwHNiEk
m4GsijWYR80X295iBxL3FKwYL+ifnvn2MCjzNo66knYc5AcYL/T6nV5cBECbeJkZlYx35E/MuVtT
+j07frXWSDfawZhNaWmnKOm5sn3c2OLmwRa2B1OEI7FYSs/cXsq4SXVRtG0BkehKUBzB2gSPPunm
uADvyjPanfb71ILh3mKi/+X3Sfqtnllz/Qtp5NstpsycFnscoPfn2w5Qg93cqIBuBX5b7XHQ8Q62
dhebmvnw8tJaOiAkbGkkdoKRH+IdC4IWdRz9es049p/Aw9RZUKYvztLSr7r5o9zePiLXCN+O9Od5
9Ulg+MIH2Hwf2s4CA/1+NtwJLL515EoHJiPg0niWC/xENyVWs3cdDbO2nnU+D+c94U5QBXTZ4V3K
uGoMTf82yleSPSDreDEPyRKQ2pGvcsYi34WNb0bx5OSdaN+3twttEzfHTre7VVWdB2kBeZX1Wr67
0h7xIFmBXZCATUW0Hn3HYhzqwpvtViQV7ueAIOXiBCILy3O9leKEW28tH73dyLKbP7MYt5Ios5Wk
//Fg86yW63Z7ABkfj5mVmj7x9qsHpNwylRwk+xFqtPs/klnoSGhcx2T027Qxhjo35hulpqumXnmY
uE8rM5k2XMzyVgtlqFtZVPwV615RVAZkjSsrCskrXFRJHJSfsNDN+UEzP/XHtxx2zLp8nQBvsGOo
rTSbhx83BojY4H+dOYxk6lD1MamjKEOUJLu71xapzdJ0zrF71p/C3lwFyOicNoHT7KQzqhY5rk7o
mNlpdlZrfZp79piNnAstI9iTq0+iTr/0Q71qInzSeJLBmG66MOVko03oH/WcT3JAiu7RxFuAsRWL
N/hKLOWrMBqYlqmEowA8laWahf6WhoXplatUMO9f3u8uqnubTp16Du7kpDPgNxQynrrP+XHMI/gX
zY8MU6A4evwVdk8VtGCDW304iBaKvzkqgJjSdarn/YuENl4eYEEd+VM15CxuXlrnLTooWxsgQdYJ
YwKiy+3VkbVJ897f+3LK44lJIA6ynPaX1hPBNc1fOEFi1eeX32RQxbmhHUxxdEWk9LIyNPQ5bEJG
SpsjFmSjPNx+zZ4O6EjDVIeNGZZ1huLZzv9Yl8zxsZ+6oPMib4C3DDnUeWD1Nm6aSrHutAYFy5ZP
rKhpNq3HVSbvpQdR10jGa4l1XyWEOT6+3dgbiXShqcw6oY+CbLxYnEjiP1FkRra8O3EWlJEh6qd1
vRVFhergLQa/YIDF9Sa/Uo67nW7uXGBhIWYB8x/jVs2q/GNdqMvCwsz5L7rDTujypuoGrAvw42FJ
MO9qMW7TQvck1gPjNbeJggedhp0Na0z7jRMKsYDXmIfuf/3y14AlmMjLeNRbcjBPU+bc38MFG4XO
eYCI8cB2BSEzXX8yULMbosafsIcz+ZtGPo7naa1atYM+33xDzEtk9+QrYrJWLXhhdNPLGIwATBDG
Fug5Zg+MoxnXKuMlardjbxeaCmiiQ92gpQu4r1rzCcAGkhWspOJPP3ErlgozO1EMxLCEWGRObfx2
DkHmPgL70Ob+zv7EUgC/9PX6qKsXlZXWBZhWvzwjyZZZR+RD4t0TcPIw82fsavOjXh1DuzYFZBsT
4EofN3tb3IGK7AK44dUld9R1t9puu9WhdB4bE/9uc+eRJzwZMXvLamRZUm9AHCFdNk8ZA3zk1lCo
DfiHCiWYLsL4mO3K8mKETtwHDBVfeGhgU67EzGb5KroU5Lo0qh7qJm7bUwmSo9VnQla2fZgLVV+P
iW2uG2f9uH6PrWR1/0CWTCHygTDFso5yD82iJ5ZFWqRSNl18zzcb4+hJ6EeLdpyUYhxSZwhbeDiA
tUE0RGA0oySuKdTr3fAiVCFz1AWyPbcrAJIHFeDweDhr5gdqdC86TtEjnIvsSbVi9ULNqkXbqmvh
1GGKXl1VbYIEr5+s1edCRbCjIcsrftUwW1WJAKRhAk8s2f1rmdTJdgYoafwUCxb2A0Z4i7WmmSEH
/ONKIiOqoS+ldrp/oEsWBANI4KKZQc3wFKECHaHPkk5KhO6ivcDkA9I4d0rZkg23u3jpBj79vryF
Xb0RRwU7bZVypT/w3UXeRhZm4oC5KaQmV4OefOU1DFSNBW29ETb//OqiyMmkNEmNtcmmxjljZpXV
a3lsfEadbnEPERnMnbwo2WIw+VaO0TVqpOdNfxn4JHlQldjVe1AzBN6o2G1ZcZs+SgUiA8E6bQNj
pcgjx3Ljs2ZQ2oqLAsYE4KvNHbWUG0eHqgoiOaO7hIPFRyulmJEsuW36Ip7zj/JD6kn6cf8k1YXI
4UYkteo0VIWi8yBS5ldF9dZ+cMKHHJpFuOMzIpRWGJNQ2ATDG49jHiylcMvsVADHNlsNhpt4z+l4
bNBOqQDz9k9sNMB73eqDOYxu7p1l/N9GYoPfjMfhKafxF6ALQBQfTFYKoqLSDPVVkq3agvSP01ZC
VbL5HQE1d5vxZtm8BMmnqnxm/VltTanfKHVtph6obexB24TbMuqAcdKYAHZVRxZP+oITwLbAWGGo
CbN9CmU3uqFFjaRCyUQudtNjLZicAxbjeJxHqvJg2w4AcrYlHdjsDxlGsF8GVi/agnO++QDKiCDx
MCZSFiLt0VvySNKvMfhCiTrtVq3K0PyF+QLgKsiYxMdwCIKubx25umESXzRiA2d0EUtHIcW+s4q9
ZDnRsXMqJ1slm50emIEz7dKL50wJ0oqS6TkpnrCP2q/BrBICHAyO4TeWYsCbr6KMTFIMXCeM+CrA
W74qHnHRNju3z3L2KwegvjrctcHKLC4MW7pgboCpAz4/wJUroH2ggpVULVTACSfDJZtUqChvZi2C
I6SUS4ztRa/3r9/ChZcEDdOwKMrNYAFUCIYCrJ7kfTlctIYLnzu8TomsDh5DmxfKB7ok6MDoA+Al
UEToWRXFyAPR09GmryU5AY+Bk4DsdQgsQDUVHam0y4TyKqr0YBHrUyuU0BTRm0mvmfL4qFbbugZ2
XcWti8AWJOf+DvzE/wS2m6YaaOLBXcOEC2WAIt0XxnjShkuEKajBqdK9rBTkVAZ/RGBhoFgJRGG8
pWvLAzF4ufJ5cv8DFp6mtx9AX/U0CmGQ0TqePgPhy/nV26+W/xGT09calZU1cF3BJCe+dTxJxx3+
CysHt3DTgQIwN0yjFwtITpR/E8tOFKQKz6kKvevIFnm9BXpj5zgR/qge+334UG+i7Zqx6gUXfiOV
0rymn4DnJKJxadc4CTomSHwoieQcnadzuvrTkH3v7D81E22t/WY7uBeT8QFLr+ObD6DuGfYC4ak8
v47hBwQHkD6dNbyLPlq0Hhl+dWmHUfiWARqAcXqAYt569jHnOdUfeUSgmD9TUKgYnrPpaUrXo7HR
dNZlW/CokgGlBrWAjPko+nmsIlTI6kGYLkFqSq/te4w2CiTfHohqfb68HDob47GATvzzWMVYKWtb
WdLnn1/Zci3gSr3XIL0pXWBwwm5KGPwhBiisRrAFI5QBsEu81gJTfArKQ2Df16uFEi2QmdC2Dcoa
DRCxdItDEsdqXDQjWqs0p3QDgej+FxoBdgFesom395Xj1K39how8Q/LCId8Iphde9Rrwmga8p6K1
KGx9lYj6XpM7koPAOGe83hbCA0zSgGsETamYTDco32SURcvpFZ4VjbTvPmTjqxqeDI2xooV2dLyM
5rSAroERF+R3t2dZ4oUoNAa8g0SeR7O3ldfot/o17AUHaPem4pTk1+R0Fm9Oe33VvwuO+7RCa8Nk
Fu/w0uW+s/dvGHPY2qv93n4fN4Itg7Zp8zKZ+7ft9uvEsGRLJyBrAOMXAe4AU0YZUi3r+D7KxfGS
FCfAVRqlZcSYtGlAOIOg+b6eLZSFQCVyJYyKjyoMtfJaCGE796i+Jxbg1i9EOzfrz9XKxlQ0ACQ5
YK6LLz3TYC+YzhvRlKZ1htSiBVMYL+KqRFgUkg9n9/vZnVkAk2djtX3nNgrDgi1ZyxuZlML1dZF5
jQKZKSmfNfIabVzhUDxHDPOx9FiX0YGtqYAeQYqAVuxEbmpu6rCtORJgmZWbKt4cgJTmN3jA1oi/
PKex9dfUKo/cRnv4rTwB9uKJReezUArD6V59BuUTOy/yxqDHZwAwXgCO76HB5orb6dWWj9yl+8Cs
5YDhPWC+bh4FzBMqDPVaiMvQgo4/KkYsADdAHbHs1Tl2ATdvzP/U0aHWz/fV97uZlnrpQQAeFyKm
s392oE7RhGLqUA8XtHP86jaSNe3lZ32L3n0V7QSJhXLBqrLjTVmBkvzyiNKIYX3NJAEAV+MeOgww
NmAPGpE6Yd3i5aX//WWUX8YTuOTToRkuocbXu9hX9IOiJ4/31z/v353lf/d2X3mppjcaSSgqCPHE
N1H02+cyQ3SJqaWMQVS6uByMu6HVfaaEpnOr/ojBhbbERgdR8FjqmLWXWA6fJWK2i1eLkZRa6SKv
HS7P7WimIIDAkR4L57snaJ9uMH6oSubb9hE16vu7uHhblavF0WclDtwkfEt+FbeuI2HOLF+dwxUC
d6u07DcR+rH+MjYJqiqszNriEf4tm06Xq5mkd2XbDZdOVdY9uCuND16d7PsrXPKzVwvUqMiNb7gB
+ERQRj//03iWNrwIoRMFqfUPxGDkBElqaMoPJrmhBoBPJw3DpSh8U28+fMnpiscaT+/7cpYeO4gX
/hZEqUo6xcBREcfhogu1nWaY1la8ikCDcpJhcDtA43AcIpkWiV9SpJkFkPe6DuUpT5GdUhs2vig/
G0PK0OBZ6o/bePVVlBpJCprhDR5HOaGI+STWeuwESYVGyQb9J0FQxqexkz8qTpcYrYR06z9ihBlq
EOi1eG1roCqizlcUvbHO9Jh3jXVrjzbi0jUG7NbBWkJhmgU8QmnsD2Hi7T3NELNPdZTw7ubMavpk
LoSKfSo5rkvJx+/urHgd2nObaW8NNpqUfCt8YWjRHPddnddfC4GiYFoD2gRentuFGFKXclxW8m4F
YSgu28UufihcgFyZ/1LSbPquTJvMddwUSJA0QFKNInZoatts65msBg06+/pjTfPhXUkSolTiMSnB
o7mo2wDH2gbMjSXvqxUrtqCitx+CqEiq8HgRw88F79b2AGzvwDKwpObfbx0dwmTtmOsKFtRZ3QaA
9VZDhC9UgD1GKMHcOcqmGANQ+CIJC6qAzTqTURuH2BRMeZ0wtIG1c5SZaBM1ybwYK2ptAz0NniVu
BLM58YwFUdaIPiC6bO4VXAtoPKxnsAxnFlJsK5NF5jnvPnWFkA8AQCcQnfFO/X56XalboXfIFxjf
ig1GKwgZ9+k/uKY3MqiDmSJZ8Vv9W6VrkFSgmQtlZG7Dahdc2K8bMdSxFEashEJYzccCgku0kEgm
gH0YZy9QQc58KtdS6Iq8zydjOIU1j14m3uzNZi+aghXBVofmKBIeysaa56dTCT9EUs6hjStZFlss
TDqqp9mucibQZQAvY4F594tlF+gn1l/i5jwcaC0Ab0fPvwmoBEZ5p/Foqx02xVuxG3CLtPcQoM6s
I6MbW2lZ9Mhbb0SxVjTfstJD15k+WGcGq0azhmbGe/HROwpm/hszRVt+552ZxnbxMP9eKo2UkKZ1
ZUj+t/jZrM81979uc+l0bmUGLmvBy5uLDDdojOeONDoDjV6PGZdRx+YCgdcsdoUtkwGEo2jCM1NG
HmJRV5E5B9+SBmwkvLNufUlTA6O9qWPBTVOQqAfrIVZPClhiXqf+pPjbOj2JnNNJT3Wskx4ghhrH
HMGjAtfvA77+BMpFC0EZxqEaCXBnIp5zxiH7wDhR/+atBdC76Qdu75n5B88zrimd6f8hl3LY06Bw
mdRDLuCij4ZBKisE0Ma07w/wq3vxGfwA/goj3KPlHZt3ELNZNaOaRL/d//oEMF4BbQYFJXDN3e5+
J4jY+7EU3HarHIvACp7Cc3ieraxmg6NwDwKsEFPx5wxTubHFMlSLVwvESv8RT7sPrk78oIlx+MFe
OTaWW+3lbbMP1w7aoVaDGbwLpvA1QfWyFSNYWrpVioEKLdodANFEI48KSg8AlLHGmZ9aW1nXbgCf
761nMyISEehTrFtFj0D/tdVXEqmt5tVu9KWwEVzQMqqw/72pPeIVgZAmW9do6mmsuZdJINJu2PQr
1HyAmA8eCJV4n95ngxShY1gs40L3UdEfRePARFwYNNyEbTDWylE/VRa2Yzs5AN9BsJUAouyj/hyt
blWYGM42ewtsrBbjJBYifUCU/vckFMpz9F4YtbmMTwDcnRUgUsld70HcTGa0ztwZeYZ7YgUUSy+A
G5mU0UmHqFaB0AW1twvw6a6l3cxQUFujpQAV7pE5C7XwCLiRR1kYrZKUXtIrwf0FCHzE5ciyohkK
COBrxmbOH06HStebSZmUZhrrNOGxMAnXKT/UJgcEo++qb28VzMBs2XhfnR31EKjaFLWKeV293cIn
eggy0m2H5aUPHuyFb/3rk6NeBHhnaVUazSeHyzI/Q4d9bWrnbD1acgD8hX+5n9TDwNAGT+Y8KGeA
Qnt6MDBCNp9eb6EJCuAx96XRKaIft5EKQodGQv5Lg4lo4Yi6TaSDywhcpejA8jFJ4609GAHupCDE
Btk8lAccFmi8Y+7xbInuKRFlqXRfDP1KxanO4AIBqFE9Kza742ysZItzBbN+mO2AYXF7ppWcb8Id
2XToqoJnykjnm6mfvG15gCm0JaIe/JfGEpwCu36sbeOI8cG1YQYB6bbJs1pZk9nYgCDQtq2VHJKD
D6zV0NJYlmq2RPe+jbJUKSgVDaWDMuQ2YO9rbMvDSjnxbBjbZUEG+juArI9InlLyQi7iqI17wVXd
6VP7thjdtsP8YLQ2GItaDkLAM/sfWZSGV1zbq3XYzUFIZwmPg9OvOgBjz/Y/W/sP6BECW9bsFiNc
aI3pgZYeRIA7/a94SuW1CWhXoQ/x7RYgkIDGnp1exMgrL0a011IojY5UyQuzDBsKcCosLTuGp9ks
Dr/84z96CV3Jol0qbL0wZBNkYd7WmqzuyQN78AxtMs8Zyv/ssYe2a4B7olNfxRgJtPbqdZxICRJM
o/DXbQXDENiNBdgLHN6mw33QHVbZeDFqQ8yGPhDgi0MmdWZpr/lp1nOCG23Gr8ESn6Vm81Rawqrc
c6ONtph14YJYyM3x0ORWCitmXbod8DnI/QIMAIlIqtLajp5hpEUgugZuhg4NlUzQOcHZIEpnvU6W
HPe1LGpzy1bnk0b1RXdc4cXuGuZwbki2/f94B833jDYu15KokATsn0MtR1iVdhSc+r170tYRHKq+
b76q9wzN1PKawwpZIBI0U9O3z7mWS4UmsDMRKgNYYWV5p/zQISZVdp5VfWlb35T+8KRxWWH/4nU0
UONBQhTQ4KAYuFVZz/OEuFJaEX6OIwBX3vo2TnEFVB6eOU22ZGCuZVEnKKh5E5ZTA21Z93a/Cv/U
G/AlMKzokse8FkIdXgcENCEusaD5zs+mE2H9SkGAdz9AYImhzkqp6t7z8+99i5F777a9JRLPVu37
YpjnI9+eTzUWInAROhG0zt2xPkk7386RqepW8kvIqCqwlkRFkI0IPuQp6WdRiP8zxOD1ZoC2s06I
uSbKp4bwcbrSQw9UNGzNK5rN8mB6RHDLF8b+LVqNK/2mfGqMjutc8LGoCoP4/SG0A5QXgjWCt3+p
EJQlzrOpLvJZuSsr2s85qdnuY1EsM7j0RrvWb8p/5rlQq/K8oHY7+7R4Lb+Ph/mR2pDaavFsmvKV
8fvf7SJdtJQ6T2hqNBYgxwcWUSRmUnPajlYF6Nv7kpbibhEo6EDbRXULfHnUeWnp1AaJPIquaPaH
eD2AQk6yPhugdffWm0feL7hodvkIxIQTq4JPd87O9vdGNnWENSePKa9MIsY/iwfRnkfGcxPhtgnB
ICuwIzt1AI1wf8VL6dobqdSBNlopFeKAFU/70hTR+I3kfWvV+/RhOKgIMqUnhsCFHNu1QDrTUzd6
JyoJlqkRV7D8XQH0twe7ONQPl/Vvhrou2JQbWZTJjyagfwPQcXYvIP3Fgy3eR0A/YvX5LMVBN3Io
q2+AoayRK6wJ2O3FG29y6EidNps/IcK9tzfRyS0xI7O6siY05Z+xgoiBA+QsQZYmIh97a5/rMG5E
YyixmXJ7AB3dJU7iFePAFqIsyEBnD+hyMOkmz99wFVaG4DwSpLGer/yAR2BkxW6xaw48eMuYD6vl
9fwti3ICoHyQMqGYZaFxDinYgOgRmSO7OfWEmqxlcMxH1pJCgrFZn9kWFASR1PracKzaVqhEN1Jr
ourgQ33T0i9VYw3u0W0E3xcc7aX83DQugeeIctpt2sapEMmiK69mviFUMZFc25xjPFlFB7lGi4cL
ZxzeQtADq/K3TGpxSixnMiya6ILh/ZSe2+dsw9sY4u2AllXZ2XNySJ8azO+z6AaWDvJaLnWQeIrk
nJpDbph5pI2dWvnDWNn8G6gw+WZllOrzo+BrcgwJnNiYXUd0zfKKHe91pM3trDuADKsqPtqM2xTK
i14COjzRGB0YS0nzm2+g3IWndkLWpILo8qa3BY1BbPs2787+qSMlzCj6MNbDIeht32Ld/EV3cb3D
lLvoxBbgk50kuiWyX/EB3Wh7gXCHeRI9IQN6zCzVkWzg8a6VJ8bWs5SK8hmyUIhZo82e6sP9mNuX
gCeyekBhYFg9Aq6T5ZSXDNDVSr+t75UBSsGpJhcZdnk01dVkfQD9/1diATYnhHNU4Zmr+T296wkT
AYG1yd85kyvRQSNpmGbBJgMfAHVacCNsjk+rhzkL8p5bQCUnJ1baYMlnXa+W8iVyJWoDyqezue0h
MnJE9KLNKX/GIc66+eP+gFoTfcrAPQcZ1K1Z1youLPNMmfUH4yXRvsMUAbDX//yp7MpWBfLum18M
kfOn3xNJLU1qBCkKfewmarVor8i3GCUzm211VteFyaxoLZqgqwVS5nYQxqYNSiwwCJCRRpf1jAgE
OIZX/lPZcky8K5a4+edXqiLKnBamIcQpMYhM+IOcs2APlx3I1Yooo2p0aPPMvf/VRtkEmo+dmziv
+QYk68oEghkLF2XxqguYXgRVDugu6EZMDimWsuFU0c1eZ1oyzJi9xIDPkmyVNYC7qPdXkih7Frd5
b0glJEkCSSdTVZDzCOETP9vfIcsVL7l8TDb/d1WUAePVqqrETId3GqH5574ABtN9XWfsG/1kqWt/
ktUQqylac0BDJ2CQfusGeN1IwfIEjI2juy2V0E8ULdDm92yYktqdeFKMRPLNcY25nPvLWmpbAqUa
+owxK4DZBporQUoSYPIokeSmked0wV6qLJBsOt6UW0bw2wgPOt9YEviyGHLny/rDdFzJpVRfrfvM
SHXIxdjRtFcxzQu6+hAgdjr+IGV97F9Yqr9UGwR7HJCgQSCH1np6mlTh+6QQ4kBy+9FO1z08jYyo
qf4sU1MGUJxrvLFELh6lDJp6BbjR4Eei9LIG5oLcRrHkYgpDTwgvW5lCwt/jU3QZItZRLrpV9I+C
FxIRvPiD1TOs9aTNCsltv0Axtu7W3EE6DM/xU+wAuOL++S0u7L+ywLh0axz7rp2U3siwlQrBMLHw
pErEf/J/55b+cV/Solu7kkS5Nc6XMSTRQ5Kum0rngCbuqyhJIrIUcjH8vJIj3q4olitVjGc5HOHd
8BeeKSruNuiszPhhXFeX+kPb9BpRL/eXx9pIyqnVFe/pk5RKbpeaUZjZpfQnRWEQ0OLBnot2Zf7y
7+RRXi3A2HvhJVgmuJ3R88wXjob+j4foXG25h38nirrifGgk5RBBH7nH+AwGGNsDZ/TTyBMWIypr
D2fvcOWpPa7jBb/Jv9ekPwsv6CUKQyDSCb4psPoqfvoBPMzRq/jND4+HOqX4QT/FCTqpDXdodCDQ
8SRJClssjgkgeLjyd+iXLMX8aSmRuwLpMXDLAfSjfac/r1YXl1GhA+zHc5WgJVyFcqinbzIBTGpj
a2W4dxj1j6uOcFFMhOqh9YFsxMksopmf1+P2K6jrUXBR6+dT6rma+GeMV3kGRNvVfX1hiaCuAieC
poMbE89tZdGJko3Rb3uZ9fhYFIJ2U1AE84oGzPJbXREMYwTkUee5tV+Trnhoyn1r/J+zVICtwD/g
xJMB9EwbR1kZOSGZpuCgx1vlVTgWks1Hv2vjmABbr64Yj9afceqtNMpAjnk1oUNFCA6+5Btmm2Z4
NdZyZd4/nIWXE5IOMopzyKViSXSaL+iDNCq0MDo0U7ZJ88dQxiCpmSdkLEcrKp7TyidqACShiVTT
ppcA2aEVBJzMx6gr7EhFlXRkPa3mw7oNIm6/iVp6KRZcE/d+dIhkY1tmj1JvbPzk1GUs7V/IqgJO
H6kBcHgi14M5iVu1SdqZZgqQwwc9bKxSeymy3AwQZPooB6FPIDiIIRn+GArDhC60lgEvAOMwGM+Q
gMFFt1BJ6PVt+LxNDmiIWWGsycZwZWZFjr/ybcHi7NrSLTQBkWqVIt8EWJ2V6sRW41yE3zoDAIbG
p0C66/ZbKBMwGVEDZoEObRgi6YIHIEeGaF5TpY5k7a4TPoQ4M7PfkrKKdM3Uka4ZG8Ila8CFiNwr
Gk7jX2Fq/Q9p19UbOc5sf5EARZJ6pUInW27n8CLYHo9yzvr198gP33arhRZ2Lwbrxe4ALpEsFiue
w5qDIFhdwbXwNU4fE9+UwpB7d2VhhsXdoPH4Qyl3UWQw8VWPR35diy/vCtjI4QFqgEfHiBGZWe9w
jAa5KEnsFHH2B7yhcIz6x+siLg3MuYiZTvo5aBnqmKJVBcgtGWYOiDmUa4XyyzfhXMjsKFTaeiDx
gxDAzH2D57PmYmj16Va5HS1dM5qay7k1rDl9a0ubGWilDbRBHiBVE8xIPFSBJcsrYdZCMQ9GRpkY
TTFWjBn22QmJnedpblVljlAWdkWPUvmoRkgeA8ImHcxY2+ngWu2qaOM3K6IvHc1zybODc7u+Ucas
zpyEPX4oWWkx9DhAfTt5RQkXYq5zSbPTq3SZpLnXZE4e2RQlE2YVIeakecc29e3AO3/FhVhcGdrp
UQEDTRxMybnxypUkCfU6w8rUd6EueUsF6Md7keo8kNccpAWbDNj9f4TNLKXYq0kgJTkW17RGGN4p
zSfNNiUYnq7fs4VoDruIJhEgNCGkk+cmmYbFWEYNzsvvCqOSdsTfw2mnABITwlvJfezJEdAO/nQJ
Vyzh8gEykPPIqDNgfniW2tDHtJEyVIIdd9yVvmAmz2ioLTNg2j5T8Vi6N3248hBIC2eIGWgCFmeU
ZxCtz7YV7IF5x3ySO8HnaKfHL8HojqrCNYvB7ssHZIXjZ2quedZLr/6Z2OmzTpxPsQpYM4BF2xma
T/UnaQHi4AJnCD1yAqCDt6Sz3G853KjstrsbIv25ZUbfv9PWIsSzrh/4Qi0XIfvJFsx2ve69Ws2J
kjvCVjQUO7SjZxnsu/1Bt6LYqEPkHkdU/X2rBPB8xwePo7GfWdmrWq3d4MuI4/xTpr8/2ZZxyAFk
kuM0wt0IbknMiyPHhW5vQMe+6bfFTbj9CwxV4cistRbOy/gDkmUMrIPrF8jX4mwTQrlgIk3T3Mny
zBg0RKeDZ0S9HcpIDuXcAwj59W1fFEiQKpzQm4EbOBPYDbXnK6KEeq72BgpuQ+xuQ9czQ+JUGUAJ
1nCAFswH2HER66iYRdVgsM53tqCj4A6NnDvJ4DuRm24Et+AZYuNGX/Nop6dk5j1qKgwiOGDQjXkx
ITEqYoKBraCYCCTQB7tBcoY/e3fySovikg93KmfuOXtE8aUxhJzWjp/qpxE1ZYmHd4JVmO0BbbcW
nLlb32ama/fG58C9R99i2wSQX82X96jvSvv6iS44QfgeneiAdUWRdJ4CFkkawnglhVPmoZFlodFV
K1u7JAGBjwq8W1grdLqeH6KcN2GvKWnhVEEiHXrKfCukzdqztjDiwCbUFwUARsAKxITRuRg9y1up
LOrCyXeyMcEmRVvRUi3t0PMbzyDb0YofcuO5m7AbYmMtt7e8yH+kzyxypgtZnsoNpLOqxBR5Lh1l
PxhWrN5CF9/5ImcWWNW6pGxKLFLep0/CW7BFeIfGZBMU1eoNs4OQZ+8r8eviymQZDj+dBod+WZ5P
rFuZtkk8zQ450QhumeSgR2uEmQvjBVjViYjZ0WmeVrA66gtH38r78BuUT+47MUurupEs90C+wCbz
dV3rF1/QU5Gz88IojBpkFVbl77Rv5Q0b+hKa5Vd6CHZDwPV9+DA11GJy42lF8JKd0YArPAGvootX
nJ1g4IVB5eu4/1qacaUykCxyTbHe6JvUu5UQJbCwWLmASx4KUs5gpNWAbcukucunpZXPIqSfnRrD
1bJlH2NUc/drhDjLe0rgpWN9mPMTZ+9g3AO9Wxm6AnTSZIMheFuw4An5rlHdKGgrbw7Kn4nb+28o
rLxKSwE5Wkz/J/l3A051FOROiTRCsnbXmyVqx9pDfFDvRuNTN5sDXTnDSR3PngoV/GdMAVfY5IEh
/3duabQ8a/IK1BsOUAQzo6R+syXaEFslIjHzurrMeZ0ofOczWbMH13clPUy9qHCS/ikJ//wMH35r
YFKkPgy6x5l6V6FUkt+7IG2ouVbfhR/49/BV9vv22dtVgx178po6ra1/ds5d2XhSwfBNRHnrMftD
d770KPjvxegbos+jXRttQnCIAX122IyYf5NW3qzLuPBsV5C8Oz8BRVd6Kiv4grr7i3EZ928yGGlx
NyqdWY22Rl+y8UUq1sivp3M9O/cp66LhJiHPNCEnz84d4/x10JKmcViXWDnGn6W9TFMj7jNee3+u
H/zFHmvAacOzLMNIgLl9DicRUKUpCkJKp0jitzzy7DTHsF7TvFwXM5m52ZKAOA0eCEwAIxj8fW9O
Lk7aax269SCmGtD7qzwGgLftMpTE1sDZltZzKmhmb6MKW5s0ENRp8lOYYdw20W9HNVvZtoX1wAmY
kmMTCr5+0fagVrmWlAHWkzt5j/4y/5nmdqavlZgXVAGKAD8DTi7Sx3MrLgUqmFm7oXSGFzVGr1d5
LFSr0e3rp7OwaWdSZpc/J13LMnUsHSqiYzo8BtaInPF1GZd3SYNOg/gQ6URMlxBRPr9LYADJFU0K
K0fCqORt1hYKWAGlEv2/Q25moUaMqHIjI2+jwtBlr+B9JURWW0drVeClPSW4YEDWm36QmVkRk7bs
ck0pHJGik0NTN2LwjQY3w6WBqeprSdxLy4p148kAAwpgETEEP4stwjTs5Jh5pTPm76P3nRUyatym
IqPQhhq00mVbIT/Gmf/c57b+0dXepgbJlOT44laTWwO1CEIbnuUgZ7nTe7oKpnfhKPx+H9KT4BhF
kWmuylEZtanYscJpSn1bp6lBvn0l5oryIe3Dyoiecsp9ZSuI+zgKbKbs8v628umGudag3pY69+OX
66qiXhoLYK8hVQqIfMwfsZmmNM0Y1T2j8HGH4rXQ0dwTqSvO5oLG04nrGrUSRQdOwEwHgLvo92lX
1E4ujaYc7HtARkZkxUgsKBqG4Blg9hVMpF9c3qCpaDFGVe1k0V4a/xa6boahbsj+yKkSr2RnFyzS
mbDZHY4zTyIpKWtHK5khN3d+/t3mPwH5uH4206+ZGXKcCZ4lRUV9By/U+S1GhaVvSz9rHFJ/CaCK
YTpA+jyZo2NJFp81lGKuy7sMtxAMgK0AaUQFFQkoxLlApfNyRSVd4/hso9Qh6g9eYmrVW13LXNGd
apfGgPW3hu/sSTxEu+wJcOZ6tIemOuRQqdvrn3OpNyqSb3A8JRDZMHDVn39NnMSDEKsBuqTTY01+
WHIT0mzFUi7JQHoRzdJAGUUtb6b+vprFAhgaGqcMUezw7tIMeab23+adsYQp34FDnHC/51CteSqS
KmzyxhntGvEBaMbQB4aJwrVw+VJfzuVMiz15+AFMrVVqDTlsQPZMtFi4CZNNO3JWrlzpS6sxScKd
RmyONpRfRTqR5CudmqNY1DhAEPKNWurvZDBHrpzNwnKQypbECSYGQdWcyqgqPG+UJa11UtOehipC
rq6keSd9Pr9g6pmE2ek3pNBDX4MEtLiAvCszgh2z79fy5XPga2SwVRmpZJA9y+BkQs/6+bkEVM/K
RglbJ1aT2+6JdPDg651eAtQ0eE78+7HJ38Q+2Q2Vu49HawBDXK/amNoxGsXynvzc6oAUHt9mqaEU
j1mQ3ZAxtoF+KKxhXC2cK74UYC6YG8CbMLc4DMPbCE6K1nFZJezquA2sthp+rt/ry6bI3/34R8rs
lc7Lsi/zoWqdZLxtPCNVMTWA91n99I9q0hvandcBx1bPjr2YvuR/iW+Ho+XJ8Yp9WVisBhYPhU4F
byIps89oM+LmLK0GJ5QJ19sGZN/XF/rrbsz0CxJgU+FRgphn3q/VAiFGzJN2QEICiNjKW/QQPjUv
/U19BMHChpgxCAeDI8PI4WhVO5n/WZsGXDBvmginGWTRcAORjznXPMGPukio5MGpwERPEt+QskNc
1eb1dV4+hyoedwQ3GCjG0/vrlZ1YAxJnSTb27uBIab8lgJfXgGifpq/yWkLuslgxgQxhLVNbBxr9
5oMtXZ0Ssa7K0RmMEeBRyiF/nNAVJlCH1BoOwCI+ogc63IyP11e4tI+ncqe/P1khuoSbVBSK0Xkz
j2uR96RmcyU5/d3T7p78blUOazkEQ46jc3Xz1R5qdDxrxn1kr3WdLnjH57s3i3WHkgoAboekwfhK
NiHAWthO3aXbcVO9VeZntR02gk0cZKV5Z2Ck2MpWbtzChYBbDiheVBvAAAMDc77WkY00LYDe4/RD
FxkpDbgrvIYioKp+NNFKGgPFS4O6INR9yOSXsrKz0rejtLsLXMBGIEmZk3HbZjfjYMnsXz830xAT
zAGqEwgzf2Oqk3MofVC0yJ6kOqMQj0Y2Sqo5ysTfxn0O6gY1IbZAxAZleIVsrmvX5UM3SYaPjNE2
zOXPcxCUZcjQInnplOgx6dB7kbKEi/3G22XVW8DWKBQv7R4aXBQGCw+HB6/R7DliVAyFMQxVJyjJ
rSbkNigxVjyeBU8SkJki0mlwyJEH/mXePdlMaaAJaoq66tS+lR9DF1Xb3cg42yQ/mF+6yR1Z4JHM
u5syMRXVBo4Ul44SJoclo13NJF7ap/OPmWld6OppErlMdYZ7EfDl5CCBJAdeWGAE/a5qtsxOiqfx
pUenU72Vbb3ZXT/fyyTqBCCKd0AjIgXl0TzdnrGiG4A+rzqFKqDh01Ck++Dg0vQ5D2VOmn3s38rN
PmJ7TeJ0ZAaL7VD7AgtN93X9Sy4rVb9fgqdXBho2w008v4CCVtCCjKHm0G8Wo+ubq/VD5N0JRnDU
grsErAXCJilui4O89/eqE96Tu3IfP4w/kmvJXH6V6BatV/pWYYCxycaVh+TSHwNyncZQAdbxKGPC
5fzrorKSszzE1w31dwOivFq/T5S/f9XWLAsBYfnr9d24rFFgN07lzW6CAI6pjiSQ17cbuu9uHB2E
4s+fzuOflYUp00N7buQhCcwj2HO04F90eXkJxuTTKNIc5a6LOat4fexH23sIrEizCWZBNh0GlvsH
9PeVGfcOxYsu2fJt+z5+0PZWsEfVkmt7pPca2aZCb+TeaGEkfROo5YoZvHzqzr90WsnJza2jsm4p
STQ0ybScFB0fx72mHld2/vLRgxTUnlDAgJlgc+4/2Zd6j1ad5riDEZUj11VEEQ+BrPHeLznQoFS1
5mAkt9c8osumkunM4eOCCUhSUWFXztenAwJ6SIRWc4LiWzsIQEGWzLQyW1DyDds6uBvQFN6ID2Ow
suTFfT2RO1nlk33VBldqtKrWYPleyuApxYnn/+nsGIaKsbzJ6ZwlDMq6E4YoGzWnCWpnpNG2ZfVG
0fqV6O8y14ItPBEzc5xRLPQJBqg1R4u1jdbFxKBD/l0iKRvrbWIFcbOGrrXwQk4PFXLmODsZie3z
zZOSwo3RI6Q5cf4eleAGt6tIeyjxrnRCsPV7wbqun0srBEgOCP4m9kYMa5/Ly0hEldEjmtP1KVe9
V03uNqH7mGYR78tkxQNceo+nhluk4OA8a/M2pyQo+wBIh5qD6SfChRH8Jlmarg1qL3h/aGr9pQVG
uRDR3bTmEwX0G0FrUhBDOQQ0RCkD32v0kMQvqoaZHNUiUJTe0kXeWx0YwilYbL6i1C70Xd0YLLB1
5T1Es1UNdromsVYTCosOA2HACUZAPk3TzHZca4KxkSOiOmkY7+uCcReYogLOFwMaPpE59REYgpkK
+DOZMX6C5pw31UQvrShPnr7FwLCucvdRD3nb3MTBWmrsskgPs0EYstjoXMQbPu9EKIexVgAhpjpg
SuOaYsgV78oKQC7g1PsE5A7olLSH4NgJzBzE52ptimtRIU/Ez7anV5Gwg7rDOe0T8Pb5YK8NwqIw
Kw8DZNhN9Ebog7JyC5YUE53nFPiiaJ5BX/S5xoCtjnZ0wKPlylW1QYIrBEOeHtsrd2369vnbiCF+
vPuIItFWPzMnNFcIjToFvuITPHwLgLUPunHz4HH7Q+f29ybgGNbe4T+pI5iGZd3sX60f/nnz+fzY
HMBK+8cHn/UjuHfet9v77fbt6e/9IxjGzIPpOW8HYKgf7tdappaO4/STZ49kzrq2rgZoaz3WRh8+
0+HQUWD6SncS2jWu78+il3IqbPZiuYk3VmxQVUdBi31e7tHwKNNnNbWlLwHQUqqVPCt7dhPmBxeU
zdeFL71ap7JnrxYqO0oVpjgbJX5XkbzsSrNZ8/rkJet+KmRm3T1XzPO6p6pzACtbb0/cHqBaAmGL
DEpECqh1QKtYPWfAbD56XK731Q3CY2pqqyP6Sw4oo2A7mvB0RWV+yyO1UZQ4wjvjDR9Zv22nd9rj
9XgXVAdRs8s0WdnfpSuGmggYcGD94RDNdL+oWSGUAVrtClfkGkao/JUawm9sMb9dSNLCdkmIMBCD
nF9idBSkaOOKiWPvQC20exr5DzFV/k0tavy45s8xMAqTcCtEF8fjlu7it5eEY3b+4c/aINzSPT/9
kpkNY0OvymM7rVU7DI6rdIjAPtAIYV5X2d9Durbi2UNXEc8fUooVJ3zYg+nvTQfD+Bfg+nl58/Zl
P+2Y+ZMYHjoCdeP43b2lYEXOORLMQHa1PyfCn8i+P2RWc3hpjDXgmaULBfw9iaISIGKEc7YJY+Gz
NMgb4rSuwpth3yrbLGlXtGpxp0+EzHZA0OpS9+WKOD1sBUOHpcR4A+7B7HNlqxcs9+liZg9ERZEt
rmsspvH61GhohUGRIhpW/KPlLaPTYI42TQzMbJBYslQf2544iiYjULhph62krCUJlmwQkCxRaYCP
RDCLd35NuiRrPT9NiTMwtEy+YCYhf6Y9JkWRnMi+rm/b4vGcyJoZdFkEy0wZJkBG1Q/jtxiaeQHi
hWrNaV4yZqB2/C054/X+ZYs/cfiktulK4hfEyQGIHiq7qhKNwS/Mvr+HM9WjmKjrD9dXtvAu4pwQ
3uIZ19F/MNNuBv5WL48V4ujaMBwY0NmtOpA2Y05uK2SJjGIMViQuGFAgSQLPEgk0tBfMm5f1QaWJ
J8CoKKX0KoXI8LTV0/VFLRzXmYhZloAGmZyKIOVwpEjlCtp6VaRNRjtJshXLtaDoFPMGCALE6Z95
U208Bl4dSRBUFH/QGQJoez70K7OEazKmvz9RirEWqUdLyKijD6yloVupX2mHXtwvJDNVoMPjUOfd
xzoZ2rgeoN59TFLejsMTIQjxVSDG8whjHNdPZ0nlMOyFxj2NUBGhw/mCZC9NsmrsiCPImW+1fgZ2
25FF3K18jE4lgb9pMn/lAqtTID17YpAmphQEU5iVxHGdC21y12+kRMQS7YQDFo3yl3DzAgR2a2KG
AdqGcefxH2ptHo7H9yMzH/hgp/wG+PSm0XEZXGEdX0vvL27EyTfNNiIR0FQIrAdoj14/1UHPjIg1
IHFHIUbVB95qucqvb/2SLp3ugny+C2EJ1hdMwxGHYTCzfAjlXRysVGgXRcCcgOEU9wJnfC6iS/uE
CKipO+p413mPI8aoOrZyv5dMCBrM/idjZrR0rwKwTq3CTo7ddy/V30JWWdd3ikxbcaEwJzJmL3Kt
iGWDTD5GKvbDHgDUiKmNGrqDaBp/Il6+HZjR7N8UXtpwgp9+MiDSQbFA+sgxvJAZDz+7B1yfHcFA
UGCoAFKihusDB1nlE31h+ELgw7y2RmVzkQMu7/6/qBcB7BCSIhqaUea3uq3UoR8yisPWPNWWvZhs
vCR7yweykxs5uSOYmVqxh0uGBDlTNnVLoTyrzjYNfnokdTSmjkafh3iHCCgLQ0POon/vYGDcnxL4
F5jrBx3yuZIBsnzoSimgcGMwwiCmCijRWlTfu4p1K1dm6ZL+IwrF0nNRcaqVhaYJ0OeqfAzV9kXt
5VcaSDUHcbJm+E3f2tdV7zevM1c9lLelqcPrN+d5LtKLGWQGCXXeJgynEgHVC9I5INsJEWdh2suI
AckOKF+7NhmILd5kS+JISW9RDLj+JUt3Gc4V0zDVhznj+WBTqmlFH6sldXRhL5B7UfzR4ftcl7G4
v2hLIRjhhic3J5UXaKQNrZdRp/DH0EAN7FhluGGahpyychzDzXVxi0sCqR5q3uC2Qsb1fG/RXDDK
gVtTR01CrmEeLWOf9fh8XYi8eA9QsQEBHaiQNTKz7HTwVSEYGuqU7sD97tDVGPDcSsDvro9izFtm
6wzDkeKxIMjQqZuiMWL3AHxZDtYo4aFvI446B+8Fjw9ud+v5AE8CFVFzFNdajy+nEjTMG+ESoe0U
DX+YGjvfkK6vy6qsB+q4foJWccX260OHQM/bybWpSQbBeIZRyfp/OAeKQ1CnWS/UG2cmvARBB1A7
FOpIXYs4h9b34O1LNi6SjSuVzd/KxPw6nYqaNPDEgSo7zAkIIUQ1Rmv3+KOhWD6A+RvpCowooYvs
Id31ZoJwE6h3cAN6HhkeKKJHzC7G/OhtfjyL3wTYBe6DB2F/f98Y+n/w8gD9BQwHzDIAaH3S25OP
RAI91WIgiDjBSJ7gBD2RkoIKopfFlfv2615dbAecfTKBmqLoMPMB/DHO4yHRYaPxUsW7iIOIwJ6A
9+5QxtpK5oRP1/LvmN9kuxygvBOUfocRINg6joVfvym/8cW1r5nfx4ncNvfwNTEZuNqY+tuQ/RGA
il5v3PRAEif0K0MhyNnpmM/5EkCH0WS8rHZDZqkdeDvG3gbIEpcKtGULB13ZoW/ZzMlhqLZKeGAh
wmmAf9YRqETfJH+f9AGgMu+qxq4EkIgi+jUI46ITEFSwksrsCGjhvZ2WAwexXVsszvDaWie35uSM
hRDcwWNPYRVaDBsGwBVaaxRYsjsoFaNePcV0yM+eS6iiKMcd95hD+2M9giQteGJKamTNyhO1lLHB
KBron6fmITRgzO4UihZe4Kc4thL3JuNvwGQyKXwj1OQ4XiXAYuiY/SMGlOkB1PbWzzfj398qJ7/c
67VliN+T+zNwZt1HJjIRHHRXawWUhQwBRdcKni6UD4kyZ05oC7mmih8yR/E+xeEz7Ssgmn0W6aeu
FZbKEuu6Ll+CccCUnsqbeSVh0RdKnUMeZV+id+sqdhFvgarmUB+vdl5wsTCSjqsgPTsEYWfove2m
Ox9OIRnuazkCDk1vxJKlDAoU8IDY3HCRNU0eq8KMpfdBMkbXMxKB58VD3L6w9jECavUYbSNhbbJi
8VmY9m0a4kBPyLyVs2+6zCu0hDnxjvXvLjD1fBSbduq2BWa26vTH63u3lDKnp/LmVolGRPcLyGvr
2hiz5FXTX8UG3F13WmZ4+n3OYKkBjjAGFonuAV/oamtAJJdIszi/02+Y2yIfQAXTNILTu3eib7jp
IwiJeVByAELo+gbTH7J6Dw/GUKg9Jobf9RYVP8WgfCj9be4D3H51andSmbnJQN0W0EgoF6ERefZM
1qIvlkEElepw/o5SIAOUfefgByP72NsW/54rYtoCiEPvC/w9ZDvPDUhR5amQeTlzwBuvVJZ21NB7
5nj9e2HUScVH4H9ku+tHv1RIPJU5r4Ejy567xMuw7eiABoSP7Rv9VrAA3sOPjL+msBMTHd7AXQeD
2OYqJ+J0rJd7/L81z/MRAykqv5rka71dV+TQ5j06L1sDY2yk2vhDZdTVnQJk+PSgymaVrQ2GTrby
mvyZ6je9F9YgyGNIA+R7RXhjikHFnahgfhKcS9c3e1Gf4PmqACtgGAKfqXio+trA3BLXepA40KMM
vQLxXMxDehDIUVYKI1orFi2bkhOZs2cvVnKlVNC46yiKpW46mhgUm4tCMDofOKlf82fJ/Xt9mUte
PmrvCA+BKIS5iNkymRYWisA65gSaaNbpm4hunCx6ui5k8dyQq5XhOyMUlWfrAqK5pGYlo04YJkYg
b90uNqlr1Sp44LyV+ZXfyPlCSaCjaH9Ghg5R7/nFJEKLfvUKhgDT32a4C3eigUlEPnKPq6gSefxJ
xzvsAwUKVbjRFPgXqmBbcnPMbn5ZFZ4/XZ7sbp4B4BwbKVw5gKOgiiLbz3+u78qihiGWQ+IBG3MR
L/vAsa3SDoZc81OHudDgITpEYEaiQMEa+o+oLLiXvl0XuvTSA50fXcZoB0VHxswdEaWsQT0cQlml
8DSCN3KTbBod0GsZfBJpJbxb1K4TabOzKOoSLD4aFJrAJObylyr/GRCtXV/SYgwJfwLjjTqanjBS
dH7ig55EqSz4MP3CS9KAipZ8tdWu6Z487y2ut3HNGzT2iQFeo9swdRJp22sU4B8AZqdfoX47TEAB
DWCohtwqlfy19upNGWxytsnXgOgXbgI8BKD+aPAGQV4wy5FEqjL63YDt96qBk/5ddR8wOcij7liG
a4BXC7MIaMdDOzma81Ba0ueRUqTTIdPjyYTB0YdfUmx9fzPS7VCqPOx99CjzsY7MCEm6lvcj/ieY
5sMnrVu5/ot2beoNBGaZhCSbOKnJiTvvSWNd5ELLHMmzfM3Ksg2w/0tDQ2LBR2u09FCtPc9Lan4q
ceYN0ET1wtCfzFqAWN0bhXcvjazMrTHj9V1G3VsHl+S6Gq6JnN2sxs2aMB4gcogia1Th19dPfXyX
YUrZiztLFdYIx9YEzi5XguWNVdtPAvfuPqmCm8j9U3gPNCBmGrTb68tbslaouCFcQu/ABOl5foZa
IytViQyOkxAkP8qDxLadwAm6GAGgy94awbgubzG3hwnsCUVtGtr79YNPlKYruxTdE+hTm/gMGMg+
KILu/KjYQA7kH6pVcAJIegjnTxHAk1r+VBkjRehrpfHK0U7aMntSGFJUOpaN+VYAtpyvXfLaQZcl
5IehyBb1vuS82taU8axbw2Zasg+nkmZnGgt5DKwNSIrdj1os+RQLSQzskRGyY8LKkS4uS5UwTQ/c
fYAuz47Ua32vCFufOig+wYMKbVX2eEUyQxLXcsO/jU4XW/g7ooH+E5Q0ZyYgytvRK4qATt0nQbjD
IMBIdyT7BhGh8B71VuTnZvTcCLz+GqSboBoM4ECgHabZKf3TQDZytFaRXLJKDLO7hCCXBKM8780q
Ir1MhQTJ46RLUPR8LqUHlVk++ciFZEezo+JlL4ryel2tFw/4ROjMhY1QWyB9CqEtbK7Q/6Bz0ayz
nwZzIqhfrryM0wFebDoeRBRc8eIjc3yut6KgkDRoIEwMEtDXxOggFOJiDfNjUY1OpMxuRzMGsdiO
ORJy0n5IUIlDNajFFHwX8WBYa5hYGP8HECCqr5icRJ8//JjzNXUKwADxdCMN9laL5tfoccUF6A4I
Jh+8l3ilw2hxadg63BFE+KDEOhc2SkUYp2GFtH74zmoYcfWrql5lYa2pZemgCDwyNM5Ms9AXDjIN
YqVNBur07CkYHVb/+fdaN3XY/vrDTJ1Pwpe0dWtMR1AHWMxcK957gEDo6UuherzTPq/LmkzUXOkw
ZzNtF0ZxLkbiCzDHhyHG3DARao1yyTP5MR5Rg7mvkL5es8xL6TW0jv5P2hwTFfWQWEb/NHXSiu2U
7FbMgCwVvpfCTko/fYBquUapwbL58SGMfTMvJWD8jPs+Li1dhv8TvfZVZ4jVjvkvtE+4q9+53b2f
Wa1rCEC775HkDg5RsZfE3TQGPFZ74E7sgHXOWlzcB4wIAx2EpwImR9IbgFg3AxeSB+oFXB7M6zu7
8ASfrXWWswT0sxsA/II6lew/dPWGEcFASzwmqQ4Y+el2tbRWclrSS4abNiGUoH1jXtLr4D0qEaqm
TkJDI0zFWybku+uLWrpiIG7AwBxuNRIp06JPnnndbRqQxGrUiTJV5W0s6wZVAAQgJsgo5Z5HVx49
ZTIQF/qpo/AKpgEAfc67oajoR0lTu9S5fdO4iV4XtGK+TBn+t4/br9D8ypCcfcNPj6MkbUx5fRV/
NiQ22ufrS18Y+YSDjpkpBGMoPAPX+3ztPmCplU7Gp6i9pTQ8oWZCDpG/Jc1OHHdtHxmdU1dA+t6L
aHYbwd6EPk306Qy8XoPvWGoCPwsWZt+is0DxJFYwRyi2pA62QmERBCfDQwZ0V32DfEca/nUVo0R8
9QMwkWGtUn0JioXy1mm4MntHCqnvY2VAuOLHHxm1q6rZtQHw4jSbarzt7qfZj/EnjyOeZLt+rRtj
KYrEJD7DfCTSh1DImYfCmrgVsrZmAMPGPHMp200yPqrou6njx1C5k91b2bO88LtO/mrKU9jthu8R
KOwaqo3huxgMRp9zSal4KWsoSVZckv/U78ljT1ec0aWwDrUvlLxRmhJBLD+7MY0qeK1XVMxx9TfE
sV4CxlCMGrK0vNWGxGAqaBPDQ1Ib/lHRUyN3t8NoYn7GlNb2bME8gOEZji9+YDCHzN7i1pOSIO8k
BN4joEhAP7zG97D02kMCfjPAECYOzJlW+p6S5aTSmFOzTTNRywv1vaTdTngyxX1OVF5Uh2ANAWI6
6ZmFOBM6U8SuCarCTVXm6OmTpn9Nha5asVfu/oIZ0qdkGICs9AnYZ9rbE7sHLWlzlgnIBIghmpQT
IM+riVqgOyF7TmGejNbvQ7tH0zFqvn24BUxjeSuGDbsnVCBcyvX/kF2FMUL7Lg6UAgNjFntUcpEm
Uo3TrIVbqdi4R0E7xEjhJw/Xl77gICAPiJZGimwA4Ixm21vVRagWEbY3QlJIhN8vR4em2qJk4cGb
89eyD0uneSputqxByga3KhVkvILbWv7Mg1sNcNz/vyXNrqQuRHkzDlhS2CD7n3GW21KpcLmw6E34
H/xtDJjjmCTwnOMhm2kOk+s4atRMdxKME0fSk9KgQCi8NfKaQizNE55JmplEFfBWWZSmQMeR89cY
M0BDzNNS3VSuTbvqkOmcFp9Vg1DOrNealhfNHJiHKMwxMjnokTu/IFKmVHoTFLojb9RxE0XHGOQB
bmMo8l0k6ajs7bTmodb3ufIkANE3fFYwaN2seAuTfZmbgsnAIW8NFjwM6Z1/hDqoSlBple60mOmv
AegxaiiTl55RsZW89aT1c0kEWAkT9bgCRN+ZpDSTgzocBR0DSampeTdD0vA63EnBPetermvr0o34
R9QFGmEKJoRebz3XScR95QKgACPj/8fZee44ji1b+okI0Ju/JCWlk1SZZTP/EF2O3ns+/XzMmblX
YhIiuoHTaPQpoELcJnaYFWsBDLhtZCW4wa/JVB2Z12Q2fAmqy70wGoWIwxMmn0vNzRJHa39INQlB
ePT7+wQkQnjfp2+GAGSn3FnwIrYH8G+NcLeljPlxFylxSERZ/IuHZFnoSADaNZ3OjUkK8TWXyh+A
XFCjMfp9otRbSfdKXYEJb+Z/Z3lauBbeC1sXnl0sJRCXvcROSpoDu1RRzUVXjRDdDAtnTPairRa7
26v9cUuxyagNGaQ1m10kqn1MrX9oIu/UEBn6zb6VA6ffgAetf9iFkcVzXzfyKIZm4J3q5G8UvVj7
LLMhzNTvq+mXoIhuNm3lxR+fCrQUULWBOYKmhblcSgbpR9GjhXIKFCC43mse6qfKR7A2+J1kT+BS
/v0qzrsG/RNwwg8ULJ1aBJA+RNZJZE5znB7Ke7GMNgaMV1fx0sjCqdYKLAiVElgnVWt3kvKUo9Jg
WIx+yYcseh6s77r3exSKjTu/EkmxlLwXugW8A+bMxeZlvMd1PHEH+uyUy9EDSooumhh2dd/OMCFj
3wdI1Pqhu4lBXkktrk0vHiwrzRvLFCrrVNHGHOKvzwN6daiZowjlRYfMNX9bDcQB3d7Id8KmPOz8
Tlw71tk6ZWSAAXz30g8ZKiIASTCvt5S1dtb/iUA0HRX5Lpt4zSaKnY7i+1/rSd04TSvECFSpJCCh
KsyAvNSLS6lrRVOFGY8H8jEvXyAoAuv8y3B0VG8EZ6AjicjdzrffJpv/pIR9qF7c8dFywVqhlgjE
fX/7eK/dpsvfszgCUZkqnT//Hv2r1kP/6Tuyvusofkryq7rJhzN/3XLdEQEHqsdQO853cc79EPiZ
bjZcJhOdhZCEKNQOpfij96x9VQWOWe09FWclmU7l0Y8a7UE5GsNEeqfVzhi6YvtbrPZGQu0Iusv6
YGzRFnxMX9gfriKJFKQ45FLXj7spKbGvB5N1ynT9UyAEvl1V/svtNf/4rGNDwfvC1Q80eKlQmUtJ
U/cjj4EFtXQN00c0vNQ5eszktptEx6sbTGdx7tEwDWksQiYG/nMTBRouWq04sXRPRugDqDXN3K6R
fI+Y51aEsxgfQmGwBXlwTP2QFxMjU/GuNg1bNb/449Y88crjy9SZYkGLxDAoMNbrVVaTKlCN0OM5
BOamPXoU1iSUL+pm47pt2VmkFa1c1VMpEkAJrXqsw+yOMcEHldQt2pjb2DI078LF+x5WAfSzFYbG
YadZdpMegsDZwtqsns2LVVuEg6GUp4VV89bqXfyPGaByO6DPcvtsrj5FF1ujLbrRKikLJPl8yeQ5
Hig79eBzbr7+MiLXbz+Nxv62vRWaBi6DyRAC/yIkXOKHNCMSE2lMvVNsC59FgI/Bl8GdwRlfoEBv
qLIZBx2GsCfj4dRBVHPb+tpNhLFunmpSYUd5B1ddbFuiDuqM0/NOhhbYGbEfU6NK9l2swSp3G2Ni
a+HYpa2Fp2V+XhK6NCMc6w+G+lamz6W2YWLtrs/8dwbxHniCJXA+rL3EoxPinYIB8J1rRZLdDo+e
ci8pD/rWzs2nbenLGVbBEp0XkTGS6yOvlxnDUFMNrCwVnwhOHCZXXCEQ/ugUwitTfpL7X1W/kRFt
GF0SNjZhExb6WHindsxALVMWtR4rkcwPduxmSpiANsCYy8FW0LlqF+FD6sPQmTMPdP2xHlcij6vK
A0CkPjQFF9yeRseT3PpB28ovVw/Kha3FI9mqWZFGIgvrZ3+L+Iup/i6F/xJw0t/9n+9ZOODUq31B
jfgeTQfW+yDfVzu0l4bxLYqPkE/mvmbfvmkrdQPSvguLC1esKA20oDIWdW84d81RBdsimj7dlKOf
vxTUlKHY1aWnoU/3lRzcbZifb9eH0wrfvQwP+Aw3WZzWPNWLaUwxb9KJsiV9N6Y/C+kfxX+2is9S
emc1ii0qdhI/xKPiZv/hxdf+1/q7073wM9M0o0CKxgONJNklICNtMO6M3k3RANY33ry1VwK2ff4H
WQVx1uKoRpWaxZJP2kdrCwWD4HB7JVdvArP2s06NDqHe4n0YcQRaq+HGQqI5x2hqdwg1w8k779B1
u+FHkzvIPG0YXSn8cHrmv5oRD5ZkGTDUfWmZRSpxesLGyeESBR8l3A2TmyAapZY/GnNfBE7ov4VM
lu2j3CnL7620KRm6urYXP2NxiEV6zLHe8zPiVkHDyW71z1Ox83fjXjsMLkx3HtgTqP5KVkXYOENr
zt1ArYNihWrOkdy1C6rN0B/yEOc+RndN/Iq2FRhju0gqu5acXNti6lhpvcD8AwIRlg5iYWp+1/ai
wIBdXmSjgW44g55+7dT70nJUT3fy7KlpQkeEpbcS411BL0aEWLP9D8/ZPOQuM34J6fIS2pwVYyQK
E86eoUlHivZWcWA0xStdWX4yi42XZc3rXhpbxMmm3LW9Js3Gpq/zBFd1RCbsvzjBSyPy9ZqayTT6
qYBrJ9zwqsqN5bdEgYxb+h56qSP1/l3KgLHd9tO+yNxsSLbu0Zob5PCwniKyLHBvXv8Ar1XqJEgN
7xRRu0xUBwCOywwEqCUKbulj0+3b5KdZHLMQGaNwbwjf/r33uLC/fL/hEmVSMtE9xDB3SU2yOSQv
pTOK+0LrPosk/+HmLMbanQXewNUBqwVme7GxoxhFQidb3JteP6TxSZN/TdX3ynsU8+TgqT2uy3CR
25Oan6Uf7aDmPOrWZuV6reJAjEvoADUFFYDFgys3YlPAeS3gNpkEGT8H7b1ZQjoG6aDfQC05dLYB
X0CpRKc8lz7fXvWV2Yy5JwAhDmKLEP3oizdBNvuyxqcLp+hpVlsc9nBpU25hA9DDOMUH8z7cCelO
7veZU95t5S1rOYVJqEEBm3EE8t7FFgRtX1exrArzsdeT2A3Cfaq+dLv4bDFAt/PkrXmY+RFavPYY
hFyWaUAL4b2Frxw8I03iRBZOtSE6TSnsgLi0I4r0tW16B6P4K1q9o2zerpVNvjK7yAKlVFILdk84
5cnnQfokt5AaGybISBuWiz00lsSttVsFW8zx6wsMcA38sAQPybKYLQVhoExFy5sPo64U2sxJpdOu
MUGP281jq8K6usXiNx/YD0vMbPMMT5qlRxauLOSqDWaFyVGAuxxtrABdD197hH3i/vbpXXn4TGI2
yBAgk9dha7/2WU3e9nok8Oh2uXlvUqUww8c0Ne9MPXQk5bsBk+htg6vXZabGgZuEgQFl2fUsoqEu
R1XGTQu0QWgsQT/HgNKg34dmyhjZM3rrDmINOymHB8+Awhlcm0oFh6jajeQfmf9Z9r8qWxHAWgwN
iedMqAuyfSaQu16JwNdCWcki4dQlKFUJOy3jn6dIwXGR80mZXY/twa8PctrvynwLDjJfmuWOX1pf
7IMm+X5bt4FwMrwptesaeJF20gu77DSI0ragmKu7DoMExTgwavDzX39rmFQywjEF1pACDSKOddre
jUpImMGEQlKgiyRt1uFX3gpG2CAOoLMwF8wWqVfWtELLfgrgPVDQk+XWzc5Ws8+9c+YVNmMSUNlS
NwtgUM0f5fKcpY/5sPFErn64PpNj6gyAoGh1/eFK3CetEGbCadAPZtnsjTJ0DVrG3OZK+Y1Y18Zp
Xwl8IOJA1hIqTkR61EVIUOvwfw9UfNBu1kXXKmjghIKUuZ2RbxGorPopicVFrJx7TJnp+tuaQfT8
2K+xRa3C4SzfCYE43HfAr1wzyY++xcx+nOTaQ58HoxNI+tZDvLq69DpIXWjg0iC7/gXCGCRjG4jC
yePkWglVg4CW1WMLY0zUvAbJ9w1XsvYSYU1CaYjpVtqe1/Ymqx8HL2U36/TRi2K3/qvqjtZoZxQf
DC22Sb/FrW7j2kW9tLnY0Rj6qFaRsJlWtj4VdrFrmeVIfnrO7Y9bW0ukomcCaxrG6vLb+qrrGkGz
hFOle69Zme+LBMpMqI+SN4Y31MbfmPJfs0cznM47uSeP3SL1zGNJbtOYvWsNJ2rCg3CuD1IrO2L5
ZUjvbn/bmie4tLU4J3EYil4+n5N+mOywBXG/5U7XHtBLC4t7XmaNkTXFKJy+BY280506FHYCYNHb
3zHv9dJpA5bgtaDASaVuceP0Sm+k1CL00kv9OJh3/vDF9O6LEv55qeQB2QXPtw2ufhYotJn/nQbb
O9TyotShqXlUz6CFUzYhSSVYTuMhBKOIB3FL/mfNcdFQZ/SCMoeCAtr11SpbqZCzlCCv0L71+lNm
/Ai2JiFXX9xLG4urVCacxorC7cmDv9rb1d8m886IHZYwsw03VP5Yf8ytltzGdxmLYz6YTeJNHTYt
+W/S/jWtc9G93t6kVUd88V1LN6grAoUUneOt4IPE5FGCAFk5id4d9eLqj/99qraYVdcuFCOzAIfB
kzFTugjJrbJvwtYU/bOR9KI7KdpoT1m2xYix1lcm/gXTrlEwQCt28YKnoSf7VVEAznFLO3DoMEJP
ZuyK3evXAp5L8W7L4tp5vzQ4//nFeS9rr/AkBUhLmVnwM+8662dXSbC7WxsXa/XT4HsBF0zVHUzQ
YgXNImhMM9Rp1VqtGzNlFU7/lA9MPWQ9IPriIa6OgbWfeGRGiQq896RHr+n0snFy1h6Xy1+xuHVa
HliTEBhAsNI/LTQND82PyvpK+gHmfbChQxfRDXGH/DSEjic/8UuE9mmKtxCva8s+kyCi8qPLABQX
FzMR4RXv5cE7wSJkFzEw0OhYTpbdxc2GB10rhFGE+h9Ty2dH9yczTcwJiAv6oiZUZOASHjI9umOM
9dxbHeWolziDSdyUjpr6UrUbGJu1m4NAxMz1M+s2LZPZOipqLcvIf2rxOAoBVBIb3mBlS7mYM8ps
xpjxwF4f4U43csOcMv9cW9CNhT4OgTcvfgtKUrp6Mwhc2TqLNI5hVzjgCewX5pJCqv1WSYJz+ld9
YNj6DEnGQ7qLj8MLwxTeZx/C2ojJ4P3tkzufiKuXEInTWWcD4JAIVdayA+CPSaSUnRGcoYMfFHdG
Hag1eiC2Fj4Vxr7sN6KVDXvvLvjSMYxT1jc59qQwQ8ryLZATWxjPVv0NBUS3yh6q6NPtL/ywj7OI
K8U9vs/SgKsvrmYrNX7ee6p/7upkV2bqXdUfkvi5tNSvnuDetvVhE2db4IZARc1sYMvppLQs/p8t
UFhAZQ4ltGONIRw2MSNbhhYO3RzS1o9i0z+33qeyV+C5RKk4le1yi5Bg1RDpFgdyxiEviaNNKlQV
GYN/HjrFjZgRMtVP0WTd5/LP20v30aHMa8cVUHmfkPnT5gt/cTKSSIR6tw+CMwRNVY/sZDS6FDlc
Nc0fBiV8TBKwbXARMMrDGRHzt81vXTubl79gsagzC0DeDnFwBn8xePG90D3UOmKAaurGNdqDSepK
/p/bn722vrPqpESKSfdi2TgylKJOFCsNziLJJawSag95lHe/2dtct2NArg9gj7sw//nF6nY1Q9fa
UARnNbkT/T8z8QrkFcG/pv5lE0nP/8fMwotFJaOyeoOZzh93RYiaXgwzWlw7dQkPy9bh/BiwzeZm
uDFQBUrZy/tWlGhCk4VhrhkdCR/2GoW97QUn3+x22tdR+BFH0sYd/4gPnI2iokfuQAr7AUGajWPZ
JCOeGrawg3DXP0dPwX1Qn5SDvtVam33T0jubukmJfhYGoUJ+vWtl0XRDIPUBbMMMqTz5XISjF34V
5EOwdRCtOef5YGs+G3CczJDcxdb5gmZ2Y9MF58cfb4Zd785nyT5b9u/9/ny/Z/brvD/bL7sXJBjs
l5fI3f/5AtGhQzjpfvmz+/Tl7dPp+x8oCe0nGHUeTs7rafdpck7B7vff52/W/fPj6NwZdms/wH/7
evf5+Tcs88/O52dn97CxQWsOf66j/P8PWTj8JGfwz5g/xD+pnxq7ulPtaatgMi/8rcWaXcnFdYqV
KVS6fMCGHxH76K1OoOdvBQXvQdRHMzzNxO0AxJcjvFAk6lUMHelZ0iJbz//p1NAOYtB34y/UoSc1
dOR0OHTFjrpc2d81U+XAIOqI8ZdKf8kQ4OmFnIEwxQXzdbjtuGZneOunLY4mIzDgrYQKx/WAdNI/
G1CM1fWFu5N0WcUzLst9ujAkYSRNwTmGsC9OmO7fiNjXDDC2iqjsHODxYl9vYNvHatfnFjcr0XDt
Ja4qGKvSvb1IK153lvwkEkB0hxh1kbTqeQy83TMJ6l7sT5ojbwTha+fj6u9f1mO8kHpeM//9TJ1O
QQrNv7QzmjMNA9u4+1MYX0zJ1cNvQppA9W0PqluMdlzci9LfIEmIGv4DVJSO2eUny9cL2zWtVpoj
C9t1qXo2C026V7x+Y9p8zfHTg6ATwffBEWAtrARd1oU0uXiq44DhISgC7xCPjZRnBLJjm6xra5r+
I0R5/q4Li4uSUW8oRiJ5WJx+AUe2v5jul5/nT7ETO7XzQ2AGljTPbh6+P73uBmf323Qe7H/ulGHj
1n2cvVz8jMW1g8ikiQPFC85K/CSaaFUwgjlRyJz7TWWigw0/qmPkJkZrG635KCnBYUDKQnoUzN+N
lDva+LOQXwP/Sz8wqHnoIrfVoOoKQgcvgQfaCL5XHrCrVVtcsyjt+87XBQ5oCfeg6EZACVvYOqzk
e56UzJDnu9s3bsX5XxlcxDlx6tdiqrI+tPg+BZbn1uKj5QWukG8cwZVgEUPokdNxghljyWqn9LUc
Bm2MVJz4WnZAMjNXkeCTq91UQQpNe9WmH7c/7b1fuXC5c8TBZA4pL6NPC2+i6lUWVXkSnpXqh2Ti
2aUGPexAPsgCROGedQ892c4Shns9/KoKgtM2nyYZYFC/xc204jwZ85IY9JqbQgCPru94HVZinft8
+2BIATSSI5SRafGvGV7mo35hZXF2mkwcswZpq3MXvamHSDu0wbcm20GZfXtd13YSKgmsMccCbc0i
XghbcpKmHaNzMzHldcr9B6/LIM7sfmZpYFvMmzrkPbdtrt2LS5uL+MHTvVBIBWxaxI8Mve7Und8e
80BzEGX496ZA2DKbhyAgo9DzjbkIVfRyDMkQ8+gsNU43a47vQGqW6ievOQqbZaFVN6nJ1DFg0aIr
qy8+rOs6CaKCBmupuBOQcOyiuTfYfxGKg+dLx7BDexUlXf1ZCPYlGIuKySgr/DJELHnfn8ruTy8o
v9Kf6lNdO9XwDwq/Zfi9pdE4EPxE9X2g3xnw3jT3kfwWqVv0O2v+A5Ag60XUTeqw8B+hPrWTEJXR
OZyaA40wgGx6+pRKcFVudfDXbhGUOhJHjjl6kEfXG+M1YZwIVhKd5fA3BeZoq0y/dq51WrYgBN/L
ZIu/vy7DUbNitsIiMBW66T6ajmXyhPaQDSaxb5CgaP619iS3iHISw/b0pwl4Fu9yZNSweyHvdM50
RoaUzo6iBwqjG7dndeUurCzeYpWMiJ5Qz8rpkWWnjfmbSv2W2N/q8l0YWTg5Fi3TJauNzmL+d0iP
muVK2TfRvAv02Dbz12hr+notVoT6+B3OAez/PT+7uKdSr4yEcyyd5LtB/JSIkW2oMB9lW5y0a0f8
0tDiw5pBqxGaxJBsfBa1eicZvP/n0Kj3mere9j2rpmhDETfNJdQlVpEp4SEUpprb1FSu3L1YLY1e
wbGqb5Hw57aptbQcPjDAe8qsKU75+/o6iZD4odhJriT72qd0zO7MSrRnLSAvHnexN7mKBrGxYwpf
w3ALx72yd9g2yNGICWaK0GvbaqL2iSBju1NeiuIuQ2gAl76lEL6ymldWFr5J9wfBopIfnFtTyu0C
5KkePSkIVg+T/hKr9xsLOv/oRbgBkQ2ofnrZDKctRcpGOVQTKuvhuY1k8dGLk9IVEwOS+yJrd76Y
JDut76fDIJWQ6RaG92jUYXQMdMPbM1qV0ebM829jT+bZGG24cbJWbiciSRT/8dFzfrVwNMi7SR6h
MOGX5R9qiC4oq/9u1NQeUkbBFc+V6uYNOfV/bi/K2pq8UzXxeM8w8uUWCOiZqwOPaT8UX+I4/ZxB
CKcoW1HsWn4DEfrMODdDu5RlmVyTa7+JjDg5Q84zHqDWL+12itAc9U8CIAK58Qn4chvVo5bIs9hS
vl35TGQPuUP/l2pr+Qp2iqykZdol5wqu+3hw9NcJwerbS/mxi6zP2or/a2TxPsWTYQiN1SbnfrTL
EZp3VbDhHC3t6J/chTtsH+xuW1y5PxhkxpVZS+gZl9WUSMxCz2Me5lxVZrzjsIjH2pQsIHNZ8MOQ
6vKTr6Zb3KJLo5QnQR/OVNuAT3gcF24p0EUvDaG9OPdyB473YPgnDRBaqRuHSNmomnyooc/GGF+B
sIlh+hlaeu2HFCHQp0bBmC++Fi3c15JgywWK9rDbmGfLcDvptUWgKhVtz5CcWN9oyi3PzWxfQ/lD
hxRIlSneXNsfdM8asspLzoqX2FSzB2AisfZfjMzsK2wjZPJL8EZK88OKQYyfK622de37UDW2sCm4
uvopF1YWr6Q/IWchxmF6Hunf9KxfPnN3QNx9+0x+SOrmJeMfoOdz8sH2LZZM7euob6TkHMfSvjYR
Gwyyrww4qd6d9GBIB1HL7qXU3KtCg1JIDeMdUtRbV3GZjrz/CFgPwRXODKJLNLgkVULXmiwpCEbT
bTwXli2ncUC/28LD59+//6bnHmTH7U9fuxmzkgLh6Uw5sewg01b1UzPhsORN8ALTHIVOzqe3l5Jd
Lm4hflavxqyeQ95M8Z7n7HqdjVgORKWaP3FCqaNwO8Irin5zkzyhKFHHw31oDXZJTjIhsVAEf1N4
jv/DF8ukzTNzCVCtxW9AjMUrKzRxziJviGP2PKs+4dFuNJg99oras5N8CO9uG/0wJcTmoqZB4kdV
n8niZZMEJojJ602sarCxCN5bPt3JQ/6ayI7Vw+0B63/vwuipWD9FLXXtsUE1gxa3om1UTD7s99xG
B/w0S0Ka5Fjzn18EuGKbe0kAVvXZVARxJ3qio6MY6kzj5FOg0iDCzNP6cPvj51t6GcNA5kxIBnqV
15pSzfuc7YVNQQuEIVas8DlvxsCtA1kCVy9PGw/Lx8M1m4F7j/dSgfZjCeNRq5mQS8UMxC1N/6cp
SkcZpX3WhHu9gKag/142j0HYwY55CstTkzQbPvFDJfj9Qy9+wdLzgmjT+sYMn/UEpprEFcbHLn7S
1OKVbljbSTbtxWRI0Rv6NTDUwFzvQ1tAdqbbjXwUvDvGa5St3zSnYVeL/1524KUlPjNAZy+OezFB
MJ+2bHifSvl9mEf9IU4k6UHxGNAu/Uqxp6iWALVKDbzemn6Mi7xxmzqU9yLKqJ/UwJxndZumf5ga
abKt2EscoUAUU+Txdou0+RZo6k+hRR2+tMJoFwQUw24foGVkPxPU8PvpL+I0NHm5s4jBlsmoJ82x
lbx2l6mi7na8QIdoiJCNQEP2/ra9D7f13SCAMNwwo0icm+tbok1BIAhN2RwD2ldZ+mI2LzLRUVe9
dNVgG91b1Uv3QtYfvO/1fR88ttpP3NcUGBsP03td6HL35h8CDwhkHBK9NHzH9Q/xrS4z+7xujkh7
3PvSQ9N/R/YH5e8ycHw/3KkllH7eo9WhzS2gr9J98oOd9ylpf/paty/8Y6bqd3n1yuxhwP/hM8fT
1efxmy5Ih36L8PPDwPz7r0X7kx9DpgKX0PWvHUJqdk0yNEdKOg9DblutCnWyYY8JIovNFz9u0db9
ozN0Qnn4QcmmXd1oLtobqX7fFw9pNZOsn4JaczJYZTXrszYOM6fpBvzlPeNdriqzCu8ALQL7pQaO
WFUNjK9Je0yMtJjsqteK50yaRXnlKWjBUPliqLpJpSeW3fpG8CiPSejZ5YCouxjS6TYZmYW2UK3k
8EtZAKO29VY1H6LSG7Jdm1bSKYpbZjxLL8pARQlm+muKfODrhd9Gv8pS6314sqviOJBQvAVxJVK8
latocNWsMad9psQKCIEp3SJjW8YY8w6p1Lt47ZnJYYbyeodUNYR2SqPqWMNeWnihq3V/M+mtCUbI
RJ7MrUmJ5Wvzbg4uFZUZTeZy3132heeXprHVfQNzwLW8kpPq7m32+vZt/fBNcJzzEDKeB6oXR7EI
EnVpgIo6yIWjH3rHNPE4fdWDoU2PsXBU44bcyZO+3zb5wSFhko6iRPQJLQRCWdfLGEy+UtHRFY56
9ECv975vjgMpYqh+vW1n+XLyVitsyPxlBkiHpZie1PpdF3NyTrFjmxu+5eM3UA9iJox4DKdKBn/9
De1glYY+kgkJU2UnZnVXlQ/oQu26YtwIfpZR/PwsX1paNEjTos+qOtH902ROjixMoi30zW+hMTf6
XB9O28LOwv0kddn5dIqwo7ZPBJpukfmPmp8yChz9Sqqt9sH8cl55ERwcQeRM9kd0B2nT9QKOhRob
fsECFk8EM8fBc+FW0b6SG3TS/vY5+HjEr03Nf35xjzolV9qgxVSQeA/9i1LuvPYYp29EeEQPG4d7
y9giYhCk3FBpW7KMWfhgIjYCF75dpBpD1WDB6smGxPT2561s3OVKLiuUut9OkLFhUU0/hzEdEtNz
J+gPGL4N/L+3ba0c+ytbi8PY6a2gxoXln0SAGWHvqN1TRqYx6huJ1cqhv7KzOIxDWBudmmBnyl9B
B8B8Le+lYuNcfCjfcLWurCwcEbH0AKcCVnrhe6ib3zsv/ZZ58qP8JXkuVVfwwxc5YwZOm1oUEDfm
0j96p2vjC8c75YWlVJLHqTS+Wv2fMf2Xucr7x83AX0b7iFzfKRsvTr2ee16fToJ/SiyoGwZJCz+3
utw7vlQV+64s8lPZDltV5LV9g1QAVANwS3hLF26xS4Vp7MMmOPWJ2NsRyPaH1BgznmRxy9SaA6F8
Mgd3VFDodl3fal2vQpKCOjg1ahkJO7gpiGbzOgX3SzL1KalTv4JfssyHQzmV7c4T/W6LQ3DlOszZ
EgLODL6pjN5f/4Y0wbX4Yxif/L4PfyihBV6/9fqdNDSCMxZVvdEI/VBUZVOR57WA7zH1Q+9h8dG5
kVjTYDXxaeiQ3ZM9uB8pbaKP6Ff9Lp7iQ+R5TquHJxnStdtXf902oDqmPIgUQB1df2xZj6o2aVJ8
gt84+RZZuXgYlRL1N0uJnQH0N1wRkrArLeFHI/W9W5a5v/EWrjhXwniqkVTNUTJZ9uYao4hkYVDi
U251Zbofpkn7XHcVOCDTCvJyH+iqmDhKVmah64VxsDXBs2afZxINEX4Gk5WL/W4MLxP0bIpO4qig
2RaVyUFr6+6rKPsMoZCfP4qB0BwMPZW3xmxWjhrDL/R054gbQq3FzSoncZTitk3hiJf8cw6D28Fq
Ks/NcnPfVaV6uL3ba+bIerlccBtAQL44aGPUyrVRldnJnzLYyEhn87R1Slwx80Vb+qwfKogca2Yo
0SJlf+ZxynndL3xV1olm1QdTfpIb0zX81u4T/d4Lw7tYPqb+5EAr1Aum3Uq6k0rCWaXXXKfKY2ts
PQkrG4x0BtNFs8QJOdJileM6aAJVL4tTSYWpMCAVCPKDFZsPRTW0ThS1L7IQ7m4v9Ye2H1//zmIB
+8tM8b6sIkZzZaCW2/JU5eZd5/8jlM9l+t3wzhayviAGtKi5C8fPvrzFwr/ircHDG9S7ZXYaFtTr
ZTfHnLFzKStPkpr9bQx/F2k9k6VRsvHQrtkBSTF3LOBKAnBzbaePvbjzTKs4xTEeUk1S3da/eYmm
b9iZ/55FTEm1YeYE4YoojOZe24loOKM1m5ensQ53acUkOXU5rQ/3avJF0Tbi5ZX326TCwawzmsIA
BuYbdHFm/bD1BOapKYX5af4sCVl28GHA3AiE1j6J8p8133wmIpc5TA7K3TOssDoVigMD8505Socy
8o9d/bUXtxCCK/eQEzjLbPOczs/44ps4qILVW8jmocPe1rbAWPzD2JIDNmftkO704s2bnjKkX1Pj
LbK2juPHbyUbhASBFtN8FZbjE6LY56OuRMUp6Zih9t9ExacGec9j4FqhYt++dR+379rY4jVr41wY
4yIuTlmD8ksFxH+LeOjDXB8DSTMXKi8mJLzs4MKEUIVNanRmfEIebp8/SI/wLP3R7monB3IJ8ryz
Ud4ut7p18x5dX4LZKv0IlQk6ct+F545NvUfQAquSmOwGKKRihr6i2ntKjeL59hp+vNfXphbxc4uo
5axEGEOeV0ehaxovcbKFZtqysQiThSoSKihFE4YhM2bquyJM4PRPTVfPm+bb7e9ZOYBXS7fYMFo5
fVqIVnxK/dKe8vsy4QCaj6KSO5O5wYG1ZWtx1Si3a1losE3ic67vteFb8xOxXSdJtwYqV7Kc612a
f8mFo9KAVhRRiiUmG/PJGeBzsRLqi6MSfA6Cyi2Ez2n01NPE9oGo9dJW0LT6pbyqQEwBWyrKYget
xmsDmg8cyD5zMr/6HtX9XhwDO/FJ+vOvt/fwY1pAOYvXjHNHeYEh0euvbYxx0gcxTk5Jif7nsS0O
auw22p0QH736WRV/3za3urqX9hb5vpHI+Zhq2IPm1BZ3mXt++VXY0y6FcWnD1JxcL2/2hSl1EZzI
U51YVcwQWePvxPwxDf4ODXKuowPJNbPRjHQ2tkV5uBi6DdNrW0iREFzcvIFMt10valyNpjIpIPCr
QXBD21dPpknNM/sVb83+rzrNS1OLexHEpaFWOaaG6fvERICEGq/c7b0cbfi7PB4PiuH6Uw+jcQEz
T+mE3l6vB7tGrfn2cn9QMZzd9+UvWdybwFOnVtNzPM99eep3nQvFY+P2u/YlOwPRevWP/admB684
cn5xYTvZ4IDiv/0jVk/zxcIvTjPyPqWPgm9yUv0fvB/TDxjeoJtqv6S/xGyjILFla3GSvYTorDeL
5GT4hywoGCYBzrIvSzv9Dces1m2xmXzsE80LPI8FgfRgNmzJHjZTq3iS0SanSdhP+5r5A+FnClYw
ne6k6UVofysP3XQMdXR+U3eqdmO717fKkCtZLR6JXBIwlDYXpRcVrRoh+THSWeG0hLfmMDymPxhC
TelX/J4G29+q6a/bwz2hPIWX4jZdX6VKEOLUaJIUeYpKkWyS/cG3swgZCcePOmkuNBllQ5eszf+m
dD1Q4BJFULxlZZT/4blj8oSwcU6pPwxU1tEwNGLJAdfUei+mdzJ3ekwe0/w8JMPGQV57xi9tLS5T
KUa0MvB2J5pFfv01ET4J1kZjar4LS/dIrQF0wBx1sKXXKxsretG2NZ7YinsX7XHKD25gQpUGM9vw
akZbBag1e5Clsn5Q8EFjuQi09EZUp6wrk5M3Hf1ZdvOPrt/73eOov/XW3W0/sPrMIPdhQK2uAE1f
JqZhEJr5KAoYq7+NkZ2i5Q19WdQN0FpLtgjszNcdodR28vRr3CpVrn0pJIsKPT/4vCmLX69srlRZ
GHRxehJEyM/T4Cj4+9RATrKNHcHcoaR9+2vX7P0fzs5rR25k6dZPRIDe3JIs062uanmNdENIIw29
TfqnPx/7Bw662EQR2sDG7BkIUFYmIyPDrFhrSRaBPBA2GGssTxNqWjwqI0PUsfxoSO/A9nhB8DHU
fauAd6aDtef+gluuD/ah5R5wtOiP3G5Qz3q57nI95xGvzMRtgw9/poh//xqKz6G2h6HZ2p69CHNg
O+SP65HY0epm+FKcHL8XuCGEPWYIzUfhGTGVjuJTGQU7qeobaAXfjvon2vNwVDKKuR7is7IQfJSQ
ius8A6+gQNmV2nWqv2jdu1b73DvDh8wOLoPmVoZ2YGbFU59CmuGgC6u5Z/DZ8Of4Xyl+7L7dP/cX
yNLqzjLPwfwRCNiFw2F1Z52wmoMwyMqrXSQPcW+8a9r6l+ZUvw3Az5BKDhicwSy7LuRTLaleQyIa
uWFE+Kro5TFoTE9u5vdScqLGvfPbNoIe3QJrRSEIDiwu+q1RaGYzaOYolVfL/DMG0/OsJq6NPkU5
+6H0sYCOpflgzqnf9ZE7Bmfd7jyJ6rPUP8wBgh/Uv+//oGW99VmhrETX1ACJyXnd/p4kb/RAGsL8
GtiBZ+iMxupWcYmHRPWr8NP9tTb3/mqtlbtu+kI2g1lfYgFf6k40Qr2agxeZn1t7vNZ7+1pdvjyM
M5tyJk+DFh00BoHVT5LcHothJ1vdenoxfwbegAdSRF0P9iTUjOzSwY01A/I7qV4BpCjRu4RXJ5W9
LpX9KNOOM6N2Vr4357/x/rE2mpcAJGkXrDsFsCdMSd7H+TXsGq+MrYd0ar44u6xgb2Bcy023ZbrS
1G8cOLRWrlpJe8kSgcivGkD2RowHOR6euvBTZ/3KQsdvTXc2dX8I4nMohp+6/iXblRZc7uzaTmGO
kxfsN2PJ1ipZqLtGm+egwL2ZeuapdonioWP+uW+gWw8ijeOFQRpsjwkc5fY2AJRJI6Nho3Hxn52F
D3mUH4zR/D0V46MB1tWKLc8IiydjMC627Itu9O//gi2z5UHkUQQOqL+holWr3tDrrM6ZtmO1FqwO
AkshM0MinHb895bxYLPQNSzDwrSabveqFhofa2gXcI+suHbnSHAsO+pBCaa9UvzmUi+vBPrRlI/W
4TDTKSZDoctSxWEMUZ+dhHiKKRrsuNfthZYviKQwLLOrPZHJ1m1sDXw/TYcp+Us8gE1Od/plW4sw
tANgkwF8qDBXGbPG9F5eOgQSEpyjh95Sfw9NKbtma+6ht7aMnm6ySpkbDDTo9dtPFORlJVcBEUQj
DRSLPpTxuHNgGzGKsdxqBvFltNDWUsZG39vOWJfFtZn7MnjMx5Y+TEDz5lRJUxs8RJJGriwFk5P4
Eh3EEw+VnB/uG/3GgVKJpl2B0NXSBFzdOlispyZq+wKE1kfdpqrZuQ5SxfcX2YoKIIKkba2A3XMo
Hd0eZl5mkW3SPrzGuf/NOfTuH0i0vffXL98OzP67XzsXKomd13Wr9v160XV1xansXE9yFk1F48OH
jwbJiD7SVIpDkzy0jjf2cJEdAv1cpV+b+FGCsPj+vjfiQihZVLJQ4MWqvD7cvsyYZNLS4gqizTxa
cRQcGkZ1IH1mEsvWqmNjIt02a9Ve4X3r1QAgxRDnMhAEzHp1GfN4LNWIf1x5uaqftdwOD2Y56h66
CMND3NqLRSnJqZrikTHp2vQGByRBrCT5ByYMJS/TCnH8+8Ogz4qWG3rkYMRW0c6IamNWoSxyraXU
fteUjnIQxEWPalXLj2HthIdmqCbf0CP54/2Vt2ycoSFtUS6iz6wuf/6qXipHUw8LdVFdJWM+BlV/
LhJvquXT/VU2Iiy6RgvmigMne1y5JtmJ5rGdy/LaBYe6/qn252+D8d9uOXRrGSYFQBHiaCmyrL4s
XdtRlHLDMVYpXzFLCB1H+WGYteeynw2fIsTe0PuGo6KHRJSzpDe4itXtnfNozIu0rNBD0h6VgjFq
iL0y61Jqim9k5/4ko+lz/zC3Lu/rNdfIzKLSWoiG6Nu2wyc7vMTyj97+2GXyQ05VLtOedUSkhfp+
BpiaF5+bsDxVe3X2jRdgaZ0tc0M2TSxzZTaOEkgNc8MVedXsSeMPUe7FryqGtwqsEAmBUIAGNfHG
+o2RgdSkRT3QnE7PSnKQQeVXJI2Hvv86ZF+VqXPD7HOWHva0QDciHaDjxAJUrfD96ynKfjLHINDI
HrtMFYdcb39qyKR4qRXLbl7ZlX//Y27ZD6w2y8gZlWaintX9k9Kyy6epJLDq5to1Y7lyQzh7Pyg9
/Z/eeahTE12jPqkRRJbknVhrwwkTtBLXgYOHKXw9f1ZS2LaSWKIJ6QAOF5GHblKaHRvtPEjF4op3
Rgw2zIZJZuIgJkrQG13jOrRgSnutauhDdt+UrnWTPWWtjQ1RXVWWKX2GOwCC3R5nkgFG6UGbXRNN
b87hBMF6aYzTe6Fl6dUpVVBTkhrCSB5aOy2uDUe6VKoQQrTpRL6ZAxi0cRB2M1dXqPKoVzntU99N
52T+H1q5+BqmMMGrgDlbDziApu+UYUpp+8+jF4WmG2qH+ya5lW0AkwCuSktp6U6vXiPINPJSdYBo
hIX0aONk+rn1asu3g8YN+/JjZAlYe6zeH2rbDdrs2OZ7QvVbhqKS3aEEroA8Ws/tTqYeIpENWCNI
Y9pon0X35/4m9xZY5fy9sGdmsLL6Kop3o/xtLIM9L72Y2sqBAfheID6cI0HOKjk1KinS8oAPVWTH
AgHaB8htdL8UZ/XI2JZSu/Ze/2Tj+UP1kwyA+RfK3GtGgiKq8ySewvqaL2TVkXyxYGvXD6UGke1O
wLJ1fIxNLUNaGApZx+09y+dKtqtS1NfSapRDKWbZC7N4p0eztR9iEwVQgU56vzYCU07VUlR6fdWr
xutm1ZcRqjBF4kJQ9YGMeCfn2PD8pPDAz3VEdfHEqyAFDsvRnvqyQQSa5lc4PlqdftJkKXWjnY1t
+QrOjsRpKTO/acNQVJbJatLmmiZ2fdCd+nlIu/JcxDtGvnWAi9rYgtpZRoOWN/ZVcDcjEjCKTm8I
7rLjIEVXpToxu0ibv/q4S2S+YRKoHpHCgLACWKCsbpRZNVGamJlAGq/8OjujVyT1TtNjawmiLCA7
cCpRK18FW2k+TAM9QrBjooeuxAqSQ99le62ODTuwCWvYBYUlIo+V+3MC/F+mAKxSG/tdbyWuNEPR
ZOZ+H5/uO6GNlQhWQcswbvfS7Lj9PhL91kxjhu4KJYqvx7/b8qsMPeEumejbcwOLtiiBABWjTLWG
iqlSXhV6DwjanGX7eTTs4UdYU968v5u3oQyr0N4Ej0NRDr9wuxs5VpNBCQlliqh/0oeigEEEbUkt
bJ2HIIEBYRztCpVgIR3sdnIO91d/e5a4WmJSAMo4DEDZt6szVF6VvJjlVQwVEjJZYnzQAyvzg3Kk
RjZa0c5uN4CMi2+nvArSg4rmOlAcVcjRI72qrtoQAgeepVZ5EnJiu5kiWU+jKJLnWRAK2E0OTNkU
gfmP2VdIOBXMkB3vb/7tRefj4vH5RRgSn+F287GZD5EZkMXFyvQV/sQnTf6OVlMnas+y9tzyRgLN
ajAVQTBMF4Mw+Xa1VqTRgK7NgnBUy9wXoqq/42GMwdX7TP0wliW1bamooeAppFj/B5orXX0amJ+O
vCFtYLjUeqlGLWy2qp1Xd8sKlollYK24cMrPtz9NOH1uxbVcXSH9mcIPbfKhib1m2In1to4b8TNg
Z+CzyWZXx500oZH0eUCsJ4R5nsIyOBlBrByyNDF8KYg/wUil7qy5uTPqoVxhoPf2OunrJ7lI9IRw
om2ioyxJ+aKW+GjVSeXVpvh5357ehtFL8ZWOPfEXgbq2+sJK3hplobKYKCd36Yc4EDQiFTsFqdul
zoGK987ju+U8CNdhTyHzwvGuPlxJ+EwMgNMV6SdV/lEph8h61EIYGoX+OzH3fPzbF5gNvlpu9QWH
TjgyzFdAXZL2PVJJ59H8DqpoT9Jsy1AgnVqobW2mJta1bD0Jq9oqyHf449OQhUcxTpexJz9QM2D1
yY71by7He79QHTPduK6pdaMUd9WE9dupcoojsOSz0/2ZNfuXPP0bwSty30o2XSDpFl4AZAu18lWI
uxAONrquVNfmKU3/63z12Nh++q/oULXylC9f7i+39c1o6i5tFpq6AKxv73aadpLohV6B9WSwWoCO
h1jDmfZIfLcuGgRsUGrxivHpVrYfhUHtWN1E6oGyZCHkyp+M8Ps4658k3fx6f0sbqCCGixlYZ8SB
sRpGe273pAgriKRUZTHqsKhinaOhPI6qx+BjrHmzQYpXHdXpq+V8klMdqTKCt+FZti5TfLz/U7Zs
B6/CSPYiMPmm2F20Y6lltV1f6+mgmlcRvxPNZys8G/LOQpvPx+uVVlaTGllQBpFVU/l1TcvrDqWb
/WvELuPPDyVs4MhnCn/eY1HbaIhy1NBZUOskL0NF4fao43ZOK8KH+jqjBKtQ9IXR8SFrhgc5MNzM
UeiFjl+SKvsyV3tViQ2c38I9TjC5NPCofqzcTZPDTZclc33tAfiRXDCx09SXtvmeW7pbJpdM+Wio
P2UGzNvgXVpC8ppL71H42sk7Nr7xMq1GfEbhm2Bh9TPUOKvpEXHyOTOMyjH31IGbqvk7odHGRcWJ
gyRYGAUXDMbtSaPDMWdRINXXTrWuLYDBWH2HXuvn+wa7fK/b/Bon92qVlTuYynpWY8berkmWPZqm
B2OoS+3l0BY7Bru5HcoQHBgtbQKe2+0MYRkbRlw3V7vvDrKdQcShPrTa+Pv+fjaXsUzZZOwejtZ1
2iF1YT0GM/vJJM1hVFcFzF5n7SmitrDjuDce2yUP+P9LLXbyKi+UZHRqoYNtrlGPAaQXIwm9KJE+
xS0ktbWTuGkNf1Kw19Tb3iHdSQsqKGpkq4OMeytoNCNprg5BanaO/w32ALWbNgHekA4KZKAAH243
ZgQlYXcdLQlv4jJhcSiJfvXEOaTlzlXaWok+LppxZPA4zWWvr46wq4WYpqRpriHIijgzfS19ZAj6
WLd/7pvFlt9CtID8gsEYZErWIa0jkOIew6G5KqXSfUjLqTkq1TT/Kgy1PTVViciMor/rY2s+zrL6
2MblnoLClttY4JsvAAfgQctZvNprAsdqw4xjc4XgzjdzdJbHz6F0jCX9WHf/w2V7vdbKNE0pD7q8
7blsp978Yz9b/a/757n14eh3Ib1Hlsp84ep5l0qYD4N0bq5F+iXMUHr5ATYzUL7cX2VxPmvn9PLI
MLZJAL0eAgszoxqEpjRXWGnL6qRp3+///RsBOrOxILZUKGdgll55ctMRktmmBClQyOXPEfv8nkvl
o5zwX7Ud24eszWQX9dS/n1WnRUl7BHwBc3Ts7dYWwl5IozkwCJZ1h8r5bkQfbLHTlNjyTq+XWF2t
ps+6IjJk4oOMrkcBt5VMN7aYPupOe5Dl95l8UOvT/fPcMvGlFEcuZ1HEXxevOkHFnT+rr9yg3uj9
Xv9RO+7cd57ehDsUBps3Gh5ugljSHeAgq/sk92Gs9LbZXJtK/SnFsnLsLTv0Gt2ofSaalKOiwWxQ
5mHhixDAW5cNzs+/3y+axwA4yJNpPK9+gpP3IYRIVAZb8VjFzhMJzKcwjk9KqDy35k7Zbvlg68vA
5CX1TnSCMJ3VlUtoljR9HLeI+2YIZBmwWWWBsvOmbd3r14usXH8oCoCzatReW8TXh+Q0O++lwa3m
/8HvIzxP65PuEgiV1TISk51R0FUE7M4oX1Ql9/LJehSJo/tRqSX+/c+0tSkH5Ky5aPQgdL/yhkFb
MPWBjPMVM6ihJoG3vlWawc+M+hyYbbuz3MaHouu59OVe8C7rqr6cWPSys0Bcm7bF9ky79mgFpSDo
oj3lra0sgCa9www0RoHy9jrz0YLUiZquvVpRVTF48V+RAOyOQ13zp3F2ri2TTUd7lvRz1snaUah5
8TxEVnGM8sgGB1v1O192Y/M0GiC4WfhzQEWv3E4d25OwxkTwygE7C21X6zvf1HYczdblp0HD9PdS
WSETWRU6HHWsu6iJuqt5curHwD7E9bvWEjTWHsqyPKpWzM1/+GszYk04qsnTybzWDJzCshIGhbPu
CvGYTY/5mpU//950qCvKpLGIOpJmrRxKEeQjbkb0LyFlZ3ysFM1NOtn7+428XmV1H0QW1lozN/11
mN1q+tq1fqm8H+iU319mwxQM4scFWkpWzle6feTUMQmytoiHq1n+HqLHSPG09t/7S2zc7Bc6Xaj3
QezZa58IF0op01sYrvl8SeIvFbDqIFUPDlTN9xd6uUgr70s5HPQNpfklIVtF3WKSR+jXxXDtEuD3
U1Q9NfU3CuPwK2pDznQkQzeUqTXnXObKx8aC4uJ7H3qdiiDRr8H8MZvPZZG4NR+00alTvM+KZ7P/
YsamFw+gxNr0bCb1h/u/eut4gP3RRkIEEPGM1Y+Ocxgx5kAZrlac+IXjI1HjCuNLbMY7dru9EEYL
c/NSyV0FUtOUVZlpdcNVVPkJNpy+1j6Gcfl+CrN0Z6nFat58CNJhaCep4MLUfWtV4yyPY5pqw3U6
hcnDYBonqqiJObjN7rz32/AQTT7uoQE7CQ3NdTgT99k4ygkcBGYPTob3on2X+HH0b638V0n/3f9U
+pttQSCB+MLyqeg8r0NdDYX1md4PebgxuiM+fNwjH3h7HdHBBV9lU9qkjLo2hmauzVDkSzU6a1Sf
Ipo76MiXKvrfil1ia0zoIS8FkyPwivVzm4jZJPhLqI9kZuvKkQB+bJ/kGF7ENPfmTL4Oz32a7cSD
GwdIVchYmhbMBhIX3tpFMFqZmCeSVkWvLzAJ/lCcYscJbFRqgXMs8qjacopvuFxGWdhmGhNydtDI
+NmsWF5p5c9mG2W+U8Mgi1JZ46cNnSo1soU/zrkXQJmxcwW2tvoCqGUMhifQWV3rrsoqu5QppaCC
fkil4qAHv+5b4/I33F4y+rbMxFEEx/ZBAd4eJo2ToI8EJa6qqtw81nL6FT2Fria4VLrS+qGt/xeo
YDrleudtenu9CeVpjC0bo7ixFtmResOgzmc11zjMzgaFFTO6hAt4LQ2fNP3T/W2+dVtg7+BsgXOU
dicFldttqjqIaEZl++sEuPGh0lCCUO0o8aO2nR4srZR3PtzG5jhOII5gHAldjFW0hlRCqeR9yXpl
ewYz9q0KIP2RUBZy9al/1FP9eH+Dbz0YG3y14MpSmnTKw0qt+2vhWGeVma2o9i3QVTMWmgbqiWmy
0/0VV0fKYw8GjoSWhBoKizdZiqKH2jDaorzUiQIPqTkWD8aQ2Z6uJPO7rDX2GtYrr/ayHpVg5mMU
nn/mOm4/ITKRthHIZXWxmPDTaZ7GFPhr68f9Xa3BXC/LwN7J7OZS8gXrd7uMpQs7o3HIMgmzKcgw
Go8w48L2nlSVN1uD9m87ZenHfoCbUpkm612g6KOvFsPwOMVBvpMKruxo+TWAhUBVIjZE1LMuDTsV
/cpYVcVF0idxVOb4S2Eln00D8hUnzPUHKYDa6/4JbJwzzy2oADpinPO6YlHkIkT8URMXDQtm+FiK
oMaNBsKcOdoxoTWW/2V7vIBUiREQ4B1ZHbZe5hoszSpKTZGSWkf0fAKwtx0DrE4aSwT5sZnCbSqa
5ltUpr19kBTEOdxSk8J/A6RX/+lEL31Iu6mx3bybG8hikbTWYD7PyubQwP3FlHZRyJHLhHG1U3dZ
N6Nefj3aWdqiBst7+yYmHXg3rNoWl0bJqsFNw6Q+h9ac+2VpoUYo+kGiPxEWR9GZ5SmVRvknkMdW
daOulo5SnUB9J0vdYxIjD60H0FX3VdDsfM51AvXyK5c+ysKKRsVm/T3TdI6mqLDExYLXA+KLpPkg
pBBw2JjNXmhn9VESXeYZZuTQ5jGR+kNkcedDv9yaV88MP2JJkqlnvEzRklrd3qpyCmDzpBh2mYMU
ycZcDYzQV8d5GRAOrJE8q4zFV+530B0jwIbdsQEb2rrFNIa/hj7QAJgNbU1kpvT1s51PhtcYRvII
KUsR0i+xp4ocdIQG2I4is/gVT2PfegWE9OQJfah9hkeXUEvWgnk+ZGMXCPjCRvnz314dBdwQHHwa
FcwFnny7yyaeJzMdpvZSqkp5KBqhMJZM6tAbzm6Zewm01yfKu0J8jAem+7E60a5eklRZZi1YyP0g
zFQUDUSCEqAT2H4ZBsGX0SqBUErRdG60jougzt/RYk52DGxZaP1D8BYQuCwE4tBQ3W46LJu4kgzs
q7RGB8mc+HNgZum5GGJKPQnasYn4u8f1xZgoSDPrukgjo4t8u6IldKNJ9bm9mHMFE7ZF2NXOOqz+
MCIfsLPhBBSufbj/bVeB0v8tCs6R5MCECWJdh4j7ENXPRGkvKHM2H2gbxtAaFaVv1d10IBoUp06J
9FM0TZEXzGbxvyxPuM09XuZT18gIGQqlvOv43GaFCrNu5MN3xBYUJDP032ku8gdTl4SX9o3qUZvd
Q5usG7LL7mmnEKvxIi5o9FXaZ8i0u+1A6i+mLOJPmSmQRNJl+Grt0TzFMCoetDGeDmNXdl5I9H4U
bS15hDkfNYA/XlurtV8WQ/jN6tu97twq9Hn5bWTqoFCB7KnUZ2/NQe5GRrOUobqEIZUHu2WKo9ct
j+xEcWsKdx9sGmnvq8zRdiLYty8lbyQFYcZqmXt7w1xHL6nqaQ02lx5xv9FtQsGwpyOZnXwKdC7+
jgm8DbiYB4JYkkIYRW0+xe0+Z6uLhoQ5kksJAOJDpjPzpZti8myjYrojrYz4232TX/7C1c1mzALP
+CKvAaHo7YJxmETJHDvNRVKT+Sgthkfte69btrmtpXhErYW67Xr4mabNAAwtFJduDMzca5Vea1KP
slUlvY+DbCbSkwJtmHeyyI1laYZD174QT8EmszpNM57BAC6bU6cfigEMDfB3LsHjE7Y7KdaGfRJG
GYt1Ajd8I5JsVYrTkE2KS41IXJsZnmW2BxMR2w68VmWVJ1HssQFsRLEEJVQYaMIwpEbx5PbTVUNT
pH3X9Rc8k/MtNLJvo5mVhyrLDT8yEIxzRi3zesJWN0XHzKMeRmM01g1kKPtgj3pxw5DQQ2FImVQa
f72enhyTsgoENNQXxnn1j9EYzsesF3vV+A0PTWkQbk4Uk0FIroe+KxoMdRyr/SXV8+fOCY6pJfuT
BDvR/FA2UIpZ2udBj3Yi9A07omrEpDIIT0577ZhHZS4Ka2j6SxN2vRsByFHa/IcsonOtn+/fx41w
mdGIhbcMXSje2jUHYl6ShYvA6C+y0saftEDqzHMuJb3jJW2QPJtJV3xMA7ty3EjDT/tyJcCNtk2d
/9ZCPT0Ocmm5Kc/Yc1jF43uK39/rVChnYlzx0KSS8r7XkGi9/6u3DgiNTkqqiPMs4wm3phiCD+vG
KhwuLVMxg+H0oE76n9pYV17VZKf7i23cNSqdiz4GMflSzrtdrDIHLW+K5Z0am96bmtlysyz73Ybq
j6hvfVEBytTbvbhva1UoohhHZY7EIOO/XTXpzM7qqni4NKbxSeRPc/1vn53SgDikPRiIWtzf5Iah
47OWktvLxN86KbSHpJLGthwuojfPY2hBLfq1gJe1Sg+OVpyK3wGKc/eXXLeflkeWRsXLe0cTlrLf
7RbtiYmfVM6GizXbcN/kk/3QZyayJ5Dlnlpd7k+Q0ZbnMJ5SPzfsf4gz24NCrdPNnehkTPbeHPiG
WS2PIG5u+d8b9LyC9kWY5GK4IP2UvIMftT1NVKZPKo7hQcrmvQmerfUgdAXUwf3jTVxs4BWoY+5G
Rep45i+KPvslKHmXm/cz1Mp/iEXbv78zoBuJZijJLcCzlUHlrdOayCGOly5MvteUcJz5v8qYvoRm
vQOTfiGiWj3y1N7ApNKEIuNfEzAmPEKJ7MTdZTLV6TN8ml86kXyX677y5WSe34Vq5vhRo1mfmVMp
vWwQzTOiXunBkuMY+ejYSHJ3qoo/ZmdONTMLTvVJsLFjQAXXjZJAdZMyHU+wp6jHgarDzo1f92uw
TN44mnTLZAFZyDp+EKVk2Y1Ih0uiWwmMA1KXPZA62J/CUDumfZ+cw7xtPmSxHZ4jC4JmRQV1PpgF
mW6cW8cq0kboLk3Nb+manJo6cY6dY7Tnsi8m9NOUFm06M3DlzP4Y5YnkR05HnsMkm5fjhfy0yh7j
vgd92rd7PBgbXwcNcnotNtEXeIs1hndknstp8na41CmabgCL4k9JL8LPMT23wzD0Te5GQvvCaPHk
tbM2HAtrGg/q1CR+3w3zoZuAh46ibx+h0A4ebRyU19DgOjlGaJ6KyQjcQo4RpNNq+ZB0pb5jyG9f
fn7/Qty9kGzgs5YQ+tWtaWQ17QLDGC7BXAWMr0oVLE1Iit73Tm/vJqsQQPLo4xZhwb9dxWamXE4L
fIHeSq1fpMr8FKrlcMwsufetsVN3dvXW31OOB+Cy1AgJZ9bzQYopNDHP0Xgx8171UtsaniCwml09
0vqDlZaR37Z2icyBsUfDuLUybFNUUYCRgy9bxXVpD0dyUOGFxFgFp1gNvyQzlK1Db8AALavTU9tq
p0qMe/Xst08ODRdtGRCmdqMy8H17wmbemZI9NPOlb09EYD4MQeMHwxSPinSaKk/ssaAtRYNbr7Ss
Bz/JSyHSsJc/f2U3Fk2lqUji+TJUw0mNY1dTkOwLP9SK7s3FHr3H5u7ogCCjRIjCK3e72tQtB250
8wV2h85vnBochyNp3HTDcZXJukoAKP2pXqpOpjnvWNOG9VJIZxBpya4pI672OlKbAYzI2Q7qcRof
kujSNz/s/2kRsixGvSGYWsP42krLymKCMbNR2h9Cyf04+zGYfyLUze7fxY0vx24cKMggyAfXsAoU
GFyzlEEW84Vxn6h5lpOr0X2R08mDIez+ShtJzoLzZDOc/oLPVW8/WzQGkilnznQJG3IXDbzxIY78
JPUERQjda7+1beY2KsBIw99ZerlnK/tcZL+BhGM1y5zg7dJBUPatGs7zhU5r71GmawePN8g+Yi3G
O2eMalcyYopzRpT7kwVBUlT38U7qse5SLk8f/EiUwkzOgNh65fcyvWtGYfErCtXXvgWfqXz4pqv6
tuuBUL6/5a3v+nqtVWQdii6ya521unj29cydqeooj0YWebwxO192w8uRJlMmorbJfVhTPM7KqI5j
qcsX6i5PNADsgbjO4P81SP/af9Sq2Ymo31ZyqKvg2xaIN0e6BldRex/LtJ6US2xkDxJZw2eEp2O3
KqQ9sObbY2QlJGYQaQWuwae7NRyziiohhkC5CKhs1Q92/bs3H+WWbtYU7pzi1qZw1tQMiepo5awi
VrXRGsvJYvWCzmH7rmjsCPEbSTt2VSt9v28cb5951Gb+7ymkzfBGl7mtlcYKjUm7JH1RHej2dN44
23sbeusowZlRWyfgWy79eipktIoilwdZvXS9/klFe0NuHDdG877J9hROls9we79ZCpfCnBZZFnDg
289EZmGaU2ypF1jU3muyr8hPiKwcw0k+QbRwaqjaMO2+U5J6+8EWyCKpHUVFULX26hmC92lInbbX
oLAPoDSlmSEhT9HDg7ljGRvZHCstbLg8BITCa2hN0cxhluRsrzJb5WL07Y++ZZivK8zqmJfhe0VH
1bWWIG/qLZSTUqWeXdxP5M5z/VzH7V8SpOHIaGIAv6HHSWRDJfD2uCn19YMWyNqlSgu3yf9owdf7
BrpRwH5pkywxNEf8RkbFNsLGnoWioc4oJ4mrdJqA1SSANVyf8F+yUJuvcR0PhU+eQV6jGU0GkhgE
XeuJWOrGw9C1o+RFqlFGXiZH8D45XZvvXKSNbh3UtuQzi24V4zrrOQmnHqMqGU3tYlVCd7M0s05d
2vTvytCp/YlBDs+YsXpNCxD8rO1fndRNO2a4cc0gGcMEaS8tLZ2VixqM1OqGptMvif1T6xY6rXPh
5Mc8UHe87sYlgw8JTVMuNeQB63LWFCCPlXRCh4d/AtrSo6CaWZLpNlVWngy5Sg5VPWZHKWujUz9q
u+zeb70W2QJlWXholrhrzbIVSlXSKP2oXxhYeqeXsZvIyfupFedRjt+FKQQG2oMe/4yVmD4CDNyG
gibv+x69t/vGuXHvgZ0RlhHOMOqzBqdYgTF2VB70C+6aCREldxF1eccg+ef762x92EWHbEkeFrzm
Kl5y5LRtErUyLg4E2I6YTxMiIEMfwlG/s9Lmjl6ttHKfatzYZWiXxiVtGsB03+I8fhTyz/vbefuU
kk8ycE0Hhh4Mke2t02iqiiZyOxoXGMpRWx3GwUMp9AtEO3AKdEy4TUrX/A+fCgoXYM8G4OA3SFe9
CATviG1cxoHy7jBZQD/sTD9Wbb2ni7Txtei90GkksWUIc91yyyLNFPxDv4RV9d50wNNF8pPR/K7h
1r5/kG/DLX2JESAIoTy/DAzfHuRUxZFTopx7QXTpUbIeKy32IxlWeeWX1vwp1OP95TaKGqxH0QkO
SPqkLH27HpC7vuraybjkxix3fk/koGLyynRSunlsvLGOnHchZLz/2HkBkXlLU/JkSQWj+5Newwg0
KJNxrRUnlt3eRMXVywxtEXRiHBAWLqONfutqHoHDt7KhdKVwlp8my6pMV0us+Nf93WxkIeyGCJwt
EYNTfF7tJlBMNMBV44LiklrHrhVMbialp4ohaFv2EgURFfm5AyQ/DaPLzne+3kYWsPhq6oWszr+s
i4W6RvS1FHYuVph4ehl8HDJm3MQ3LUqu7TdLfsy7wW3bYxapexi+reeKiijfkZgZD75u/o91CuAO
ZqiLOv6MZ8MDN/gjFe8h5qVVyNS5lnimOlaMn5/uH/vG20FWRQEYwDnx9BoNlqfL7IFRm5egB2oT
jGF/iPJWOhe9g0CEKpcHu7EVZFeqEf50ul2H++tveDiTkimh4QK4Btpy+9VrWIyJr3piURiN/XAs
M98AQOzVsSZ2Mq+XvayCUd4G6CChmGCYbF0gCKLZ0KaIaC2ZkwO0tX7ifK/j4DkFshlo3hQJ5jWR
xQv7o9l8DvWFZvw8FefKuFbhn2w6OVHsKtCOC4oosKdSTDlaLRwV2sP9Q9kyh6WKQZ0SGDWMTYvL
flW2CSyqR5qZaRdd+R7UsV8L5zedSN9Wn5aaQ1f1x2bUziLdIwTdwGItHcaXgWMkATiq1cpzKdkJ
gRMRbXhWtfAUBGe+2j92NXpBBizsSa6zs54aJ0tr/aA7R3F7Dorx2BjROYvMj/dP4u3btPwcIk1e
dX7USzj66iBiplPzKJtMZhUOg+1L16s6fSv3pBA2V+EuUf+g2fW2umqlsxFBB3tBmbn0qhkS/jRp
9APJK7kKqF8qIfZfP+0LYzIgzEVyDh/+/zg7z924taRdXxEB5vCXZCeFlizJtuQ/hIPMnDOv/jzU
h4OtZjea8OwZzBgYjKvX4gq1qt6weKSMSmQWnhei2FlP/c6rvcKNZDm1026M9tcn8XyPz7pV5Ooi
smk8YRdZRCUWul41qk4WYTlFoqBNUzt9mh+nQdmafsu7Tye7aB6vhz2/eAmrQAiYs192+GJrF4EW
gGTT9Xshexmrx2D4nfjUW9du3Yuj+xRmcW/IQpaMom/q90qUb6nzv0vgVZSsfYh6aCNkoogVur2w
wtpaG9xih7Jxs7QlBbjnXo33g3Fv3JhrLfELy5IJRM2enBWaw7Kl1AVtVRo6oq5lNRduAt2/DYai
PCRJlrqmUDQbs0A78/pXOz+Q56/2X9DFV2uCSTeCGJnKDjaiS5uIcnyXv/ql12yuR7pwyhEK6gbv
ZmqAZ+XirPFGrY9Zl5n1M8R6xLD2nEyOnIj7TL6Nq5su2AfF2nq5OMBPUeXTE64sOg0QO1E5zAEN
k+t2tr+GipmPydOrZh7azFfmy3GGL2axkHQh8FNNp7PhStN+1bLq8iD++/sXi14vVBBLHX8/Tzw7
aV586Zvurcn6rAVZrHE5qepMaOedNUhuZei2F2l3hfrPTwGmCjwePVoJCPyykudbkY4gncXha/n+
pqZ66LRp9ofqX7e9vuAufhSyDRJMlh1P1tMv73fFUMpCYNxHGsBKXYpKpwCs8T9EQVtx7jZSfICE
fxrFLMUqnpWE7vtMyg9mL9EANsnfro/l/K2BlC0NezL/GcaoLBZYrE8Ajb3GvM/EFO30tBSdxEpM
3L2s+gapncnu8/JXgtzNSpp8KTCQUbqo84VsLasaOJOMoyAO5r3XT3iX6am+hVOYYigcTpshMpK9
1Mj1TouzfHN9yEuvOKpbM7sMKTJSAlKjpWiRovQg0IXevNeKl0n8hovwNg37/ZSiyRj+GEDkxtJe
1YRNp910c12HBil0dztSR9uq8z0EoxsTQaxQDG+MegY1rvaZ51t7se/xsPlI2aitoox3+vH9NIkK
IxTY900SvSPhUry0guiRuHnlgyqouWOWSuxSRlF3hT5RDMUoBDHOwEGyUHDNQGm3pdRrD/RBRaeK
VPNrZPU6WFC9dFtJ+DWkU/wUikK/smov3KJwQtDP5PHDM2hp+l20hWomI6eiMUlONGqumLl59z0Q
D1P+uykfJe3t+te8sBnJSEiBaNZBzljigMdwtIrRy1CU0oR2IyXGD68BVHc9yAVQA29xtvrsNc0+
WUoKG2WXoxbr6ffJWN7n1iY1binkN/iY2PFk+1awncZfuveeRYGdBg8+RCOvufX1o0LbTcr6bWj2
tzXPocqO+01lvrTmvpTv8hpy6CYOaKh2erWSN30YYS0WEZMCigToIazApci5oNLa8DgV78VJylnb
SeU9S3plvYSN3qTOECviTm6NLsWATWWDq3Jg+WCDs/Fvq4YwL0v6fNMWubIQWENQ5m9eZYW+bcie
iNS3kWSgnHvkoAIjlhtXTpFMCrS0+T1M2oTJWR+HiivFk/o7AsARuLISZqJTk4fXaJF6HYS9vGmT
jaChjOoWQdSm4Eyj2donG60fWlkbpq0JaXk/+1HHAHo9VATkREO7oynkKaEhPNY35IzeE1aI0qsa
xB4liFqmfpFrsdRylnmCYbeJFEcOsqjWLjF79bs/KVVvW4NWfW2CVIzsqquz7wm+MI3t17nPo0Wz
WoQw/SJ2wW4C6PBkwXcEK+RyrNOxbt2xRw/vRu8M3pdVRZF2o7W5Hu5QdNKLQ93U7Q+xEyR5I6Bo
o+50bSx/5NTC33S/S7MtU+T5jtFmU7/HStZQ7GSStWKDnmr2LLa0ilbO2w/O7OfVAGGXqhxtYFD6
tDOWKDW6aIogcLBgCxpNja3HfpXYXg1a2ZHlSBrsuKWSqiChNNiCQItWDazk0RBwJ7aDyRpv8xK+
rziZ8lbpgLzZUif1f6wq8b+laV6v9FKXOSvEDUxgUFjgRp85govEJKwNq5lqgcJeKBa7XEKDVSqG
yLXyzrsNe7nZeIH4r4ny/wUFGEvxCAdoY/HAESspFPMu1O/HeN9+M3PVnfKNVG+b8F/LFXMkJI25
3LmK4AEthleJAYw6peBNYym2F+jfrLI9UBf6x9cF3XCORt5NcGdnPvUih0jDQi3EVKQcJLBhNVf2
0Bnrd4qyRgE5K3rNkThiuE54i8IEXmTDSVZ4U9c12v0Y/Rnq+kGJyl3f3YVZajed9jCYyk7MvjSx
9TPu11Qql3cOsYGcATKd1wojXcTWSmsSJo/MzxtnubFoS6fVzjLtxogqW4LiKSHU164kTvMXOt1O
p0EXa0UBrxUnEAXvleBnkHwVsL4L//UNNQ+M1c+0oh3KHxYxEkuvY8CA+n1bRnbQRG4Fp8THZGbl
dltmG8RB5gk4KWUQaghL4EbbBp4kV5J5L+WZuUtqE6I46HEHWpq0ldtGdv1E9x2kP2rgMOb0Wut1
sTU76zU25PZ2THvpfvTIlJIKaeBRa5R7QceaUWji6KB2qOt7WqZvPSlYUzFemiXCwkQHi44w6nbo
LLD2ThOlcMIcUa0j7z5MfFuJp8wOhPRr54tb0bvzzF2p3lqV4YizQokn3PVjtcmKEZBd6xSpqwnP
Ru9vKl+yKzAhkbn2+86q0ZR/KROiy8hPA7MkL35fU8W+SD3du5ek94CPGJVbqf4Sb9TSdzNxwheH
YpjC3SbVd3m19mWXydEcHbAfRkBz4UZbQvDlBsMfpU68+xTKm52HgmgHnr6SgV0cI6Kb9A7mPXjm
FCBIgVEgKUye0Zd/FQPAQSTvvXfBcxThPvTqF83vt5ovbREdxjd3De29fF4ySOxHFKzJqEwhRr54
wgS5TPOHVPbeVDPbF9OtCJG8hrNyfZeshVkc2YruBb7ZjcK9HI52o+2E4o+Ebd31IGe1jHkwM3cB
FwResySdp+u5TnCOiD1LuK/MeCf3nY3Yrt4DP9Deqg5h8KT2HLNonGRMVm7cMzbDHHp2UuIhCC0A
zvVp6DRqBAgokX/0JHT5DFdQjT3RNf3Rkxqkkyt7UrRfidI9C23ziAPr7x5940YlRRtu5EyngP0Y
Jo45Pl2fk7Pk++OHAeuigM/k0CM+/WEBJfJYL1P/2NUb5Edw73AURIDKfJtoBwOuOzQhP3tKMRnH
J6BB/1HOn2YTIVzYXCndS6By2+hrlG8s66mttnKUbYphH0UddejKCYsbs1ZXzOzO7ySeCzwyuRWZ
yzMFE+BokeLJBb9Z2I7guYlE66sNkXSMDMcUmbrChEgFUfr6bJ3fS3PgWS6HtIL29XKygkjVYHD7
RyuUj73R2yNiEpgybuI0OPxrqI8+LyJsMiV+gLen3yWRDF9KsBo+lp5puo0RbWtVmjZ+9gOix/af
YzEiIL4QLudK8KJHmVC5kFJ1SrDGApZAf2/vZ94Nvb6Ze7my4M6/HSoqn2ItSuqGnBQlpCaszsdk
ZrB7vZuPo2shRbDNAvM1EtRpG4hxePDFqN7/DwO1SNbAE9OeWSa+pcdyonKRHIXoTvS3en6XVKFr
tWtdrAsZG4jeuVgmQdoA1bc4z6hmV6mVRumRt5nT+uj4Vl8L9S+Fh81Epzfp7D7YlZngarmxkpae
X0sanhEfdJn5Tb3U+VbMIfGsBnNcflnzjKivdJtqsfLl+kwuK0w8eFDR580DUwbR4CULqERqwzQG
HGS1zgtvBjp0DvDaAkDRIIcMTlS+ptQRcbKvKm9luV6KPesls//w/6EjudgaqGNlg4DhqYdYYI/9
l1rGTiCgU4NkVSwrXwqleP334QImpqzF2pkNpE5DllIrC1arYFqLu3I4sWaVnRG9Ms/buG6gIn+7
Hu/8hQZmhY4rBB72PyL7p/FMecwzZdDSY9ZBfKfs0Qe+4Bb50GeP1ZBH8s6KzanagzaKzT/XY19a
QLPcFVayrF4qiKexmzFPyrqecK1N4RFOY0P3VFEz99+jzCBUKEYcCFAmTqPIeJuBSRIxGm+ylLNN
lB6sQhpXypEX0iewKwBr4SoCOueuOA3jp72Yxo2XHuks2oYWOE0Pdarbi3AIgmDYCpq/aXQ7SM1n
wWvvE3Mts7mQRMP9AdxLkjrrDi9Xq2jQYrC0EXtXaBq2qEfNtjTSo2ikP2Wt9baILgV2nBscR0Pj
OZk6/TTKZh9V4rj1sJDYZU3ygjhY6sQ8xuwZo+j4jdxuDCVVtyGt13+/eUDHUILnoQ7ae8lhLCc8
7mMkdo6NJWwRhnoYuOHr6rFaVWS+dBcgcM82htIGNHOxBkrRiq1Snaem2urSTb3zN2F/E8Hq2+BN
e329zSfu6ZNSg2Fhzvxg9GXAMZwuBLhUciuKXXqUWy/+hnOw5+IyOjz2iaWy8jR5ZeVd2sG8ltnD
SAfJqCuexjNaxcr0lF0kJu+WFdtgf1Iu8/4m89ecij8cQM/GBnyX5xpv2TO9BB3lS9DqAvOIXd+X
uEPARvYlca/5VnoXwNd3uwY6m5gK1cZKBU5pVHRd8GbRLtKrfKsoqXVHph85AI4Vx+jDzk38SviS
+j5ke6k296PVGG5dB9qtr5Xxjvbtg18WwkaNsmLXR4p/Iyo9cPym7N5VMxh5nuaJg99micyqUh1G
ueahmxvmlqqeB3Uyblbu9ku3AiU42O2cJ6Syiw/cJeBZKSnizShM7yT/L4Ho2ZIUb9lDjlr7ziiC
6f0fFhWt35lHg2Lnsj6eCqYnV0OVHVEKuK2kEaOfOzXI7o3m7Xqg89XECcZ5zFsTcirr93Q1xU0T
ClgDYbFN0oQlfColbsPhEU/GQ9pNL9ejne9LLnWkXuEIUfJB9ec0mjfxprT0Ijsq+u/O2M8MobSy
q/6v6ie3YNWfcEu/HvEDY366hAmJfhjgBzCy2NichvSHJuxFCTMULcD9DMjy2OR2LITWnwYxpMnO
odfyUFOsKneoOcAh6HFie1CCIf8uxrn2VUacaLSNrpha28h1pbULMVYOU5PJb3nrFc9WoJU/fVAk
nSumqQ8NUiu0HzWOnlsVAOfKgC59MKgBoG4+8CrL663zsxJcXJ8dhQYOVyHa1MPBqY0vsdk7Whut
qZJe+mS84uj1MYX8szhuhsCvY55eOWAK/TDCzb73s3Gb4C8beOLeUmJonmtes+c7jkMTXChSbHhG
sOdOv9nY6XiJj3521JEMK6xtpv8ozfwGWEIdBBuLx/T1RXIhqybgzDqHuzKDNxdZtZnKoQFCG0t2
UWjoRaAP8JoC0L/x+8L7Ct/F7JxUic3nALS5To6WUA4duhx5uEAbwDxf/z0Xx4+YBxsE6hf0gtPx
T1NiUecvM66UOHbUiC5hkHUYKnZxRgvRyr/4Kupe2OFaK5Hns2y5W6jJ8lrB0nHOg08jt3RJRDFm
g5qD6na64MTxTgnEf35mM80k+jSimDruldMonjTgEOiN2bGX9qgp2En01NHq6fPJMcQeXki8oayx
Asg/zz7noChnIHcEFGpZcJKtuEvEceLs6dEpUR94Ha9knpcmD6nCmf8Is53a5umwysy3PN+a7eMR
icjJ/eL7ZLX1f2n/KzNaG4AB0MDlkzowPEkhZ8uOPh7IMRyLUngavGcPJJI/PV1fh+epzayQgGbR
TKLgCb/IcRt/KJVxUJgyJdlMnUqC2zpKNm3krl5TDJy/+XLlgQdDhYvn47wPF5MXjlUTzIb0sZDf
ev6zWHwVVVv18XEhtfk5mj9qa03V7dKSAJ3GIoQDiK3GIia04xo0JAbhdDK9bW1okxshDrK9PosX
qoMUBhFDZEshe0DOfjq0sYNeqMh1fpSCAncVusaPQVY63viS7TGDdwtTs+O1DOLSYoTXyRaGfMJ1
uzjSOqWJjUmGP60at0X6kmg3lbhWjbh0Tn2OsbgbqONkXdBhIF9HI8K1h6mADI+mOPJxCoTGldV4
aeV/jjb/mk9oUGRyK0OpfGzNtGTTxrKTGYWtFN+iutlryprVyqW1AbwGsBAq8dwNi80s9m0UCR3v
O00DLBI15HnIs6914C7sMPhxiAdbJCnA6RZjSgapbKYsLo6+nmWbejKUEuh7K+/GIQ33GfJUK5N4
YViMidcxBEO4K0tK3mRFSZElbXHEkiTY+vS9bdR+/tEumv4O/Sjgw/O7wQTFsNhYg2mG0Wjip6IO
svfQtUg1mYVguCsb68KKmLn0kPhRxiHSIowAqD3GqWB2VaEq278UQ3AXiy9q1fPALR4TOs+NMh7m
/0aDa6OgbhJgX4MDhZ2n3ZZSvusF6kqZ7ANIdnKSUWWkmkO9jx8FFX7xTXl3dlrNmI+d0Q5vyRiH
kVNEMJ3dflTzfVMqoei0tAUiVwljwe0iTd+pChQ6V2rTUrOxgjd+xmAjfjajhzOIXzayzSqsameM
RvULcmIVHIXKCjYedkPGRm2CfnDKChYzyWfZQJBANPiP0MqqvxUgk+sOjc/+PWrNYdgmute3T3mm
N/2+KqpYsUv0i2rb6C053PhGN1cuMy/mj/6og6coEN1d+XLzkXc2R5TYKHez6M/MuuTYKnqrCHSy
2FI56Glx8MSUqnfdi4cMVKNjTI0x2mEQ1LJdV2iQdJY4Gwv24Z2JqcCKfst5AsitPbORgNwArKNs
cnq24N7EWxTUzZHP1Nh5ohzytHEVayclCvK1/g3i1dsJspcfR1+m3ltJiM4O64/wFLt4XoKIXQod
h1kima2R6Me+9rdZqUu8U0In8PJwJdM9O7HnQFQNZj9POm9LXYGyjNqomwr9mJsZYBg0Z5KKF0Rq
Vw2k++au91b26EpAY7FFrdJSgHnl+hGmh92i52mhCVwXrqSpthG/C9a3lZU15ySLlcWFDgIbyDmX
7bLtFJpG0PQiuw9geLfhpMpvlVD9O7XwOiATYN4Y5pP6UpcwFrpMybdF3+s7YXb+uf5LLn1TUNt8
VM5C4iyWFHbbaodvFmCySnJba6dKG4p1K9/zchCgL3xUktplakGCluqISurHBmBjTYeTnjjn/sp2
XYuyeBWkFiUb38uIUt80FDWNbKdqKwng+UJh6VMIp1FIvYM/nu5ABF7RdshV5ehBGYULKEt7Lz6g
beYoyTcpNFfW5UdH5nSdsNOgl9BFmXfDsvARiDj2VFqkHkmhUgcc8IQy9aiJmzT8IsePo/omyt9E
StSimjkNdauqG7c4Wd/7KvShZO3GvDT8Tz9n+SRqdH9Q/Jqfoyh3qofMp37XWN8aeTtEt3220mM5
z0iBKZF0ACOY7S6Y7dPJZu3HkaEJBhbgon43xJlh+wVwSI9sbgvatDrKqc9dwJXypdOK0SlxPd9e
3x9nmQi/AQ8mNE7oAiJotyjMyEoQgww1jGPC/Uiny43T13+PQAeAOxgsGhJg85x/ShjNWcrKmmrz
WIiC6sRsdldMijV3mAtfjhIF8FLqMWg0LY/UOq/bHLNbjtS23wrKOwDgOyG8Vw8YX7o80//5WKEi
QgcF4AZQN2Wp6dOFGLd2Qsy0meKNJlNCz/BrVXN9zZH2fNPT5ePhwn+CnAVDezp7GDEXkoypAY7B
3W1WNyH9+fCL5FkrO/EsBQb7/znOcuPLNY0KkThxP9kmSihx+A0w8qZY88++cMnPkYCc0HzgTx8t
nU/rIWSJm90sRJRxKGzNtlZs0fcTuwWL7HqJJxy6ZvL2iBKjbOYNwrZtM43jJzM31xfmmY4Cz2kV
Gz3eF5oyJ+GLW1FEaFIwfA/D21Gwe2zX0vRbIG+yVH3xoJuWO2Nyy2J4iLTsuRiGF/qDM+A1icuV
X3JW3ZuZYVyWc+rBIbgkReh+CSK2lq0jbxT6yVJWH8rE6PejksUbEu8O8qknbcvGNw7eKEuH6xNx
KTxEcJR/+SIKZYbTNRboZRFZGeGF3kJS1a/dwiANzCIDL3nrMCE2rmd412orwz57OHzgqjgCKWzO
CLTF+VdXuahFqJYc259lbINA8W4H1U5XKk4XR8ec/v8oi2szZPOH/hxF/CI63WP7tYsc+iTv5Vqf
Zt6Ki7sMmNh/geaj9tPCRuinUdOJQEpuUyr8lrxf/0zn00VzgGcwBQwgtkj7nP79ERczdA+tParj
gxe+ahQlw+ndzA6etvJ4Op8ylfoc0jZA3xBjWgLvvFGIURCrhuNkIacrtPioDI7gfafEWvYqtU/B
QTt7Jb05P4EIOiO38LvDBH5Jahl7Jeg1Xx6OkvYEXozsA5X/x0wfV5K1C9PIW3iOhWcRGo3z//7p
M9WtiC1WYAzHEvYlaj92a2bQ9IHmS89SWK4kVB+HyOmqUKltUeik4El/etluRz7Li2lVjMfO5TR9
M0t7MDnDnVK1W9WOdQddGnv39vW5/V7thJvkByj8Zhdug8Eu3of34ktxkzlrL7/zpcqPYiEhi0Kd
76ysUvhiW3t9NB4hKN31IDoKAWOqbE1q/dJUU7uEz6PSKTl7zw1mVAm0JsdjXcNe7x+DAOx+Zjdo
b/+7dMD83v8cbHGDtSYEDIxbxqMxBSxPR8wr1xL9eyVJ/2bqz6q+64TiLi/2obCyoi7NJknHrKEx
w/+WNGJRENXOi5vxGOiH0BAOWWzrIJD+efeDpfgvyGL3T1kOh1gsxyPV252hhnbSj7ftnR9sJmHt
u13YiqCv+Tf1sJn3vUjZBniNlhFX01GJAL2Gb0otO6L4y1BWko4LGTC6GWQBeI6A1gImcroXK4N9
l+ntdBQq6BHGznwVG/hsbk6Oj7z4JktW8rZzwAiC2p8jLu66uJdjNEKIaLTT1lTzp/ZxQozNoR6F
d/KQ3w1msc8GW+5WIn88AhcHwayuD9Yf6d3zRyJcnDYU5X46vr7eh/b2/sttbv94CO0Hy07t0g7t
+8ElxbcDp3T8zSHexPMf7GD761dp17Zkw5XaPD59v3vJXx3T7jZvnv01sEdbtqsdD+hdsKGubYeu
bH/Zs91cw33e2E+7u7ubv19uA/vvn7/XV+QHv/HaiBY3a2WZg1H3jEizc/the3vbbeXNuAFA7Fhb
7FFugbk8WBvvTnetH/UdapuaEz40X5x9b98Afbf3ir1y2V/+vp9meXEJR3E16Lo//6YHL0s3VbFL
KWVtqe3r8c/qC7C8enpaSzHmv3QxETgbqTOpFR2Bs/wN1fl+LCUs4qKImngobOIiXrmSP/bcMgZq
FPCYgeVBE1kMDJqpGHtaLh4lO3d+YSrEv/D1cxL7+9efgS3aR/Vp5fteOAZgBv4Xcj73Pt2Uaah2
U28RUlXedCfeJ67gNHbqvLzOC/YHOhx2vU1fFab46Pw1j8oBvJ6tb1pkG8Ut+hx6bnO3yNu3fk1T
9UKGcvLTFoe9NEZxaEj8NDFRNppQ8OzD9T2smpo8JdzUY3hUanRTVHHlGL44J8CScXpSoH0s0VMS
XX9pVCrxaHTtY5fvs/RQm79itX27PvnnA/wwcYQLOh+P+ACczj2wy2qsIl86ovpbN3dW0dlpgeO3
O8qdk0nKxqj/XI944TCGy6woWMJwRkKvWmzndFKTRop16Yg6mzqldlRLjhz97RM0vLJbvb2Ju/6A
zPTjStx5KKcre+ZQw9GhCj1LZC5WtqK1Ju9mTTpmd4K5n1SJgjz2K+Nv1PVhwDbZc6lnG8nYXI97
npzMYcl/AIzRnFu25qKk5axuTekY1bw84ttY+NHgsRw+hMJKBeS8NnEaaZFxdoXcSNFg8C2byG5/
iv6LLH7LytgNbjyUOa8P6/JnBAtHNgRqCQbb6coRO6NBx5xx1eNmerDIFNCM8TSsRiMJFVAPKaw/
Ptfs9bCXxsh80aCmdazyrD6NGlpor2lqJh9NA06ntQ2aRwPrXM9pw5+CuDKhl8bIEqX3PjuCoJGz
OJkqMYynyMzlYwoDs+/dsLZVSJWluUm5Sct7oYvtBBut62M83/sz339WLaIwqnCFn46xaAJ9nKJE
PpbiPTjTNq432fjit/1KPnlhLokzD4+MiK7x4nArvUQJS72Sj0NRO2b+M8CTMAoL0Hcc+JZ2g+3K
9YGdWZpRATmJuPh6STZ0k2bUfL08tuME64/czrpXgDWC4pRDuesEV60t/EENm0qfLQQWXBE354/N
8LvWylvP2jWp3Zf4NrHM6tDYZb6+S2TD0RRILsH2+i++uAJAeXJczMKSrLrTb5FHqdzqbSkfC2Eb
eVQPosrNtgDSpRJl09L2DGj+a1q+F2pXqMCQqlIj4agEGnUaNRilAlRLx7oLtD/4lDmDFW5ExS14
I4t/eLziIVDZrYFEfWrtrw95/rsXxyRXAqud9hgEhyUfVdKqfmqrViYpNzUkhOp8O3lJvDKxF+4d
LN9IUNFAQ+/GWtw7fVVOZhp4rIQoe/aG6VhOipOHrSvoGdIIIp9ToRperxzGl2Z2VqCmJAcEks+5
+J56UPWVQKX8mHe/kSbtiTAKeN3bClmxaYeZrbzXguxen9OLYWe9qY9tBmJIXnzQrpSLuhLoP8DR
HqttLYzuoKe2ORx06bWIi6+6sJXDO+QmVzLVS5/zc+TFbZtDoYiN2NeO+VBW8P97MpcGF7LrA7z0
ObkGUArB5Q1v3MW0KkmoZJEXaMfIowMfQ9xv/o7lQcAcwe+6Tf+ljIzd9ZCXtiZwl1k90CJHA9Vz
OqfipNElZsse/doWN834LKM7W0a7Pv8qJsa2n2JbWskhzieTxyPJ3FyOn/VmF5M5ooIg4OUyHRM5
UjZtG+qHWjCqw/WRXYoCFoXUaBZ7PNuBY6BOSh4U01GeyO/HEGs4ROP/1WCKfIRrlJIJzQX4HcvM
r/Kwf4jLcjrqwpRuzRCxLnNQwpXT5PwuO42yWPh5aumAXXgndfiF3xn4o22wfCW7l03hYHlqvzJ3
F+Jxb1JyAiUCV3IJmB2sSU68OJaOXqToP3LNGrdSZ5IeaF5Q2aCKopWtPacAp8cleeyHsun/ZbSL
g2y2AK14lpF0AZOBZOE1AYRLdByFvGy6lW02b6PTYCj2m1hOQ6lmmy3bQUE2gBTFu/JYpaJtjLza
B97l0ZPmv0/mrRKtbLHzyTwNt9jVQyn0qQU2HIhj5GjJ6LDhnFr7Wv07IOM00Hy8fHoBynSe1MYX
DeBr+e+kSO6CMJrsVrZlI7AF41YQtFk6un1QvbceE7br+23OOs5mde6HIGXBU2sp5GOYhW7F5LnH
FP78n9E/6G9F8h4jGnk9zvm+prI2k7+gX8PFWq7NpA6DUsDL9ThV/q8UfgwXnZeu3HDn65EgUD3B
QvB6pwJ9OpUSjqKDmafm0UrS0AHYy5joNUMNavr/ZTyfQi2yOT3NTL1AiIr2sZnZhlpkm3BAi/p/
mLVPURaLsPenqMtHBmR66bZpJmxv12TiLi2Az3O2WH7I/NdZ5/NhUsPNhCJzUpAArfFi6gm6TNHX
6wO6tKs+RVu2A2c5oFz3mDZJS+qt1Xqt60/N82j5d3E1Tivr4UJjgAVBzxqdCsqCZ3Kz6lRXYaeU
5nEcM1dGH9Fr6vvakjZiZLpTd2M17Q4P1IMqt454E4+JHbbSTsrbH1bkvRZPcWe8W7FnK9NOkXj8
0CoMYukhVXR79FwDyTNWwW6EjJOrdhd3pKRP1yfs/PPM61imHEViwY24uEOmKkRvHjQdGpbDBHaW
u112m8FVvUOmmmtn7IXSnmlwJ9KjJC/lwb5Y1uqQFJYG6YPk+3tk7WGgpzn2XIIdVIjjhu3oeEPz
VxEeg1S221T4Z0EIWMWzODBJDakGDZ3THVwLM+RcKJRjh9qsS49csdVIXMOGXUifYFyYxCJ3mNXz
F7mMXwoCHL1QP5ZKYWc1pscb3nzGN3xoq5f+IQuqlWP2fN3TB0NNzkTFBDn1D/rZp0PeymF8+V4F
RKrDGkIwy+9FStFJjN+E0upW0t5zKSVg+TwtUJ2g884sLo4NtY0R1Ap1MIexvCmzic6+nO0AfvG+
teRfgCcjLM9NRJa65JB67IumiXcavTAvPChyoSCUklQ3qtSNN2Ol/bq+pC8AkmANYIZD5gV6lnzy
9CObrQSpzguMo29Kt72g31WN94yCgp1b32SeQXiyu3rd7r062aJTnKp3mnJTS+ZG6h7kNfT4R956
egPOv2YmCoOAn1FCp7+mF4be8jxgJvK3gcTCRArhzUI83YFqqrW/wt9S71iPRru/PgtnGxvpRGBZ
zDe3KxIxi3O31WO5RkvMOk5dthmDV6ztHSF/NKYX5K+vhzpf7qexlqduCYyTdgyxFMT1vnl/q4ch
d2s3kHelaa9RjObFdTKfczBoW7T7QZ6A+jidT0gUappFDcEUfVPnz7hg2AKm6wm9lfx1rYB+trEW
0RZXviJ1fsHpbR0z/W8z1jYMTxQR3mYX4OuTeJZbEAiDUyi9M2+fdXs6LKnSRyGxAu+Y6KNdcg3L
wQ+rXVNBuzScuepFBGaOMKdR9N6P8J4IvaMhu7HlAsVPg1uzWEleLi4I0LGgqj40sJeQ/4rh9YlB
mAm0wZdp31S2nzoRLa0ucfznf585KnoArECIg6pYrHQxatWoECKPZ0mFvI4rZb+UdOVMmWd/segg
qTMeMNYzpWvxHpbhf+hi4QtHTU9rt9dywVZ6OT1cH8mHRsFZmBkcIiOWBI5n8XmaKFHjNkiEo/e1
epReVImml9O+T749jtsb/UnrNhCC0bVfiTv//EVcEL5U/T7QzAiMLJaFoVVCpojCUazuIjr8o6bZ
dfwD++uuyWzVc+UCAJ60suTPjyjekCYHNQ9siBRLdXZ87YRQKxT/AZa73U1/rKa2u/aXIb1iVbYS
6/zUoP9CzZcDg8llrZyOsIy6KBayKXjos/chlF7M9l6MWxc0HnKOqtuveSN/AD9Pp5RYVMP4fwOE
hwF4GrCtgrqaMO16UDmf0vpn68TiA55rkLAQVpnuGu13jyhl2z7BlsKUFvaI0NyiNbYL5zbRK7ZL
RoGMucWGqeiirAn0XJh8YI8UeOZsjPfuYqlN46R7VtiHD6Z3Fxc+BTJtK9TvhfeKYenKeXCmOEvG
RYWXdQWzn+2zpL91Gi1mDxuPh6x7jrI3r/86jXcjgtGeXm96iRX9pxTskPcHhPTsd1Y9yMhxqt+7
QkFqahJtBROaZuZX+GuI7POdTTbIup+leLkx1MXCEBsYV2OqRA9SCFy6zqicJ4NnreywM88EZoAl
js0NnQ4g5sta9zR6FHoRQXnQZDZz07iJGB/mV2SBOJ8vPDZ5eWgL0TW+e0NuU0mRAxAo4GxTn9Zd
8h0+tCPwvhiLzRhtmw8w94Cekuam4dq+nA/MxdIFOT5bd6CMgObUIn8CtekZwSjGD23g1Nmzmlfb
cvZz0H+1cr/3UuyeVg6+C4sR/C0PURpP9GOX3IYgk6VkMsz4obJugupFah9D/6ap7wDlr5wD5y8Q
+j7zP4AVMbElkTjdl/+PtPPakRtbtu0XEaA3r2TacsySVGpJL4Qsvff8+jOoA9xTySSSEO7uDTTQ
BWRwuVixImbMCZt4Ccmzl7lB3h2ATdthPNoVI+1lzS78yiWJwDb0dvH4WfKy53Lo/nmwzC3kB5Sg
QG3TRXL9BW0YG0XvldqLIFhOOAK2qKEzo+ohJ0dzA7FyO7HQ9s71Lvqo5nfBYil9fYwr2Qy5tzKt
OYSpANhk0OQnL5fo5FJr1VXbTYGQdaOwbhIBgKS4kaZOgikNzVh4CQsJORA16E0ns3xpPyUg/8Wx
rp2GdqbP9y+xWw8PCI5cK9AKjvPNCZNyvZMKeRDIAJnV5GRFqOkOz3ezwsPntWfXo2dRPQ3FWtyD
90q3VHhXthZkpvQ8kUQEBYyg0PXCkp9KVamf+ALPD3J7SGCAAfgbPGWUBpwu46B2SZrtBOh87SyN
4Y3VqxOhrHzUGtjQ7s/HbUBpAsBEOgG8ImXI5SOtD8IsM0wxcQNxkPaZIA8ONoEEFO1W/LBiiqQp
7bGADsh5L3u+sp4MdxVYsVsPirKLZ2zpUNHqVg7jFkHgLVcPY4LVCqA1egA41XnzvXvp5gIg07CN
UrdAP7Khp8wsaxhkK6d71IlV8Bvy8MY5fsKJdOMuq4xTk6THoj4YWm5X1XAY0/JHTdewvHHWbl96
syYOsQWsd4S+NzMuKV0SBE2auqJnIYbNVS8duzHdeQV9MN+kqnUM7aCgXNgcG+MxSYV/XnFY78y5
HRUFKPzL4rDjXdVGzo3U9cQHNVM5c8ku3SoN3RxuGkwgS4XDxpxVzv+G/u/m31dbzgDiV8Q16kOg
yk5bv1rQ0rSaSwX6cH8P3z4kFtYWQ9JUoW390c/dyezOZtnboncuht1bBN8pBDbai6xsRYq3Qfhs
E0Ko+YHEIhoLm4RjdWcNVe7WsNXYgdTl+0jOXukz/V6pY33gsgofoy6EYb5Nx50y1tEDBBAwMotW
viu8SPgeZMJW3Xpt3smiw8IF/x20JYt7y++UsRm7MXepnLGLQoMm8aYz6HmIvgV9Uu4ndZsSU+Yw
XUUCTAXPEUhUSZgRpC+MVmak132t527WI9Ck1ap89lV6xcs+9Ull1f7J9H1uL0EQdnqceo+o2H/N
JaM892Vj/tnYDHNIevM1pFFm0BaUrsvHq2j2PQ2Pcu5qH42T8hgVpJXszh7+KHC52+E5b2x6L7eA
tLf15XkSGLxOOo/S5N9s2LsdX4gQxRulmrvDlJ9KSbf912osdnVX2xZSjLH+0FqIme0QrLs/4NUl
n99H8MWIKG4t7hMrHCE2mfzCFdvmrW7HaO+VsGDI2qQeo0w0IEadsh/3bd64cgYL+yInnESoedM/
qwlg5oRpyt2QzDBNWBESo0UrOBUdYPv7pm4i79kUBWZgeMR+PEKuPbk+jTWxllS4hvdNkd906+3+
798EBIvfX5xjSQg0PYvUwpWNnfc5atCxsKvSyZIjG+W+qfkcLHYm3XFzAxCvTMpti5VKUEuPvMQo
3PhPcS4ucWybu7J12k+B+v9paV6/d5uxl9AHSyylcDXLNcxz3u2a2BnqD+NHQdtJzYb/XdmBV+Oa
T+Q7a6E86X0yj0tNPmrhXtJeg+9++mkzAbGyVHPjHxESN/r872s7JUJysWaOLBWy9nDu9n9KIibR
/wgVqRMP5e7+cq3svCtz87DfDcu0hJEgEHMTirLRp3YLyrC2HUDtAaOBtoAgTLn+fUswzSwk9e8m
cmUL9Sd9fIi9P155lkpHRx+6g4vl/ohuYw/SGjzneWGS3oMyfWESpsau8WM2O63LU/EcIskDr9IT
yeZf3ieoRHLzHMFAsNXwszaTqCfBuEmqDz7MhVmZpCUNh2wQM3sMBH+vImZ3f2RbFua/v1urOhAh
jDOxQEehsE9jH86xkST+fStrG/B/iYBAbRC9LXwF0RKwFgUrcE1KnxL1rNT0CJ6i8di2G2dq3stL
X0EpXIewnfiJlNT1gPQoGa04zEvX1w8BlPPJq5xm9mBsgJzX5u29mcXKdLDe5XU9m2EjNNlDIJ/u
T9maAVqv6CyBQwkd63lK3y3M0OhjwYOndE2zdqT0OduO9eepWEwVJwg0hskrErTRwi0kiK1q5Kkq
12gfkEKh10o/97uYEF8xDmJ4keRTNzrDfjhZ9VsYqHvZjmK7d6p2p0kHyirpVtPVyuJdfdHSc2RR
mdaDQYFDaE5iLM570c6CP534z/UA8mTQLjB8uCXo61zse1/ICfQko3aHQ2S+Jf1TsVUzXHHuVxYW
V0mUtg0yJlhQ+tERuz+6+RgSz0qRj3TN6/3NMv/WYiVpTuVZTokSbsSl5NQg6klZpEXjtgisOOQa
A94NUXJKIjAU/26KTUkXJ2RDlEMXYUWvd0SOQd24Uy85qvwsRSQexuN9Iyv7ACqKORKn6s8hXmx+
7I7mZDSNm0KOHaew4cTxdyMfH8q+2IgCb9MKc8bUmmWMyFaRR134pqivcbGoULgIdT1K9XE02Pzq
R8X4aNB6mKrRIYYG3BPUUy3oxyDZ4nK+HSv8AmTnaQIE1AnH5fVBV6GmRkykrF0+BDzu70T+5Am7
AcH6+3N6u0d4N4PM/UvJypZf7EdUOMIIxefalQSkKLIcQm75KORbGcBbVw8yjwGR/ZuV1pdkvw1K
DXLWTY2bqZHdS5/y6KxPzqigDzFmtHSe749qxRwZMNpGwdPzv2UddmgUpeljpSGg1j8L7QGQXlc7
YvupcqZS3CrF3p5pePn+z9pNJXYA7htEUuOWf/xXSP2N4PDWJclWtDEv+fVxvjaz2JISBNRohoyN
q2c/x4iuWOOxKr9KiF16uzAk1PBUu4l+3Z/JlX2oILNBLot/cSbmsb+7cPq8HiwhVRtXPcIk9KF9
2gIP3YZtjOqdgcWhhrHTauMIA5CGOboj2fpOOea78HB/HCv7/MrM/BnvxuHFSZVWqCK7ISK5avc4
56K8YuMwrWyEGYPNSxlCFrrAF2ORkrQoxtxr3KSAPgOymZ4EqJeB7n/1jGLDu6+szCyyguYkGBTS
PwtjTUee1wz71h2j7NcE31IEKK6apJ3Wb72JVwJdyND+wmpBEM3ZievZa0ZR71Vfbt3g7L8U5+6n
+IDG9LF5iJ+aP96XbmMeVzJQ1/YWXklMPWGIRKl1m0NzJvL4pJ6LPf1qZ/ht/3lfXI1snuV3+0Lq
xahoFBFL6pvllz8mK/42+P+ORyF7BM6LHDkJLnK1CzOtpic5YUzr9tGzF7ma4n+stL0gPOjVH72H
usen5GhJp2hKIZXPP2T+6f44/3b2LLwHqduZApr7Ez22xRdMogcHdpu3rmUmEAHbvajYgf8o5wdP
u0zTbkoypzLsMYAE+9KQgyuspy1c6rwl733DwpnIcu6N09C13AKkapunVkmezKY+1VVJd8z0dRK3
9GVWjj1MDDrJNFA5XAQLn5m3ct2D1m5deTwF4++sCOwiP2xM7YpjvjKyeFx0Gfz5Zjy0btI/dgYI
S8kZNMhgxA/KcEz8c6X/F368b3NerZuZBHTLngIQdhOk53KU6ik8tGzb0FFQ50TcL/vP07bKK6t2
IBeGR5JsJFDf6+Mx6VaQJrrSumFkfe+RUDQD4Uca/TeqWwxSqz4G0Yz/Z2rhY9rJSHpQ061bHAgL
ml1j2kV1yPND29tBsqM9qGp2w9ct6ZOVSI+jqStzyw5AVRRdFkPsImkSC4ZoRflTGD83bbYvIeyg
lLMDT7PvJ8rhfIPUeZCtDW9iVrv3F3Me2c1ivvuCxf4R6qHSQ8RT3aSrLpHcvGnB1jqunoN3Jhbr
2Eam1WdAqly0Fva1FNhW96TqG+P4G4DfG8hiCdO2HGGExIpyCr/VMNz/+hFIdriXIZov7RQg0mN3
Skgfk0X9Qkm+PhW/8x/Z4Oj0T6BxSQ14cKLfmziUrQleXCeKF4S537K1RjnbddLe6Lfmd333QptJ
ixuAXnQbrneRBD+ggSgcwu2yrca0mA/Brjr/lIdD29nR9/gsf7i/aVZP5juD89/fXVyhAttRqM9j
ekjOw0F0emXjTXdb9ZsvrXcmFu667UMRTWRrvjLUT0n5HPpQvjgIDhbNA6n7s5boD1noqPRF0Sv1
Epvak6/7tjbUZ7Ggrq92tiqMtobwo9lvZFpWwsarb1tEP0lJPNebDL/cF01JeuJVf5XiN/on7UG/
jJW88aJYdROgfUm5GABWJHGxt4M6bmtF8Du3bT6II8AYK3z2whmhJT9Pw4eMxP1EDjAV62Oliach
KLZIP9ZWnPgBWCt9HQQtiyehDvfbqMtT7wp9ZSv+sZZ7W6l+qlvKLGu+YpZqRR6GhiNtiSPMaiiA
YkvqiVJIs5Ba/zGV40bYtRYJIOYI8wtMSTOP3/XuVdBRqWQjGtxyKveR+GTI+6G5DIO3K4b9lpDy
2l6hLZi2Ux5plNQW/jW1WsGT9XRwhbhz+iA6avTn4tHLJnvsIsMuYYkXx93987n2FnhvdOFxK4Ey
fJLGA6+130F8MAwwVV/0/MzD7b6hv3WOhdclqESkbEYTAv1c7My+g1E/17Fk5L5ThbWTmdWpFZtP
tM/vvPiHmn3NGrsMazek9RVV7qMufS3C77nQfdND8zhB4qZX2X6QEqdQvEOJwG77sSkR1hHTrch+
ZRODEScZABLHMG5eEpIWBGj6sBapeGrznf4FiUh/2Ftj4qTJj2af/gzpgf8NZ93g/QxKu9tI7MyT
sZys9/YXfhoO7KEGdMZeiORzaQgfzSHfCrXnzXtjA74REfdJgWqZQTWqUEq0shzciUsAhdJvpvKi
a81zmrvBZNo1/V55+we4/N6YtK0Jnjfz0jik8HPBGrg22bjrk5W0WqsqXj+6SWv1jmyOJxEFVTrJ
Fe+TEHY/RAXyKr8RjmEpl/tARA+7NaLdMEn9xjysnHENUifg4mTdyfMvbqhO4NXTpBFfoopfy/y3
aLUXlImdXqDz7ZtobTVIrPgt0I5U6amNkPZZvr4hQNbUvulGSo+FI/nDSS32ndE7Q5DYUwAxqv8A
tG8svqfqf1VpudX31vcekmiLuey2FYIhA/dG3mCuSt5ojphZbSZ+PY1uk7kRXHBtYMvKo9EdTWM/
NofOsI4FHFQwkJ/nnl4xPIhw00q/M83f2O1rtxbNo+BGqKGjXCUuXF9nyobfiuPo1vljWxBbFTur
syeAly9ytzeeJ/OL4W8x7qxtQeo2VA+I54EMLM6YJ0wjpJDp5BbIsg4oBwctWjkoPU2UCgBXmiQY
ZTv2J7tADN4zrK2E3MoK0IAx87Qh0soKLPP4epgPlaEpk1tG/8Fr+lR/Z4oey8gqnbKHKcorHEF0
itGmXaYSTn4LTZT/q8uyX0H84757vnU4sA6SP4b1lHWgZfb6PJrKiMK5LE5uOwCn1cvpDLPIVkXw
1qteG1lEalKcaQHyD5ObNA85zE0FFa79Jhn2mhWw6hBHwDXDpb240oKu15SqqURXi3wnN2Qbgps/
Sffp3yeMVmfWDYww9/XsVt4FtmaEfqgmlKKrj+NjLxuhraTm630bKwkm2t65NXlv0rdlLc+FUAGh
pCdSdIP2wRtOiKyFwnMTvSReTSVX2SmW7wTqVlvw2l5AT48KNUC6OR9+PTS5iBDq8bCKDOZow0kZ
7w2A4htx+9oyQRIL2QXdYjNf47WVIDa0BM8kujm/X8XeEfjeRwS9vxdBuL8/j6sDemdqMaDJyhKx
STTRldRp343PyBlsDGbLwvz397sB/WOlLFUsiCPQwjK3LSXZiO1vLw5yKH+B8lSu2HOLwDqIQtmo
tFScMTExYn5i+ZxL08ZAVhBNs5X/bWOmG3IZFYR5l7aFwenJOqjqLN5Era08yLvsoXnOvhUb5m7n
jZSUSkoDTioQP0ucjxHUncSgZNdHl6GpjgmqxPfX/nbW+GniDDKaoC2AoV6vjFULQh3VieKKE1i9
pNr3dPil4LPum7ndzURSPLjmgjc32LIAMVSkaPNmUt2xgGFHPDd0N03aQxhv4WlXDOEL6Dea+SN4
lix8qCGkctfHkupmTXmI9PBSeOYfpaaXpEn/uz+mlcXhEYcgHBSxNKosq6W837IU2RTD5aa0A/Fb
gSO9b2FltwFgAxNN+ZDaL2IC16vTjKqWTU1uugY4vfSpKcfX2pPw2r1l11Gb0QQifNfCHsTF8Gyh
H7TxAbezCToFD0S7y+yLlhW4kDbIYVJDyw3q57YVUfd41itSeOEG/nfDzrL2NoydXwddYLlCEDle
GNkdWF/ZOnfJj/szehvNzgNC+5PZpJy+jC6HUZSrsYstt7CeR/mBRIHtQbjbZt8lXzrTkP7hvr3b
ft95e8wPcJo06BEzFiuY61oWQ7AjuFrQwHcrn2rpQcz7S2WKNGl3DkQ48IXRM/5sTa9TEti18Kvo
FQIZ2GOA0Ib/HtZdf9C8FO9csWU2spGIpuDKr2ViC1+0xj57jeN/yh665+pZONyfgJUJB80FAw9V
eCQxlhOuwC8+F8eDi5ELu0n4HrfKqRLKfeghrNIDwduEct/sJQzR0UhIQOiI/uqcR3g3QFPrfU/2
y1ns46M1IqAi+KScO0P406Ocfn9067Zmn8bTiA0lX9tqqrZKA7PXX1pTGx/Cun4za9QCq7IyDpGm
JBuTOTuvq1fhTOlCkwBYeeJiXgPX5qoCTdym0mDD73ZFi6SAfuyq7qOqe5/1Lt6ydpNwmXuF554Q
SpPAWcWFK/WLQm1qWGpeWuOLbvzXlf6jVtmNUUKNTupKNR213ZrQ2xFik9iKE0p9jXW8HmFSeTnp
GCgvqm6CB7dsLsSWx6rzSDwno+ZoFk1m99fw9ojO4+RQzA1m1JaWfryPM6lo48Z8KSsooLF5yg29
Pua+KJ3AdjwqrRc9BbHQHOM8+5qTcnCgoStsLZj0j7lVIgtZX0Ajea6nT8mu7DbpwW4uaZVSH3fZ
vO7wGi4hM0YvWCHsO+ZLJDR0A0NJ5rcpNAXpx42pUG42GIZgISeyxV1BJ3E9/akgdYig+jDxPzPe
z1NzhK+6Q1G3eaMlxg4/Kn/GMzlFtdnKeNxcpgxx5l3jgUunMIwM15brylKDri0g4Y+S/iBVNC7S
9WduxIi3DQqY4SlNeMi7gelchDua5RdelajWiyFW+rfRb7lrpEC1vhjyVP8omxQnPfa+9WWCoaK0
Wy+MfVvA1xSHYexhJmnDwEhOwZR3x7Qy+y0dj7VpQEAHOW+0QkgHzn9/77z8WkzbWdqpmvzpCe2r
3A7ksT9urPOKGZ0bkL4EQMMUOhbToOfwUNSyR5O50RSPE8G/ZUtVDK4GLVlbn/T8GBujuVfjXnuR
FKDSmV74TtOn7V4wI2NftHKC2HK8xf1443MAds5E2HN2ceZrW3i4uhyKWIzi1E1lOXlVw0A6+l7S
vHq+VDtBSK8jnUFweJrlSF8WzBj3J+bmoP01j9rprDMJ/Hg5/QEc1W0R0IZkpNYu68RwH09eSFKz
/Gc4pI63MYkcNYq/MtIw1ys9lmECFZgZXBCH6X8lKQF+F0rVaawTkfaZoP1+f2i3j2UMzpM7tw3M
z9bFizzWM61NQj+86PVPdfjUo7EMweYhfCtkBNuC8uAJjqBu8ZDd3JBIHuOy2GR0Y+BhFzvNDxBy
K2MzvGSKWp3kUvYP1dSo+1ivCzscsy0Vipt4Y2FvcSP3KMoVPNsZpfFY9h/QJY1pAtHI0Topomr3
5/TvU//qQsYaUQ2gZ3o7YDdYeq2mCZKaTPSldxCHO1n7ZNftIPDdmbtkB08oJOaCc+gpin6Vf6aX
VnK0zOm3YNGzlcVXzNSYIuEsXbmIwF9vJUFCfLKlQfqSaiTlMuR5ow6aFFX7AZfqjzjwzY04ZGVR
CemMubNnbiRcHhO5VVWhbJPkooRP0oRk93R5G+stwqG1HXtlZuEMpLJWURpKE4QT/CNdYUbmP0p+
eMzjfe57TkL1u1XMUyGZG8/uGy9EOPd+fIsoBGWwZDBiIb6IiMtrw2OUuOUAk96FGpQNKb8eFfv7
O2ltCd9bXGykXogblcOZXKrxRbCqHWKi/rNQHCq05u9bWlk7MtooyZPSN3i8LibVEFCBlEM5vagV
CfUuPKbhZyXtXya53t23tLJ+XDJQi85EQsRYS5IKs4qsZpLj/DLmBtxlmsM8hoODxFeURigcORnd
RFpEU9yG4XnDXx8IUMzgtKhZ0OyG+7k+EH2Vh3JvTFD21M23cnDGya5J21sHOdg36VlKSrsSj1KY
nPRNNr3b+b22vVhJK2lgAxMlbA8fA2gCk+yUtr4z/rcxxhu4Eh0/PGDnjapRMVzyXGdR3phRXOYX
QbrUGiS1tX8cvKfIeiRjTE4UpoSLJvy8b/XvQ/x2Zv/P6nxy3sUn4xgORpbn+aXDwcVv1UftR/wa
ud2juoOl1smPoKqf8oP4SOuuOz4VL9E+OU4X8YP8YTw2B+28dVRv/f3VNPzdg+8+KJ1TB01b5xep
EXYCvDzaoDppdZZEhFamykFl9Ov9Obh1DtcWFzdaFQyRL05MfFe/+iJufnrO6kMZ7sL+BX1CWi2O
9w3eBCVEaWBROERzwh4akOs5b9Ii64hY8gvcQE4nCTvflE9ptqHUs2aFy4N/uNPIBM5Pg3cTadWl
aZX5VFwUzybKEr5t4ndus1lzuMl+RSSSdBYQxmsTnj9kPNeD8iJ4sCdRhOh2PYKqtqLUyr4p+W/1
EIu7fEB6NVGG9D/6fVKn9o3ifH9GV84oFU1ILOj1/vuouv6QbPRCohatuIRqz3ttVjt9oJcEivgt
woqVWSU7QP0Y4mzq5OZi7fKCQi1pueKSt6OdicOlAocW0Thyf0DzzC2OJW8nkMLcx6Q8lj0ilprG
2tSl5cXMku5QBiJE1e20pSG+svNpOKUoC28dOcGllTqYyrgKx/JC2fqgef0DVBWv0aMQjl8lwfw+
JtOx9DdO223tkyDjvdH5o97ty6D3xzY36/IyCvk5jj6XFVmx6iEVOjurBtvQWoDg56FwMkF486vw
cn9m1xaQJlu2LDUFMO6LY9HJxhCknVRevEY7tEPjdF27b4R8465cNTPnWEiNU7Ra3ljeRE7LKtTy
EggUdEtwdkJjHsZC/3V/OCvuEuTy/9lZ3E5mEGo9eIfyohlnuaxohv8kZVC2P+WJS1/+Brxr/rXl
tjRnqrm5OZV+t8Xa+W2bxoFWVZehzppXNY/0z20eWw5VQ+SocrnYR1K0RXK35mYATfDgmDsFb+mj
jIRUa6mm1UWLgpPYcLhLW5N+kluNlQ+wc/G+aqfsKCRb3JUrkwvfN2VVAEpUPrXF5EpAFMwCVqTL
pOXoKJqfutLMd0MWv2o0tIaNaTiWQCX0/pLenv25OCBjlHcIOZR5a707IDEghDQR6voyGhWICSkJ
Pte6Hr3et7ISzM0yqQR0GtkJUrkLT5aVqSiEqcrg0jE+1cGoP2ilFe4UQfOh4hHrD3nZD58joaV/
W2+FQ8z797TxEfPder2h+AjyQwjXoQFAZex6rHpsNnEiWfVFqUrZRvucnFtlfZegEz5PI8hGo5v5
QzwtdfKkzfeJX1lkY6N/buCcU0hkJ3lNU5sBsnX9HXkNVT1Jk/rSkonYAx5pTlOUlhsX/9rKvrey
iDQ6s6JoFZJchIK23/NmgXRtrJv9/Um9PaTzWLh4Z80ziBoWVjy6ueswZU6ltnxUGi+Cykn/GcnB
0fd9zQn0dgPic+vrMAghBiZBbHNeridPLsNUESwMauKItnkg/ZQlL6dlvTI2vOrtPc+DWOcNIANc
mtEI15bIcBq0MFbNpa5+dcNnBaHN9K3yNnzqygReWZlfI+8OYEbmd1DKvLmQukOhBIZCO0CqGJZD
iHgzNaYtJDO2CGuWe4NwhKIwpSXuYxjllxm8saLjz2q16gJupneKoqxIkAfqxkP4xpcuzSzGJjdF
Ng2lCaDdrOGCggwJXez+t4eIqFy/GsHvcazPdLrk/7hHlnYX1+7UF0NCqri6WPrnPjo249sQfb6/
72df8d6X/DUxzyGRKKWGpUPzVSrDSe3XFyP+JteIzwMnRYt9TzsLXN5016iajW7zhrf+qyi9NIvn
AKwycxyQ8r7eLeWUVkXhjbhr9RC54Zv8Vf8UPncP3lP2x3D8h5yMEar0Tn1O/Ido2HApy70q05iB
26JCTrJoLutcWx9RG/Q8j7JKmNjaz6wPzpGp70pJ2+mqtRE63SDPl8YW3rpIAjlIfam5WAlJpIMI
UwBSftlI21mH2JY9CfH4MAx4p5OaDYa+F+SsDpymreAI1QzNC4+eZHVz93ohJyevrA3TSeKQ7jg9
RLB7V3S1OJ1kPQHnoxR6nTjl1E1/7u+TpRNhFABAWSlQjVRFlqxZvCt9vUmm7qKMXXQUKP8c4zF4
pAkpOnljlW3dcStLNB9srlqSeSAYFkcuLPJeSZOkv9AZKD+HaSO81WNqnPWwD/ae0NW4l2IisSjW
naPEhbArCgUeXz3qHJ53spNP8ikqCnKNgiCfI4wReqWbHTfLBATzMhMy6nTZE2Xhyq+3ki+M6gB1
cX+JWs+ydTl/1Kyq/ppMUvWUKJFiD6QJ96Weh2eadqSHCoGSDWDk7RGe0V9zeR34F7fswr9nfaYU
eS73l7BX+wfSPi8CVApf1Kpo9qEw5G4bem+Gr7xIRbfFx/63FHl9kOcSEp6fbDqv2iX4PZHHhDq6
MlwiXy7dKvGGgyYrI+WjYHKIUcRDrNAS2EpC92RNiO3qaRecgHkX+9Qv+u9REmUvcaPITtQL0HMm
Wk8CA8U3ZagNO+6Rb0yCEj9bVMYDInklrE1d/AL9Ye80lurZPIggmc09zdHF8YMeTtahEzv/JHT6
xyovO4eGz71AfGj3aYMKVZblG8/OleuBaiz0vVA3zzH+EoCX+XGVBGI4XALrR5vLO39EjDX4jIzW
yYzly+CBxpIPBIIf+cL7x3LlmFyZXtwQFInRoxlR1c1k7UWLvY+VLn0ZrPil7h5igZT7fXM38e+8
3Sm9z33vVMThpr/e7nUB990gJsNFiiJUydRdBKkvCFknkRU7FxpHafKzUABb8dXDhu3by/7a9mKf
q1nXGpWRDZfOGFEXK2nMmeRdlxxb4XvqGY5sebsxg79DreNjHx4M0XSATCvJFvRxbdL/vm5go6Wz
ZBm6WZE4deVQsd5Ra9OFKhIHdPT0jfUfEBcbwcfaqLmi+FgyABSlFzNujFat1N3EAYsEao+eJp20
yqr+fR9B8zjnaBTeT/TKXK+rqQSpZUbmcNFT7bULUN5VaRD8pVpQv7xtrOPK9FGEUwF14q/wnfPf
30WKueE3FJH08RI25SkMNLsyP5fjWaUxZ+wFW7KmB6223AwNwYC6M2MdrcDOjVNt/MwAfmdVcrz/
SctYHN/NQ5WkA0UsEnPLOR6HytOKMpwuvqfyOm2HGtZc4MfhyEV839Ttcs54SfopGDyX9/J1bCHn
qWRTOl3Qce3tkOB/7+VKtrtvZSXo4CrCHcF9A1CeJMBijjstE/ywki6x3zX7JAmbcyGquV2Yan/s
R0F+HSncQwrt+we/VIwdPfHGDnZdc6d1U3eUEs94iq08O/hBWj43eSIdDbE3nKBqUY8MpFZ5tSDy
3Qh4V+JCEiW4Fo1UL10WS26NrkhGszMj5TL66Y6MhboPdq31R21tvTho0K+NTmSjMQgNRriDYDH7
Ms3nrrKLrWTiiqu7/pR5Jd9tU+rihqClfIr+oDvZIdhdqu+oyx7KrVBnDmWur1C0PoijAWXMmvdL
ehTF6uNeUjLlwvVnp/vyQdpFh5/Kg/eYOfHH+xtjZadjixcfrhSq22U7w9Tmoq9L2GqI77PiM4Kq
lbUFX7qNFf+Kl8yQWrYf4KDrmYMitQvqKFUuVfwGf98hGut90iMoGWxN3eyWbqaOcE5DO3wuCiws
hYpSmo2eK5fkqy6cjH15HKNjVh3IqQkPU+70J02y0y2y6ZUzTB5UpiEJTNicDr0eX9SHbNJw0i6V
pj+M5ag6mhZb+39eKfzwrP45o3TMJeO5IvehOsSVeWmkrtoZcZPYY1U9TU24JSq/sifYd38VbaA8
IpK9Ho4qd4k8+LJ5iTQh3GlG2OzUVk13Vg6tzf1BrcwcHacigH2o3mgnW1xmolI3aRAZ5kUoVR0p
E9lErXPYUkZbHdDsy6GgBEG3tGIItdIUg2Be0lqpzh1RaMgt0kb/NUiavN4f0Y0t4t5ZmwW8AWkU
yhvXk2cIfpEUYWJdalnMX2PPz5WDIKOJblc0521Sid6aAyxDTVeBvnjeFIsYKKT9zSwMQyDWT2wL
uRzL+2YoPdK+x75NbSWeLmN5UOnT1qvS9ivvyH/adwJlSX8DrXyzlux/zh33JR1BoIgXayn1lhbW
XeK/jjm0FwhZ/Yknf0tkYMUIrOOQEvMCpN9gmZYzS1TVBcsMXt39hu/Y+uXFrhcFS+La55eJOJyt
a+zGA84wmHefPfutd3eH0bR5Sl9j8DqG/+FJzprqCl9i+LNrOOWS6aCoZy3+VAQvmT86cvXsy+Lj
oDuVaW0EzWsfQqsB24WXCejjxfYUpbSuI5zxa6NGpyBMaKKpmoLWWCOz43Cry37FGnk4/s9DkHL8
sqlK8CQhgZkhei27yeZgAirsdmIAbfv+/qlbNYRUC1E4FwgYtev5xecWcVt50atpCo/T1J+sdPoR
mbFj+JtsCPMUXd0xyl+xG+oKCigKXrrXtrQ0UU2abKPXMAouQ/E1nY5i97FNjt3wQyNQFHU7kpB9
opVjImcGWpQSgV2hCh/91oXkcn/kN+QMeBsSMKwltzjFcGsx9CxtpbEWu/h1JPg7hnWUKbZl9YVd
9MGDFVnZh2FAZVy2yFpHUk7vsRYH577T+kemMnB8rd5shL65hrk2JPDKc3vizP07e633290qEEUe
1PjV65NPyHq6sdnuR7Gz5U95pThKfswoKxM9dqYYwLU+2cnWM+k2XJtZ9EhQidScKP1Ki4gXUYIk
aFAFe831R56wL1H8WsbHQD3nxrmW2YYCOBcxtu8vx4o/5g1Ihor+ZHKZf+u270YOE5dvklWJX4mf
7XBWCij+tMEWLmrFV3FDE25QByEYWI6tC3yx0oBKvoaSOThlJvLs7Exhd38sNxBwtpYxU5ZDbYv6
M9Dn62UsIkP1NLNPXj05ReX7UGmk74PmnGlHRcggGxqdpIMxIx9sqQl3lfnYJb9AW+4qAGGq8Jx6
8cY5v6l7//0kOO+I7easo7pYVT3QCs1rAMEmQfLR8sxzl1c/tf6gZdbPsuic0fNsYTyNym8EO5t4
PNyfkrWJJ4ydiaznkvSy80wQ+kzv8iD9H86+bElOHWv3iYhgHm6ZMrMmm3KlXfYN4amYQRIghJ7+
/6j/nNOVJCcJd3T37h3hCK+U0LC01jckrQAOWBMwUbIyaPDejrJxmkGfYoGHwdUQRcTVli5Ls520
ZmiSBuZWBi1Os3yRTflFaf6r8QB7AhI7ALCo3F1+YY7eJc9NG9PZdrC5Pg2Z2FlEWxsCNUjIbaCZ
hrGsrtVCk5OhF0WTMDAHgn6yf6dihO640u5x9rZ2PMCX4Lhh8nATrPPWqgb8aKSkTeaDCiGXyY6r
+SjsJC2eR/2zMr9Q9d93O+TwAGLB8IBGWosVA/wqmwbw+KTiugWzSa74nmKcVP18e0FcVXSxy2GZ
jSsbNiSavl4QxOuyuTPLNjGNlwFKwoGKgqJ3HqBYyJ6ZTneGtXHDXYRbJZUpKx1Zz22bqFYHdY/Z
4OFIhr/FDFH8mnvsznAz5d/XPGKiCIIeDLxwzVVMm/daqknELLW/cqxjyySBJZPin6HQS3YOZzzs
KyQLsJBaH2pp2ihm3bdJVgRD6cXaHIkz6GYtqggqHsG3v9y7NtIqW0A4/BfONXjPu6u3Ydq6Jexq
mi4pa5k9GIVZROlQ8c9634pQlW5/mDJVhEOGLiIjuhlTpuuBo9hwGskqEZsoXgedBbs0phh9DOsq
A0R70wtESewTFUJdXCLyUJ9syy/zsrtXm147eukEybsMfl+tPYwxw3kVF56YI0Lm6sRKUj70tLB8
DvbAudakE6SYFOA/JxziWd4+V1SrD6yBzzgf0WxU6BBmip7fobRN7nSUtz/1ksGQxRnHw+0pW47w
9YwZaLrD+EVFucBbzuAPVyjTcdvgD7tkNpvmYKRaGyPnF4HloMQsmlqLOXPY2avHvXV/XbjH2jBV
tLSQICOfWmfHufSMvjHxbhsh22BqAdf0gytPU5EI61CxMqTqct2RGHTn0+1Rb5z5uFFAboHsJZ5y
V3et4kqXDmWXTK4L+tRXXpDEWc7knX22dZR8jLO6QHVr1Du4q3dJSmOjOrefVFPxnfTVXSTD+a9h
TzV86yz5GG+1/gfw2zOAb7qEFT9c/jxBqN67q2pUHrF6bk/hxlWD0g/AlItpwgLZvFw4nVNlQBN5
bUL1wjxxt0DnxYWT8lQPf29H2pxEKMaixgQp7Sv3uZQ3Xd02GJTJHzphBS4a5XaZQ17vN8rc34Aa
6/cqofrW6FCOBwMKOR9k0lcfTvE4Ek+u4IDMQ42csiL3XfazMF8mffStuoyy5uhaVex2QZfm4YSE
u/StI16lfqXcZWOALFsvwsF7mNX6zubwerMAL3Ffbk/NlRbncr6izIL0H98CncDVQT7krpeXHg48
Ei5k3QAA0o4FSLSzSD31r+C3wPktZz6Ivl9uh976Kh8j65ff3xmlW6RW1SXt4AZE2nFPqlCi96O4
U0xSGqk0/woa3M6O2lrhoKQtyrFoYoDvehnWpY2WGyXpEhe0iJ43Qd6+Fd5vu34pvefbI9w6Gj+E
WqefI+laxnTMrcUMhqsB+nRaPT26NoCehtRZBHUMeITXzZ6S7M4Y12UXgZ5Tq/QdzmTRfpH26M/a
A6EkFMVrXf25PcjNz2jg4F9ebYv51+V8VkY7SpuzLsnTwif0UwcGePVJdctI94qnqX5U2V55Ziuk
jW8HBB8AzvCuvAyJl5ZO7LEiiYQ+PqTT6LG1msbXDGoGdS7me49bmY9OvXLIhRTHIc+7mHpwwZgM
CXVSu/gjJ28Me2oOR1fj9bFNCT/quOJTLW/C2xO0dVVAggltHIAUcE8al7+We2qKgiJuqVR4HCS8
pjm5NXjBWadkkGZkewDnrZNneW5B4wcETNBgV/FcSWqpNCQR8UkE/8q8X86Lj3/7atfKuhZGkeJv
N9w+1qYvVfO9tk5pCiEe6E0exu4nd7OQuGCqJLfn8Z2Qtc40YHACOzsg72GlvXpnjaT1ZmwikgyS
RGl1D7GmL4PhBWbhRlQfv4zVH8jl2OJOsGdaj773Wdb3s1UHeCoj25/uc/WgVHCDm+4giQ7J7bus
9BtlT/Pmatejoww41lL0ByLkioOgytLu8lIhie3MkOungUgfXf7Qq+qRduULiuvtzk269czGGFBu
Rx8FzZS1PkFuit7zVIGZ4Rk/5Ezg0V+DmgTbMhmUTK/vctx7vtAFPQ6WNT/p5dwcCmP0QrQD9b01
sqywqw+FwwCcqaW6vgbVmCPVxkohJDFJFlHt2FM/zU6tc9cqgXw2nBkOiE/V753lsXz+q6igZejo
QELQxFitTFTI5kG6LUnUQosBrO8gUpH9qXPiu5n1lxHRBFS4P6o2rlrhK272OE1TMBGJ2195zSDL
ZtLsSJS33oB90654zNahBTI6MBd47UKUbfXzCJy1bFWMJJnI9AOZqhcoPeQjTLcZTjqBFIpRuYCH
ccWMlLHrdyoh7/nGenbwJdC7gfDXov19eSoM7tgqbksJlEklJEOpaFBzLN1s/O7hvfMwUTtd2CwS
7pTYT0fOKcTSPG70p6EsdeLPTkbuVbPPvpF2RJsfC4o/CN0k09I9g354Y1Tfb3/Rzfz+HYSOwxN0
jbWOgl2qGSWminWkz3edJU42Tf2yRdo7ZVHzxbDv8zSQzAwgX7WTJWxVJ/C4gCoXMkDIza+lvzSo
5nWV0DFfr9V97bv4j4He9V5J4v8zxv/EWV2fQyUqp/QQx27enPQxdxcnj+eafJfMDYBfiDzb19z+
ydvL9K+vCeySRYZ9kcbB9K5OU1r3tHUabJcCcERo7jj5n2aXxbAXZHUXuaL2UL/GbaEnmex8/tKn
j9nk+pyRsCyPTX02vjvWQ4V8E0CysEMSquxkC0sycLnw8ToEzAf4GPBfrj4ktWhqDvOE69CsY6Ph
L1zdE+3aWCx4CcL3ADVAYACwuS83F4TEVS5YQxNtzoMKvJe6M31QSU5F85BnEPhz5oCqX7t0Z2zX
ed5l3OXPP7y91byagK9EXNu+l+xOaAfTO5ROYOwBx7a+I6qCC4jUACF1DZFrOsNV2qylSW95eDvl
YxoolkHBh8120drX5zgGhWsexyFKPrDTuxwUE8oIiVxGkxYmrsVgPhLYwjsLmy/DdUXJkZTKvZ5C
vtZrP++cOEsutl4skOyEyBH0ERcU02VsmsqZCpDDEg9wWSgLINFw1NwG9rD0PXAyBZ27sLch1Fv2
fR21omCBO0/9qesZ1Ilh4r1ztV8lE7jL4HZrm2iPAFWzLnGkOO2seVJpYrT6F6Bjn23eYv6d3501
n1qzPTpi7+RbLqL1HCwVPQSFji82z+UcWDqHVsXU0YT3ZeTkMIGwyWmeEpTRdTqHE1JrNGKCCoq+
7Qwr0FTujHlrsYFCtpRpF86aufoBxgi+CLpPWGz2iMyytqG5byNzgDHg3livc3PISHwItfyUDxuo
HJpOVho8UXgnfwhRIlV4y6b6LSPanXRYwIzpobC9QDVnX1TNfc/NIMsd5C/qYbaOguwhv7bGjkaR
hl4YOi9XsoxjRT1aOTVNIJ3iq7XqoxPLyV7CuDVsaMIu1Vu4dONNcjnsyqxhEYFaT2Kn/NAT3e9V
7y8xyRFqBdHOltrYzqjRAcK2fFATpNzLWCZVjUKMHkvcVImoSgKVu0k9MF80qM5Jrrx0nQKhaFo9
2nl8O/jG2Q/suadi+4CjA8TUZWx0HToHwpAMWLeXzv49OzsZysY8osYDIpcOMCCu0OXPPywfoqut
UOXIEjCoFR2IDvmo14/ZHmBpY1FchFmdiLk5jsTSEIa9GqH5eXy5PUubfz0w8EAyoBSH/vTlKFg/
G6McJUtqkHDUOpohTQ6Dr/8iCFJPVPPRYYau4WWQXnWKmgB1m0iTBTSHRRBa8NO/UtoWEgzgNf8v
ymqx0TFztXlEFBaa/s6xtPmx//N3r7s6asEHeBzgK5QNj51aCVTjjeo/3fy/WVQf4qxzpkwtaD0h
jhxObgrhpoz5Xnkg1d45u4FFWGYLKD/YF+CsX5fulXYsp7LTsTVroB8gnmNw9A8av1AAQfI9KDVD
V7c9IPvMz5y7h9srYns+/xN9tezqoq0mCoPUBD48gWGgxGhDBJlDGQBC1LdDLZ99daWBYoF7HZQh
lIzWj59WmEXa9XWPxWersUGV+qDoHKrcgJvUk0agBamri29982gD0Bbdjr61vwxoMQGBgusUplyX
Sx94r07rQApKZvYMrk1c89KXc7cTZaMIsNAsAel6t1UCIvAyjKK1/ajbpE9ooYH+SHncGXoM3657
Sx9jL1MeSHOERNLJs8ewlEZsWcrx9kjfX/ZXEw2tTzg8giiN/tnlb9AdyFlpLusT6Id/J+6jBVy/
qqjR7NU+7CVHFFxIq4TWpPu607c+1eiDIo1jzrKYWy9avleM2Zx7PHCQskIoDMCbyx+Up7bbCWhq
J6CKSavwOQjUudwpeCyjuhr1hyCrmc+6GVxQjfeJosjDbFPfnZ8M9tPNnjUVOi07H3pvSEsO++HS
cfNSV2pg9hJlIKBnjpU/20mjd3ubZmt/Lm/D/zt16zSsVpUSuXifDKlvti+eK/1Bf213j6Hl9rqe
PVBbYY0Fldh1vs9VYuYjqNcJXklwN9KjLD9B8snvNTOarZ3J2x7Uf4KtFmjRdFZjZQjW2m+e9z1z
z+haGyge394IWwfO0qyGPgewsvZ62QnaIWkQ85BQvI/U9je3XjmggpM4qNWLnt1X3evtgNe7fwFY
4p0JrA0Kze76OV8YXOoWTGORtdOgmNqwt6hPQbwAwN5Tj9VDOdKDVRW+BaTNv5KhoRy8AFIWth/Q
Y/qaouzOWVZUHWpbtXdGQleywe+5/q9ziroqhOtBs0M6CaHL1afLhtlSpW2jYDE+i1N2Gu3YSQ+a
cm/UPMz3kKtXu2wVbZVJ1JUyVrNqEeD0Ei0dg8ksfKrvAaqv229LGLxAFs4Evp63Op+c1kvL1HNJ
QhXUYZzJpkHt0DuRqYqPN5j5eTJKkCjw0Dw2btsddEVXIrcejZjNwz1uS+qjxDOF+dJtv72kNmcA
aLLl1Q883jpj8yAIWuU8JUkemNUfJl/sPeW5q52/DP5DhNUcz3UJl7cSEfoC70nSxgbOy9ry4TP7
aGQ7w7mutF1GW+dvI7UyNvaIVhNQUCHfbZZDADOyoOrcR7XjPkN1cShzH6cDdbTj7dm8eoqsoq8+
tDJMsh6kQxJLSSGHacs0KByyBxdY9sDFWYoogG6h+YOjx4Kw1upuQJLj8hRjdJuDJMfSOnIFzMlT
g9afs7MfNycU1zwMoGykHVckcIPM5eiJiiYWZDRAPP/jsC900iJSwf8zZI4W9fM0LD23COIVye35
vK65LUOFzRBuDSjfAoZxOdR2hrBYwzChuQlPk+4NnIewM4eX3OoSUSqP3DHvoLvzbMs9ec+rO+Q9
8sJzAmcYhcVVPie7rtGsKqPJQNXDANks5SfrvQME6U63x7i1AwGq0eCwBSs3SL5eDrHMGdSIGAoh
ag1H84y6RpC7DDAJdBN3dsf18sTeAhkGSneLWcm6O8HHmZtup9GklrUMhENtZBXDnhfyXpRV6tK1
isWHwqaJ0MNU8SkNb0/YxpJEefJdghBPQPQpV+tfqWsb95tDk/ylH0u/E64/1QdIv8+5EdhpLGjs
Nk+18vV23Cu3QfScYH+JnHtRBYNWx+okE4PplFpf4C3DdGBlcqS9lkDCVKhEOUDsRUc32i5B+6+m
cIJ8Cbi2cEMCMQLZAa/PAO5CkjFj5NkwcxGxVn2RkKc+znBJDSZ1auJGoTFNVWRFpvrcmVn+WM2O
AZGleoJSjMnjgrmQ6nQUtrMwll9+eaIsI8MGR8MVmmprHpOUlLtGnaOEYrCoZHkEckvcQYr8M+p/
I5ytfX3k0e3pvD7FPsa01yRLWEbBg0tmLFG+Nefqh/d19Bu8GXbOr63FiIa8Z0PQFY3T9VvFAsmh
chuCsgf8EgOuQo1gkCrdeRtcqasuSwMq7mAYAW+Cd9HyMz6k60rLOggbdSzRrfssr7+JuQ+Axl6k
8VE8OgykDG3Fg5zaFKrwg84y+ZRLkCRhTeUWvw27wVoBCa4LCKq9Vf2JTFAiQCOb0Nfbs359rC0/
FPRWOE4gF1/fj5XRELT2G5Y01Rcp7rNzCl6etkO2v77yEQQZyaI0CzHNNQEdcAUhPRcVOT39TAf5
UBY8GHPzDhXn0Mt3lBWuz08EW1QAIZ2j2TDuuJz6NvWg+1IxlOccAJsqelTLFKnVnr/EZhi0CUG/
Xpo/6+ZIPmCD6r3KkgEyR6Hs3AINH0M9QlthT9p5c/rwjkVvHVhLFOwuR8QMCEUJU2NJr98VngpZ
rmMOJlmdfcuGncnb2vjo+EA1BOR1NGJWR2lRUJqVUONKxkL50yw+Dng5T77KAO3QUClXyTeV7oFJ
N4Oi+QMSEpDTYIxdjq+TXQaKA2pCznhIU2jW8sKHuFsXGMhhGudQjX9uL/prxjK2J27W/xPRXr+b
VKl2utLaWJAH7VQr4TcjMOM5rkLup2EXiABmARE7GF/cIN055rY+5sfQq+WZTvZAGqngYyqp8sXy
6M9cG0LCaOM7zdRCYMNwdxpcmyFhY4EqEY4ipIqX88scmrXlUp+h1cmMahzhgwZOxiFrdqmOV3V/
TCw0RiHpDOmbZbFehoLfioa2IYois/hRINkOSjPWKzvUrFPuWjFVnz2255tzpYy/HLbwXVi0TXG+
IKW5DEqyHhXPIu8TSwu7H/Tcnedz+Sk9KYETQUH3VVdCZ08dc+seAXgSr18k3vBkWcV0c30wtI72
CVAXANsMofavYq3vo8KRCYUalM5BkLocVcOyrjU10SPVfS7bH6I/1uBGeHkEJniUZ21g5ntFpq0r
GBKOQDEhKjKbZSF9uLVcpSrNmRmom2XWnfNaduNBe66h6Qwhmq94Mu5kGXvhlj//EK7P6tFJU7NP
1H72UzjHcAqppar9yYxHTb8nqGPc3vebAdFaRfsPJI0rxFSddY4yEq1HV8qSceZWcPiGcfqhatvm
6E1iiLoBfbEUzoA75+rWbYEMcSnUoLeKx/XlUF1mlFA2tDGz/bgkpHkfZ07ZhF021OHtQW6tzIV0
tciOoJW7VsPlORUzS4shqeeORsOkt76T4da4HWUrb/gYZfkVH76doUmtUr1ySOw69YvSisz8OcvO
JmU732wzEC7ZBdsFGdp1t80euOUN6TgkTKWBruShwc+F9m3w9gJtzBssbL2FMAYsPBTGLkdUEI9V
g5PzRG9KGanV2D45aVbtgDc2FgKSLLzWYRS6oJFXBySv0ynPOGwhcM6fgQFKZA73TSs/3P48G2FQ
lFtIcBD/AZ9+9eZq6tZjBnGGhBetj7a6j1kztD0hqY2LBRhgUFthwobFsKaQctVMZ69oxiS3YRiv
jG0ZkKl/44BXxg1IiA9ksvudQ2NzZCicIXtbylNr7n5VNrpGlRwxi19D/slonpRi52G3seRwiaC3
C1lJqJm4q2MQ0rW9cAF4S3oVjbB6svRQIcCPjjA2DHtA0naW+MbKMwDywHMf3VhI3K7WBOBD3qzn
1pi0vUfjebAlVJIgw3p7SWx9LOwhyB+jX4q+9WpJWKl0UruaRlSJIPKVsodOWoHxrFESu3X7fDvY
1pscJDEcadhIKA2vr5KecDXPCmtKvEYTT/nQWKGnMD0BG9M6KnjPBjn1oAxKFT2u1UK/47rNY1ZB
iev2L9kaNnpSYDgj+Vm0ny63NTVL9Lmdckq0wW4PpgJcPNNEaA/ti25Xn2Ys750VulGVB8QOtThQ
vcEpg6juZUivJ33vmQpPbFng7gRCNWRaUcQeqQb0Okn3NA6tGiK3UJ5w35D7JvNQslBBGlEdZc9N
fSO7vvg1q6tHQTFJ8MnmiRhUEhpdOkTc9pQA4lFtKCqjuBuJAR7f2I93Gs/2kEUbdy5QRUgmgFVe
BD9X4T06FF3TNFPS4qJ1mPvD6R+Hxg7k8CapPOapumdTvzngDxFXBzmImB5MthGxzmGFxb/Tc5Wy
48KkgrCf8zDn326vsI3jAmVXsK9RFUSnd33hdmActKndiURCzrdNJk/46Yzaz56h+8bJZ6JGB1oz
SPvXnDvD4ZYFXwqRlJBHH+GAh67cXau93h7NRhS0ck1wlyzQjqD1ebl4XeDuWK1Pc8Is58FQwDXO
zDpShn5PK2fj1MNtC3tdYChBCF4XVNVpyCTU4WRSclu5g89GH1Ki053E6zrKAnTwsPpw6+L/V3uR
2tNMITbLE6XoANBkvrkHJ7ueMEQAnhaPV1BTUMu4nDCaZ0qWpVhu/Uwjj4IZ4ThlAP/gvWNleRle
FuWWQMiBACtAbqeuAlVIS7kmhilR50fFyB9oB2FGWT4vjT7dJ/J7m/9Np9/jtCfTfb3A0aVa3iEu
fMdwIa7eOmZR62Za9yIRvwsv4kA9jaFm7FyCW9O4sIlslL7xwazVrjUynmug1YqEzRQO3QNIzF0w
uG+3V/fGcgAQH00SWDpBv3ltXdVzBX7ksEZP1OwTIaU/yl+3A1wfd1gKYKrgb4dFDZ4Zl6tB47xk
dpupCXO6KSKlaqKGYovPQPeFbbOYH8IILBKT1ezcuFuBXVQ18XoD6g4Xz2Vgp7e0upKFCqi/67M5
tgXM0JRAqEHBgU2o97S3N74X+r/4UuDDotK5ZoAVblpNJs9lQsXoq9PRrrgv5sPt2Vx252rJg82E
miEOioVrttq9FUpUOBMamXTzsel/5YYZVPDlxgvK6nZCbSzyxX8KaR+01yFIvqrLzKQVk+ExCaaG
G4uaP8vJDieYBTqKPN0e1cYiNGGEifIzJhBa2KuUBPVg5hYqVxPe1F7gjGoeMkb3DJg3PhD6c6BJ
Y8/iUb+u4adODWMWT6hJ1kxBWycyo4Gzp9q1LOfVBwICHoq/WPMQIVs7V1cFU4ZUMdSENtEsPymV
G8AKCs7lB8OAimuTRrr68/bsbXwoCA1Cvx6iZNArWn8oYMHTqrIUNRmFBTumvoGecDlJv7Lpaag8
dedjbSxBtFSh5wZtMvihrAUrUo2aJrWpljRPDA5o1HHiVLt3gWcS7Z7Sx1YsiPHoFo5A1ArWoJhu
1D3Sp7aWoBJfFCLsRREUVf6J6PfTl9uzeK0bA8EPiB3AjMD00Mxd6+EZszaWrO71hCjmIRWPuZJB
74/5NoQ6ifpr7n1o6EMgRovNtnuseRqpeRvJiZzGXHsiGY/V1Pt2+0dtnGEff9Na0nO0QJ7tBNGT
ihSRLEKRxop9N5iHxj2P5rB3oV4XK5fyGqprKBri6645miJ3Jdq6lZoo9rHOGj81XgpWh9Bic5qn
SjmjyQumZnx7jBubH9cDTMUW59ZrX+yiY+Y0OK2WDM2c+5PDBSizqbFzmm2spIsoyyb6UJ5xGpM7
si+1ZBlXZ4G5pQ0wnZFBps++Ue6oym1FQ0Ed86jj5QOu6GW0BiWvvKJcS3oNYvQk0NNH0ILFEDb9
zgrZ2PzLu8pYnlWLqMty6H0Yl25VRE0zU0sK5kRWySv4FZQcKuuAsLb1Xjl7Yz2idKLjtPEWsPe6
lUStqZ2sOdUSb+rD1M6eoNdRWi8a/6Ep8LibkttLY+PhiPwRnCLIEqLniozrcnQTc6q6rYGa0FFQ
o/xFdm9GOwStNp8sKxKdErspxKqrB6/yHni6p7C/0RZZ8lcUcnHZImNeXxmlM9S2m1Hsv+bPXGbf
Zkg9wjzlpAz2HXEMfwYMqWLGAZlTXGrqz17MQWbzE+0SyBueizh/IM9gnN+elmtdXBy7mJNFTQte
Qvj+l9My1rCHog6KB93AQqNGTPMzcxNtimv3e1nmEUr/LhpV1d/R8zNQJxhg2vWZQ9G6V/9CYP2h
BMcs9fZ+2AYaZflhAPkCWuhBoGn1vWogGzJAxjBfeLzMcHcqszksC+I7zhhlo+vPJgRe6vnQ7zqr
bRwjDlIV1HnRpAcoZZWuaHSqzcGd9GQcYYDLFU6BTFf2uhxb2w2ELIhCQexlIZFezvw0WVoL+JKe
mPSrmMrQ6iVKGUactntqaRtHyPL3AxgObNj1WdyXhZG7RqMnrTTCqslCoF0g9ZP5BcR3iBvdXlLb
0ZAluzpSZjx2L8fVZMKA3gk+XFO6TkwtPGsyUGFjAQFSX6Bk8aZMefvvmQTcZCHkhUbVO/L+Mmhh
21XuOLMOUMVXq3VCwKOjUXmchvFgt3tVnw2MIW4XPEmRPi/vnbUUicnycYCDvZ5oiow62EiO0JCx
MyOS6hxCSCFIbXK0i6es+OmR8m6c/hDtOBmQIJmnnQ28tYpQGIE0Ad7fIJ+uZlvYk0alLvXEnU9e
/23iL6XzZd5zn9iMYqJk4YCEjxtndUpofPYcMUAkWy3rzxoXjwZruoPlDr9Sz94Dq6wXEMAjyJ/w
JRfgD1rJy/b8cA81PStTS5Hi3JMhmfQiAq1qlvis+j2EnvYSla1oUNxCWgg7uYW6cRlNtAqwG9SV
57RH1acIbea3nt9yv4dMlPxjgpOn3dXfhjTgsvHFm90E0jiU1s41f1XUXUaN3YK6EHhVOBdWhQDL
4nCDYLl6pm9N9ppqZlgbUccfS+OnA0sYATcB0gbSe729W6/O2f+NCx4ZfGdAz143W/Nc52rKM/VM
QjXoMr9/VJ6I33xOv+XJv4dC3Qvvd6xWvC/WbnbtLHjW4sV5DrVv0FKwfh1GyNi3fv9tPN4OtazH
j08nDAoN+aXkv3QigRu//KhGZUuWtq08l6dhDJDsH8hRzH79nO8cdnjDboRCBfbdVHah1q++GwzT
zaEinjxDcUw+ekKmdgRR5zFH6b3XXL+mg57DgCY1RVxDQf0XFWb6OoPsrxxUtxW2n7W90Hw44nl2
0Bm5lf9kqNp1fwW6PNXL2OK5Fi2cS9AXM8+TQWfqVfvs2BmcMUsGUElQ1B2pH9zBKexo8bnuoq5J
Pf6nqqt0Yee4OHlt4XZFgJ2HI4pBVK39JHIA9wMpISQVoYdit3E7uvDd1I1BUyIvhx+Xn1Xwdg3F
lJX2aZKTB2Q/r41PnQM3zntz7vTsEZZTTAntXEkNv9F0oh5k11MCRH6ll5+adrDYq9M5HM6oZcG8
kxg8AOdZXxvQHNFt2ESMEhdu7Ina0O47Ms/sTm/stAQxVk/tR9xodAzaKTW0uIUz04tROrn40sxF
3T/mlgWGC4NsCFwTLDoX0FoqSttHEljY4NmaxfC5gjBDGctcacZD03kumGySoIgMF1GYHBWpUimh
1Gt1jKxUN/KjxlwBg/eZqtW5M2ve/rYsIAYWmgvTzF+NTnTW+FXaKfmTxweTQGlg8kwQh3nvJQ4d
AeoZ0epXfH3QKdzmeqeeMfVMFDJwIYXX/GiHvLejAsu4/z24esZ+m/0Ih4UADwulPY6d6U13maJY
5VfcsXkZ5TiBoSRblQBd+ay3s7JDtbW0nzh3rOKsEehO+OMiSgB/iEoQUIoZ9yhE/rLRKQLe2632
nHXTKMMa/04Hn1oj/km8tj1XnlaRaMK7M7vv2dypb3UGF+TpDmrWVv6kjKNtfcdfQ4bT2DgT/zEY
wzAEJm29F6BbZzB5y9HSIzo2dRfCRipTI4g0efhFXumIp4EpeR6Nc6nbh6yDQ9MDHuM56DUofVbW
A1IJpbhPWaq2j0oNNNgBB4iLvxQCBPeGNKGl2nDeiWguuhYiWl3aU/i/ss6qApeOeIj7I+yj2Eum
VUC/RwD/Te0XQogjH4BchYsG5NzBLkR/yjSPRlvpRmQ7mCTNJ3AyX2By3ZCdhs7kbVAYbashdWBG
cw/OSYvJy1Gp0u+qkQvtFydD5Qof1S5P8Xk/NRQoKlzBn8FArh3oO0OJeT6mhdKrXyxXQPdEejYa
M9mEwvUv2TFiHbJZQecWh1bBIzDDPQhe6wUsRjQ7qwx8KkOYT9IW7BV7Y4T5ATwVx0gSfVQPNfoH
bdDlVPN+K21jzTgSxswKZUr0v547OXnsWn2Wf8oZyZUnjbVaFdVNRodIcQvRxRpoeYT5HOK/MswA
GnPfprZVIqfR5TeBTnT25MCv8e/t4/iqILKcx/gfCoALDRuPy8vz2JS8wu3XyXMxFFEHM2penlX1
5BTnqQXJ13oU7Q/uvtDql95zH2TWNyFI6KV/iwZ0DO9t5+esixPvP2f5xwJ8QLlwdT2wRraoEOF6
gNmHMoARHmqHqYMgCQzP3D27xnXuhDg2ZLJhKoxaIeCgq4pk62nQek1r9dzabhMbivvVcosYksVl
WKpzE98e2/rt8h7tnToNzBbgOKt80GCGyynv5XkuLVTFhyKLit77fjvIFSrsPco7JRGADtTFV48z
YxjdUs11ea6V2m8aHOHkSRsxfUOEF/iLJXt/GHyQKmC1koGdDJhT57qhvftMvHIeX77i0rFB2315
Wq/rvTVcIzsxpPJsfZKjn6aRC5sLv/5SP/CjfFXoof/qnoCRu2/cwH7sH0vzIEToWNBPAg33boAw
EYm+5nED8dBkLw1ZpmGdhqBZ/Q4MdPC+Xk1T1gnVqQuunlNqs2DiqEN3WmX7BJvT10VK/EqOql8I
he7kJVfqRMu8AOWGGjXw86g6rNJaD57M0FCe1HNe+noi3WcB6vHP+Zdzx6qDp8UFpDfeBJ5/gQFr
vafiJS92MtqtxEhHXxrPaPD4gXVf7Xn4CFdV4ajn2qqnEDbUs69TzQlIyvOd19/WekTrbHmuA/uj
wwj2MpZq4dIVfaeew87/Qf0fr2P0o38l/h053F75V7yEZV4/RlqdZP0IOp2hNuq58Xlo+ZXf+cu/
jRF6uUf74PngHwTUN8K44P5d63+2DmPhjy9z+Hb7l2x+4Y+/ZDW/Re1A2dbCL3nt3n/Eo+afDp99
GfThw10ZtLseDltJ9ceAy0vqw7uMDLhGWuN/Aw6h44ec+/9D2nXtRq4syS8iQG9eq2jaG7Uo90LI
jOi959dvUMC9001xm9jZMy+DM0Any2VlZUZG6Dkdx9cYLqUUnRhkYZBzm+ja5uQEBaXLCy40euzt
3vz40A7WxtUpSy6rBejYr8796bqOg78anN8qdT02mdrbxtSHbWaKaxrrzV5fegTNOOixOADgztgR
IE0ps6UgztQGFQo7JSBgfvMKo3geHsKUyA6hPfFq/Sv4c38W59wQ6H/QiDS2RuIRfzu2KHBASVB2
rG1KDOUemIFuzvwS98GSkclKyXhGSnkEI9FaI90OpEYN+nSJpt8fy2wocT2YyUJFELPpeA4+NRfN
9Dl6FdfqE6B+3hHNuYoRbdOUIGYDHWylGp5CxH/ZKDL0okClM6K+pyjsNgX4L+5bztZjgj7uUCS5
SPrIVF8ONg2XiErmdgsYthQk//G0RDrtdunkPFdVdCP1NpNyoETacjG7EDD84tUdd/61iYlHyxUo
3A2M0NvDxQnJU/j+ZnLEXBfbhgwPgAoQbQ/uioQcjNUKpX3ydX9Bf26i6SV5bX/ix9KQQd8ZsNE2
OscLIyb62yNiREvVfStsNzIsw7msGPgWx5C+ljiTlyZ4cjZYrmvjSJV6O4u6gyqnq5pBHuj+EMcR
3Bvh5GiADkjmUX/obd41PQh1I/JVs9wsnfzxHwz9dAEBOoCK6uRsSIUniYMQDDbn2VBa1arvdDDF
pZ7DH97H6XjAPISe8bENCLrBt5sSGrtdnKpObz8JBPcA99LTl+JFfzly5LEjMeVc8tC++tQwMkI9
0m8vdnmiSy577mq4/orJyoHUKQ6KgOntsWNV2jPytl1q2J5buGsTk4WLfC7O4wQLB0p0EoJyTmh7
UtS7gV8SCppL/+GFBAgaKD7lkSXsdk4rX+DTLvHHjJX0Eq+4LTr+g494HWckgpDKx/2NMhs2X5n7
lW3MW9ULQ0xeg0c63e47T+90M9HXKbUUujNa3bBfnePzJwI2w3i/nMFes7BZ5zKP10Oeciq3se/G
4uANNt/vc6WBfPGZVUHiO5C25ohUvvs1dGr9pYTvzKKiyRnXL9ypNvaY3M40iDHdMOSQ8I0P8hNw
G5xZb5Rim5rBsIaQ4yEgDDSpdiFkFN0FR/CLcBe+FrpA0LEApQzSvFO0lxKhnTbIa9Zu3PeOv6TR
M+j4cE6JOLzHfmVBNtkrw40XipfKb9YB41i5ih6Dl1oiZVyhf3GVO3pcvedeqkvutzQMhH27vzfm
HDLCBLDmCqilAEk/2YrDIEd8iK5CW9zvXzgE1FvcC91nZ+K9EiFWSQs9ObiUJ/Ti6uen+9bndsW1
9Wk+tXfBYIBszmB35aZ+aBUSK88sY3YC2jt0nD5mYU1+FYbHNcHlClgSO74if2WlU7VpGk5GAaAj
PdCFnasZju+AtOsAyohG9EAvLm/Yx5g3eGGJ1uRXKenHOoe6FSJC6KhMqYwCmfVrr2IGu96Uxktn
6mlvRYwBYlR60ZuWLJEaza4ustX/NThxm0OPDk4VhC12l0skQxGwamnaIPkR6t1HDS4aNaJFAlah
5tN1UY0+MNyRGUmgdVe2WtEqfAOJPbHTQNu3cDRH05N7RQaBHlLQIDpG5+ckEpHRzV4xcYVP48ib
Cn6j9zLc3d9esyaAeBvXXAGf0sREUTmBVjQ4gDFBi/Cw0uzuKbLv25h7IyJv+NfI5H4MUf2sZKTr
bOSkdQivU38TW3CsMtXNwcx2yVrama0MvIiODVVZcAH5xduw22Tvm0s5iPn9jSYSQPwAxUGfz62/
E7is4V0lY21XET+D2jf4cl20ocFE36LzKLdmwPypIQ7NtSSR9PtTMfesAt8vuJcRlaD8PO1iUdKk
C4QhZ+22Y6D8/uITtmYpFOLCaFN30MSLWuIlnJl6A2Gypyg4LXzA3IKjBg2qMMDaUNWfbPc6GsDy
4mEtnOBSyy8ZkvVW/aS61PNM8VG8CCgLiSULYmCrBLUPNLPqI5DZC05mdJnTnY2C1KjrA7f6q6EZ
TiCT/UhmbYhBCOwpfyo03V+Xni4WetEvNMjPBEYA7yHfJKA/HtT9k6hFUctBbJHBtzk1hARbRAQR
CfKFd9DcLXptZHJJ9HnOd0EDI1ppdfJTUBDwycbNy8LyzWRqr8cyvTDDJi95kWGwf3qFKtpr1TzF
wdbzzqq0jzqjQdaWW9+3OTt9Y1ZYQNsB0FCTkaWdAtHGweNsgTe0Q+Mu/PwvQaTR4yM195/fnw6p
Apirq9EjbQuuC36+khX9M3B0GW+6rBwl0CUdoKuQBMnwzrVFDI5a5D8JajNJrgd4KqL6oCF/T0TX
9zWz7bPICCSni0ir4f1tJDXwS52QlrjBwKCBpuuqxosGwg6ok7BqDnXEzKnAzR63TPgFOaH6zUMt
viVdMeBGQEoJPKnQvGsEmgyVxlMocoaQeS5bLrE4qWkrmuGVkZKBwUuYJlksQe8dwYkRC5H4lHKJ
Kuo98J4liSW/Sq2sHwAllQcpgihrzrwUbdF15v01m40arid14uTKJo011FzxKq9K5B+UVWzFSEsN
FDjAxLpvbO7FfLOC/K1HZVuhz5km4Oxix+lmSRs9Wg+mv1L/mDytjsMDT6pDv1NNVve29WNAooXG
i1+orekemtQUarDnylI+7lH2pDIGA1bb8igJuzwyMoi2s0aXrVQIzEWFyeYvaK3RGznRRefce2ZY
NUainrRoid5u9Cu/nNzVxh6f2lcpNA8iXXkqwyVEpQHPww40cp55kq/uT/+cR79e6skV3pcQq+gz
mHF7Egg7xTMazRKQaorLhaM6G66jPQMUu4iHf5duNMiwQPUBCy0RqaE+0rpb/6lZo4wMjxqQfMfu
xBW4klbRJji3HxmN8jHlvJgFHXfv75n9+x2TmQ0zL0lZJ+bsuNGrUwXZma26SwZioKj8fH92ZwNS
CZE/djhif0BSbleR9aKu7tOEs9neQLk2WnGQX+N07ey+bJzP8pgNNL4sLOlsjHJtdLKmzpDHfS+n
nO2tEZaBx0Uepxigv1JXj41dZCaEeu8PdPYCAxBz7CMB/nxaA+RdD9KeVcYh7cVvUjD4lQb/f+2J
/zmmVzYmwYfrZmWccbDBCJQ9y4nBJnaKShjp+4W4dvbSAuEwris82ICpv101rFkileiCtdXIcqIP
Sd6y6UJYMd57vzYh2HZYFLdR0ZxOWJVCyLLDe9FOUwMNcqgrBe4ukwl7go6ELy2cvSVrk6nrPbeO
hBTWoNgN7XD+6Ix5kLCil6Vejll/cjWu0a1duS12qEKXb2BJjfQKMbB3ygOjaT6C/yvz/Lgb0Mcx
8k0ArYO+vFtDfNG7HijCedv/Dl1iypVPuOA1ZSEeK//LfXhtazKoFKmxNqkL3h6OLKIJzScM9ylA
cFiDOtqx2GRLaZW5DXhtcFzPq1mUa19Seg0GQ7GBoshKkF6iP/dP7NyWuDIxzVmpA9ekoOvh7ZqK
sTHs3ppt8qRyureQAJn1RteGJsFE1nZND2pD3pbyYc24KpTjnhy+JcX7gDXL3UMnXupL7tWk8+WF
fT8byVwbnwQXapeCwiBNeNvTNoMDQQACVl8OafAzwCnZwpleHOokkHC0rgSvKIZagkW5omm0drMT
U26ynZ8+DGxHo8r061W5BEmevWZQRoGY69htgGat2/0ilmIe82iRsWNQ1o/pHV1V0A27KrJj9wj1
0wQ4MddQMx0wJNkclmCzcxVjNBGC3VUAASqEDCcHhC9TxsEZRSauokV1STLa65DYNIR0wwUWK+9K
cd2JunbS/IWX01z6/Mb05KgwfF9UFV6stvRphivJHNY4nsWOIcBmmSZDHXRCgbyTOmvlLK5Sj0Qb
fsuzhMcfxmIscTeA4Qt5g/vHa+5C/DsjAKLerkgAGfQW2WnWRuGAIP96VhaSAXPnF005GuSJ0XQA
XMCtAZfJs85pC85GJ1RvZZBozKDWRt1HZF0XAuTZvAPURqAIjzQM+i4my9unUhW5YodYVOc+HP1Q
0Q1KSGeHLgnyzA0KlwfKc2AkgAzV5ACBDiYK3ZbjbEBP2rBZOVqqd3xptE04Nh4S4A+jbJEFYZyq
6V2MRnLwZ4BKDOK641peedvMUdimz1S8vlcxeOYPWm+UJ+nJAW7XCC/bdLsU28/VJyD1A5Y0REwA
705rPo0AOuQeQEE7JNtit2+tSCG5SV1dfLi/DWc9A+qBEkQmMDjAhW7HBkWD0PNyh7P9/q1l/jDK
unW/5HKdGJlVBJBh11nWKArqvwbtNuf+IVNzbX0ys4xY9pqTjtblbZ1a4nvuPofqunCPEtLCS2JV
cy8MZey7QeiGVzxoSW8H2/kl/qn3ebu3woHyfUY1kg8vQmKAIhkQdCSKjGKfhKv4s8yNC9gCUmTM
0mwlrTl0SbrfiQukx/B6fw1mthcwO0D6jzJhgP5OLsBygGZRCt0HG3LAZMjBrgHxv/sm5k7ojY3J
PVf3cSPz6L6yQVhitkxsioy4k0u7rVddsQ/cfcfoHhS7srQ10/zIFf/vL5gc3aTo+XoIUfhOe2Dk
GqsASWRUikaH6Awk2JXjbpscsHsH3NsthKi1eJ2XCyCp2ZnmeKSigSjAW2Sy3dDLWHZ1x/Z2LzRv
HUhOmSBYWMxffJmIOyHS/tfGJO6EknSm5ANmurd6K9h5a29dGm9Hl+CPVZHuAdmltXiUyevmAiVd
/f5CzxUcYB7IR6AXfk7W7RYHMpjrog4V9pf924dLUsrQ2KpWIbVQ2bdx75KWlCvPOqv0vuWZC+3a
8LTQ11cAakCio7frwSrlg1K/t8lLJC+8vJasTM6KCobFtimwi6CxBGWnvD6VsboaAuTc2Jox7w/p
f5lM4NZH8ik44smpybz/TGZNK32/PyZmaaGdlzwQzOarSup1bl7OX0vdeHPbFA8/wJI0XN+/JH6D
jpV6yGYBWCBvQveBl5f0k34c3eRGw5vovxamwT0ndEGBrBaqsqTtqbqXrQZYvuMjNmdEgidtr+07
WpHPmHbYtz5JdN7o1h59RF3lzzNhNpUlUY4ivU4ZgbRLCfyfrO+975ssMxNVkpv4+D6g7ZBfRNYv
MgMztdK9c3LWMbWMgx0YoVlYsQnBH5LQljBmQhF03N8CczfxzUxNtkCsthpwDwO6aNyVSAWfvEHm
bz8c+uBfNtv1mkwcpKwUXJmjowVrMiZlMOkYsrr2wOQJVM4ruk/IBVFiuwWR18LZ/QkG7833uCOv
IpwQ3iTW5B/bb4+gfSY5cJbeGkSe+BsWvSOnz9rMjIZUqz+7ZwjOkAtSvRRiUXq5XYQJzV5XqOBw
aC4HaFybIkxFsRQExxt6zEWBPowV1K71tjiIwiXmOB14bnSkhj1V1gurPVMAGVuZ/mt3Eg0lslSr
VQS7vAU95pfyj6MRGpurBS899+y8sTO6uav5bvxWaF0ImSK+q0x2o0sDoXZLvhaGM+ct0fsMBikU
IvHumgyncQSfB28QCzPS5/H4mFtrtDUF+vCEPrCWrJzDwmtr9rhcW5wMbEDLlMC1sJhnp0RC3wvE
TSOkE9eS3uy8vSYdnCXY0OxkjupfIIoEDQiSPreTybCiDLFXYCH3jY7U35sfWi5EgkiNhhVjYUbn
Nsi1rclLx0deWOXDHs+2muxfWhUUu8qw1w1pqS1TGF3c9EiOfDHoFEdIiGjldlSq1zta3nIAWbMq
ra1c2YGN68Rt4rVFHlwyELM06XeyV10SWeet8PgkHp40PS3hCpdWde5CGntRUVwe2ZOmd3tQDkPC
iRj1PnhxzwrlNrSyQPlAvnH4FzatMC7X74H/NTbx/a0CYkm3GJdzO5gfb+ZbbbWWujGxdR8eNNqQ
aHt6/GM8G+85fS6szo7oKjI03b0svzd/8QiM0RwGzoLGCcJy0hQk0XZqGGkMagFVIybbPoz1Qosg
dALYjlECWr+BNpWna0OXHlnGxWXl9Mo2TOT0yZcTdi2hNGcF7KAcmtQf+82y1kKPlXIs8R80vV1t
wYPNhiyjRh3exujlxWffbhtm8L1sgLwj8gq6YyksEVvqsHqw0nE3autz+vHN6KuttK6JSpfgLnNL
ByJh0A6N8e8vtHWeZKrXpsjAl4MxcB8C99gzpkcyaUneeMnQuGGv/KcagJMTIu6c3Sj2m1hnYIY6
Z5jQjFu4GWfD+eshTeYzkIUUQ0IaRUmI/rJFPFKj9msUr55KJHTxEQltCSd1C5Fchnytnhb8zdzJ
A3Md3uaom/xezhhthW4Uw3xWuFDW2UvCHzEISe37aLD7diCXwKLVrslRcSRltuFcIxSHx/sfMbun
kB8Y+24BjUaf+O1sV0nmRGpYcXbiWuF2INr7c2lalUtOlmG4r4fN5qy8wutAiO6+ZW7mAtPGs4cC
NthZsaduLasxIygQkh7xWiHZI+3SGkOP+S6QYDoLp5oshHtzy60h6YK0yzjpv0htu1CNRGgIcPZW
QLN0R56L7wRNHhk5EJRCEqrp+Tahwvpptbo/1HEkE683Es/ioYGyBQjHJ+4+7+B/hIJH31praslb
7n5W7Q76qTUA9kKgN/xSfWTcuPcMTo6QxCfomESizQ4+uXSvcIUuq0tov5ljioc2yGAhwCTKcEi3
yxfzLCOnOWzEzb5vjIH6A5rkFiQZ5noUbqxMtqcop2Xm+bAylNTdHP1zuGINgXCfvAbaJ11e4U5c
xe0TmxkL22Uurz1mEpCiQ6slOMMmd5Uve+CJb+Bt1cQnrnrRuF0aGzG6QKEN2NV6AX2r7o8CMRqG
RqWdftzfNDNDh3PgfphGxqh1St7gZyIXN0PFAzzKn5XPEYoRGhanHNgX0BatgEIoDccYTvfNzgAi
bs1O1nUQPSZRU5iFEIbcuzqfAFW310y1XRUNUaFVmCmmpuMTYu9demCR55B0cdc8aaGeFwvRyW8f
gY/h0ZeO8aOQPuW+aty2DPGW5RH+rX3ibZeKNuPJuz0ot78/OShIoQttVA8YLJpXZWUt+h5FapFK
wzYpLiKUndlyrwV63q/TYV81S3vs90G9tT+ZbCQhuiYexwe+q/S5O5XSoxPqTvwQOu/DeygflZYq
XynpCQCs9xd6JrS+tT05WpnSN0IuYexRhBZwsykzwqSn7jkvVwWA0oZYLpUSxgD612yDTwx82CM/
yLR7quarPpRy5NqFsIoA12SbWCFKHaGDUmll8RI6PHupS7/RoX8D2uc28SSBREUoywRazcAWNrEk
9CCmV/3tEIdZRnqv7T7Coe3fUzYevlLFBcXf/Yn67egwT1dfPXkWDGBHAF8+EEIFxLzYUl4JAG6H
3lbqSki0LYkbzOwIdC2MwN0R7PmLRITjqkxN0S1l+9KzmK/V4DGuzfsD+n0dgbdrlPwBmBNt5FNc
Sh2prZD0zYiBiQFnjGifl2vGC3UlexIivY1imqZLKZDfwQ7SXUCvchAT/FE7vb0uFK3W6hqEvvYQ
FoHlxdF713hLEnMzMQWsQBFqpDYFC//P++MqdkxaMXYd3+NtuQS+P9qUBfHFfe3xQMk6ZtPkASmL
QVdr049fQCFYx+c4yYkUfC5hq2aKL/gUAfytuEJA1z+lWHXLsAbZaMzbzj57zGmuS8ba32TbUjdU
MhiJSISFWG6mBA2TI+Qb4kVoy5imBBhP7WtWQqmuP6ekRG44pqLOHTp6CHXpH+I3ZKHRkY0KJAt2
xil1Ex5NiuK3EUAEEW4iwBizL/adpzEFQQdHHI/ULzL+50P7vETnOfNyQzUSMwvEEY/Gwenc+r0M
VRoEH7aXEtSxeuKvnHW1VQ4Vkrfbytj8ydfA3dt4Oi68wWZc2LXln9vzaoOhLzOOXD4TbK4BoWdm
sS0ZeUszY4h0Z4kSZ2mc/CQEYfihTRkG42S/Mz0/CPra3cQU7aDOsTBE9Ic5SCBWVuiRfKmeNnuU
rub45+FwNdJKHcTYCWE7O3UVqa1Ed7cCmu4o6xkUwo31FvNL4+d/SPncLO40Wq4QwUPCAIaVTA/f
RRodpW4nUfYRAUYULAQYc7cg8kog/EJqEN1iUz2NpEJyTdU6IFS6bdfQRiNfrmRmmg5wdOu9D+US
JGbOwV8ZnHLR8gOnDV7T4NoFgh/ULDy4W3R5hx53adPu3p3nTYQ3yNLrfcnqZCch0d1VeQerXbxj
E1rWVi3/08jAGyHjOTdqGUwuSqbl6yoMBOBt+KeKEddQX9EryH1LvJ0LRGXWMau+ccl36YC+yeSD
FeOs2iXhjZnLTQIrCqCmuEU5sFPe3jORF6YZ6yeC3dJuHX3Ua9fEfC7FTvzvSObaynQRM3A2oQER
VsR9TMS3TocE0Vv+kq5Rxl9K4M+8W3Hf4+E69rmDnG76RO8rXDOR/DMkPV6BRo1PaPegPn62n+qn
zRONI/KW3w9HdPx6ppAR8SFZeu3N+L2bbxiDpCtv0JWDFKYSviFE/41Gff8kbKAV2354S2qfM++u
2+FOtpEfsYFSj8M9DkT+slyLPBNh850a2qpcKkbNHAu0kAA0NU7tmI69HRZT9E7Qjbb2kvG1uEvm
fx1vOGgJAqj4A1m4mjQo3rupJqSCXZiQ8aBmvHrwrVJnTSN9xTbR74d13MxjBoP5a278nCtzRahA
MEod14gUZvndWgBW4zpkj/XuUq+a4J8OAZgbFaTmJRaA2Vt7ksrlWZjUgu3EAWk3jWDw6j748M8Q
dyPiqSke2GFXJunSOGf3ooZsNRwNoBXiZC/WAZJpbdjytv7CbwY8VQJ68Ehntxckjs5LeJ0ZkNmY
o8ItADEDFpHOGNleTWulhnXvVRmAJbGRsXqoUaf29YiN0MQYGm6k6uAkwhzssswnbQYBZeHMKQjA
vNZoepuLtt6wiVKelumqAggk24W8rniXlqNiQeU3wcPzUmebrwh1lMha2BRzkwXZWcRno8YSmKRv
v97LgJpupZq3n8DMRprVOqTNioVzxAsvR/vpA7/VSwX5YjDq3Dc907yHibsyPTnIQZtLoEjFndOf
QWGKBr5Kd86NrhHJJ8IzWxjGK3JvFOLlr6/WodmvksXO9rmQeHwIgBx5lETG0+B2+J2Lri6Nx/Uu
kABZnJQ6HKkoGkLPi7TIc6f92tRkpmUHyvb1AFNPuv4ibnKXhAzh9iwCtNVKXEC7/PBCTd7S4GgF
gmxU7kHbycQasm+KW4S4WqWX8p19Urad3jwKh9B4VKi148AhA5a9c2FfLoJtF4QYz8lqR5DPvZxd
c+FEzmRpbr5lstBK1wsJ2LgAx0anKTiZTEnEcotLGYu5rQweU7T2AzvH/hKIbKRcCXt1EOxKegg0
EieWa3QIDRPDD+37e3cu8gbj5V9bk4uhZzreAX0fXLeO5hjtItLhw7cZozd3ybtKNptVRr/pgtW5
3NuN1YlHbVDtKIOWF+yxBNATbuds5E3zSGT9ZOx2BeHN92Gg3kqi5df9Ac9tXhDaICsgg4sFaN7b
c+I7VTLUoYyXhkqbxiXtJWhf75uY2yXgiENCkwf0Rfp5MF/50WLwQZlXYnBRD1AuhPGEehfEG28h
op/pKRufLWDTGOnrkWWa7Ea+clUlZjCUFu1k/ZP7jN7hUwlGhmZFSLz7xAbFk/izIX8Y40Moiddb
3MJsynPTef0Nkyi0lEQPvI+qYKcSuC0JH5aRZCXCoD1ruZfbVZj24FiUlD8yWH9rPa0dtIuLjKfs
O3dAL6CWN1UMVcQeDIp5lPcCkUKEGETOQvaDj0UAc9IGRSWS50wJfTQXtJDoI3ESNN5yQYQ8lSsl
n5EsxpEpO7FiFEz9MaDl5NB7ddaQthjqV+Dx6/XAdTWUbDRGshW+lB9BjRud+LQAUzfoVrOcgms2
h8ZtIguuUQLR5OLvXv8apEqBXCmXZStGjBGYVYoGwLkXqPtQEqJVFimQzcpk94uXUPOltSilNEqq
hCND3FQbNeGZdZSBFZJEXKY0NOOjGjTkScS2RlKgD5OASwDQ6cQr3llIPrBEbtvaoejUDT9iTFVJ
Rq26JbHA2Rvj79L9Et1t/QadnWDItoPHHLq6VLpooOWEcjqz9raOobmm6y0k5GZD3mubU2+jymWf
oORqezuZepdjoLtnzuJADBEZkSUtHMSZmh9OCCrI6KDGaf/VMYCW1EQLEge70/B2emPu9+EqBzAp
JS/SERRo72kGSlJdjihlUktfuC3mRysjt4maysjfMTkckug7vdzFoi02esOch/QcPoloFCoIu8ae
UgQwFpX7ujv0S9i48Zenlyb0lP5jedow7KZ8nA2SL9raC5/RkAiFxae7tLHK5nS+7+1mPQBiC1BB
w6eCA//WoaInFES3XSLiwf2i9fu6AWhgoXox7+mubIi3NuKs532JhY3C3G/BLgLSIE9/+OOY7q6h
xNisLt8rZf2kLr5/ZwcHyKTIAVONt9P471eunBEGpufcQbS3Pszcn7gxcPm1Rle/PYnYahk9hsL4
271tbGwPAMD7vz9/wK8MTCInReoCsGfCgBqsHMsDsPAlbVDSE1HOUzIyCOe0lomW7tpqIWj7iTbv
jW1yNeXgho2zHKZTY79/O5pAa5E2B94HdIO7Xb4+HDY80S9KQFx96Vqci55GmOt/1mxy6jo3yALX
Y8Wx7WDff7/hPUJEAw1C64doa2Xfz6/x42FjA0FyXiGH8E+H/q/5KSqV4TJWaAMMvXnhdsfxAeDo
Dwrtj5cK6EcrWNhFs04GDzbE/XieAmQ/meoOzNkc58OlhkA77nsKZc/K6B83INr5cpYIHefm9trY
ZG41iE64Qy8hjSAa4Uah0cOKe13YtuMdMN07WDt4FLDEIrc/ORdJE7oQGI5EpCrMbMuadHX+WtVL
b7a5HAKe9MhXQHFJ4tlpBIpzAdlteEi/oM63+ZGTxMG98KFtj+vXxvAewPl9oCBjths71C/3xzgX
IY6K0FDygLIevuDWrURKHQt5w4t2IH/k/XufPsbMe7+kMDsDiEVcf2VmMkZGEJJILgV4r5fRa3q0
OQVATOXk49ElHs6DSMiOOUPrdEcrKodgr/TNnjC6poO8q0bF4f6wZ3cPsCFAjXKj8MRk92Qen7N8
r4g2+8Yco9aS6zX0ZdFBIS/U9ucNjbKcGp6NWN7b+VX4nNNS1ZPsSldlU/hgnVWSGE24ypZ4oYXZ
fYS610jVDFmyKaoQWpNMFscwlRqloRDmMpiDQKP12970SXZB0+4fd0xORQTiT99GQsJHcGnGJ3Ql
+zq4/ez7UzxXzUC9GURIozwPkDjj917dWE7MaJzrYWvp+5buoSpMUNanxXO0jXfSxpNpTZdOLD93
k13bnFzPquR4TAVRSrggAdkP8G+NjLrdxcQ2I9Yn2RlVTo3VyMF61p8WBjy3AGg6AnwFaCfAZyfu
oqzEkekA/pa5ZJFmCtGL6j0I4AnqEgPEZ0GXgfHdQvjFYHcvJeFn79hr65M7VvSbIRXVfhz6Xi9O
2rMCJWUQYgX0G/R3q4Wx/gbuwl0gHTjihJEfn2boBtXpOMaXRTtGO0y1zi0QZSeeoofQ3OICVe8C
vfI+7xudvcuvjU5ioNrvkzJDeIuY/enF2QPKRfbHkqz/tKfT6Tnd7QR6oKsVfVpyFzPbCpwBwAcg
fgfRmjw5xWEeOIFcxpLNf4OkpEWaVwdZTcdY9wc4E+PdmJmcmFR0o7CC/AGyLUNmDYGKOWX8gPYO
KhD3Tc1lWwDtRiQLHkGw606f7K4cZtLQ5JKNXCQZKVMfrJNFC+KRC/CsC0djPHY3FykuN1jDuYCC
Ci6ZyS0TDixUqSS3tRM1cnWvxsDq1quNhTH9crajGYUFoBzVfzj2yQFskYmXCldt7O4YHjhdWMV7
pMX/gK/L8qm0f64MUS91rTkvDE/7dRomhidnT/KlIAGjTWu78sEptsylWgvx2vdMoFqb6l3hv+Ke
elTeoekmNUPP/NDeI9GI8TzXXvkSfPN6/JDr/j63+3od+s/gp4h4Gu08q3BI2aA7o9RLhM2G+5ge
04g2O83mgmc1pp4eQy0jOnaZJeW09MEHtsoucn4quIpAca9nSLBK3nNwoJSa6fJ454qrDG2+Gx8g
0GAXc3rL6zENUaOEdpBLJNVoBcBR+IqEh27s3t/nUkzQGIRie8U8g80EeQHR8PbiR1AutraPR+nX
Vrlaw3GNr24NzfFRjFaVxpbQ0P9U5lSowIe848Dmh49RzhJjlJ6hPtzfOvM7BzUpDoVwKAJM743Q
6xtlXEDO9I4KclWOS5a47JZsTLxXk6K4D2GL1t6KFrrfsi2/dKbnt+HfUUz2P1QnejV3cczAVq8n
xwpQhacQW4TkW+f9/oT9xtr8bPm/tiZbHuLZidRwoy2CZkEpXQmRIZ0PDskIR3Oz3XL0osUL7Yqz
UwgIDN7ACN5AZX+7OeJezsuKDWG0KmuzdqKI9FzYGWm7LmIgjrqqe0o8domx6jcudBwsihnodYYb
A5ZqYjcNYiVpsHRB8MYO6Ffj0Q1zSHxuxBOXLBFAOdlZ8pfP77I/7LFQdegKELE+3Z/0MSr9dTau
PmMy58BN9gmbBO1Y7U9MBmXwAkN2DB/1nPwYK4J5395PtfSewclhDKR0ELsK8y3mZuURSYNkgB+s
C1GvPlOJKAMUBFJwvlH5pPpGvA6VVfrJ/Wla3cMT22C/OKAI0+f7X7W4GpPgvfT8OlWg8IOtl0ar
sH6QOOp9uNmjRmMIC63rl9bfhZgSiHPJeshs/X7BXfyus43XC9gZEOpBuQPF1dsNAR0wKB5lUmuX
8taXkSM+JSdNoFUKl/sqOQnpVlJConUuQVwBLSMB0R44/7kTzB6iWmj+RPOLhFxuC8lVS2j3sriW
FnE2c650vAdHBksE4dPsf4/qmMgnMj4S4r2boMMCyudEXMuV5XZW5G9C6a3UTpJwWVigueseFAgj
U4agQBNuskACXpUlI1cd5Dt2nP9QDh0dIAgq5P4pEN46mQWlz6bgTc4JDAYSWrL2VtQLyNfpUwBN
jhAoUNGrx+HxNQpV3i7R/1D3Zc1x48jWf6Wj39GXG0DyizsTcclisaq0L5ZtvTAkW+YCrgDB7dd/
h2pPt4qqEK9nnm5MT8R41FYSWyKRefIcTiJbUoUmqy9W+AU7xMk85yselmEVFmGqfCDVxh3fog3k
IroFsmrDLkpASejrfz6ekNk9vDlG7z5lMR8EkDKg+SftkwZYu8l7j2uXAHNHxcqYl2+ApSF94R9N
UDB0nMCQAMNhqn8fomvIpEPm1wiooNu28IszU7Ugy3kcVbniLRbe6Z3xRZAXp1NnVVLTPrXVffUU
FXeTdki7Xapv9HbLyEpybXEVvLM2b/43cYKuEaclI5aXo5jD7tO+h26O2hTiqoDI2Mfrtzqvi+MO
mSttqCjaMMu9FsRy22i7Esp8INzJ/BbefwcN3lV6jdfVWm4b4C1ArKAzcKW8PvjfDjEVow11THDf
AovuhNBn2Wbg04ZcBNCX+vMaw83JUc6URnAVUN4BzPN4SlWmgRUVUPxPmRXQ3KftLtu75q4ZrxFE
JvkP6YYCN64efVuZ3lNrietVQ9oQbDTA7x4bnnhjZ9GI9jNTJdEDU2MfDgYqahBMMzyzSMbHMe2K
B+KY2V7X7HFXkBFteHn1tZjED64XfShtq7rJgYW7mioDuCWNPtVjVu0+/tJTBxmFcHQymQazoFl6
/KFDoSVVHuFDU7md1XUTPaw2prOmLr1Ml71u7jnSAIKEzVipRTjadZHsUc4AIajYoE7kZ9dg6bwu
bliQfe/DFjz3JKDBub1N9zTsN8Ve2zYolYHc9IZv3D1UCxCvp1uyFmDOR3i5I99+13KHVLoRmSa+
yzZeWJHvum0r02BAWieOH+0ezxiz9OmfVv/r2/D/4pfq+s/fL//53/jzNwgkihREcos//vN/lGzF
U54+lb95Srw8qd+qH7/dtU9tKtv0m/zv+Zf99Zf/efxH/K6ftjZP7dPRHwJIiLXjjXoR4+2LVHn7
+hX4qvnf/N/+8LeX199yP9Yv//j9W6XKdv5tMeT8fv/5o/33f/yOks2bvTb//p8/vHwq8PfuntKy
/e06fRHi5ben8vtvF2mjXkCV9u53vDzJ9h+/E8r+0ECihC42MGnMxMxwx/3Lv34E8i+0FUNADWI9
WKSyEm3yj98t+w8dWm5QPQNY9LUH9/ffZKVef8T+mGHsFiiuNIa+ZKQ4/jUXRyv094r9VqriusJX
y3lwx5cBgGkIOSDeBSOoB0ADe+GeLaLMJEXIHCaTKXd2n36GzW0ji3M7bRvPMifNy6YxDnK9Rf0x
uW35cDaVkbN1OvQq5PiJEiNgF1kBsjDdfKQ94iylNYFVOsoz0uLMKqZDJOKtVqGDpcofewFO8Nry
R2qfKUYOKAVqmw6ZD0iUZd9VZuyhc/ngJBUyVNHQBoaqvrggx0NB3fXn/5HFlG9klqASO8TPhYRe
QWpPnY92vMHrTPt50uVLwV0SRIwMkGEHeS3XYpB0QXYeA740rfIx1YwdtB3RIhxFIHOgKdAOpvAT
S7qoxU/VRjP4dDGN07TLcn4hBnS4uGaPL0izH84AyKAFIXUvps2XvC4eXfS/lXp0aJUpvT6LDnin
bvUE5ouWP2tUuGERASbQ6QDEv35WKo3cEw0Nof0JxbYs/uQSZAfM62lyeNA51WM/ssskHjQPZ+t7
Ejn3sYUvAV9etSmZCw7nVnsokq6+tprI8YhFcn/oHekZttooO/seobDlV/xZFDECigago75Wl1al
fy4k2di8f+zY+CAlVi7lDLoERfLcT/Z+cjLwwhmiDsY8rX0ZsUs5FUGWCNAvAwJB3Onz1GOeDIo1
Qu7eo0rdqLa+5lqDxp8R4+Hu5Po9noahgb5vdD2ci0G1B/SQj03fbAvb+dKimazKVbfNIUSLnQJh
PYRE/mB9tQFdsHuAQ/QcqA2zSp8jOYxnDslriLJDwt4dLehXVA0q87YBUoDRuoHEgZexTvmpTswD
hKjyfRol7a2Vme22HEzDt6k5HPJovGglrza2xOuIJwyCn1BE9kowxxuk6LxxkobPS+hlEldBaFBT
8n6uyXtlY8pAtCAHw2GG9hOuGK+0ogMYZTQvHqD4F0kwWFtmSEBr7bEC7Mw29Alpgq2Z94RC2RWb
HVQbnl3ryN3ovpm5ex2LZenl41TjNQagwxaymwfd4rd5Jq5tDaufNO11AXRKnG2Nhq8g049vSpx/
BzcXQL5AHYF2j74WB97ELmjWRzZT2ZApzOvGsysajhnb0ZSb2FD5SlpgESn9tGaC9RcaYShALtld
O6XrhCQQRbTRRgktcwQqtgpJVX4xsmCK+GVPe79tIRSRcvnljZ/+6fve+rrX5OXfl+JP43Cq0O8D
CP5diacsdLNChB2HFefPoM+vNoxAFXUc4OB6+JrXhSik70ZQOS6LczLZK5H3HHYsvwCUh3MtywFI
d9khg4jKKhqKFBnvugvLKM7jhO0byMyOM+VatCpDMcdjC3toXMd9oeNlRTHm4zCoNDUpugiLG0F/
yGsFADTjg+BXbY0jL/oWr13p3lu8cf2E9g+ZxS7a+hmSijskgX2kuD0nSre0Lc8AmHlwK7Ip1FmT
dQ9O5WyVwVEMby4Ltwmn76jmgFAyh2LfWAf6BH8E9PNNOTpo6OrtfV2lT1mPVrpYnkUNaOEbK9Cc
5IU1AwAtKn+EdK4DoRD9fGwq4ePDLS/p2iBr9E3kJEh3J/1TY7r3RQyvyTVTnBliIn7XW9/tRnzJ
JAJuqFJBglvpNwmIdLzcFWmYx3XmVdB1Nxq4T8d4AEryPpm0h7FJscmEc2lQZ/RR+TuUqdpWNdnV
TPvJpPhLkdF9VeCf44jnOJb650X6TVSy+tF++G+FL9UcivyfiKWw4f7rX+HJu1DKe8nT6eUobsK/
/zNscuw/kBeAq4CEDM7Ka3T0M2xy3D8MFMIZom80l0I86K+4SXfwl4CzQwUXj5M5qPorbtLpH8hG
g1MJxXOkg1BG+dd3/S/Cpjl8fnOuQKGIXwB1J8N08LsggnF8rpSRxngJajJsSbJ3EojIleIQN9Ov
uYs/zYALFV3BFoXTWjy3xqlBRW+CZogi5KxqtW0+Pkfmd3NIrnOLr7zTF4UmQN7mQaHTC1yYDpBv
yzIwx5D0yJhk6Aj7MsbjClT0/ZeU2MK3i8L1hVWDtFBDTDjqG+Ek11lHHnWkD4BTvKinZD+IW4sl
fBvF8hm5pvtWkoc3++PnOhy58OMH6M9vdJBXhjefWTkWDk3vzcgYwCYMhzakSCkD3lmb8BvICm+y
nNwlenPf6MaOxuS25uCOmAhuNZIN11bmnuPZvOckkV5NcwOZz0p5ZFiTRl4Alf/8RuwxHW4XGEIg
Qo43RwIw58SR/w5N20JIA2FwXaGFPEOpCLHtgVjVF+RqIQjcxP6UDRdxYiE10djhYBY7kSi08xH1
NRHNIzSz76a43FXVhJYELVpDeyxi/9cVd/HMgGwP2oFBdHL8pQS5SDu3MZuxYRVhXYwySFMUVEwF
fH7l2juL6dLjooRGY69tPl7LeamWZwihB14TeBSh+WD+uDeBh6YgVsOjWoY53HTJIpwj8vVjE8tj
igow5Ejn/cxMBp2ahQlkB1IrMTMZornuTI1yl1Ie6tUaN+MyqpklvUDUAh1k5DEBD18WpVirF2NW
JjIUrniJS6e+kDyFuqSZlxta2HnInSzepCNKqlMac6/JxO3HI30lxn07m/MnoA1uVlIA68i7wgeF
fmCecyJCbrkcOfUMVD1F3T07/TginVgJRJ6ATH9O6xRqYyTSv8acWqgIKedco5B+8JEmSF+6Oud1
4NqV49PCHPbTyPqdTvGrtowS+TiI6CJq3MsacL0LWtpuqPNuP2VTvUks3dNSkXm8q4HPVexK1USF
kJ/RNn1sX3W82g7ZFIHYv0WfCVj9QS1g7vAZ50QTHYTQCN1G+hDfW60G2WgnS/zeAumQFVVXTm2A
dCHNNGC9s8yHzCVHOSc57zlBmd+u9u2o6V5voODJbKgutZx8JlCe2WpuXAagaH62ihp8qyzdOJFG
AtbtTKM3ArNr3XPqrjUnL0jMsOOwHJALB5YKLbKIdhc7ryqUk3eFFGHeoBhrZAn3VdYnPlzDLZh6
/bJPb9vETUOEP0O5gVK3Cu1SWPsErDHQyaIPSpn9Va9MII+xs31rKuxQFtUI9LpD/LGLL2RHvVjE
cMgYMvk8CPwQbEmNJxo9fowzcLqnmdrhEqGb2GwmL9acHx9vu1MHDLzXJhq/MGKQ5hyf4THWBoiw
5wIORJJPeZy2F/Ek7xu1Rsq/9Puv84mrG3gd/Be97ceGerQhC+RHRFhrOd+VzUSU7yBkHJFpgNfK
Vd8Gncy/ZtgHKznlU2MELNoCItuBGO+y+0MzQYJVt7UIZVrxl0Y6F3gz6l+jCSWCj2dz8TqYNw3K
tFAHRH+uDmz0YjajSYJOXIsAKCnta6oaEIjl1l2MMMOarOs0qr9/bO/EpAKgDNgXXgfgCVimkXXS
RWXPNRFqbWoF0rQPOjBQKWXoRav1C4vr/kxF8rHRE9MJoyg2IT0LCOUyyiCVzPIh7UFgGptIgbLs
3OqRJjcsgAY+tnTKLc+i9LNbRJIcp+R409CeOG7DG+DY7foF8lJPpt1PoUsVOtkFCkj9sO9V+wPk
KWj6LvhKsvzkQE0QM6L6iOa65ZZljdPZwsW+EUgIFZResKTdymZYGeWJTcOA6kIb30wcA3vHg3RV
ztooKkVYTUa3NabyIRU55B1rtJvl+n2tl66/Mq/Lmxv7FNqZFHc2XtLA8Mwjf3Nz63ojpgEMT6HR
uvQzi3PfqOU+SV143zG/HUfIvBKT1XvWx0bgGCL76kDaoW9ZtaWsn/bJWLMV+PjpxXahdQ6g28zH
v4iVmSK1U8YJFjvStq2tQHDujE+1+00MZY4C+EACS1PX1DWQnmsd+Yuh+uucgLoADSPz434JPLMj
M6MC0mgh7bPb1u3DqBjPQWB8ORrxc4Ys6ebjRXi3u8B+Y8xoVUTqswTf4gXSWxVgpI5Cm1/U+SAX
QOMQUEe4QT82885FwAwFD7QL/wcquuXu4tyI3KjLy9A0Wj9KoQxBIm+YbrsevNNdsqmaX3a3CKLm
IOZPwj26bJ+wtKRBPJVVYU/Z3oEqVMzVxUR+1iqOShVvXxIMe/QoXoIZrBnSHiDQAtxtEfomWaqV
skqrsJPqELs0LBKCG2QWMjNWTuj7rflqCxUAEBVYwL0tggGrYn3W2rBlA/XAWLRl45NRPlgSIldm
KaWfmNCySzQPUgsrtudf/X6Yf5leXilVIaIybTGbYz6exWkddm6e+G1U73topyHRLKHxYR86y9l/
vHFOz+/fhhfzK8lARNEnVWhG7r0uJKRW6q1qyktjaFfaGd4fhXkpIUTJdBCWvuM1GsC+MNRlXIWk
HIPS1G9iUSKho1bo9t452nkVdRRbcZPM/e4LrxcbFdR7M4xI9QpAiM9G3vuWMndQUg44sX8xUwrK
VTCF0DlNiKoFypiLA64xZRt1DmHDfpQHpnWHourITjj8eQI2Dbx6ovCi0fwUN8mBgaPz4+U7Macz
/6sJBiNkTIA+PXbxPMk5tA4rLN9UuB4DN9k2s5H0Fkq3VjzZexejIV+DbImB+inwrYvTMdaySwfR
VGHSTfSspsW0LQqj810UknagRNM2E3ApgTO17O7jQb67xzDFf1t+J0VTkxK+wcYgbensLQXGIMcK
PzZx4hjgWsY0IreCO3q5ivHEmnxKcf7o2J6VbOeg9kSsDdoZVwyd2J1zqZCBSwuNvRCAPV4wKBCI
JOrhYxwuvhjNrRj594o4QSPjM1uuyUed2h54u7vAAqBJEtidY2sTcSCfYuWYuaqArhHbisp4LYF8
PHsnFgikugAQIlMyFzwXR06kYCQ3Ehw5N64fBSkCQa2bf8MEmnqQE0RGCyf8eCQDKn1ajUpOOKTj
BSuKxjNa5/4/szFvkjfxUmwMJUtcOKisoD6QgV7L13j4TiwIsP1wgOgpQTRoLM4rGkn7uu8I6Chd
Dcn59HtXQzJS+/XHkImsJ0i+cGzAI2cvWZa7wSkGjcFOaU8PXZE9d2h49hBpBx9P2enx/G1nMWW2
FQPxXrtlWOcgZ514t+kd574p4pWk58kd9mY887F6szSkH83BbjAepEVvNNtEx0firvjSkzZmXr85
BwWG28UWUyMTzI3m+8mOAhUZu0ashRinTbjwMgjI4WwWwW/tjM6QVBhG2pJD1pbnXWftPl6RE54M
7ErMRnYCVap3BBNa55Y5XEGJd8as6K0u5mLxDBOY3ObX/TJ4tE2GbnUHCCc2j/bNougiyhmWvwwH
xCevRdMM5bJfH86sp8XmvgrQRy1tuBV3O87KEA+3Sxd8eQBudVurSX0tc1beJqdWZw7+kIYETxUo
gY7Hw/o2p26lwVar3UzyNkYl/+PRnDou6LGE20fNA0CJReag0gUUcWmHxRmLc1Syv821xMJOV2rF
p8xArQka77YBfMpSRiq388IBhSSiAnThWtXgNyDnZgBNfDya16a+RdQ6C8AgOkcnPuh5Fqdygvau
E+XYAEp3r6qRe0ayBRrOq+sGPJx0C/WiDfrrNq2geypZoMdG2MuvnEE7hOle2pQ+/1ag6u5CXwIK
gN5kuCG4zzaIhw/gwbwrqykgNt8JU3m6edlRuhL+nriOj0awiN5kIqkjXROKJa3pG81zaxmgw68u
DAvchIYIP56wk9YoWKaQhMb6LN9Msau01K6xmVORbrTpCnBLjwDYPVQ/UnetDfbUJkCk8ZexhWsu
BqQ8HZD8h1rCPNwHXqJAVMs+/ztDMqFqgcDQQann+MyUCW+lM2ACIenk4cD4g5aEsXXOa8T2zF5x
0afH9Le1xQnturkDvIK1qbK3tjmGlDwkxopbO20E1LWoyOP2nGFmb91ahL6VvKitMnTIGJDyRoOG
HxdrENhTfhoR+19W5r3yxnnm3aRJ8BKUgHFEnuaeTa9F/CHQrf9wOIstXrtx2o0mDHVmtXGKb7nx
lTbGiis4ubMBrTXR0oHaxrJIhLvO6QoFSfg6lyHpf5isCStib4g++KRxVx5dJ+fub2vLPvwkjlP1
KkAfWzIYYnczIYc+Oga2uLOy407dCe58mwIEgy6Z5WZgjVabGhuxGTTD7yA+Vzj2ytyd3G9vTCx2
glSxo3VkwE6wjU3aH5xKbRLz39pvKHIg+MTlpi1XSJZmGpUK26AfL2ii+WlcgQkOr+K1xPHJxcEF
5+DqQT18mU+NrdEu0VOIEBcUaYPNglFv/dYA6qNYuU3fW0JuTcfrF8gD7LulOy2N2tWyFKHOjMYy
zWYvJZD4jbrK8PD+2M29z8/AlIFKEVzca3Xj+LR2Rp3ooEIsw4jYW6cZH7q8DhM9uSQ8CQvz3JBn
ZdauGH2/MWAUOTYgsJArRQb32Cif3JwV5YRogaP1x/7sVvllIfuV7ff+6MIKuEZnYDTeCsvUoaur
ZLILrBeYLdBAWQRxVgCF+TntDGQV2MqanRwTns3IiKKKAnD88ZgaTjIaNzhPLeEbQCzDnPRB0Q/B
x+v17thih+M1P1MrohTEloE2uJVjxHm0CfPJPRhN9RlgqF+dt9kEijEIe/CWQzfb8Uhilqk8mvq5
UTuxtlbblb4BLs5tr49fYi0+U6vE4O824bHFpduL3aQcRDnCYlVHQRaR7qoWdbYpyu5J0toYAmGX
WWhVDt3YvdxRVNDB3/21k8Zlzuqdm9EhRBPPExi9L+Jmfqfb5rDL7PTl49l/t8j40JmvBFzEUPYC
h9nx1IxSR1ddp5oQq/1g58NFbzaXNEtWcgJrZhZ7iSuVMKa6JmQS2SfScj/OBygPaP3a8X/naRYD
Mo8HVOXCTSdwjIXpNH1LzS4oOrBcKPbQFsPKtnqfhZ5t4XSgY+TPTvJjW72tGYmVyybMzCoHcPWc
K5d5guuX0qEXmpPvCc93Wmohq0Pj249X7tS5YShrAoWIVjP8szA+pGmv1dhihVFqQcmc7lkWQ/3l
P7Myf8Wb2Kdq08FIUBAPR6fDRaQHY7yGYJ2jmqOniQZeVXToIQ2CZzbm7NjE4EZNJBsTGsFquMC9
/RXChbe6zK7tJLrTmiLfUARG3sfjOrl2ziu3OqyCcHXhE0qmjGGq7TqMpkFHnnuIg2m8LYEm2CN9
EdII3AMak/ouwyN9H+nWinddQmfnUsksk4xxo0kP9f7FlZENYzQYQ4H1q/XHqsk/QxIBTz/e+3pc
fBoa/tWq0x+tkZdBizYfD/5+8/EcvKaWFjOPMAlPQuQ450Tn8o2bYnsh+q/DiooonET+kk76bVcO
ticosb0uGUef2vlN0wvzUBQc/TedESSpZQcDUjMbYNj4jRyjJNSb8hBLBmy87PLt4KILuGbDphk4
3+fWCKI9tBaIarp0aRdv247cSZHIMzRRPyDv3gErTs+GweUg1JDVptEzHtpmlPq62Wmbtgd3X1NO
X6BVBShNnEbghpClV2DFGJlGgI51QPcN9BXaNQfo3uR3fZLnG1ZZ17Ww96gxJIcE6e8Nwnw0zPbF
RRnX7bml8dwzpjRQbXw/dDloAbl5GMRwHjupCaL7Bj34MWhEiol1XkHQ2mAB0mV55SSB3U/zbUea
O5aOxnYkMdtHk3mVDCb1UAcrg4T35Vd9cg1Pq6KzphBo1ZrQuSwd57yraL4doWnks1pFHghloS8k
W/3ABbJzwIf9KKj9nEp+Ce2MfUqyfBNLtMzqlaBnM+R7X8XW9uP98C68mA8iavuIOnVUSpZKmVFW
mm6hjXXY9mXmT/0EeqI4udFkeh272S3+1sohPGUQOBfEM6jxzhCN45OPOGogWdLUYanQG4C8JHgb
Ey2IdH5wpi71+3atT/MdkhCnzpkfv8CyoqQNpuxjk5ZAew2XDPKvU2NsGjryAEny7K4q7dbryvRJ
Nfgh67gb1C69KYripa7ac3xaeREbteVFdZLvdTczNjQdxisAuctnixjmVulMehBoSdd4aE95CnQ6
wU3ASyFJvAzERqfgo4t8fSjr4tyx64MaSHuYiuTKMWvpC8cmXpRNSOA0xo+OOHeW6NWKrzhxgQPI
iggB3cTwWK996W/uAatvTLtVNvqHjcKnOdqY+paCY8f+5VccFghFA/hDSIoA6LXwSaasa9VXQxUa
vHhkGd0C57GSPDwRnDlweAig59oxROiO9wBAYo3KRFeFIPV+kL1AtbgsH/Iq2QEOl0KdJblhsXmD
Fmq5suFPXXUMlzUktWcNtneXDs9y1xw0lC0kOtAd+pLX0T2VxfWYlNe0grZhmf1yWnaeUIpNPKM4
5mzz8Wi5A807rdUxWk4F6HSmO1CaBHbK3a0V9Ss54FNTC/w2ikszyPzdi1KNeVQNjou3AmXXJINs
6lwE5CY7q+3qjFj2ndmwuyzRVtKopyYWKVTmGHgzIyBa7BraM+TqLR3FeIgT6DKojQgsMlWqNnWj
B3Sc28I4//yxv3x9by3uT8AqKPKDINsH4Hc+NG8OBe9kISkutrCbXL63iDzXdaBkLEmfTT5A7Doe
mecMxXPK2h1QfZuS8zN9ZJ1P0Pzlc9ttAmBZi23cj5MfC5M64LU1aUAquHuRfbOsGhBMIoOYQLkC
nLhQypbizub02eXtV7uezE09zQJXinrI7F5ONiehJG7iOVXyVJtGAZIFsOVS7pwBHtd5yuLJJnN5
EgjZOJ5tg4pgbuvbdOlazeG1QvZueoBgnGXHTQNcEcfTQ6FZUbtDhEKgLBBM2cTyjPkBVoM1REwV
PVijsrd1pB3GOTpIiNE8opa3BXvxdKclINpQCdjcqmJPpyoLQHJvYTIgA5yl1lcG4c5NFqfutmLA
eXy8sicuJuR8kaowgf4CI85iYduYpgkXNW4JNsT+gO/xVDmBLUgO8blTY1VV4zgrZ+ddtwD8KuDt
gOIjRQuG9SWAJs8HigYcWoWit9qtGgbbN3IAv2rcy0Ce1do2nQoo1VMSbes8BZ+/jpdFlpXglAC7
LnXo89C3D6qL0JWoTTdZzazDAD7nQKvcNUH7E7fSHCSYkCsEpt3Vl0eulm3c2Aq5V80FPrbN7s0y
ar20QqtRo4FjA/83PhPMKXped8C/N8WuN3p95V5673CQJ0OsghIKQ4fA0qMOWVPrkdOXIRn5WT5q
l5qW+FyOQZvom3J0z/sUIawj156Z798P4PNC1741o8VQxXtlSXlz9qkYUhp1KNzkCjoMRHfDOgEl
zNg6vhY/iyi5wy71Bqou0MD18e58dxcvTC+eLo1M9aTQABWAwN2OR8N+rADbrruVcHDFzBKJ7HSg
IbAbjkPgdhdlroBpleAvXoP5WfACR15iHg2o0234UfiJZWky1gqmzAwT2Q+W2Eesqc5y3Vqr5p9e
r1lWE70ZUKZYKjMYk6OYM4Pg8CTZGq11lzDrkqXJc+e61ypG8x56Cc4a0ewM5QQfL9hp43O7OrLT
iDuX0s913rV4DKBe3dTkMDfxqSj7PvJWeWP91LTNPs6S3HfEfTlW+xXbcwbn3fy+sb2IeDNC0gRp
+CpEJn5L3TwQbG6QwaNvZJuy6+4bK/syOOR+kPU5WFJ/1ZXOywsiWZTqkRZF5en4EohLe5h6DthB
5zwno+Ghcfqsb66MPNuBZGjF2DyWd2N9Y2yRE5lITPCAtsuwKIXfocqA5uVNTw2AhfP/0NS8rd+c
/0hDzwaehmUowR1X9YUfw/vp3a0BLPTHK3h6UFC8wLUwS+3Nsc8bSyZUGhqm44Co1raCmrFyRugP
eMpO46XB6Bol/Ul7c78FTqThAgR4bK9AIwg6tDGy0RUQLjQ4OPaQQ99GojA2ajDzlR26Zm+xQ+ye
d8oAx1iYxvW1rfcXUjT7xml9zWh3/8ZUws/MRXCc9iV8PRuRHc4hWxDq4Gfwase6dGXli7zoER6u
9TC9i0nnnf/aGI06GxhRF+smiVFGKKljXCNaZxkrglSwS+W2gWymfZajDYyYnz4e4PtbeYZU4l37
2rkEaorFCbCERrQ2mhdPpX41GmQjo+S5hUqpHtd7SCecQxACyjQ5cJ2tfZd3YuVxdeLWOPqAxblQ
YKHotQHnvUnR7ZiznQVgOCRAbz8e6IlbA1t05sxBumIWqT/epHnDJpYOmFzQbicHxOaNB1Tz2tZE
nyt+z8KjIEkIXhANkSBUgefN++bwATYBt80RwzKDPKapFoH8oGBbRAQQYS4D2WvJzVgPfTCa47ex
ztAzg5TfhhupieSXdsdJ88Op6sZLHaNDi34m9q1Cfi1v6juOKs/WnsRuRE2qqcyLbDBuQPQAkcmU
DftOT7ptn1LwD3UNBBC7QfMR4xPQSNSfkJ+S52OFbv8W6e4t8LnWWVSU7dxpqNB5BsmP0lcR9jl6
lCB+UpscWmBd4fyoOi3eiTyhECJId11JrjtlFmccljYVA8OE22sHXZnOZurMs6jn7baTrrqeShL0
nct3ndANgNUweg4J3Lrl1mUTWV9i5Lc2A1ptGvCQenbRdqFjkU9mlufnWKRHmrPhrsXr2K/cePIM
s552QyyoN42RvWN1VXoGzZs9MHdqQ0hbAeSRnalp2FU1mJfcAs3sdq6amySznFCVdnRlWYUeAliH
7nWG1jaL4tXE9HYTJ6hnppH2tZbqvod2J2iqjCs70vdcr8caLRUG3QpZg7wOfSZfE9j1U2pI4HvA
uAl1k/Fi5BqI/PgU3SQR7fwyzcQBPUrQrcIJOyRCYx6dk4d9wvkLmczmwEBAdqkJhJ6qjbxRxSJw
s5YGDLyj5w6FFpRWWHuhJTSwWKvt+zI+B60Gaj9F3u9TS+9mpPWdOcbgD+szL+vvUt3sD6luF15X
i8qHNNi30srry24Sz3hmTxi2uzGRP/dca2pDyPZlQa9Vux4tXYGFPlzcgXz0AKRydq4OFnUj03dd
7fgzRNRn7miigpjRDbp1zB1h5RUy71i7PgJ3TTq0tjepin4Za6AIPMA51Bl6IgfhOSYUFbN2Kv3M
qFASFMmhF6n8pKO3EFwfTQcGkcII9SJmG3uyqoOl5LArkEsE9X4jgiyuvlSOzLexmXEQmvT9jdN2
EV6HptoTCQFbNmqfexLTQ2zE/FpEtUmCSmW2J93BI6MVnUNg3tpEltU/Uqi3hCUmXgYamq/MbVcy
rdl14GgGtWDDoQPWCxAS6hGElQyI49gQVOnMSd4oFNlDkNxwOGfQrucdHXzkc0sPDMT1WYFSxZ5o
Q0ClhGBAVUGkwagebK3dgXSreqKKVfsoo7d4R/MH1DY16J0B4LtvOtY+JWYNdhdA8iKvHGX/QhOw
gXu51XfNwTWa3tmQkWQ+z9R9Ouo7GwkLzyjmPoIhqEnvF6aLAnnSssNg0K92MuhnjQZxSwWhG6+3
7ekKvdjC72OyVQJrMpkKL+RGKrHRFV5sIGiIcr+c3C7M9YbApZC+Pzfi+KnVehZELe7XwqSZuTFE
PIG9Al29YeyM6OrGs+fSLiTYTE2huFfro4QITzEZW9B/Iu3pxGLya0OiMzSOGwMYTNVnfi0GWwvs
rKqvCCm7C7twu4PUcWa2eqbKoGBE3qUj0fcAOVvc6wsr/TZU0f9n7zuWI0eybH9lfgBl0GILICQZ
QS03bmQyCXc4tDtc4OvngNVtXZlVXfl63mYWsyqzzGQRgYC498irhMIxsShoznoVskK5xL1xFAjd
XPd4ktk27i5JrQ9Ki3NAK2Sfjd1HNDsmKgbKqs0wZstUOCwCJkkaEh88EVUCRPykz1EX3XIE+gqJ
DToDCnPBOUWF7kDCcnRM4fLwis/1NRziN9oLt5QMT8NUf0x2cPIkcy6ipjmnlbtH8/AxXAabJyxG
zk1CaTFP3pOzLIBlXDjf5rQGktw0Rwt3424R/UUaNzeLa4HEsKnbLMJpSuwfz5AAizLuYrlFw9JT
EuGNMWLwKWwVXKdrbJBBosvOUHkNzO6jTXFdGGF1qXR18CjiNPHKefQb/HEmk0/8orlo4CCWo7og
A3vo5rDUwZOSCwzw0/wk4vaJutjJEdiEJdkdbnUm73ganJy24zmX/WXKko12QnhNx1slw/cwgQ1T
x3pDFgtSmu0rnBnPZjcO4lZd8pjNk8id2N0gwWubpvOpi6tjgvjp3Mu0l3vAoko7AkiNJ3pJuqgg
sv1eK5zA7JGizHMcsoeuY1tg3Yc+pJ+kriDjFqeqoRc0mjcmnb+7TfeAHJKSak8fF+6vYCmm+Bhe
3Tq4SzznAm//wsNSalkEJ5V7DqoXz8g1oY8+qSE+BTzxEbRdj4Xm3bUfLPssxrPAVE1363i40/nS
PgbK5tqmOy/qr8AVF7GS0Rpb9I0qovB0rc6h15Yh816cUNyE3PQHPGfyOU1fcU+9cmWLJOEbabzu
PQPgV9H2wp2mdFdltzGJt9BUpW9tz0+yjU+T9JqiVrgc9eTsbRMeJYm8fYA/MAHpr1GX0pRjGJky
caeCR2rDMJCUXSbrMrSxLMJ02YWjuOWd+Q4LizqO4O6R/yR0FZsdjRUTz5YaxW6iNuym/ob0iaEb
WNPjbcX4cgSC+fn3Y9hfbbZrnkiAnIsEdY/hT8sCMSSZHQukrPany0RR2LBhr05ffH1lfffKD9vH
KtT7GRG5v/jNf8LoAJ/jEoHQK4KhB6zVj5PZ2BmI8zusRUJMiDBL9410Cu7c9Y0+ZyS+DgbnQFww
qmLEdR5/91h0tFNyI73kYkGHYeOU8leKgD8Pv54HKzWOCT44oGM/Db94HTac1hY5q9YvgEhfQsWT
j3P3C1Hdn4dffPF4iKNtbqWxfpa/o2bBEYyn7a4SLo/LdHDlfVrH9a/oir/6OBA2JGiVAE8MePLH
U1x1qmEyQ45F24d3YTSUno6uwbL+YmX4q4+D+Rqk3FoygMvpx1/jLbxBbG7QAsrkU5FGAOuYE939
/fXy58sF2fspAmyAr4KY+Bmvk2mtBiOXdudndhOhhqt1s0tlx42PDJYu7N7//37dT58JNhFNMEC0
u1HbLe6Nq9T38/VyzEZWIrHo5X/w65A4gvye4AtF/vEUdrR3fRUr/LoBSU9ptiPRgq6pIG9Yiiiu
XxVurEf/41b0lfYF3QAoOuxHP10YNkPZ7OSi/kIvbW686i1aRqQZI8wwOjNr97NN9g5aMf7+Q/4Z
KPjxt/4EFMxoI1xs37U7jMXFwBbALUiaE2zH2/j3p8t/lC7170Khfojb/H/Ll/rroKofgjv/dyR1
rkaKf58utWn+6+6tUW8f/fTHiKn1h/4VMQUYHpIoaDwD+MvWffkfEVOZ+xucniDeAfKuwsw/ZkyF
v33RLBl+CDoASA7/lTEV/IYvPQD49QUSA9//DzKmoKv5+cJFvBWeAyH+n+Dt/vSATkJkcUMpGW1r
Re5nCMrvuHH6N3+Kl72MOGm2LonkZs6GFt0TE6kD1JOuQYteO13LCu0TMUsbP0fOosNy4TtqgO4r
si+9J+xFHCMEDjmSlblCKSihhQsKGWIBaUrk5XcPXtSwVxIH3a2IgwUoDO29G2zLoMMyj18MfUv3
CToMDlhGTZy3BqxYAh9n2fZJ8j7JrC79iC0ziA0V1xsyNdNmXr3IUGa5wRNlTpDkUcTtc1eLwa5R
jO6JEgGWcFxa56aerLxpvTb6GFg3hmW2UH/IZzHC3z9PLEREkfJHCZJQVNgmlmZtNvAjuDjxOZKy
iViS7WuDOSsfWz9G2wH4l5epT5ZL43t8O8IU9MpkmKWFdBoomZow7LHk2Ch7GnQVvvE2skfStG7Z
pJ1+9WdLsnwQQY//X1iiJy/JrUiHD6drFnjgAouAGT6sez2+ABSU0kpeNX4w4aOb4OTBwFBvwKm6
R7Afu07LY8ezuFzi9NOtInlf+W1Q5xKukVItCFzNR+Mj6gaEZXvyGqc+d0N7HQKK/gCHaLByT3G9
QOHfK4l8LoGEz8hpEEEN8SKBS2ZGU6URLlYmldG97CC2c618Nhwx43XYOfum5UMuB8TjSaGnktT+
SxvKoCpBKKKKJHLOJFrFTgqVt58ETY5QXdoa2UXeA/ems3Cle5rIHMCFk4WvaqKv2FaWQkYOS/Ja
IucvcUZa5apBftiI6pJ5TNguYMMRGtJuq4H/nGBXO9l4PlcraZnwNoyLNjUCJwXmHNickO/SOo29
IaMbn3gHldcKJd1DV8y/RRI6u8jqlu2iARsELqA0fVoWLyipV3u5Gez9QvtqC2Zo2MtAkgW1yCm0
V4EP1EpIYTbVJAOa1zQCwtLUdwpCg51Jo6Jq8cdZKptNG3SfscZqh9JjhURxx/keeaCEjZjfpq6u
c3eWz9q3N00PvtvlHixInpovKbjEvnZqWJfmVxR6DjnBpy47L3gf46ktQhojt9QH05mIZDOPjU5y
EqUOsmZne0A0CsKK6IBm3kxMpQbmZCR6YQjHv6+97p6P2Xfh4WJPe7/dzP10PUSSl/3gjXkvcJ06
nlMt0OEib2iRMFAUrZOEKscg6WyG0DN7zSv22meu+zyF/oK+Ga199CoP3Y7HPs/Dxr/pXd4XQ1rD
3iE9tvGNq69kiMC0po0fEZPaoEbBBO+wvMVRrjwRPE9WRbiAyDQjnC3lQzF2deYCVIjR+OB719Mc
4W7iTohr1QaljXqQ/w5kxRJRWYU3AryaYquKJXX8Y4WMuQ0nYZPXwxwiKcHPbhMyT3ky9t5msmFW
MGfKchsi6L0nXl9he4qRT0E7kT36JvEuHdDfeAC5i0Lse5MGZYA8pvsQ8FxULiNLq7OLvNxtaDGA
OAELRIlh4DYclg5zakLktYkoIJBxFE9YecmdsVaH16AYsQd72P+pw955CKOZdi0/Zlqb66ap4zs4
r6O6DHRorjmjMap8POAmixD9XTVk5F4qFACHXGbI2pOi5GECEZk7iLLGU2OLBAlWtNY4t1pJjn3A
wBMPUruOAVghEaOzXQYVR22ulDbeZW+awSJ602QF/rpDAgl28HyIIQhaIkOOkZeYa1vXoGLqqVff
o3m9w0CgIeka4bhFZjryOWfpwK9JlY5PE4S5uIPjIb7rxkR4l00ioaf9w7v4+vfx64/5Gz/V0gAO
x+YBTw8sxPD9I8keb9E/YtU+tiEbMRVtFUWcWDUE+RjPG1fyY8v8Y1x1c847DiwjrTYsQWjLwFGE
wME69uMT7zCYxukirv/+qH7qUfn9qBLwVsjBhasdWvMfjyqo4bKk2NK3s0ODwjjkKWr049JrFGOz
MQDMvdx7Cxb7ufsW4GLMx6YXgHCde87iM7ysMid9PRf9ythkfVaGUdvmLizlAXibYhHzJ1IVlhwo
3XG9eP7+8L9kuD+MujipHtz/UKJB+AZR2o+HH0+JGCoS4vBn2+1Qp33E6n2qAAB+BVavAq4466+b
UZh88Nmubty1z8TkgRk3kPTvKkXaPfbXX6hF/rTPrMcFYmI186Pv9+cOs9CJs0zCU7hNmkEWSOt4
bGgb5DLy5ryClSeQ6nfy7D+aif96kP0fTMT/brj+XzgTr/EZ/34m3s1v8nv71rz9cSJef+SfE3H6
G9xVUIgloMHXgAdsv/+ciP01dBWKn9URhdV0/at/pNV7yW8IXwGysaajQN+yrqv/SKv3gt/gk4Ej
HRmMCPeIIU76D0ZiREz9OBJDZwnvoo8HIIIjw7UV9McLnOuWAw3vOKAlwzbd1+tuffFhmLh2WYqp
a30p8rr6TNfXpJtMzqrfvgHys69rO5X++lJF1liFeGLfHkjEq4PPE7x9U7yHCVxXGjnfVW4rsORI
3nv3F+Tz2XDA6Gn1a18znld4ty9dNAOMRJ8TtOcRitfdG56q565tkalM9Js3aCDOHKNTYlK1Ga2l
ha/HzwiDKniMGFn5QVwsUIDvkLmICFVENyFLDGOHmC0MN6no85nCV5eLr8nFW4eYDp6+rdTufbUO
OAFLgrJZhx6Zja4smyrsEHg8AcxEUQn/ZiVE49azwRZ/HZ98ZezNUA+gswJksO3J+rpLv2YuTfBI
glz9nAze2ayDWbqOaCFmNfU1tKWQH9dkKuKviS7Qg7iYv+a8DiGqO8TmR6/jOgpO61BYYzocMCW6
BBRAy3mMPDun+oQSDNPkkGXnfuVWZjA1VQlp8kvKG1F6yIXL+TqSsnU41euYyisNoo6dQjEt27AN
owfb2gdoDxChoN3q1NG5PYgu9d/6qUO25mhlWDK8sl8bDUau8xYfyl8IH4+RaV7AJNiPKBnFJQub
+AC03z73oyPe/X58cxfbhev0TmWeBGPkQvxn1A4r/IyHY5JpdFG3OilqM7GDjpzsCjlKeGVF/XhM
enB2MNSN99J3WDHEwslZhki5wW+el5C0h5R7c6nqfrpIhY4/MNjMeTfF/INhUML8PUJTcEPjLnBO
Uo+13EuDUj+NpoX2kmjp1Jsoovy4qKiOCmWImgqDgpcSNm1SzKYau73qHdABJG14DUDD725phUkk
R9qSzl2dLEUfJfJyqaLgEkzSLVZOcEVqhUC7REHgSKEEm9KnWDfnDCUK1glQCz00T77U2Ojs8Iih
UpTBZO+gaQzvAILxi6SnHdaqkWNFmmGsmAuXJtY+DaCnx2flNP0pGoN0LyfMS1E3iyfjaLZlHku+
paauhxJazuUuFpzgpY8vsKpi++RiUN4a3cq7GpL6y7aNyL3bt9mudpIOAnITpYj+jnB71EhsSOA5
vuX92qsoWPscWNyyzdy7l4m71MGGzeiWufKtdnA9tAHbdjp1nvo2Ntdz5ztDbrFC4t4H4k/xHTr1
TjngJIdI3EyT+XSJcgure69IJNa9OJ2bcvE8DzGuwXxkKSoHKG2vGkKeuWtKRyXu3tFXY48oeROF
/IDoD4a8j/b7bLQBiRl021G527aGmghNCjNqWByeg0rNirALzb3XWJRK14VIJn/TtdV2rpFkTFh1
9mvxQdxAfpd0QpIWyzyKaNSQw613EXqUOg9wCqSUXU6V0zTiPIScRXZTabHUdiMAz0J9GkfEh+tc
6GF+hOn6YsF+/y2A2PhDInPjOeq7+JoIGh7HERGtk0QVhRMVcyVTEDioQHDSpdmPY9juh2WCTHkV
XN7ULPompYWfwGRx4YNU76jKNk3oLTmpqHoUlATnzrlFJrKNCxInQwn1sz7No+nzBkvUZZZy+lJn
klwhp1SdCGur0zx3EIP6EGpu6eTE53YWctwIJ9jC9nRp0BwnSXKRzmjQMqZ7921wgOKS5kp00BwN
c+Ezww6ETHegUbxSZO5NtBjwTl1SaiyMRRCNvBC1MVuHj/zYjy+joQULoFGqkLx1AUdkej01BIYb
OqirrG557mBHf2wTd0Y0JwLkcgirkNLp1a6TS6RRbLEAomnPNYnJSZIA/PP6nm1AkZfLtHxrEF9k
BhHz3A20Ogzt4ANrocGnSiCjhu8vd2Zlb9ZnJsDJ+ITiDAUptneB7wsxErHbH1jHTB6NI4Klkfhy
H/NxC5bPu0obp9t3xjUffsSbrRYivs4q6x2NZHcihGMlmWx/H8QgWnukpRYDBsgSFIOG/Hyq9jAe
Vhtcv0PhMRhu8k66d83k9LdKANxhZnxGj1dzIcc62QD1+cBzamvG3oF8Fndcb5D7m8xZi+YMOi53
0sseISJItl1Ht5gOOOQZzVM1wG7Sh9gQMSdbJDrY6RrhSLgejUF3qL/k00QuIwjRX4F9I6kXCYd5
QBp3Gy96B+15V/ZG7oinmw1tMyyjHtKnfP4QNqrajZ1iiL4dzTYNeboVeFfeJ7J6IOE44WsWadnz
5E7p5XlRmt8pUY/g5LW6BJXe7kMlaNGbmW5nEPMlZhAocUNQyeDroUvpz5WZzyLDsu2NfnqR1QOk
8/DUHOBAtxcUpvU9QmjRCx/iPeZC5AuZnQ3Q05rUG2aBvoGFwTasXKSToD7dnQGKSNuhAYRcceKd
+QoD9LNQWx4iuAG9qig4iIkpgKuBm1zwpJIcKKBZtvUcPi9Q5AcM/P94S80skOkcCz+qw2OgaKhQ
mUIBKOa+9Qa6oQlxk0enqTh23FT5pQ+kRL4JMXRXNuuvOs/f+gBHeNM94tEd5WHss0Iq6W0Mc2Do
m2gN94UPEEmFT5700WQl6N5k2clPxpsePZeFp+wp6EPA+RXFGzA+IV5nC6tZ2YFurl2EhDjsAN3P
lPcw1qMNptvWGmof9oTX6hsQJsgPDKQYGceOi8siNbqY7Dhh1oLR35XonyEALwm9gBDk0FF0WUHi
INT0bR4qeqpUZu4cTa8xit4yaJG2FDvS3uG9W/qCI+c6wNsuRhe0mnNc83hypYR/G3vq3UEThLVk
ndMomu59TaKHSA+0jJDcXlb9nN1pv8W51Nn3KJu70+yB8lEm/GZgi9j2JplunGlWeIkQOUDoUF+u
DWpQy86h0j4tM2tZvZkbDN6bYQYtKVHFSdlymqbKn0uZmp6fQwEY+sRn0cIKEkSmTg5OJrXOKSPW
OYSW1uqJZ5pl36wVFoT61xrwf+vSL8q+sJL83b6077uPeXoTf1yXvn7kn/sSAH/EyiMjFXV4P+5L
KKlAhQxss4gXXYsoVnT/X/tSiOqCEPbFdYlJPDBS/9yX/N8ylC8gWQ/b+8o8hP/JvvRnPACpSLBR
gXTF8YET/Ul4CEHi3FAex1tjtd0Aoc5DqEwupFvfBA6coVC5lTNBzWeUArccn4ge4+NStf5BIb9z
46EYa8HYtG1RDvqH8/gX+M9PxaxAWmBqBFKBtRAqYXgyVsjgD1pFlgjtyxDP7UV75KUhHXELp+VV
VwwortsNWlRmk8BudgCG6TaXA2Sa0D7B63JwiWPvFoaemTGYxb1DlVhNrCIsQ8fD8Obp5dqX0oPN
oKJoMu0XOaz8SAhgsW99GJxqrEtzT8h3H1wONF50AoNC8By+dELo+v/+o/5Ug/v1UUGdY3nDN+BB
BfrT0irohGrEymCOgYX23nSz1FuC1zfEQR7EhGxmEM85yyF14IeanJm9tNHgqFxYikUByf7s5Ei/
vmJQYOxSkqUf0Jd4GMuGzS+OdD2SH/CjAEw9EKTVlob//Jy6RLHnKTdjdFfrxVyjS7l9QH3sZkIm
7xF0mL5Sk00fDDXTdplUeLVkQ3qolwRBRr2s5oLAp36QpGcX8WL19hdHt16tPxwdDgiCLljngDWA
tvvpPMa9iRvsDdF2gJ/nrpejAQbopoX2mnbfMq4egcJehYB4oeUCDxYhy+cXYobfrRc/HQRArNVJ
g+MAtvHTLYXQYASrTFUA3D52mhOs+FVwrNp02NQhf67qcCht0NhCoL6rpJEIi9TteZ5UDwtYKwQ+
dd4FHxcfI7l2L50ITpVR6yJQCziJSvW32LyHKO8du48h0NjGXeRfByxC02boYbusX62YPLjT3foR
Hswmx2ucPwo7ATJOoJ/TflhMjr6nMR1OI/CSPLT+omA0nNk9DTTFqFD5iIpTffKGzBSPApD3my1x
UOYGTZHqypjM9KF1x2bnTu4lNPVLmmsVAoPuUFSWQ/SpDv2UcSevrHSLGllnTzPBDILIKcSdtbA8
srxRQ7bNlLvJvPoeuiNTYnSHKRvg/zeNronX1OPjno2wwQtPxhgJK8iip8UkuJdBh2x0EwEDQQ17
+91xGlSVezyCRhvnV8uJwDtfg9RUUCg8urW02DTQVLEgouA1i6fw7LRr4DGCEXfSn8lmINjbaWT6
vQNR0huBiq9uWXeZIlZ2O1rVHmfuQ3cIZAQlvM10aEV/Nh1vMZuO0WUn0XXYx02MxRlOvkE5qMaL
19JE63WXMBPS75ls+MZPR3XwnOEuQJI/Km4BCIEA3IJe1Tt3tstz0vQDwnDi7KoZswmpTIoBSxJZ
9io1eUlTfb1YV42FmqPgvgdHUyAAC525ZmhKmtrsvkao/WfVDDW9ME4WnyHIMkUGyXKe+B3aBR3k
gOeW49xDa2DOlU9B0ziT397FqBwubefFu2jq2Q4j951th37Lk5HknkBvBDIsG5kjTe6e0jorsTXZ
uUCUhsmbtkfnHsOXaPyebkfPeAes6ew7iOSoyNwO7WU6fbFwPsLIql8amjnfUbQDaagR9DoK+ldD
QULFqHxFmqerN3Edkx0Ar2+OBZdCTHYwjZ6uiJXvGLD9wmRDVECn6hS98tdyRLWJHKiRkXY/bpa6
EyXDhdQK41+oxbmhY33TkEhcc8z54RTPh4YvQYG7kWzDmcgP3kTXkUeWnR7puR0qvaVQm0AMnXxz
lISSU1er6jYF2c5alHVkDN+Yz6bCR6pITijxIMYV/oVRhH4CBhFnPGtc8Gwz9V/0Ail77/EYRdk9
ipQXKJGKfpk8lKJU9jBB0rtxhuw7XtUih+BTFrgm9dVg+bLlNZP3tgGPVfVjeD3CUNuBxoEcu1Hl
MEWIDGfA8C6jceJtHnXMBfWUmFeIm7P3ADVqh1rR+NmBwuEV3sswt1nILkkL6reYGw6zCEPAzz4S
y23vZ8sZsvAWhucgvkrHDiYA+1QJ0EV43kWXYvCqPbxvZOsMffg4QXd8Ryk5LqRZjn3bkhtuQJ/L
Vq+6+HjvrbkHKASOYVj2/HrPsxpoRlSnDER5T+dPjnv01UdgbAq1qw+gpDLVfg1/R7G1xnJla9gB
NXo5q6XeyQnq8BwL+fA0d3VwqFuN2w3Kw7mx86cbLfqMDWPaRMvULWjLa8BGVzGvrzMhnAK48XM9
2MuJoG2OCjzGoPwecxeI35HGLaJ1OCArKxx+TpcqfmJIeEJhnUbBe4/cZyyN7EWgH5dPDr1Fl8B4
Dquq2WNvnWne6u7oJRAhJKnO7nWHyHE8d71b4cu1J1SIbRxTjFCugYkGQgM6lFHFrio6B9s+YU89
EqtYicINMZStmuF2DZGPJivl+HnYedOuXsZ41ydyOrqBQIbjuiThmmgLCOr6KneqJganjmwTJtoS
3Tv00Hpj/axrjz24vHM/AevqE9bTd6R7sYskyoZDSJzo3sDRUHZV5h88XX9m8Xg3N2syRzY/L18T
Fa2GbksRfHyq0GF04MhYy/tgSE5jAnKmQ33gVR23N+0iUQ/YYx/34ju8pugxCAxKLBGDc2iybOv6
/XCMJ31Zx+IqsVGwwfp7HgBT5Y7oo4KzaTokQwtcLBy9PWdLchFW6IVV7k03NzMsJxr958hKNUAB
pHOj4AKHEtKSIjDMlO7E6JbU5L2DAaOkAmkr7Rg3+8pWwJLV8DSNVf/mjePwwPy62bBw7lHXqlDL
PIfRDgwiOqyasEYId2iKAALyfcyzCjdo6G9MpughpGNyE8qUlnQZm23bIPvPb+c2b9IpvJrbemyK
McT1jTef2kM1zi96THwPNuuQEdAmH8Z3IJtlD3ONcELPkutRqWEz8ab+tGEL5XEYt6eaJGyfmqjD
+k801BFw5n7vBGs+k2rW51GNVTkNKGbsQACDVO/ca1R9DwIR807blz7cylBKOAMWRKGI4XldSTy+
PAQoznlaGYW0Fiyt09aZO5FeTAyemU2XViB/R2XdEIS6cjwk45geWzmsDk1wZ1kyQajBSNMhWGcc
aakd1vl5NEsYLBoA7s1uHoL2W4eXU3MaVa2Ti7gNkPbopQiX+YD7AGAuQ1a7W7i4gPp9h+KTcDcY
dN/eAXBrLz3SzHg+ZQCMVRxJeUZ0QB/vq1GsGg+ItKqD65ox3vo6mDTcDhYEgANfB0aeRACpBPl0
8kJdfc6TBT2eoQ/yzu8xX51xmc9YYCZEjhjaoc1JGFgCDM6HjyoSuJxnEmgMYLW6XIs72nLxrXgK
vcZ7mCfwL6FSzXnoUjx0bYRaXNZmby6XwR7qiWDT1WmCEGK1iAQ37ED5BswP+tFgTAJVgMjZAl3o
4WZeLJRWSlQWyUFBgjw0DzR64bjKgBbx+6XfUFgT4H3oEzBLUsr6IUGEunPdhnMI70pcXc+U8a2C
omWDp4x7scxucApiVGI2uicvCUO72Eb6CR9KlajebihleDZlUw2K1wzQSQCAIEendcmRA5lxyzgU
3WHoYn0XqHA8+vMMB5PvAqugDCV5Uzjbd5wBzGlzRwbMoHV82489OVKmMJstqGuXPjwR6DpS74Pw
2XFeHG8qJsLYtY+G8acegNErZu1gg3+yvEPStWzQN9pBVu30yfegkzQpEibCu6TVd9PKIcx999iO
U1+SjD0xnDfE7ps89uszCsCexMpELGGAgXVlJxBgaDY+F7dqVMFl31lwGCubMaOaMJedy0FxxGN3
C/E4q/c1jNMgQbTXd/uBKAJFCUqfa9TxTkWHkKwIgpWoPrZUknoTJrNqL4cG3oOIoCh4Dy8AXDiU
SOHfsCVDXd/CJv6BLuoZiF4VfwBZHy/cFC5dQGbtYVr5HQqip18ZH7MkDL6seLh3erQZg84Yj4NC
nNKac3zlqBq8kZzAINkBZFL9RSx5K8cUf9FN9Rf1BN0XaCjf79601uI9zYR9RmhbfAgT8FaCT/aj
qesXs3Ja/Re9RfsBgjrEU73GrMcCvEy8QgSw9N9qSNcOoDeqk0RKz54Rha6IKXoIVjZNz+gPWzVh
3qoO676EYvGqGXPkKh8LVyVZhwY2uFFiCrQYZlCIzRBjD+FZsGrQWojRICaqz7h/29PwJVWbcfgV
GL4gQD4rgPIcdBNmGwjcENoRly0kbwrSN8Db7hG9xpDDZasyjq8aORqN8mpcdXM4E5DQhV9yOvIl
rTOryo6tersBwrt+VeC1Qe9kOV91edmq0HNTeROQCgq8DjRs6dYdeeJfej6nS+UOVMxQJmZur2wP
GhVIM0GYdZwjMgCIZN0AcFXKKRDQgcwiwMWIBHNK0MBe4U2Zk4eD871Rs7nioj7gvYunHOnkJ/sS
Fw6JSrP9HIcyKSdHxjBIdLLfyy9ZYtPoDOSR5QhX9OQiDkM4iBPO+WfnMsC/mY32QS/cAtzfZkI1
ZJ62TaFFQA9OlMmbzG1vtGRNyXn6VI3jUoRixDAZTG+VqDSaLXF/RQq6DmKaG15z72TgTn5I/QWx
1+Gqrqy+hJZNFhLkgGTtFr4f844nyoLqG16C1IagE9DpATvWUNSDjvIsxo4q5pQeKjyAS4IUKhBV
VQrgKOQ1Ln5gxFUMm1aWUWBIq/CT1Un92GhaF9GIkRPDt7rsV4UoRjp+Ea6q0VEafY+qvENjJCSq
Y3Nn4SDP/aa1GzLEWOagTuoehqU3JTWJUtDliSiGDc0J7qThK1QM6zUUrC7qus3kTxcUmSy5P+Jp
nlkvOps69NeoxmAjfDhs8MYB+lojbnSCmH7bM4SzoYsneQP4/jg0cXJG/2T93vJWXLQ60xvwQRQj
qzhU0AKGTspfCMys0c79b/bOrDlSJM2iv4gy9uU1IohVCu1bvmBSLuzggAMOv34O2dM2mVJ2ymae
px/K2qysFAuE436/e88tsvgQtFb2FVdj95Qof9ymdFs9srGllzXojQtRDuNrP3ft1Tw13Ua3AGQv
7yxPDkKmFu1qlcX2gUjaV32MEeiNSfjbsnW9Ya3zMCBnhl1tIRJsvMCoT2lmZt9/yif/L/F+JvEu
5TX/2RJzTr++8mPpf7PEUE33P54YEwsLBnAQNwQWKBzGLvPvImLvHzgRiEGL3QohbKl3+bfG6/yD
24lWPdKpeMb8pfTp3xqv/o8HroAD1f/JE/NeFMONQ6QIOYrXxxnzTkf1Cjr2kLy6LYeiBuXEce4w
jsutFVWf1ol/fClCV4jWdFngAnqfsKldSzhZGrTbpXCzKSXMnnzH6OvebqOT9LR/Wbj+Y0XXB9PY
8pWjl5ouuCqAe+/kvlzo/kTOu92CXLm3Iz+08M5wGM6gl07F5ZwV8ScK4wf5c3lFrvBSb0da671Q
O7Sd0049r0iH77IKN6EampBt8Wfoj49kP14J5R9GBncC/3znM3RE3WaVP7XbJo66/TKBJz+H+Zrs
dDzxaE/yk+N18t6ZMsEQdaAyb7zjL30ZbPFcTu6uYtNhrrwxmFf0i1zpdiRC14wOFYvYrdOXzSdF
KR+zc8SKTT1Ay+IeW6YT3By/6PWZCTK7COJim2ny0q2bi6nsrr04mMihc1BJ9GEzoPivSs4s4Tx2
Y/jLr/IPA4OPs4zlDUDD4ce2gODfs1kUh2kSaz5FVEZLErtibHaqGUtuA55RqadVKzp2DoGhrf1e
W1OXekF33VHFzquuj6c6Vtpa6vNXarw+Yx4uH/03SZgBRuCbqNLo5vys3/0EUz/BQU5F9jYycyKh
mCo4sscWaQrZVzqilwCAbQlEy9F0yIlSAmB9Ylx1feZWv70JFiLLpMyERQUI9ocGoEWEt9M0SLcl
e7sfWjY5X+ZpcpJ1gF3hoJnkI1ZJO+fXVVqUL1rU3kfjPG8irUL4qsxxCAcx872ZvnPLfyaOCC76
FvyXvbW84b6PeqxGQ5yufX4hm0DU95xpDpMT589MNszB8u9t6B1aiA5rM56lwmsEwp15ZphNGSRU
qF5zf4HZijkooxj9zRXSG25jqzDe/Kog3xABluXBqAUvbZPKp47/PWl1pL+hK46CEXA7e5uKIwaO
j6lhPlGlpcl+M5q2nciwRPcte4nY7RY7mV4BACirszdObBcSSK/wYjmqERbuo2btdW3+2hESfmxz
mKUsQ7kVNkrNu0oW0xaDsbajVKNWT/jxjGw3Rfq0zECGAB0+yw+e2y6HSkHDI0HoOhxyTXwvebF7
C3aEu6p8v7hIGuqzRa7LH+ZE+GSVG350LjpZ4ybv2gtC8brN5nJqnFXBtsFcpcMM6RH/UnFhtZ78
kZgjYwCtDp6qIFqAsUornyvPjc6E5cdLwwNrORiFeShkmtNzLuxhUwmqKNcy9+FWt2Qyj0kiEZsG
u572VREx7O9SNrsrp+wJFheAz9ibuTRWJkzg+103+igifiyGNcNF9yKYO8gRWWF2byJNtKu4d8R0
SADxTrAR8FKHGCfRFVrlzvOaGkxaTvkuF9eYjTB/LBu9PUDBFXxIx88ZwuM+aaYDRxEjPyAQET1J
ZeKsmYl7W5IY+XpoBK4akrClf2Wm6YQmSTw32gxWjhDQu/W8xj1ntCvbkg927GT6JrI69WraDRN8
IxNgC/LWCNxwmOUUX85drGWcCTIQZ3me3US5LQIMiKV2H9c+CkHL3nRTNWxswz4fsGU7s4/wwLjJ
pYwO3EENT8hzbpQGPfjgL0JNvUg2rTfZ3/2fOk7XIG/ni7gzo8ddNo4vKQFH+mkXEciZ/OtowgFm
FfEDdLjLfBGMZpQjsUhIXlXmJ60I+n1qUcsY6a0oCMIgO0VIKKtqkaLSRZQaB4vOTSa2N9MiWeFE
N0NnkbHsRdCaha7WRLWzU7LIXcUifPmLBJYsYhg7Smwzc1A/dItUBkD3SWN4tTatqdgXAiGjXKQ1
nAxvVEwTm1lkt2IR4GYD3a9bRDmKWHCOZ4tUpxAf+LHaN/WgjqBdvdO4CHtakvSbYhH7stq1cR3S
dVVbxpm6UivUzP5qMvoLYxELS1TDOCvVIdNbI5wTOe9nw7+jlgezBUmJ1aBhr6gK7UqvLc7oRpyE
qpMGnb1eeZA1LesUCVdbi4EZsBAETdMFqFk15rWJ1JkZOppnyvnfWXRQTTcEk0q0UZXlb82iluqV
Nf9Qi4Jasm4+t4uqChmk3AyyuiHe7mL8LFnJy0WHNRZFtuM72YhFpbXKzKXYoKcV+qeImy56Lmj6
Gafx1IqN+Cn4jmXxZDu6tXURg81FFe5EjUDs/Ess5uCxbRcFuUVKHlPK6VdMgIJ7tBt7UyE5V7mB
1dj5qUNz6DljyEpuc/CUHmK1nZs2W6O6OrlOjpStZ7Pz1OA/O0egTE/ponkTzG6OQyL7TZ1ydNLG
2jtY03ghxlhtq7pIz1WZ3owp0biV+1NWF4vCTlvveB4W1T3RfBDTMu0YhozwPn+K8z91enOR7F1h
kHaLi0O5yPkcWL1tLLpvjF28Nb2/zZUBmLLi1KVrO8w2/Q+JnzdYFT/nBPPUFntvZFuxEthq10wc
VJXEoe6r+cJWbnBTlcF0NFzZwBWws6OXedZjwmKxgxAHygMB5sKQgCc9Jhn5MtIYl+EG+YoZQ818
G1CRu/c1HD997XJQtBQjoXkZjzTLoCT2GJmUs5ieC0tWx2IZqLitVF+Kwp/DANpFuUq12rqQsmIK
k6Q8V3xRTDsBi+S6qdkVZsvwhoKqeWssAx2/KOS68awsHDBQUjvP8GeE5L1OTZ22LHMZDsUkYrZS
dXVoZLO1iqzkBfEVfHfXz1jKlskSj2TcRWlQQ0Jtmwu9LLrQT00YFSri7yfJvEuXIZVtNW9DNR+H
en7NBXNTnKPFWvARkBGit47lKfTL6jborJlDrHVt9ea6SJL2tYQ1sQOHwvBW1IgSbRwaQ9pez4l7
xcT1rlrmao0wv8aW324GxIQwqRb2TpSDbzKMNaoP1r+BnJCTFTnhsuZtWuZ37TLJi3RcsgBVbHy+
zK6iXZX3TPxSntuFO1Zrvs4v5ZQkzDorstFCat9NL7uNgXLEwYw10U+KUBg82wDJpt9dqJkHuej/
aZAEN31bKKx3voIlQmoJi5a0rRV9bu1KFyxUgFz7bYYw4EaB8YYA1r8mP6egk4MwPC+j0QRyEOYz
s7Wf2W2453nWodkMJj+Zveqz4iHVZIO9mtGrWGawuPGt+6Hw+2btB/11JN1eAEy3202xjHLbmHg3
cklxB8R3+BK0Woqprs3pGcf9mZ449eNFmZLgZc5n12bMaBf6Smqm/sgvIT3gJG/bFQbO5nvu+NxC
QeLI53kykhtDG9UuFVHs0V2G92Al+twAKG/ZUbVOB4ukpjFL6W8m5TfsJVKLPV0q9FQQPMR5BMUl
AFNg5nFTrsXUmldO4tTX2qx6PJ5lWz9Grqb0jXCU2TA+D6pmNTVpel+nGaYBoxvJ63bCzR6tsgIM
l/ht96PreyWA26raWVm5n9YA+DtxXyyuBqw0BQUBVb9x5oJVSGjGBZMC+5wiftjH3Iq9iFFiprqd
W7bOpe+n2TdsHUUcMqa0Dp0rrQsgTf5exLa8DaaShrGU5/NTxhqw7mxZ3am+Dq3SVifB9KZdubqs
WLL06GXKlb1jTDmeCDiMe+w/4jIlFPCG4ZEd5srpquAL+qv/oygbteMun29GL472FXAnYyModtiR
ZTZWGCprYwtWZQpg7RVej015Rj7uizkO/SmfrjMzdofbNPCnZNOneskj0HU2sSct/mxHKYzqvUDg
+C6pamCXI9a9ySJTyyy/yCGrgZwVlXo2xjK41JveSYJNJKVurVpEVwqnqNUsH9Ao1VePo9V30fvT
nYHsG2xkIVqKsZvA2TgqRtc0W11/S/HQZrjZ9fquiasiuR7Ig2P1DfrJWbNu8BSe6oBrGU31bVNw
Q+wm7LtnTDTIkE2pChyYYxWaRtI9a4kZPHf87STEDVduXFkMNwZnhGNaJ/K2SmdtV0yFvPBGkpEd
GcaUDfXc4Hxl3vEopgncV9v0YGlIoSoHk3BQ1wfbogaAfedszesyUoP7WKQOGzEwwpcm7eNwzWTm
hovqna+4tNm2nDIjOjNtnDB8JE4rvrPCt3JepZZR+jtLkEa617siKR7JHTNMHhJ2BIEKtAJd0pGP
eVbG1yURauzJrspvG7NF77QnMhZjA0On1Gvog01LX148DJs5k1G+UqmZ7AZT4xnYCvIZVhE4p7jq
+JQcxZu72Ri7l0zS0QJjJPV+mEE+7vOp3zf6xClE6d2DghMLkymbn2Qq0r05FmW/dgs570y/SjZD
HNQHd+wwpihl7hNtbldsHpJLFP6BZwJSd1y1zTaqo3kdRF7zzYxKLKXRANnf93udZLPX3/y/QFjJ
VE6fCYRLTPI/C4TXr9Vr+bs6uPwH/+0A9bx/CK+avmuTAlqib3g5/60OWv+gVKAKLGWJFL3h5fy3
Ohj849qegy6IkwwpzV0sg/+tDvL3As+kY9O2XPI7Llie/0VizuTlf5cFgp+axGIDRYmEqv+7bFMR
xuzsQNlhI5NkG6Du3ZnehFNqdpuN6SsTp9QgDwMnCWsdVUSsg8W+7aB5X1ianm/MHgtbJvWBpjDO
ExKQdgfsQWqbgHVv5yb8nRiwKGwpVR1++aL/oPn8rMf+VVkBz+EbwNht2HNY/qxF9PhFdAJ7APEn
Cqyw0Fz/ukyi9BQQMqDiJJ7SjayclzrrdBzjixfMy6vkOOGkWFmCji6SBtC2Mj+ptoOebolL26Gy
YcQ1ssyPmOzgjrv9ly6pbx1miM8cYnkopzwhmA3pGyOzsnFjMnxfs0SqXWMlwykJ9GkT8cDdlAEM
OAnK5qwPZbqva62jIV3Dvt/75pZgS3Zqy1J9IomiJ7+7mubSq4EC5iEs80j5/ftwwNjUmHqs0Cek
fV+ItOsZHTfxKQqSdjWlVv7c6LOpVn07vP39Wiym5Hev7RLyxMeMXonepS/v7ZdrwSG0jP2+M8J+
5B9zFgQPkn7uTe2nCkcmlEWvLTZev6gtw/CocdQ+kj/4+ve38V4UZsqH6ZLuBPzW8G+td8JpnWDX
p4VahhyFsZa05MD0sfihef6jbZbzge/hs/al96owL+nTxob275J/ReP7/YMPIol62XiSqbxOvsn1
nxlf33Y+4Lm/f7aPV5cXQnr2XcehKdp/J7FWgtXdmV0Z2hlPV8L7c72LakduOdPaG4IGmI5a3zxm
Q+b8b+Xd5UOiXPIbc/icH8o+Iq5sLEQv8YdIelNEI0LfrfKN38VeWOjtvagi4H4kNTtjflwOGv+H
D7980RZTFNo/3n/LHY1EWFNaGdZO9KxH9StmkOfMYqPcMH8epYEM/llp4HuWFx8aFy9r9oL/8Zz3
t3QKZVKvYNKEuM2dQ5rGHZVWvnj4+2X9eP+wyWYxN5BOAxAAy7//5YfTK7vrKg/vhgcLYoM9D4Pm
JDsm1Xa6/vtLfVDpiZagaxEt0F1i3KwVv7+W544kZ5liLNyME8CVh8Zwvmuc3daprovVnLUhmxRs
bZzbTdk9ffLyH3+dkMEWBDGPN56Fzrs1orNnxmUWLy8t81ub1xe6ar94uvxixf3eiNBzwBOQJnM3
zK3vdC34MmZE05wZsg/B3V0TY+3p/TylbuTl7+/tD1fht7f27seFBAomMeat4Y07mlVwHdjyjUuz
//vL/GGZ5CtguMP0j+WJ9fL3K+BqAGzwoRAqsNWdJ7udX1uPxXLA8/ue+GJGCiAhX03Sm004REdF
UOvv7+Hjbc1bWBBU3Ni2ZXrLSv7LDZeyNc3qXnET+E0deoidBB6t5pNP+mHgwMgD4jqTGIZ0S9Dl
91fR6wyihT7wKpn3EE/evSzkY8XTtlVd+PcP9Kfbih8QI0CWRwo83i36mV2AzHb6NrRm0e7n2HtO
a/KmJsar3eBIZ+FVT598iX/6eNayszMQjkAXvLuOQUvdk8o66rpFfx8TTFu5SfsmbQ89zfr298/3
p5+taXmuZxC7oJr1fQNno7mziW7Yhnha8Y1rjaIGpAbTPyEbJSIbd7gIBhLh/nMNVFZHmvnkav7x
viXNwKelaIrs77vfRz9Gmk65Q0vjgn0Z8Ig/pRj9tlCTNmrqv09cFgqDsnSjoFiybyVm12qffOd/
fBNU2LD+4zfmIfTuQqNk142ZVHh8Vf1sWfrtZJiX9PzeC0M8srWDf+XOpO5/2EkAs6R+/eQ6LOvT
7/tNcIucGb1lCAyn/d3yOZRZ2eOracOhGxhvDNpFkFOAhU0kCaVTbTt6oYccl57bYAtSBJbhnVtO
stFMLZQSUbGajDU4n2wVNRr0GsCbABQrffP3N/rx5iRCqFvsS0HDEbB9d3PqfuUlMwN6Hlz2Qwr+
/JgF/s5jXr6aB4DMf3+1j0snjxKmvhw7be7R9+U5BLXcXmYFnnSnG77leXqHoZ/QsvbZ9vZDKAwM
DNwRusbo6TEd433vSZbRpqdyWw/JAGBIEs+zldvrqequVcy+Mo1IbsYtrUtNWTHaNQPaNvVxL6jd
7HXs8RWmUmxDyqe8yvsiXX/YyxFSnKhK4qsOmwmS8jftwPWxC0KduAvbjZATo6XeXnu6+hoj0vz9
23t/rQj2mlQOcal+7tzfr8ZjXyWuIBQd9hygQscp/RsVo5z5oCEIgFSfrcvvV/9/vR6WS06eHCTf
FyMmpcwGXbTAv9idn+pMd266OHI/uQPfL8nLq1AxsJQZcReyZ/199S/ADJfIXnNIchi1VyRvs0q/
SFtcdCWZH/Lbn7zg+58mL2hxDiQqaOigPN/7XJQYE5+J4RSasRc/iyan2rNvXs3W+GoUaL/lkOIg
q+3qk9f94DtYXpg9Mb52Xj9gdfz9k5JmkJn0fRVS6kk1AU8hs7buI+kB5sKodzSZ72VO9uDPPxLX
v8PXd+X6UMDZAZE2fDYJRhBTSupP1sr3P0reFgcF1iiPUjcilO8e8hBsZFfxWwiDhshLpGL7gExM
IQKdAYe/38HGH24p+hR/HoDAjFk/qTy/bCjySetlgRmbNTAu1u1cxevYAuLgYaTEWZ6Hs2fiNp6N
V2eMCB5N3ZqTn7a2axvvcIEmP36GuvrD7UDIEZcOjwv2Wca7q9I3dsJr5SrMUIy3yL3k4ZuOSas3
vzLRfM56rApxWiTbT76L5RHw6yMChxAPSU6CDkvwcmj4/XZAs2E9VxkdGl3+g/kwoD4KBAiKgVGD
kedn88VY9fXJLWB9DDCCPXCRjfz297fhfrwkbBTAA+O1pE7swyXpC9TLuNeG0C5G65sjopd8SK9G
3exp4pbf87F372GBOjHpuiC+bYnG7Iti3pRmkNxofntA1fYv+iGv96r1qHMF6oAPRINR09jEO21t
rm88rU2ucIU4ByB3xiGo5jGsoZ2/OGXj7Gtr1r9IMZu7yK6DHbQiMu9t1WzJp3TrTukruDHlpqDI
41yPdKwwdVubE4MIhkDmARvFG0RH72gghb0y2FW3sqx5k0DhwQLV28o0H5vRUrdTMVcrH5DP3nQ7
59zg4cYpUdRXJY0nuwSDS4jTggn/AK1jE0PhuyxyRg5glFFFXLg2JzUa+UPu1ZmzY35rzZ/8GD+u
8TwYcSXhwWGJomPt95sC5RvmRNEOIRZV55tPAvXBNKJqX876o9MGn7XQf9gvokUhfcBTW4QJXvPd
3a9NzZQ5PZbVuLLundh+4Bq+1Z740nfwAtNlFjt3eyaRYTxpX/9+633A0vLirkfJDJwb3QOE8W7z
UaZz5SduMYSC0cljbwhY96nnbPAZRV9TpmgpnIVGow5QU7fuGI1PhWZl90nReqfYq90fQzZwI2ZK
O8mS9OpKK6DprEHHMkaLltUspzHqFi3dXDOPAkXh8Yd0p9N3wqoNRrt9uvv7Z/q4mtj8cDFy/hQE
AEX/fv0KZ5qCdsQDhVOZZI5o02ua2f0rXyjuHTeJDqQg4yV8Qcjj7y/NRmC5O35fUniuwDIDusT/
+Rf07JflNTEiGePukWGUYGna5hl+BsPxy4NZ+8z/hXDFS52C91kNsfLIHaROuQJWVF5FdJx8U36a
PsWUNHCWTNND1Tnqeo6cCAWJ7NOJCe/07LvM1kwx/Ch6ZZwzWixOZm4UZ380ODk1FB/YePjwscu+
VMNWS6f6muDrS2UYZ90rjL1p1vZJ+DVmkrF8mIPy1arImyaNrA9W15lP2Ce8L4yYxFrU9ZKLtgiG
4ZqBpWQ217IwvTU7luB2mGxxHm2z84m/9/j98fRbwC6Kdp/4mXlf615dbwaNRAnP2z1hG/GSSN3Y
ZZFLJo6xGv04gtqWlMfMc1LW4wO6TRDm+CFA7U41gaEmi7N1gOmAXmRL54somXRepF3RXS0WHoIy
9VCf6OlgxOl1w/yq5b32yj7buO9Gy3l1VMOoV6N4tGYECvMlk4Z4UQxroYaOCp99X2yJF84HXTLr
LSJ/ujGGqF4PAvyo1pkeOnnGRDGhY4/pc4/lULMGPYhXvjM7oSAgYG26pmrO9JlI2jWaKlonU6Yu
Cf7XGyfR42abUd6criNNM13sZ5LvgonRfSklrJ0x1sUL2USx7ZqyTleGpQVnIzXEZderiErutPri
W01yosqFapaa+XEQg/f3B1xkg+vJLGxrvFBgjKryhb0MhRUop/BGsD3s4Rl7S2ispygKwNmUZ9ne
TJv8mx4P/TXTPXc95UG5YhCWnItSZcfJhibpZSmFJ9WcEXmHK9rpJbfahBsiEQa5Gh0nhlbT6CqH
wK1XVudrR7B2znclJ9GxkdBjstCceBmxSmSuHfwq3167+EjIq0XQN6eWQ/G2dgdmFeBUaMgQGKoy
ptJ+s9cZ+4VZnhDjyAYw625kHfyySXe2n/akdd30mGQxzQst1hBdM5OWAXoAMygei+k4e1N847ls
WmZHBBe5xWxuztI7ut2Ni8YBiytFqz+2ELyw1giHvPMUbbtWN8pQT6ueHva82TSVGzBzDIatan3v
S9q7DNXhejVre86TtcqnkshTBc1Oq6bLSBswhZgadC29DMzjCHJmTTAyNCa/h9DqavzIIG+AxhFH
u/aCx2kArNVGjrptNfYXhMn85rKlx3hbDzg/hsnjG5HGWVZxg5XTtC8jdwpV043HOje8M32n/lrF
vrFxA0nFVlr2ckV1rO/ipXO0o5zG5uy4WXvHz+Sl91pr42J52WicKXayNb1DIPPgqPuptp8dmW5m
6If3aS69UMVR8KyMTN2qxJy/ioKLOcSjvxUsmrc5+vJlrwu5qYrcP09l4V56XjRctv3svZk8Bb4G
lcali8rsWTi5ia+cazp2uRsWagn5pQorFke1+mSIIFF7T+b5pitbjn5TOshLUE5Mq4haGPfMydk0
kPvZU6gNJDjVm5OPr/pKy8swwCl43ZemuoVdnJ4ildXbAWF/a3rRhEPN10IyOy50KjhzZGDxLJTZ
6+iqoF8RG9PWukY0sHCdG7fseBiJNghNiCLXKUfU6yrOIyLeJTP7lTlr85WsZ+tylF5GMsmo2Sxm
uYOxxzXylDR3b126qTNQuFeMD5XWhHgb57uUWO/Zy7h/eYkW3RRuu5vlsLzbtrWs9c+nIKYkxl0D
/bkcSNKl2iriWftSgIc+k/wUL2bfZieCRO43Ms6YbpqxPlmeSHclHrOwrGC6rMi30fIw8kU817rN
ezTUUJ2dut+3MqKypcAblPjx1RD47RYsRXO0kRPPaV74N1qGyaOa+ua2h6LwZW679Mmd7OmmCpK7
aqy17+7s2aw9+CbQ0IyzNenlusgGmrimub/2AM0ZBy02+ulSUFkGs61bsN1VJrwrkWUtwOSh8m8R
U8RxLnNz604+/zHbE+9h8AjOhkoP4IpXfTyofQVp6gY8hAq2sPr6Dd/w6HBENCpjg0qbKfLg9CSN
DdyGHWlLvKY59okVYXqLfp1mmA+UU1McKarqRuQuEAa/celbzNqHQunjOmlb96oGlfk9MzT1tCAO
eOluGLeDoaInSyNADOYKPMLYDfVzhjruwdPQXJKfysGiHLQ57uNEBmQl9G+0lcH9HuRW5g5ETgxj
Of5R55L8e/a0EBV2aeRBfC6goAKoT8drxPHhC5XZ+Wuulzh0hIq3ZWVhmA3UaEoMm2YHj7DV5hfN
HqpmA2DaF3TzzOXeiWfWG704jIFV3DAfrX/MlZWvMQhWkP6CfnxwlTVdC21AFYlxqlIUUJd0sAnr
aCRZs43rqj8NLjOZXOxw148hJAH7dQxMecb4rx6iKBDzliKz5BzVtvVd19M3snHeVSyd9psmCvaJ
Pay1BzWypjCdpb5LGIpdTS5872GeTaaHtaOfQdLnhyDrTYRHCRJRN6lSEznwuSwrXvpZD6g5aAGo
Vh1ZO7j3bR3f6flw4rzTkRbXDIAY8QkQ6g19o9UqGJrgQlP8WAeKBw6ojr4VuhEHnJ0BW/PCEpDI
NEdVt6SbzZ1ujHKTMIH8ojIodI8YW16m1E70LQ9puLF9u2wu7IEL1NX8OpMkOE4KXDn78H2pWhKF
LmeeHa6W62LUKpwrDvVzq8RseMpZncUSbFstj3avYo7Ad+Kr63GMEvLOyy4o6GPcJ4lwDjUBvRk3
StnsDZUefd7jJduV7pqFtFh50nssnWUf0xbBiUbbgrqp4WY04nTLozs7USBz0vsSHrvb+PcZu2mn
1Lud17OlJhKLvykp9pixSxZQwnwc8yiLMr2nKirDMWE21WuewQPZ/BFxT+0dp5pXQi+dEDR6WGq9
uxVJmeI0rKBD1uOzm/W0CuCpWqlR8IJOnjzyDeVvZZNUwLyhPuS+F5+boGF37QcHWqMUBkWzgyrv
u4d+EY3aJlFP1I+mx66IWYHaaHrUdWiMwBG2ssZpPxaY2wyaA2GOKlx8qsYAqvz8oFvWrumxXlnd
WIei3qdCTRs7zu75MRfrPJ7POTFvcCUiD7vJupbuqPPLN+wbPzIUWqICsKgmmodlmlRX+Sima3MW
XbltW5GcJ4MV1GFgeINHi9o0sj3necqueLYBieWbYQeLd25XtmxHRzfo4JaTBg1Y6G4c1TNLLUrn
IuvS5na04uDCN8qv0QA9sCgQsDZu7/oXavkXOgXl8drWU9IQdWyECVCqxX7qh53KW/KigBm8oVHH
ZFQOeljcP/B3TgO/riMEUrmo9oZ8jcvXyQNlDlN93NTctTBuJnZkVpTsGruw2SdH2YXZOy4rluAa
xlETplF5hk5gnDWbezNjj6EBId5HXaS2SRdUKwCiNv/5+NVyYQMC253O4D1n7H7GeNDH3HrQyHFc
FFU83Q6gXg+WzPXrmMzFbjB1Djl1n2vuxtBHVW4YmCqWT2O68GaTPqDWnh5c4JyrLKgzykuXVChl
G93aG0zQMpi1nEsrrnJrhX+ewHutcdfPHNzwWnnNiRlJ2q4A7lneioYQfjz9bGTTGopCvg2SIQlj
C1vbeiRMRyzcmr+DoRHjpnQDMg5zHA3s0xvpXmPzt7h1/Lb+ksEGvBu0XBwwP6t6G0ejD7eYhPpN
JzjnrjMdMElDCACfmqm2DVRZENHkRYJ13c7lfV9k2kVh2cQf+tllA1BTzcCX/Szw12x6ivoofuDS
6zgab8mxOK9qKAnwNI69RckizKp0uNWp7mFq80Ev40qZRLEbbccnEa+0Yzxb2dbIq+yWCltM+Y0R
vCQ0ET6VgwajwB3TXb08842kYvtSpHypMz5jdyW92sfdy04QIhiHMODxV7pbkZV153Tf1WaFkuuI
UBVaAxc6WFeDQ9+C1Mnrd44PkddfOhDd20nOU1iCbNhS+epH6w5WZTimlrcfaEEJ3akQXydur40e
e8428jVv67BrXELBE5GNBsbhtVNShMgZQRAcxkwjbVIB+VzihwOqo1NmUrsbt/WNY5RJwWQMToBA
5wbAK6F9zhW1JilOpabwNt3osKmzVELoAxa3nsfttjC5OHD8j00wnZemx8dZaN+8Kosfh9FK3wap
69uZbvWvvVZi76D7Aoe1rG7Hoo+PnUNr/aQNrO0Y+jeJgO3p2CMVHmMVGHeBTVJ6LWYHcPLyljoX
5WUoLnzZGmLlWC31tgE8glYbmovBN3ejxZ5OSqHtG5E3YWV6/VFHvd4pJ4iOxmwVu1iTdJiBxdvE
vuDHugTRzbgaTxTlKtpNWs4vWod7NGB8vk7mFp8IouvekQEkTXYMNLFWNV7lVd7E8t6cZqDjLum3
cZWXSRPmY7FrkUQuAx2FtrUcnPaj3M1Wy/Y2tnq+RYieh1HRuBFbkwu50xqebDMfD0JosD+iruD+
rWAbobBVJ60MeN615mZI7mfHTo5ELmqKUhI2jFHhM74RPE9Xg9+yu6ssDgLZfTym0SEy9HhTIUmg
QEx3cZe6x2mIgWP5AGwXDbk/RJYxbCurJKMCeIUySpakoKhLALz6LNZ8af9F3XnuSG6safpWzg1Q
CHoSWCyw6ZhZvrqrnf4Qre4SvWfQXf0+rCPNVjLzZG6fwQAzgoCGUKoOMhjmM68pPCoDxdoldt/G
cZ9AakJ1Cw/MUnJHxY1q39VJ+yBxhl1x7aw7tGF+BHTqIbX531wNaPiYWhSjAOw9BTO6msqIsZo1
v9ad79+5NoAzq2363eTH7lZXisM01VzZhvIV8Vtwy+Frrs7cfWNO4nq8R9t4srbDhOQT0YLr1S2S
PLPdce9X00uX88t6GGOYM6jiEOCvEguaV+Qq66ZLuk3RBxVlkHFix7rxtgxtZVcINNhKNBZCWhWr
EFadVw1Jf+fEVPw0A5kd3/HjTeoDiaz1fCNseKVoDtr3+OmaazMq7/Q8ibZ4VUArCVXoAaOgdRIN
9zmOPZyA6Qcf4tjKRAOFJdYS7w6eZolPfITvbRB/ZqI+j2ay743aGwfrtodpel9xIxvbrg7KahPB
EPJBzOkuIco0uuZK2gCMMVcennD8bW5UjSBomsDjclL2q8owEYeKUMx7cqZ6eDaiCmx5iWrNB9QL
qlUVxNqDQ0b/GrkWBjtq/mWiR1msjAR1sQbxm53bKDirGW2w9iNfevHgGj/YT7Az5mMflS4NhoyO
oHpJsWgdkFvm2FSC20PrOrXQnFM7/Uun6i/OhHZen2XlgwmobwXK6wsEwwhG/piA91KnWzC5MBP4
mvsITP86cnUyM7driIRweUvVgHw+0t3ftWb6lMI6w3XU5jl0fILKMf5JcSJZV270SRsUCRgz7NZ2
2v6UPvq6Nfyx3iC5prypPZlap20jvHPuQ9twnnVHOg9RqBYbtZTxHmxc9hDgTjtbHgFSTv1wlfcS
42knjT7741hwfSfmQxu22n1aBumDqNAebKtgJ3r9qxOoaG/lxA6wAc17a6gzNldv7S0UhL/a6jDs
VdmsOxrlDx2hAei+dvjD7ZXyQxEPdA0sUhd/Uqcbatz0Dyydapk52CV0pKrZw03NHpQqxuc1TN0/
7AJtMICVeA2tmACqaSmAgnodVLnCTREKK/rUUuRBjcMBp/7DnGwuqFS1EPMgQdYfOmEQEAdBsCmF
DL/b1ERuK/bEs803uA36Kr/NhT46G2eym1fXGkOGC2PaEmPb7vN4DB5tG0KTyZ38E9l55WNZ68mf
fpmNd0MalN+aTE8+AL6HPWYLKlo2VqWbsUdsE4VxScO/0TazzvoWcWMWTxGYG72uHLaiVn8NtGZ8
UfOo9gZ0oT41k1HAE5ToIrYyCve+T+ATxCK+s+FJbWnVl7d5gTbLlnxnWBH6WLewBgPy89ZYw8hE
Q1oPi2mjMfQ9tl0RHbRaHuLqTd8jBrrVGM5uRI8FWGDXPqCYrK+CbgyfpK9kH9EcrPd1ZBLVOElA
u7SCqUBPgPxo+ICtG1zdylUptCdqbX4PpohCBYhKd9tlA59JEjLEtwizIszh2Okfbs09Ndk9LmGD
abovlQVTs9Kzcj2lmfE5H/Xgi0JoYxeju3WSqkADSdOVjVNVBZLVA9dENinuukTu6XPU6JTR7CH4
yBn/gYreWhikxLT8CU0+JlQfCdTMXWVV3oDuNoBjBwUSLjDHwfRJDcVaVVkm0k1/bzOKDw3iyzQh
lD9xy/JXIiypcOMqM03S2FLW3oc0G9ZQBPON4gQUfR32XJW0nyOnOrB15Y9aUqyp077ZFKE1uxcU
H8qioiLoI/NVhXiw4gxSrpAzM1EsUXC6sN1iOw0pZhtd0h5Cqtgbk0v2Vfhc0a2ZaTtjMs3XcUDQ
35RIP0kCPYQiCUx6t7tFSLy8mwGgB+r1yloJNHNTQ/ltVkaXZevQzdM1rsLDDZpAesHUUemjBNt8
lLDiV5Svuvsy4KCADau+JFK6WyF1BLI7Mw+JcgMSo8ZBzcZqEKQHtGqxmAbnuaKsdfeWcI9h3n8K
wly90/Wg2yBW3q7EWIR7J05xnO165zZqrBtEbFNExLXdCIsYJzqw7Z5WaPKjaqiZ1xljt6NYnSor
ANCxp3epuzd6iVKT3pbfkHGxv+cYpXyt1bb5TF0NwfseGm+8ibWwuM26ASsDugS3yInqByjN6sNI
xHNXTVaJaH2CQ/oYPI1OjoVWPoafLzdcTrQXZlzETJF3LBvdDnBGx82enmZUEgqt2uKoZayVpprJ
pbg8J9Sk0/Ix99Xyo8lTfaLn8sr1RNCiZcIGqqen5ndrDqf7wLE8uyLVT0X6CWW94qYpJuz/ojyk
vma6V575TAfe5JwHSKJbNHxpeB8/s0GFye/1BPRmERufxgivr3DQMasxSrzgDYBazXziaLL4Geps
pIamwS0+1cZ96WBTMGmAPgmOrkkbn/bNTBsktqojA8BTqYu+py5ymLR2gE0DJe8GpAn9qGefBBMa
bogaFZLKKxTe0muApLnFeNwxMwG4wJGYu5BoISz6n7Y5saLbCCXQQk1v3AKhx9EauhitIvuljPXv
wNM/jeCJ104dd6QIBOomDYNVWzn5UzqVKahF8zulh+SeRqTz0EdGcbArPOkmhW4b/vEF8FkxN6lq
lWYCSk9wfcI/a8C3KyraNpFayTEgAu2HX1cPfo5QoFqq2zzsXS9Dw2ht0p6HPZ9nP5QR1oCNyu4N
dLCEe2EqSLst64VyDGrW3dR9qxN12tR+Jj0lbrCpc3HfxgXjmwP1AFGQWLV+TOwdWPwUwI0pGF8v
b4oT5B1C3Hid0n8E22CdInfdsQAx2gMXLRVz3PT16LmIsjxQiU88SI5UgyrLDl+ko0QcNzjXqJbA
vMDskyv90BNgA8AKDZ0PQD60cGxn8WlRTBNlJEWxbUfderZwpKNXofdPb+/7S2JI/39uuP/K++vI
RuylyPj3fx35gf3v4//872GZO9vw/Wuq0//JAxmlx+5g82/8xXWyEKeH/gHlBvLzrHfEt/uL62Tp
vwEEAJCDyjyYJF1lx/6thISnmEtL/c1zHWD6jCz9WwnJwS/XRcxF18CwwHj4Ja7TyRrGi9fh74BA
rcJj4p/jQ3LKOurxVoBEHFzCjSnoilPt3mL4/qNw2z+cyHmWFT6MoZaUN02HiONoEGq+m7Gnfx5C
R8aGS4AQ7A1mQTdQfDc4G5dYXrxIODMR0dhIXYhb6XQ3Tp69NnH8MigNwl4K2RBFpVWRF3c4SPRX
oAxvRIn3Z+M8vs0szwgNG9rZjFV5hyZwkR9QG/BR6G+wWTdE43SMjKR6LDMzxJYGccBspSsYmXNm
2gLdTqdSTESok37XpzlGNhmqS6uAdkNJDBmHG6uS6UqrKXanaVkWm/+qrfjYvdatrF//cf+9bP6x
k/nP76QN+fE++++57TjF/vW2W32v/8CmujlymeA3/tp2pvuboQkw9sBIQb9DiPuPbcePgEo7mqvP
fvF4agLT/Hvb6b/pGE/MFBd0Wkz+l/+37SAmEtHMpny4MDjAnX+JYsjwR5cxD+W+gVeArggbxbPj
BYfDa5NrpaGsY1O9oxoVtJuYeth2SkxfbrnyjHqr+JoyUZmNpmjdEJwo69Aw63aVkfjdhO3Y/GlO
mKBBVE/7V0TMcWqoCwN8CQIW9Kd0tf85i3Ovarjonwozj+9rK530f+6d/4Jb4X/uUtT4fP96Kb6E
r/9YfQ8hvB6txvmX/ia8ar+BKiZ6Nl1LBX45ny9/E17Fb6xQFqqOoBnECY2r46/VqNm/wd4EIEfM
Nv/O/KO/LgFN/MZfwz1g21z3NPP0X1mNy/BhBkUCFHaI77W3xX+8GM26p7OjmqVHub9YmzpylmgF
lbt3k3LmkGdbHS35f44CcReehMnemn/+7owNTCkNfdBLD9zWumvxW6bcj++kYvSroRhzqKlGeCXo
Pftm1OHFTAwGLrbAqE1FOE2jYZVeZmjFdqybGnVhLIMvv9n8IU5ejeohHhuA8AkGF/GXRE6jIS0u
vULN0KI2ImSrNyLENa4QLr3CgKIuNjJtFNyhAIB484Tf3A1gMDpNqHqah0pgXE5XM/sjwjMJA8a8
kPrHGF0H6WklyjUrhJCVOzJRRXuSIFQ13Oxg8N4aFr6zEnbKY0khdd80rXLFhnY+KRcvp4EXtl1S
KQIVyFHH3w3RU5ekGYmtZlKMJ0XTIGAZeUiRwgm1TxJlsNXYI6jbtK6/i2vR7Q2jjHeYPEgaYZXd
X5ntEyCn0IgSyJvgPQBFwXzl+IEw4w0jBz9rb1Ic68ZQteFbNNCFmkQxfkabJEWqAzecQOms1eBQ
NVfEYFzhfp4uLG4VFYS77oKCREvy+BlMRPRw/bBzz/bT/ktkNdk9RujX+FQn6woAPbxSVfCHA4N4
8aZKJHIR9AFdc2BKa6cv0hsx+wLQjqqvzOrJ7pz5+PAEOGwYyJjZ+u93p2G2GhbtZOIGppy3cNWH
L/ARcS5x0JcVw6D8VIO6i391fzKqbUCfIvYEFqsv9ucIw25k3QReMMP36MUPKQ3XJttf3qAn84jM
AEmvznTOwYC7mMdAo/OrtmrlRbBpEepuk23qsHvatHJ+9Y3ehjLgpRGkO66+OOX80k2MoekrT2kb
8LswShvFrh8vv8+8ut6Hq4JB+E6kiyBwzVNdyVwDwB6XJXAXFxsJhH73Wjt0j6hu1fepNO1fPbpn
5jxgNsImlbiI2+ZocURcXpSIh2puiT5penQ3GTGi5FR3s0H5AQqkXF1+wZPtxYDQtAw+2JzkzCHa
+9XocwpOOYgX6kJWgMZa7KNhSBX13xkFzhxkRQukwyIIs2WuZRbwLk9Fw4F6j2y2KoTbf2cU3gdI
PqKz5pvaxLt7z45aZhQLHq+vK387xv0fg2o3VwY5yeNYEkQKaAxA7iADWRbofPxwK1Yl72KgFNOr
SEZpqBxhDqR+ziiY39HkSvaVNmGpnMqIljtI5AIM35Vz5NyXs6lqmfNCAeo+//zd22p5l5qaz5ej
6V5i6OTqO2yf/SsLck6olzsADD9LQxUQnFDxPR4GXK3lNCqvi9IFGVdLpyoOu62W9Rj0dC9hVQLU
0/WVDhMxiKqDX6q/D7QuYcKhUluocBBdGty/vp5sDjLmHxqxeAsT3r27ga4nbmNa6Y26fJmj951R
jdfCqHMTjG4qhzSrlqtwPhveDYJCagQ7g0FoMOWeoszoPgPTzcuvcm5+HXJxMnLKvuQ9x6M0jZMU
tE9Kz69zsZdJGb3QO6xuhsaOrxzO81+1OMzmi1yg6EK29papvX+hkY+BCKksva5olRXAKKwchJlv
SnB0azngmAVzZtzWApeIyy95umkghKqcn5Q/Zn7GkhLqW4GP7F5Rehbww2+xNJEPpAPplRLPGZ3o
7FbaffEKUMK8xxUsvUkN3V9bvhldWTnzRzuaA0jEug2DVhBgEewvbl8FreqiRWrK04LqTyEwry7H
Lt36ra+vEghHVzbpyWU/pwzkubw+5xKFw8XX9Z2gydBO82IjQxYY/lFAD4rl+4AZGbJMWQGsN6Nu
+unyhJ+sXcZ1iWVmhR627pwhvf/UrWn1dQy50+vJlu4tm12LPLJ55XY05prVYjZJL2B7kM8gFXRC
80OQBN+CEcsmqbSfKscZD+6Yyr1fZ8rtCA9i7QDaPoRZGHqtYqcPdgO6ETsfZ23JbPrGxI0Hw8nM
cp2avQVpr48HWEGF+2JL42tmpONzonANkrvgRaE1fKSkqsBfgoIcaOnf6DQzV7kY5EbBaOVZt41u
C6AG1+q0E7c5qlW3CJa2G1r80VZv9XCN2FrkIRRU7xJwX16WDslDmU3WZpw41375M8AWFi6lLoN/
lsGr4jY43oEwwIlthIIkCNGruPt2eZATDqggpyQdItyiRq6SYh5/7F7DgQ5xudyr/fQHNsaPgwUZ
JYoiZe0inLhJuvwp1BXIn9OWWr256n3LCyUiqnqCrVgOpmmoMS0o3WvRxcmJMz8ZabNrk3NziC6i
C2z3OjgAE8tfG+RhUusaMq7urjQtVpEGDtgBGqcAdF3nysY7OVYXIy/mxKzc2JHop3hZn/WgaMwe
RRMICFmEPN/l+T+z13QBMZwIEasSwHnH0x90k9YLCYXQwf19m1tVSDciNH81UJtfCMEpahGCOvIy
qU/0UgffP+/oRqqeDqF4o0/+519/FdpDOhoLb0Hv4tgQillFguaiV6tOtZnA22IU3atXvs25VUFd
gpI89XaShcW3sfQ6APwU820ILsDbGcnX0O/NzQgy9h54lHXTB20HTUhBjObXX5DCs4lWB/sSUYvj
b4U6QiSRUs28MDeizwhd0n2ve3N/eZQzlwzZKooEc0GJjugiZpqQMYSfEWWehgvYLdpUPfAt7D6K
AAxgHRjhFWWIMxPKB6P4woDmXD04fitt6IEyWHHmKV2jeKYusRrvUG2NCxxaUXmXG61DbTXLx/rK
fM6B++ICMAi3OXqgW5KHLUZ2kcbsetg93oSO+cbEJ3o9yane0AyOP1p81G1g5/UG2Fy1KsrymuHp
ma13NPxi60kWUanIJvWUCt+0rIClMFj1cCV6OfM55xI3LHa+GkoJi1EScD+l35iM4hrmfiDy3McU
mlBr0OQO+GR75UA5nVQOSw4UEEzES/gtH3/OSRmIqosw9Qp+tsnj4mvPqYD/ZmytXQmgJilC41EB
QIKBZeccLi/e08VErZ69iaQdhw0ybsejA/4WXWGJ0our5JEz2t0Y0lYeKwmkM0WqYs0iEw/gjq+c
Cm/ycMdrSaU7RKhEu40Ma8njV/WqD6LAL6BiR21zn2Q1nEUABbZyO0Aof0WcHz1Rp1aq5nmQYXNP
GmA2a5hu9GOzYHC/DOnkrKU9cGxYYJC+1Y3a2RtqXMr3PoZ7tFKxXKvRiXZwGhOypQpqT2P7QSQK
9lglQHkMuwIf/NnQd2h6wZdvPudmKw9geIrfZWBDISydsiyh5TXOI3kOnneI/33Df8gJ4Q/24e8J
YNLXy5/kdJkjZUHgTLGIZA/83OKToOUZ+11cerariG8NNzaItbr4dnmU01gVITCdZEonkEMQbHFZ
45Cmo+2DvppCgcMPhju1d3HG1PMXrEBQ7G0c98rpcVpgRB1hTkkYDw8bzsvjF6tE1IQObFAPEQkJ
n6z3b0a0qDfsj+DG1XCb9xNkX4eshBZb17hMNzY86F997/khuL4JUuYcZbHgM9SuE63xQQ65c3Se
wsi5kdXkHNQhmLD/swP1VvjO9PPysOdenguQhT5jZwgdFg1hy/LDAChy5rWRjW9IWQiQnTh7GXYd
b4a+bcFUxs7vaHk0INiafBdX8eRdfojTo0ZDo8MVtLi5ielyHH8AVwnrTIQTN0euo5Gs29GMaWu3
SOfGWHiHcHCp5ce3+Cb0GCck9pXxz0/CuwdYrADs0rKu8mFXSASTnqt2ip8HoLXbqOuVTWya5S3M
W3unJBhUYRKBdZ2rWVeW4en2Op6Exfby21HArtRheETyOxI7zgfTmJord/S5QWj803enusefi0O9
bShvQzGZV5kePjWdgdqPlun7y9/z/Cg019++KAvr+HuGQdLLsia+sX1DbFo1057gKDlXdsxpUQhx
NcD3JrJgQgWVs1g2euc2teFUhFFxVq4yow8/Ds3YbugiKPetGaHZLIfuCUaaeZ/jkkdoNySvjpHC
mx8U6wGyZoI5KqwjWIDxFRf0c3Pw/uEWcyAtUH+u2vA5HWzkNOwpnhXgqpvLM20yk8e3FVPwhmWg
rzxrGi5mOuz1SqpMQW6U6Sddr/K7qQK9HhvhlSz7NPxgJIgboFpU6nDL0r1f1gFKCWnmjVOkAhnL
4RfZbrgto/r31s6v5QDXhlscS4rGrcblwnAixd4WF1mILYF/AN4SH1wI/1cm8ux4dHjg5gKuAqF2
PJFNC0Y6Al/qCRQQP2GdqHpKE1obDG9bqtKF/8vRHNMJLpCwlWuEnsjxeL2fWU4wMh6oOKhPPQqi
CaoPa9dpRk/z++7Xx9MBNDAYUdUsYno8Xp43IuxHWkuIf09ry5Lh1jGL7wDUm1t7yord5XX5VuVe
LEzSUYBoqKWClzPn+X5XtlSCQkv8Qkk87jp8SuPkz7Z01gFUhCLIHxURgdjD60CNkrtYqW6gRGww
EtnUarJTiuCuoNe3SWSMh2COgUC501MUV2t/E6YivPLp52Ni+ahAgMBFqWj60Zs6ftQOj6e8K+kg
4i8II4byg64/0qkvsXFqXRzqwSlfnp1575+MaHHfCqq69BUXBxcyQioUZyvxdFH3nm4rc4UqStai
ie/RirJuAnsSlE6sayKR8yo+GRg9HMorAhDaMkXD9XhCvmhIvLHHoAqH5AqAeNheucnekLaLYUB3
EUnNmwlV6kUso9jQ/Qo/TLw2gUua0tDa2XmIsEjr2vu+nqIbkPvTdwyZ9I2rSgHPZHAPZlonmMJ0
sDhSCFOXp/zMQQnMjMNrLkhSbVysR4jlUHanOPFm+vQBz10iHBGpGz11rjU5zw7FSTKjp3XaWouh
qrRzKO7y9klrRF4uYhLfoMWOJ3G/XH6pM5+T82pWo+SVKP0s1lGmVcJwGicmV/EzEH1VDVPeia9M
3fy8i68JWJAOBEk9GOZltaIRozFmJRh2QOmJ53Sq+xEGMbQ238cJrILKdvmtzsyfa3DRoC5JoZS6
5WI/2ugjsU9jzw1QlqABMuzwdR5vHJn/hav7l/aJZ4fizeh7CPo4y8hfKkWGkUEbe2HWTdwySGFN
o64dLBkbV+7PtxW2mEYXI2q6j6wMbAiXH6tRCyk7N6IIr/YvLtjvtYu0mGeWuE/V+Bzta1ELpFDG
EOlMBEZBWec4EcX9re6E/nMYGcZ2pCL2U7cDEyOzwXytRwgK+QBvCTJWgjAz/QMdQ7lbK4GTN+Z+
95igmoq9E2D4Bi+hX4VFAKuzdeB25GrA7p15ft+d8lJYSdVgGOUNNDs2Vldaq9GUyZXjcp6Z45mj
5jjr9Kp0StCzW8ycmvkYiXWochTV1O0Ks8S0zHTkbDJXeJalQNeh0Lb71VVIr3GWVeOtaIwtJSn1
MWy7LA0jj2pLsosA1MIrAK9j292V9X4m+yDrIYz7Z3/fWQblAwbFIrRhKsi6ULxeOsZO1VvtRhaV
jsqABq68wPnZ7Okg9IhJrK2gvibheHqU0J8BEEYTRuduW0JPOlI7EKxZ5NVAjnZmkbZbczCLK1/y
hKPBloYSSnGXEwVWyRL4KyWCUYjWhx6SHSohAAS9bR3jW6dM/kCz1odXC0IEr+AiP4R+HTyObv57
4JcmnuadvkI3sb7Vx6nyLn/tU9QTD8ZnpvRgvkn7LuJNld4LYHs8TWSt+AekRIZ1NQTNHicWbTXm
+fCQa127zeIOtT5tsjGSQ590qiO83BsQUpcf5/Rc4mkAfXB5craT2xzvK9MaeqMqLEy8Gsv8BllR
7GBEa3g+w1i8PNRpLDLTfABeULidC16LLWxCULb01kw8wfKmYtrAEZd0rkZkhldWbuirNkBCggLI
tVLbuXVP7gKfAgkPCm1iMeeaRItg1KvE02JX2WLygsEa80Ldpev37VTeGaNyj0hbthrLUfOcUK8/
Xn75M/NMTuMISpwmR/Oypmr3ErIx3D+icGgdOj06lCNGdPZQhdxcHurMIaZx0QBNBOlP+WyRD+pR
HFrj262mac2NggzqDVh8mGWOg9KG2VVw0VCzvjzomV2NGiwcEfq/gmhzsY5sCwfKOOEqHSEcwqxX
6w1Nyqvx3rlptOf2MnViVBeXQrd6DmNoqozY4+J7mIbYeRwzR+Az4QTrUk1a9IbLtscZDe0gXSjR
wWqQjpAYAmLHFlQ0Ph3ljtYBslVq+fnyFJx9NgBu1JVo/XGyHW+lUA9SC7O82JvS8SFxjOouduBr
AtY0rogYn5ts7oq5BQ2nQdjzz99dhgZGhKWVZnD9KiueVlaGeLJtyCa8cjicxmOg6OiwzEYYM8h1
sWMJxhREmHJCMR0hbd9AL8OImtdYE4+cW9c8J86t27nTp4LZ42ZY9lYQNBOhCZYIyy7h7yDWEjNH
FfYMRlbtQhvvSDRVjCvr9txHe5ODBjeABtQyQYpT1636wSXkzIsIarUV7CyX6Fbv9Gt907e+9CK6
mHMC6Jn0GRhuUUIRbqSGvfBZIIr6MYRJG9XtAwHonW9q2y6097FZHZAM3SG8jQaV/UFUFQDm5sGJ
mk0eUHXv6wfDHz7ZZbe/vHbP3UpIxVDc4upxwb4uDg0bJauRYC/2Ukqf6yQyUMsaSijYatRvrCwx
d31clw+TqRUHXjHYSn/qPBvdIeA0wbUawpm8jgotaRRoJ4JlGgHHK7xqiImSmr0Ud2O5jSDX3A5Z
/T2VZfIUNP2HPkb3AzQ4jQFgq+vEaocbqD54ElRtg5YYjbHLEzQPePLtTDHDSQGfUbs8fiCcmwah
9Rw86KEZB+Ae7iovRYXAIsam8JzpHoeu9aXQwm4/TrhsXh7+3I53aVRg78Cu58I+Hr6D4hiKjs/j
9ri862qFmStAriuxydmXnElKIKAx0NL041H8AjdqRC4YhbYJnBCn+ozru7qhGo0nMtt+jeabWMW9
kT00qIpdmeO3tziZZNJMOquwgYn2j8cfsIdT3KIjy0xRGDXCZ9khGlRZB/SCkZdxthU0bJMPbEn3
Uc85gdwqfqQm+FL3yKCp/q4U9qZt1FWmArWIkhvNSW9aI7ltwKQYefyjTco7O+juAC5ig5c8i7L/
0xzLOyy316UWbU0zwIV4eBpF8KAikAxGZg1qxkVELPaQFMCwVHsahuRLVhU/5qjVxheO5PgGyO6O
VO5ed9gfY3tIFN9DVGlVAcjp8zlDcg4JijwImu5jq1uXkX87BO4NmuIIEsodGoiHTFGfSis7iDH4
oST9bdgbW0WGj1oyahD+Cw5BlPXbYt1bxddW0fedY3o+Pl++ipGW01doBlUfLy+8s+ejzYKfy4fQ
lBbr3tZlUPU9GxEfCCRu9EHssjaMeAzXfbk81Nk1PivlAzWFCbXcYlisTtJN5vtTUR2EpEeo/zK9
BvI/P4rBOJQYiCQWoWCVuDEoNAGrPXCrm56VtLIUrfg3bujZgA77BHoAQOGOVzKKK6mGu2rsGRIq
ceCLeKPg6ni4PGNnPg4bEcUX/DGIKd86zO/igHIwkzSnievNXGKQRgjsOEnu75LyWkf2TCTASHTo
aeng0bTE15ldbYQxRo3eaDnTHQJcxhpJJuegFwk6AklZXMkVznwl4judVBUY2cyyP56/jFJfK7F7
81Kq8Leyl/HDaPnXsM3nR+GcpFo9d2YX5x1FBJkJokgvk3W2Qg/OQieKO/fyVzo7CiZx+A7Ogf9y
LdhEqX06z11ujdWtFbndhnwvu1L1ObsWZsYfoRMl1yX5nxt70vRQxp6M1WBntBm88SCfJfjLYHv5
hd6KVYtzGpjbTFJn2kD6LecNB79ewW7Pw9g3gFNUIYq4duyo6fcobIWPaHYV0zbS7KRGPyTEOnii
SNzf1EbmxKs69KdbWxEGekKDXuBhI7TkS40i40syuT9Nf5q2ytCan4fIQuAnQfe+XuWjm96rIwCH
VVXanXEjzVLDasiq2o+B6CXOL2rf9d4wWjGxvq2OaPaR2f2wQaPuksiFeiYCw81v2PGV+uxrtYtK
Upd1X606inEvrjP0tiqzQ9IaN42qX+dqZ8G2B1+M7EChfRPk7eiiFkZ2yNROo52pmz8ApJjDSs/o
KOR2kT3W1bjTcjigSO5LhF0K7Cyeegc4BsBDLf29bBFt4vnGYW/h2d2g9ml2ybpxMutrWgrxobVw
Slw56Ep/QUa/+WOa6NCuQxniG8WdnXxlyxz4zVyuzNQ0tpCrTblySzPGqVjrrG96Euuzw0BrgoLq
kwSZOKsPV1ViJ8NqtK3iuQb9uZeZWsabZpLqHXMmp5u6jINPFSZVh5Fy71OGwdJWjqgc2MWk3Ve9
KnfCHLO9G9mRwMxBG3DjLVWqmbZVTV8Q8nVoLvhKeM1r5ExeMDevsEGiaU9JZxH7KLXqV4UwkXI0
KQ2XrvMq0Q1coSXxJOpS3hSNY1wJhM5tWQJvm6MHhCNtuuPjp8bwl7ySmrrdZspmaJRpG6LSdaWm
ee5QZRcJx6box4W0OOQkUqxjRvfY68n1iGU0s/Om0hx2muqP91OvVrvLG/fcGUEJ1QXpBMnNXHZW
hegF1nq8lt5SDYNNjtJNQUGmz5xPl0c6983IFyG+zz4xYMGPJzDvsoli1RB5aDG3OyXQnQ9obFNe
z8YeYUlN/IFZh3/lXDo3n5BhgNVQAyZ8nR/q3XWYSg09dcSLvbxHAZb12R30bCg8ZLJ+0F8TVxbJ
mdmkSDxbPnFHgUJeRKu1L201txqycJRX125iFpuyjH5O0I+uvNi57IyhaPJQmQbssOwZO9pUNwk+
3Z7l1NmLjy+ZJ5xa3VRAadaRUdkrFRjAVm/QB+j9wLqttbLZBhPBZ9CJa2yUMx/36GnmiXk3z9g3
V5hL0MsYhn42VW+RsjUybJQRVa8SJTu4WGZeuUTPTrYOdmdu8hK4LcZsW85Ju2b/NzJ1t4YZlhtZ
juZustHuv7x2zyyj2TYEHRsoQDRqtePX49gPHG43Qt4pSffA0MUuiONZsxu/MdFQo7883hmyyJtP
yX8MuLhOeyeWgwZA2LMncHpBPAA9CgyqhDUanWbedGt6nMqhiPN8p5W9vm5T20XGc7gSdM2bcnGt
z9a+BF5c7tR7Fpu2x73LwoaCtcWG3uD+WVKUzn9HGU1sY2x1tm1jVJ6oE2WvlfLadjpRgqJib1Cp
N6m8UoSAxXE878CeUBu3cS6AnJrQdCq2heuscdC8ay35OtnW1hijnZXUn/0+PoBHuSOAwwTeRRAf
Pwi1+Gpr/iG1skdb4PieyhdNuuOVTX/mZjCgD9Jcm6uQ4IGOH7KDGhVUc4eotxrMl+IcrwtZ9FdW
+5lRkE1hHihxztaRi6lIgLyLXAnokYxOv5JSw/XOSdQr73Jm4c08Y45nZ2Yas6+OX0akaN6WEWlz
rQCh7is321pJm2CUM/gH+sH2navEyAzmqY+qaIi6sVULL2uiPy/vgNMdNzcqSfpszkY6I4vN3fuy
GW2/ougXasVdYjbFvlJ0zSMlLL5XFcK1/7nx5ud5d4AJqQU1AtH+zh5jhIVjkFzDlATbKhxNygB1
dYXp/kYcP95ZBn0HrDlnFRhKG4sjRXNZNDRUjB2sqPBDqYdo0/oigQTtOy3yyBNAW/nQlF35Ak4D
/cESiduXyG/0dqUXvtR3lYo4LrrKY426cpHrt23YOONmAlPZbMrA6p1t2CGfvJ7Gxs7WjY66+KpL
fPWDX7JdVmkTDQilp0Ws3Tn1WFUUWCUWA6GsBS7CiON9l65ZtLgl5Ki5C7DIP9086b9DcM6+RnbR
EvCCpyhWtRHX3aadmulQh4aGM0ozUXLPRe+ka2xfUmulKsq0G4dUfEC7SKA6m1atg/COn2R73ywq
XCCYqrsualOJXbmSkaUo6O6rqWGWG8wdUBwxq6BIkaTWSyhr2WAlGxy90uchsSWaV2P0JTFRSN4K
3x/StY1d5tfR74xn7HcqFEvzYUhvaZnN3oPFpre7Rt2luiUy5Ksm7E5UBBbvefr4rquz2lgnY574
60QK/Rra9gx2kJB1xpxalDQd9tvxYtOUNAaXZ7soGGiHRJe6gkxt7cYrXGfitTGOeLYW44gau+Gv
1CaxVzxXyaaPokenwvchcpUJSV5UhBB9uIZGeytwL5YmYAv6YvYsHEP15fjx4qFGcbpy3F1jN3gP
BWINuhHtvdxEhtFW18TBH+A3GjTMegU0XrIyS5xjkKScxg/WCGLZb25LO//Iytz+8jaF1Ew3CXmN
Od2cT8l329QukYfyuYuwkPi/nJ3HspxI165v6CMCb6ZAsWt7acu1NCHU6hYu8Z6r/x80UlGc4qgn
ih5InZVJmmVeEz+Ni4boXyPJ74uk1L8oEsf39nBXzx+xKkUufCHRPKM4tHn+oq5O47hekN9G1xmn
H9n2ljgdnm2dQuCUooHchKjIZ8rXqVq6g6BjXeaLz7AOzhTps9C3vkLNLVOu9UPcJndw+mM316J3
5lh8VjJsNKu++mnow7vbs90dkLYvoTJCYXRkLxc3kRa7HiusecahCu9EVnQfzBnqijNTZ9VrA2VP
u/vjggugfpqDvPIsMhH65h7EU2Up4oFZyr1JBDMKRMxRGz9Yy6vnZB2FGIa3BDVEGPiXU3OyCd5A
xNTqSKnuI0OmbCuJ+BS3c3/CpvBIJG9dqs23o7hDk4IGKM/2lvRaTJg+ixivgdGw8MOD9UtRycbs
p5hdGr+WN6iVsbYtjro2V2HCOtHfBt5cLTW63Ohsk/CkuH+6+RINQTi0R8jfneXkZSbsBrsP+GuL
sZtMvR3UZAawgOnInbRkVtAt+L2Y+MI9Z8Yh8+86LIGsTCS4VpxXXMIWBiZFkaSmYR3fhZWqns1e
aG9VNGkPVcRObe0E8f+5F3forIaPCh52fpjg3506qfTx9hnZWV+D9idxL4wN+tqbMKya0hq39igm
IJ5/FIYWvSQG8uC3B7my2cV1+GKUzaFAtMhoJBvGcIjnlwsbJvVUqf2XKg3sHJ4Plz7MvVNPQRrR
kKDE58/lnHoWHU3XCVMPxX18sYED+GMm4zu0Uqjm+DQndBwSXvRJlt+Pbfquy2maAHh0k9pqXOAP
jxRVzFPbde1B+Lq3Y4AerL1EkB6cwcsDWPfVEFpqFt8hLqa7IynMKTPlT8DSBl9FaexguOv0eF1B
dHphrVHeULb98MnKpXTprOguHup/rESofjrr2rsMyrmfh8aboc3ZCcxY/MQF3FE5CkWA2p70OKxu
0bc/5869ugqwAYCW12t860haaHZXwvSP7pwKrzVJGyNUgtrFC9WR8ocw9cAWy1GBYOcGWjsAaA6s
4DXYNZcLTsYY5UrHRk3a7n2BSPtHJ+rzDwoYgY9KrNde0VMcdkVlhUe7d2e+DE3JhXNKh8jY7F6K
P4syJwnit1b5GClL7GaIbIPiEfSxLUqIXZZATp/+mizU4PPwvbCse82sf1DP+Kc2CLrGeqD2Pvw0
44x2riDck4bvdD3OEaqKftv0z1AoUgSf6u+WUbanPi+6U4Q33O0Pt3PYTRI6XiamsvY/L9ew70vT
mB3WcCqwb3KszgqQ5jYOan67o5A88p0AVaDPdzkKRc4kgV0QIVpcDz47WoVfONsHJ2L3o4B5oyUE
gYJjcTlKn2UYU42oHwGGWTzkCDDJyIRyj8Afvj3LmklQQTvYCrtTg7exqkyAf9l21jIZm4LB0qK7
Vnd+1J2inIwoyQ9iwusqAYE0pxxRXIrCa6/wcmplE+qpDeQApYe0etVrU3FbZZHxXo37oIg04VNN
yU7A/6RPUlV3Xt0I+QR2M/kAOG30xmHSqXjrxuuwdKu3baYQwzbWgjVnIdwp6/lTwnwi+A/bCzQD
ggVUsa90GdM0ScJOkvkkOMW6porEEUrkP//LIIgBEpCvN+/mMFZZGTZ2zSCy2XZ3Woo9lNkU1cEV
t/ehiZJhXFCyoRS3GUXD7G+kp8WHXhCoKGar8fo1Krg9l+vEiS+9QmVWsR8ok9sINe8zRw+tjps0
ktPP9bjo90Kmu4QbDhI81Gh88GFQJ0ZQzUs1vUfHxQIhAJQyAwl/HifMasqsAc1SHNq678UoFO1l
Rlm5NfRXL7ehGtGoj2CfB7wl/XfQZMj+Q/zy5HypH3DHTUmkeVsgGegIuwqohjh0pWnVHq3SOtAm
+KR/AAlwFVBHk28Txy9Lid9l1knBnJfOK8Y3T3Uk2edFzvXASLX8tajGVcs+/ElTKv8Z6hEBwDJM
7yujVN7f/mQ7GwM5PyJ7Oiar4KR5uSiR045Na5dSUIm59hHYUtw4hFrzp6OsbVSibSBUq+jj5rFr
SwWGxYLykynUycVgq7mPsbE82OTXVyijsJ7rDcp52jILdXk2s0JZwgDAn+o31TyfE5T5cAhNprMK
vsSTC3U6GJQS39XnZFhaF7yp9BXQs7lcwjaZtcaYujAQPWJSifJUYe/wg16QLZ/wZxjvKnDJjls5
ZaN5fd6KNyO0cBhqcmNS3FFeeIQrS34DaDe/Bycm8QjLr2bqOB+iQc++TSWo5JMDyJYu0KLmH+NY
U3/Umom1TWX1s+ktQyJ/64WST36t27NEFanL9fupmVBndmjYooUeZmrvC21JP6ar3ymsxsSZ3SSP
w8i1NDCDfqukzuQnRhmFfjgYmE7YktqkYF9E9DzMXfLU5H34dRolFI0np/qeRP0s3CyFyOiqYGXf
D32lI+Y/5T+LTi3+TqsIL4glko2RtqQxsJ2dhLxASv7O9M55SRA4Mv22wGYYpKJqTexycyICs8YK
yIoJ4X0ZsvhHatecgDJrk+/S6CjY5koT0tRq2X82lxnmO+SPz0q5VIvb4LOU3aWxWmCW1vUghMC1
/ph0pX81k8IBeGmYzXkGX/0+V+jzgjpSpSel0ZPwpAHeOce9Ro9alWTxLZbs8UtR6e17oSsLHlty
+96me4TBRP6U9TnWYI3dywWAoYqCSzGGq0+e8cjtYn0U1Ebf12ka4uoFPdlvCmd+LGl7O2csExPd
zZBDk/zGbiv578rKsLDVRydJPHIio0FOMyNVQK9Nat1cCp0xgOcdfVOKZaj9XlH6l3SIs/muMSpJ
9/4nuhRxnVoFR5JYMVzsSnfeS5lZ4P1SGJ8EKiW5i/pmiCe1071F4K+wU7Uz0NNKLtkUiLD4+mQL
U3o/Jnn++fbpX0/35X1HjQryOO0wxGGu6ANR41hTmKVhELVIg4YxAg19qah3Vmt++vORQO6sDFQ0
MMjsL48ikUWtNlFOdRyxkceqjX92fVa/yE6bHISee3MCIKbKBkE86PRtTJNGUTxMMSORGgR1lDeP
SxUaXttLf92e0zUSHngtymQo3nB30p3dDJXZlW1LbNCgilpkmjQs8SSLTj93g3bmIZn9WG/p9AMw
9uNogCeZ5UdX66/5bL4hP4IfIBMD0+rZXHJjpQGlG0MnyCNzCcRkYr474T1Y6sUnde4fIUpj7Rba
o2eELeYlNsWN3ikfG6n7N3K+pdL42HXh18Q2H3FSN3/21RKd21SrzrdXa+e7UEiCW0gmK3MlbxZr
qq1Fl7EHCjpptRCN7X9Em/cn+NGhe3uknddGp68LTAtmCK23TcZsRyHALQ3naMwH8VvPDdp9vYV/
dDHJKEEIbXJ1kCB/vu9o/qxqVaueFni1yx0ehXgbMwylaSuS/xo6ZXYjNR3P/F3zPywlLCfqRxxc
JJ83h8lSOt2JC4bCxl12+wSnIQBDNXqS3XIwq909TlTK/rbh2EA+vZyWY2T9iJaHEwzNCEymDHPr
5OCnemoX1TkJYBb3I4/vSTKUwa/tqriviSQOnvJ17bZ7HAkdcjy0b1VKZ5c/woySaKZS4QRLqgiM
GFUa5PFkB8lCwxpN3OZjPZGdCKM4+qq7I9NWQe6JC4W9ezmyIedxKgnK5rhgDiecmGsXM2T7QRqQ
VsXXKfo0lyk21bjMH3zk6/gPIB1evHAOqSkr2/jPjpBTaSI4uD0od5weKoX+hnOkNrV3KhWCbz6u
xW7aooTHmjZNUuAsjWNZ4repGX6H7fUEus46aIjvzocsBMQMRZUrgWqdIKjGKMYJ9MSsX+galuzc
5AhstH6Pq50C9t7gkVEoNa6/4rc2hwFiwiHgYJQCKaeh0dpAUybxLFdp81xQeT24a9ZbazueuuqW
g8yhNnfFQscvdwJl5ARSEdevzozoTVR11akssdnTlwHPyE7DlAK38teiGY/6/HtXHbcpeQJ7RTW2
KIPEWEQs5wwfatZ4b8WT805NLQyyVGRZ6HdBBpOT6cvt+3XvTPw26FZiaqyUEKQbg7Z0JX+0Zpji
vp4nATy8/P3s6A2c5kb3Jcv8eHvg3dlSCQWXCTWIrPzy43bmtDTgkvi49M8QDWlK39aEOMtd3Xhz
F5cfkOD6cXvMnYoyJRgVqO7aSyKT2NwAPc6BIVJOnBAl/l4K8hfS8/ifQcflrNewC0MoZWncodDV
wEqj4qFBs9eNJLyVw87gjp7x8kQcaaZ5Yn0xpKZ+1xqd+aIuCBTkbJEAsq55rnUH/A/94YD2vXov
KK4By0RbFTm4gn+6eroVefR2e3a72xc5cfRu2b1Any9XVE+nMi5HVtQopAzLUfBWj33rEMjjlPAj
EeioZkoUP8pWpLmKEzZHcis79w/VXR4XnYIrZajNzR43i0W2xfPSlU33jLG6eE4mu39uLD33Fq0o
n2VjyHGbxWyyRboe77p6fCeRx/mFksm+mVniPu8n+zwiLebOWJ6eRA6LOptrwxtwoPK6xR4fVWmR
3RHJrRDxzjMqW+hILrn5nOBseULfQv5k2MPktlVr+Q4ifyc5avHYVUGjTPwWz1wwZERiENU0RaO1
PCULHe5Tr9FE0VH4ooGqx119Z+dL8ayj+v+XokTZ/e2vtXOFonyI3C+wBwpf2yBa7kUtyQ17yuhW
uzwbb0M5ibWDK23neK9S73SoULymn7nZE3FuJKFq1wSUhmSdInzfwcArqR81LaWiORO+mnd5UPKY
BLfntxfLrrgVxCq5vUlMNrd3mSjDOBi8tmBy83ucR+vhEaK62nu2OckhKpzV/E0YqXJfRRwINc7Q
ZRNYJcIEm2a8aXv9K36V/YeuwgUBg11JfrLxPixQmW5bJJhX1+4Y08c/ZjStLIuVycS9RBS+bVRk
c2ZLOEmzZoWinaVIdJ6l4vbaxHXp473a+/i0IjdHQhFITn8EItw7RRqIXt67tcq3xaJGYD2muSkJ
0nIgtrMa6m5XteJsKOHBFby3BQFsUSriAgLMq11eGDi1W8jgMVElGaIgsdHQi+RIPtiC15Q11pPg
fQ2ADKDDv5pUvz3jU5Inebs0RHjNOCaB0ib4ZIK3RYBvIlQTXjKkw4e2aaL3LSbRD2MoEnFOJJHQ
/gDbSQ5Uzh2meJOTfLi9SX8hXzdP/lowA1tFRYnC0vpK/fbbSseS0tASTjB2pl9LzrcpBWko9/mp
iIxzVWaPQylenJAaSaS/5aP8dzYsz9WcP0RNhU3XeBqrxDPk4sNAYbzqNC+zprOklCcVKWPJgVYf
sWF6bfDh8DSuirTMwfruPKQU/VbYAIqU1OM2CUSCl3oGxcEOSJBAuvbgU/Kq171WN54Up+t8awWG
HqzbujW260Z/HbwCuTKB/OZeEbOc9cti4vBq9e3HMEmNVwfYREHRe8qYbt05bgky5G+I6+pfIK7H
xm1757vUUJJy6yGZX2fI5j9CsI2Nr0/Tc0p1PndjI0m/qpKCwOWMUuoXkRld7DYlGqreHIbqX1mY
Kkds3p2HkxWkdYKqIlCnbV4w9WjYx8VsB53zXYh8eUT6Nr8vKhBl9oBScyNnuP7WTYazLsyH20u5
06NdtZkM4DogaiEUb15NESqhVcEnCVL6wa6V1o9K2OKv2HyUI5vWt1IEUi8+4N/+FpvSTx2qjJq0
R1K8u7vIonVEfvTr+b48CApyyFEGGC1YIucFC8m1fr/wXhZJdHLCunOt8N/bE9+7fUDbkw6tUSBw
pssRVx9ogAXs20oZ0SDKbcsrY66g26P8Qs5sdyo3HB4M0IthMm9PeCKj5NLzvHXR/A3Srh0UeQMx
BYC4r2aYrlcZzfCKhsr9lBXNGcRx7zlKbHyywwnyamLpd6YS1XfLsjZuk2I808qOn2YUGx8RI9QC
UVG+ncxYvKDq/ucNy1VUfcUErSATvIUuV6ldNKloK80O6kHNHmnxqYGsjq0bR2pz5yyp9BxJ0nRw
pex+GmJkGM8wzEC4XA5KPXxBmWWxAyozKRXM2gRsWRsHEcLesaNQCVuKdiVZnno5irk0VaOFox0I
xS4DWEsmZdHRCeqlTD8ZRtI+YcPmPObFYH9oRC0Oht+rhlAEWQVmUCZYycOX44fNUDtCYvxsTpFa
IRwjlsyS+xJkhNeFsfPBEslIFDAuLhb1VM/NXj34EbsrvcK+QPLxOm6hdVKVAL0aqH7Ysa64c2jp
5w7JDf/2Ibg9iiNvjpoBXnGicm4Hkta0T31boBjgSN1/mQt4OQWAGTwBXDIv3lKqNjMFlpatqvRY
DfSK5Uc2Ii7/YS5gWdA7IqQFynY5ijAyLdf7gb2ZxBEXsvmhQA3x4FLe25qA8OALwnNaNdAvB1Ht
okMymNtwigv1VdhL8rI4BGLSbGNrLyw0Q6YW4QeMxE8OaLODOe7lqfS6+AX4M8Et3bL8Q0vLSh21
ZY5GbKEzlTYLPG+ctH2ptu1vnemkf+laNpUupkry4iayIWW0c6NafyDjzBwX654qwmWnCH/2AzU3
15HKwfYBGln0OgoD5VFlZh5RXSqo7TUOTF8zxRXUy2qrel3wiYs8redP/LzrtZNiOfkb12f0pjmi
/Xb7o+6lKcTa9I2JwUD2b95AUBlxNdSCGKaEHg7E3SB64FWAojmeU3LqU6f1hjfJ1vzh9sh7795K
EqajyB0Ew+LyS2eqWps01HmFlih+12AH4ddm9pfSNB/s3n6LLfxHb49o8n/cPki/j7jZwLqwAbjI
vENoKfu0UX4IS13OML+8ZVykgzO5F3zjvQEGbPXeJBXb7OS66ZM+63llxSgVf+VNOdVuha73qW7R
qoiJPJ6WFvXZYpY+x2bnPIyoU/qTZmdeb/f/gK7/Y4NAyOU86yu7D6QEeOLLFW8cye4lmiBBhOrb
uSj04eH/I+vY+a4Xo2zmvQxxE0XrxTojSnCHmrgeoApo0lVs23dZNCevkvwf8ik02GwQTBS1SLu1
y5mxd0fJWa9ZrVxGEoFl9sy1uHF7/1wLeLGA6OisGje/cD6bDWTiS6iUQBUpLqnDe6N3YuKVvPan
WIlPbaTYn5u0m4O5DRu/1WftodQK/Tv9x+FVMULxEGeS5C09sIvbP2zn0iQRWFGhZM8yRcXL6aMW
q3dDiUJNvJg4zluApPGcJFPqZcPLs5zmGX6+wWBoX2y5GT7dHv1aRMZB0mldEyQSYOTLm2XJSUQW
mhlhQMo4NJ6TRuNzHBpD5SXwN5Dow9/Qz+w2elPqVTtlJfXHbiJJ1uPS1QZOj2CGXbsgQfElusYn
zJhEHKRlItazwOlyM1voBz975+aDTEtuvJJCAUZu7h9rUg0pHdeKk6OOz3Pf5w+1VPefHREjLzKg
l2JR+ArkNjQPuDc7QQHtCHrFUNWBjGx7q5msUDjrEUWgdtT/o6RT76XDYh+w73dG+QWB5KTj0wU8
5XJTOKlIB3OxrUCZ8Wp1HbvSWtfQq/zgVr0+79BNAVquPD1uuW05WRZWo5XtYAVh6whflrL4LU6b
1DP0ybqbSHvc3Amzt9t7bmfQtdkCuggozAqKuZwc27GqMgXrEj1U29pdbGd+VzrKl9BUm6eyWoof
jTWZB8HBzpVO2RBO5Fqw+OU9fzkqnkYJ9afYChDPjh4ouLZvs0FtwY4UDW1V6qW1UoUvjQPmZJpM
5wX5kCooTZqYrU33WreqP08YKJNx9KllrlDXLSYo7u0wslvNDIQTirOW1f0dDrf16fZyX7+cjALP
FT0+cF3Q7C4nXgk9TvAuMwMc78S5IZ7wURLxUdSbSFLKIxHZo+E2W7fVnLZjV5kBLCDTa+WqOTkD
CF7Z6kNfTYY/j9I5/iR7dNRWR+xf3/23WlQipEZapNkMJq1q7qaOHqyopPFg+1xfOIyyBujc0Zg9
brtMTWtqWDq0ZmCGauZrYTu9H7RIA4InMR6WyE8WiANvSaYjcuG6XpeBD4VGsNi8+hSFaXhffj4R
VU4u5srEvj2TvFm0yOHpor5PMms4akVcD8X0gHOwoBCHtpXNSiCPQwBpBEk5qvcw8sJ7ecrq9ODS
2ZnRKgCETQbde2K6TShDzSCPIF0ZgYil6DFLUvU8ACMKytoqD27rnaFg1dKoWZGMsLA2j6vex4hN
FDG87kQqkc5bag/nEcevyuWoFLQ71Cpst3qVAc/afKe4jZO2GR09KIykDKQRCdxoVMc7BR7hwWbc
uUDxBDNlXC9WQMAWjk0jreniRdcDXLDh2WYh4o9xZLzIS5J9URpFvqNktxx8tZ3OBMvIKdBhVEOC
2lLmZYWkCXdqDR1bkuB6RNpuqmw/FJb+MIisQQdz0N/GSP2ROlryIdOAEeIFkwTT4jh3cWYoDwta
Ir4p9C6I7EwEVdvIboeY0ZMVjp9v33o7a/SrSEa8jHscQmeXx4aMJCQJXOg15LrNZcfdEHg6SLRz
k4fx+fZgO3ceeSftZ9ZmxUmve+O3O4genWMj/6QHuKJrj4Qexp00SwM6hxigzFI+/jHqnzALeA/Z
LtKcICwvxxtFNXKEQeSGC7DNRoHlnNt5cjCrnR39i62EofMqS7E9PFY6pHUlEkYxZ/3NdMR8isTS
IffPdX57AdcfvLnkSGQhqNM8AgK+haniSC4KLbWoCs6N8ho6bYQoQXIUau+A/RHP4hZHhJtmNi3t
y3Wrc2sykGxVA8yKpQfJscO3NosqulLomGRuokvlya6r6R73senfvGzmoJj06b5BH+KVFo3x6Ji0
Q42kLhdEd4RAn0LJ8F5JYre34qX1AEWa7wwRz8GfLhDNYcqZa82Xw2dtLrJOq8vOrGw1yAyK7KIK
f9h2E/2XQVYpF8RAtTUivFwepV7yHhFlNcDPewAiV7bfzKguPt6eyvVhwSaZNA9tKYpE9N0vR9Hz
KEsRI6C0jMKeSx8m9pauI00ARoFKdHLk/LeT4lwOqF4OKI2QvNPJtBC7kLqHWTQltcs4/3css+Qh
forh+in94JGeWUi99GRiyRQHyEKNX3OcrmCDW85b25b1yUqocZJDFndthcDe7XW5Pm78TNpqa/mY
hsq24aclSw1oz7KCOclqr+4JBKtR7l2wANrBh96hGzAW2gEUcbmveEoulwTfIgcMF/bbSYQUItSz
xlfKUvGkOp2CsKiolCPffS9XZeuj1DT7Q6ZLnlnUxcEdc33w+SGYG6yVXBK6LbVPd8jQYHxYAY5k
w3kM0ZbXZueoeLRTtGYYmAS0AyDMXGGUomIRbUj7mq5DBN0fstI5CuPere2a7MqoUH+ZkWwUuJA9
VqChUYhUlIPvuzfV1YRy7TeCo9visso0Ju2h5x/EkaXjuRqXnib3+h/fpAT6K8gY+AKpxbbFKFe2
Uq6GTEHSjZYfzuN8TgurON3eq2uIdnlfMwokXiSEVsGP7f6R+2aCRaOulDYLEKCtTGdlsf4dY4uk
W1VgPI1Z/qASAxyEPnuHZJU5X0u8q3bP+sN+e2mRlO1CUess4lJZj11rhKc2FFiFK8XRUHv3FLcT
oTcQU8RJtMuh8FTQpGrme439VPhDSkdLUZIUV+WOR93Q/zyR+ZWi0SICQbsScC7HU1C6bqVptAJT
nct7tU+EK4bYPggddmfF/b6e+vUC3sxqUOYVuD9RWSgs26NrUpGGJ8U5ycdP2lSLd7c3yi+K2NVO
WRtxlGoIH7cHPKHuF4MP5OQBajqVRT15odOrYJDnMFAjLbpftIEWEpUIwKvJ9KDiDQnpoxLnfEKP
l0Cx8xW50+/lVEM1Ih+E30nJPzAR1Wc6eQqQX6M8K51SPXTZ8HUR0CscBWzCEOb9a1FY2gnSQ+Si
BRL5ClLsfqeAQ4nSsADpv8R3tye8t75U0QjOVqqPvO1La3WvVfNCRUVqhBoIkYUBZQfGgxNA+1FT
jjCl6wfbLjDX2uqtSR8Aqf/LbZPRAJTD2DaDuSsLdPZ7x7NYRz/GU8OLIq1yW+gxZzR3zfNI/BXA
PMEYYGzi10Qf7XPdD5orRcscGAuGOqLXR2+WYZIMba64aOkPzz2mP08R7yN9E7t9cEJ7OtvmMPr9
soI9x2i+txan8YCAyaXroCZ8rpoQf2ScPbQW1VqztF1Gsc1ywnYrNe7UWUsfywltgf9VStNFSdNY
QZZDoKykpX0QKe/eQpPxy+2Ps3dt/b5Wm81fKXXMHqNB1Dpq7TZdrn02OkN5rcNU82pNNe+QlzM8
B9CUd3vkncsfPBdCcg4pL0WEddv8dm9NUenorZVwLQ9G/dRPaKsrom3Pt0fZuR1Bx/Gko2e63pGb
0AqU7JSZsJuDQXTYPgqjOida+TQZU3twjVynV9hx/TbSZtfluYbUuYi4RqLI8DS1GLHEAKQtLUCO
LAnL3EaWmv+yiHAniIHXIHXrbCLB5+jqNuXVMYrprnAqiZ5BeoRn3ltEqvG0x9YGkLHFg8d1HFV6
RaEwa3oUamSpQC9tVB86yTjCzO0OxW2xAmjA8m6NjmOpSSJDERbBZlb7taN+gO2bntsSlMLtnbHT
/iDl+W2odYP+tgHLXPRgdk0zkEzDenasuArasMyedDhYweSE1TepFD9Te+pcc6jjh8Qm1uuLxnJr
ITePfWH+EAD+D2Ki/8fPov+BTtwOdacbCifp8pxzoRWyfGcpmGb6s12q6ikpZdO14X4hS5GM82uV
L3rjhkbdPtqjXrV+jQPG2ZxLoGfoHNV/ZZ08HRVPd1JGqu9rkxN4MF5SW9EgBK74+AOfSI9NpCfi
oCqnx8WxvinO8hpLoKpkhQRGh/kWp++0fjoPavw8rojnPkvezZV0byrF59LovFmTX1pL8sYFAdrb
n/f6eiHao3DHw7PawfzqjP/2dVvaj51aGkuAoH54j8pb78noAB5souu3bR2FDH31GSZJXFtZv41i
h7LRI0a2BEYb12QD4jnMwhdlaE3PkqF6/umceI0oWQNCgtdyVcGp+jAxICqpQa9qdQCZUEBibaVP
t0f5FXZv3s81/YDhTkRE5WEzKYpE1tIKyuO2JIUgA/pxfnSMaDh1SYfyF35UQa621TnC+cStlnI8
Y29X+8TF4jRP2niSsAw4ZfmcniUh9BenT5cnczTBvvO8nlJzUb78DzqGAgrewK69wvRaLqzxBK5F
d2FMHSEbd6BxbFmq/eiDrQjirQzfvNRzZGW6Gawaez/mqi1d9HUGP5V1tN3DqfMkbVDvJDVf3sVO
AejSSSh+5LlxprF/yLu/3pv8HIpUK7MdptfWhwP/3WlOU8cM4hXb0jY5KkZqpN8ZoZ67qVgQ/LWl
xMtXfUJZmP82QzFAPBeZS2Q/uGMj90EDjfVge63f9eq7U0wBSk7eyYN5uZkdCVSPIFgI2jh8IiQq
PphZVH/oBsSMK1n+10ys6pxD+Q20BYXK27tub03I0mjvodMFU2fzUKvjkKVmGpoBqeLsK8m0YFaU
HPlDX59X+GpIj1IvIhpFlfFyir0Sji3FbxptJe68RtiPT8UsPunwNE5p5/w5konhcIkDj2mRn20h
CitVo08aywz6OLRO4aQlfq2ipH176XYaeQyDZ4VOLZrMcyv6lbexpkgjDaYiy3oXGSXhUXL/sqi1
48/897dxRnKjaYwHLSrRnbafbcnw4376fPuHXK8uFvPITCKFBEMNYdfL1W3UVjEjMarBNIuvJKuq
Z0gQoCNH2EDSiu5gv17HCgwHZ2w1QTUpAG5KNrUx4IxsFmqgL5LUuxSQencQefyomqX+x42gy7G2
25M3FdXHjEJgKE9Ppjn8Y6nIaf6H9cNwCLVqTh/mbZfrJ8owMxoTZOY8w1G1e0c+aXNVnqymIye1
5qPKyN4CGpCv10UEuK+vIe1vrxeWvPMKGFaCyao6t0Sv7pUwsji1hjKdbk9tbygKeDIFEmradB8u
hyrkHEUJtL2AJxTyqU+AkMmdjfWaFWYHQ+3tQnOdFpcIVMlt+xNdXwjkuEKQaur6q1ZW1QMyv9Up
Agb4GFZFfbANr1Mo3mKKIjBUVnLmFuPHdT1ncVIytUWmJDhS1jslWL+S8XX5KZTr3JdgJfqTcI5O
wPWlydAqPQKYuMQfWx9KAOeJ2kZCCTC6b+5KHEzcAoObgwXdH4XzjMwR6nvbss/SSXOt2ImCm6+i
e11PhQntgyN/s70dQg+UVBDZIchtmx1S9U2FfCmfbXUFgOU1L1h3VpjI6HVzMKG9HQIoh5eXxAnE
yuYwI6WtwCyrlUBOW+Gm0WT6TdyrfkTm73aQiA9Sw534A3iwgq0aMl4GklPr3H87aCtKbxklZK6F
0iXvJBvBIF2ODDfDk+GUs4FiV0NP3DedUD3Ltbzc62pde01htV44VsXBjr2ePz+H3AcZmVXUbds6
CVvSVJrackAlyTzNpd2D4sswdYM2eoJu9f1Pz/7lcJtnoZBLZeAKwvewtaFAyXUSjLyXASzjj7dH
ut6pxPsc/FUxhrhse6G1KCnkecFIq97HnVOH40koRX1gPXO9U2kl8vJQbyWDhJl2+TXttkBit3QW
xOba4p6QPAoK4J/3lN6OWsy/EPKXMRlINOSH0I8FFkQL6nIsp6jziGxTDvq+DTVvlKfw21KohubX
I8o/7iC1YeaPIlyIynBVf0wBmlZB1JRx/8BfGaNT2aqxdCeFWTUgTCg17+fJ1r4OeqrV3lJaix/j
2fdSx2NfYKCygAXuzK5BpbZI7PZNlfofRjpUn/AKSxU3rPrlS7qEzeh2TQ8lMh4klQ5FOgrxGtsj
eUCupLWC/q/EsmQN0NfJKj/JYlTgu2mj/s1oe+7gae23+H/6+U3yeaAo1A1W5vrmCsHViZ6pOcjB
1ObdXTMlMjlqHH+9PcqObBZ37lrPpGNBUWSrfhATnEJFQ0M+nCT6vskYvxTF0iCghypC+mRUs5TC
cyiM1MfKrIZiag/dOyftNWquoTY/JZIxPmZ92L12SxbCDARndZSYrnfY5cZh31DyWhsr2D1twRcL
pCfRVEpHRXlCW96sYo/+h43m8Ggvkz+VurS4hqTa8l09COw6w9AB0tsK0xipg4x65zvgQh8piYTf
jbZJ8tUcqxP3lRlq+dlyOmKEtKs1sA1JezJaC5lQra6S7zSKB+cuSgwGiBGRXdxWwzkSSpYNMbME
e1W4JDOF4gJBqGpPb8vwrHVUAWE+q+oLNJ/lKbFa603WJxzI5LorWj+0cAxzUSuLCw+1yf6kqIiV
eEpoOJOblvIAu2tQ26c5rYSXwleFKZxnxffWKDB3bWVJ+ZoQoDwnJY4r5zmfqd6gMK+ebLTfSyAj
INW9MEWP2G3jRp98YRv98KQ5eUvGpcXopcS0I6kEU5a/vaGuAwiQOARgoBZANOlbaOMoZ4k6Fdkc
aJNZPK6cVl8b4/yl6SQALbkTQwZvi1czm46EZ6/vS0YGn0EFkcThimmBWyptYIfWfGPIw1kFlupr
/8fceTTJbaTr+q8otMcceHPiaBYogzZssptW5AbRIil4IOHNr79P9mjudKHqNk5rdSNmMRqOmJUG
mZ95jVsOG2fxwihkjQbuKrx8DqoVp3cYQaapjClFkq5PR6RkF6wPzMl+NUAU0wr57Uv2JYHf6lbW
rNpBmK9bjlHVJbc2GLFdYhfu35jL81FWoUNWQxU3mmaBXFT3+6Keq6NnwOd6+UScvzDMBdAHsQIL
hoLE6YqNbjYqKF+xYllZ+1WTGL6Zlcsu4obbSB6fLAdXFwVAOrCC3JkGedsq6ajzxhjqWQfXYfYU
F+KpyL80ZFXNTa7oCzeCktdv2kmNylsla2BNx8aIz0ykzpXip4bi2oduMbtHIeLhjeeacRiY4Vx/
8qh7x7tGKHDfBKRAtLxqT/G9Zukx7atK/W0XwpndD7WWblWRL3xRnDZZSZDGC+DdTtcvyzCImqmO
Hmc3c2/msYto47SSWKvq5a50W+WgFDMV+Th2Xv0GSVQdA4OxIohZE7HyckxxxEnZushU93kKPZ4S
svp3RpGIQQl2c0kVTycYget1ktmdjyRC1FmtYtwrRriVXpzHiZIYQL72b2TK6SiN2hSQGE0oALMR
f16soQvAKeZBhQDQrvAQnnv52F/gWFLho1EjqxjgBdeB6bjYedPTiz0WIJ9v804fqp2WLF8iI0R4
m4/bnwTRsDdr1mfYUt49LvIicMBK+oY7lO+bcmmv1SoasALDu0EZVOTfkgpM06jXV2ZTE4GL9IfZ
qfEn6EPlxhV0vl7y9uE2pQICbGHdSbZb4fRqbU7HxtTG49iU2Zt4TuwPoTXpGPv29kZgfQG0Ijtb
cA4RpkT5wVzdEwQ3Q4iyy4TmkweCO02imyRuw5tJVz/Zk5EeESmBQILm4RU5R7HTKrO/S4Tx6eV9
u/Q7aNjIoFt26qlqnh6Ueg5TW526EcBqKX4HtpVDDqL7d1+JqPlTUSjKABIYi/Jg1OP8UGpO4+AH
5zyW5lhsSVWcX57kdlLrjTBQciFXIfOUJxZH40nNm56i0Tj9GwuhuX0x5/qrXwPgQpQ0eLUlotxa
vTlOGmMalTPUMIzRt2FW+n0LfGcj37i0vFSvqQcRG0hu+Wp58cHy7MHOxyMF7o+I6oS7fKBbOy8I
xkz5m6WzbiZnNHeKPlxbXfoH5YYtINyFFJZUkaSKtIrYGlD06Rbrs+UM+RxzrDM0lCxOEh6LevQu
N43ap7ZX0QTwjONU9sWuG+f2JkzxcqiSqNsVyWBu3BTyYJ8+WvwaKlZ0d+i+kFaf/ppMUPoYFGs4
FoltvBetWPZjX0UbbMILJwmNd9TUZM+Tav3qGdFqF3pEyyhKrdcI8Ufth26x+9RXFaPdmNFTDeD5
lCRlURbbpCQpqeu6ljOOUMKJp+ujNqo6Tnxph6iZqscJUsZJTMgcNUvlC30wOshZZXE12FV/m2v1
N70oevMAAToloaurzAS9Fy2F30fG+LkpB025wVIwbZBLyEvoHYTJb9suHj47yPz8yIcKj6cSV9x0
UDk32H/ZWxnT+j2Wc6MQxx0lex4gdE+3SxWlYiIehpMNiLMDqaf7dUKf+XtfGnjxdbH7kIdW/s1V
sujarEbnzhSK8NFypoOUoHUtzKG5bQpHn/00Uz0mpTlXYHCBSccQy1++zdZnS/5YaqGUacAcSdTA
6Y9thFDscOrr42iWzi5eFofQZVw2Qrz1W8EoHCiUTKhcoyG17tyHTiNVAtL6CHIMqmhPopPHovLD
ZP5WgiZ5eU5niE85HEVe2GUA8SUU7nRSeeQWGFwDbRrbzDsU/Tzve3Ow94r0d3YXqwVUWRsP5hSb
V6qKq6lXpMpVa9V/pM3Ic6pH7cFu+9bXM73zs6Wpr8eepgkw1a106KwDzm/V+Y+E9iLnDQxg9VvB
2cUDQemxiu34rTPXyRsjj70HvbOba02p6BF1RtjgR9FU72Flzu9Tp5K1/xmkSmqmQt8tbWU8LJ65
JY5+4WzQx6HhgLoFnjxrbfRyxhXdEkV9nDBrh8xnxMesirbcHS58LkRBjAK9gDLTuo7h1CrGMKHA
jnpu8reItLd3uE0Nuz4prTsRlvYdarTZIUZedyMVPYOFsvYYCmCmBOwcTPiagBUWOhp8OJ4cc6v4
XNiV50eGihxLk6n9hwmjsLdhCw3WbMOvIrPRaM6mceO5W9+6yElSuldd6ukwiyi0nG4/Vs6WPjrG
cBwWzMiTxm5v6oYKFoIa9cZncXEo2a+SwkUSf306FEqoStK5qK0tmfuzzWbjeq6SL3YhtugQZ+sq
J2WTE5BjkRigEHs6EorhVSGcYjjWIXakaow5j5Nlxgd7bqJDnSHYMiGetw/HvPmYqeVyMI1XUwr4
DeTGMkDziOiN9QtjR6y2Nnj9cXHBXhhJ0fFcdFvX54U1lRm4a1KEVbFLXq1pai0e9Mmwh/BaZsAp
23BHotTfFtQANt7MS0NBzcLwGVQSMI/VosYtoDynsnsQKLm618wov6mqub6Zxi1JvPUXKZcOZCjf
BTVzPBFWZ3KxjGmMI9rusaOWu0ih29K7VnbVYJ7tG4vRvsfDtzuCFdryyjyzD5NDIytFwZnHgu7Z
apLYthnNKJr+GCVzj3WYofmW6KHWe1Hja/FSUq+Ny/pDG8scXF0Cuwd/1muNuJ1jT1yFOjkun5t1
NIwiw+XQXD7WYZlu5D6X9kL6sEu8jUTcyD9/3uKgkxHGwEqP6ggwwUaoPmgiMRyADFsb276+hAFO
SKg10QRXBN38VfJLRD/3WMzXR68T6m42CYv6Mdx6Mp+0VJ8HZAxjUR6jfCpRb9BzT2dE3ROYRFSJ
o2H2aH8DWZ2/GSqnwI9mx72ZsNmBG4Nr6tt8alsMtOMY96Ry1hvNp7qdJqhsGmN4EKWt7/PYNBqw
gE63b6AQHZ05z3spoB6KQAyQ2n3yd/Or1rd0YsWS4FgdZW01k8iOmDGghyhuZr3D6k9NEq4NFfNo
f/bGFghW2iTtLrdL9wd/kfrTMvvukzCNKNqnQzuUdFuhxvlLl1RBmg8lGu9hLh7D1IpdvzRLC7iL
PQzx0QstND3cUusfrEHDcTcyMinbgzC/GhfLxyILAXuR6fhNYpp7OlbVcDBTVYEwoCQuJRZbtPfj
0s7JRki2DpbYCrRUZTwgSZ/nT4KXmqOZWuKYV8O0V41MBKPnY9EktMTZGEveT6ttJyijsk8eD8bK
Xm078iEzqO1CHEG/NvvC08M9Cr8ZqBu618JRwj1yoFsv/pM02OmosNdsbFll8YhocJXQ9AL2J6jv
hBm2CsjRxMyzfWE30pN8WLx3Vp17Pf3CMQUGHPLHiB826nfLibGZXmYoK4k9h9/Q51nGw2wn89u6
zyorMKuujY+mjvht2IR2Rs8qX8RhQk5/vra9Jnk/w+EdfCWG4H1I6i7U/RLbh0PoxcioGaTu005J
jQmLIfJCfU8HF/q9U3QRhOnI7vqjM0ZJhoaEpiJMb9Q4y+IbNi2H0U2M+brJpvm7ahYDbSe7ujal
4+Ws4pLFMGb/UeFDx2R+GbyKt8KCgPJy4HtW3rQ8gjV4ymjz8ewSVZ5+xWXdqYUi2oxSCNuZKikt
1aLvl/tkEVkB36TKfF1tjJLvKIu7q64TRkcxrVO+LTmKVdfqMlQ/jX5JgL5RRfX7okDCyUxUsq20
xu3db4clp1mytN0hFcIuDlGqLvUVinT4OYzlXBX3L0/qLBnnQuKISG8YA0Qgy346qTjujS7rm+TY
YZANW2kw+2VvGkp9H86e4mAemXhilykxL0YOja7ZD5Pw8p2YYJMdKtfUKF2H1b+Cx//6Pv139LO6
/9dxbf/5P/zz90rMIHHjbvWP/3w3/Gy6vvn5y92jaH859uWPR+6V8n/kX/J//6XTv+Kfd8n3pmqr
P7v1/+vkX2Kkv37J/rF7PPmHQwnycH7ofzbz+5/kp93TAPxm+f/83/7hLz+f/paPs/j526/fqx5l
Jv62iB//619/dP3jt19lS/m/nv/1f/3Z28eCf233OBeP5S/Xbf5Y/mjX/97Px7b77VfF8f5BCoyW
JSE2pX2y/V9/GX8+/ZGr/YMWENV4LgL2mHvo119KNG7j337V+Lco9hJDcj/wHkm9Krizf/0RDEgO
A3RbcmxsG3799y882bT/bOIvVGHusa3p2t9+PYN/StQMYCqUt+SvID89PVzlNIxlKWIEVpKsC1Ly
gXd6EfvTAvFHa6fo2Bla8hVdmR/uqEf3jjphbLG0e7XWcDjJhpB7ofLQX54rP2rm1PBF4uoHaVh/
35rDtNOG9Lq3h685/rzf6T5p1/YE8PHZwv81rZNprBugT+AfWk7UcdGXPHNsi9EVTxqDzvlicDCj
7JMjZuHr9Ygwvj3F/dt5noO4njt9p8eCKCoVk7Gromq4otmXvKt0Ssu5NtlvamUyblSVSpZwywlo
dT70Hxo3E++nRXxR8y29iCdG2sljAI1LYhg4B4ZsX8ho9FkspbtZUkegWY8tsvfxQTObj8jNTF8r
s0aFxoPOvrMnUT1Ws1m+F/X4CWtM9a6M8BlJirIwdqZRpveDWojPab3ks6+3XgiK3e6JXbxi/Bmj
l31dxt1XYG3GdaHGwyPYT53Hfy7Kh87tq52iznRdEcq6bjxUfX0vJrrzqw5AsJmX4jjHyRfVzsNo
D8Am5AGZrRi1sITy49NGvupW+X/eECe3yv/y7vn/8FaR3/kLt0r/B42Bf11P8g6S/+9/3yXmP6SJ
uYyLYLcAQHt2l5j/AKyl0wZz0bMBfERI8dddohv/oPJEfYGKPf87BfvndwkRNdAJ0kMpxGK85ipZ
B+rkArCZESUC1cUw1urtrequyzC/HIIWJ+1jY2jRPon1ZSMdWGcechRpxyY1ZJH7WiOHhVI5YrTz
IVAEjKqJAijcxzjdJ4qxJVe7NRSr/fzDBLM90nsuhoBf9N3q0IEK3dDcoaSjbhRBZLz3/ApgUggB
SSkn2gpUYlYjue6Ym7mu90FVKZD0EJh4Uwxji+1jF4tg8DyBS7za0nzW2q+j1xgbraULW0cpFl1x
VHmlKNFq6wBXhFLTsieb1G3q3bhpO6FRvX7ruKAlIJTCCGd4FfW2Im61UIr8aEJRbpe0Tm6iQlfg
ob2eO8GCUtHlHNJDkbYdp1unjYWL2jv2uu00uIFjSDx27G31ni4sG504DiOCIJ51xu0sjV5ErhN2
ga6GHr2RzvlAMWYLv3dpFKn2zrGXBKa1NV7vkBLmwuwC4Xbm7VxNIQ4L7Rbbd13z4AiyLzDRuR+A
1K1d4PCjdyXLqwsivWyua80kMaUyeQ0IyLnBOdTZIfDg7TFG3pKtvDQ/F3M7/ICewpBVCqamCvlF
2XVB3xPAQnITh5H05vDsEr0QIZx/zHSxqFZQZuTH0kg6PRHOoiJ+V+giKEOt2qFniLPYlNg7RB+a
VxZHyOi4ahEVY8/4otfyNCGUBrUVkwhqrXBuFr13rovKbt7WjlVev35WDsU93gMTzt4aTNSVQ2wu
RUJXnGoWnvZNsaswez4qi/5qP1dm9XyoVaBo1Jh8dkXOUF1rXFVmZt1OUbE1ofPDcDrK6iYaBqUX
2MJVQcEHDpXW1MBwRdkrK8Fyh1ANJfGn6UP7bXUTJUU6F3UUMZclmq+sWB+paVjJPlWLZP/yDl2c
0H+GWt9EQxh3If7FVRBSRrqGv0/JLtF/vjzIpcP9bD7rR9HugeJBsaoCkYKBAinqoF+haLSnh85/
eSi5zadPFUsnC5QoINOMXbcMUM8K51B1KS61VhNEHaSpRMULInGL79yG+cZOXVw+7O1leoI+xlqS
K46UJYU5UAW5kyhHReIBM8XJXr1JsqlP45cACi3AtSJfPShOCQmzDKgJfO6nITsIzxyPL6/c2SZR
JiV4o5RJRZM2jkxhnsX5VZfqWNaqedC5+F7acMp/GPiFwIhrMGx7eayzZXsa66n/KoVF1iB+Xquw
IlLMqTba02MYEbKThCTVxjBn5Wpec5SR4EEQeFKhXUOwK1rcRVx2eaC6WfxWsb0EhlWLvUGGDePS
lP07zY6nO2y76zfS+uldRj3pS9+XS7rTFJdqihEvd06vxAQcU3rLC9B+KKHBbGDyz06t/J0suqRO
oIW2JhqHqElYSZfkQR/13remC623ml3VgRKZzl5Fa3Kjs3Zh/alEgSaQEggSfH+61yY6f2UbOXmg
a8rnWUWTOKdA9NpTC3UC7hBKaPCwkI5ZRY3ZAjI9U+s8yMK8OTpFPRwQLu03lu6cASwZGiDSkVWR
LK41dT9H0UFVeiULsE+MH0UeG/PeVoyS0qHpUiZrUzHsBDTFXbkU0++GEXtBjU7YR25y3Y/1Vnxw
tUh/M86186YwWAi/VoYx84uhXQ5UJarjKCqtQhx7EA+v/Q6AsIDnkDgL6aEtv8ln35wOrwRlTZNG
SI4peNEDXGlQ4974ss9iJ6S0ZJsYYC0oJDKz01GUyFN7lwpsEDYi/DoLRDmqcY6O82Ant83QNG/C
cf7pIC/x4eXpnYPT5ci44fCl03AEdHs6siGcEkhmlwZOHKcTup2p8cFaZuuxEs2c7MbecXCjsI3p
YU7VrNrXYq6RBEf0a3kjXGSQ/LBrvW8ZcIBvUWzP0y6zUHjesso4//zILYjvANBTnz0TbwaxqI0T
deMAyJ8BfyH9ZsUlVtddMe/mxdgqA1/aD5o5qlQbIttYA+VyWZFq1CUNQN0bO2TL0emXqcfO7pIw
sDNhfsPS3Q7EbJefXt6R8w8fvIsnQzFidZBKxumGxHjyzm3cp8EU2tWhizt7h0dlFrw8yllJWMVA
BRwg1EHgd1IH+HQY1CPtMWnyNKjTpin9XEWl1R6KCZmuybxxKIXdzLMWf1qo4+wqTGiux3oIzf1Q
dtM1+lDea59p+XtkTmfJu4Ku9+nvSZCT1CphJ0FbqBmHH/3RJum3jtGFxQXNgtwxtQqe6zVCq1nm
aekRMAn6WJkOEW2bg5YC0Hp5cbdGWW2hloQzDRpGGWenOGS8575eZpsS6+fhwBPciFoJ/V4u8NXV
FFLec/vZjIN5KN65pWp8iJOowbUopvvjo9/ftztRzyake8VOPuaVSj+40qv46AK/vE5Q4iv5r57+
Q+ej+lNMTrJlLHtpJaApUFfiAgUdsrpduipRNJxU4yBFFOCqWNzl3syN9PDyel9aCBt5UqkeKVP2
1ShZvWhRimdHkGTFeGN5Nc4FXh8fiNyHja2Vn8VJ8MoxpeWmAVmg0MpJOj2m8Zi30B66OKC68ueU
Ou/axMQ9rHM+CREeU1f/4+WpnWM5qQ6QaaBtTq0eDqJc4WfvT+xqw9JMZRwoXZ0FBaZwkZ+EUbev
SeHfadoyBkpjd7dTinDQYkUl4AYjvmcrrS8v/5TzVZYcWdoPcDPAFqy58EhkqujKJTERYb58tN1U
28dS7MSANrFxGZzf9qdDrS6najG6OB0YSiesPmIAkV1ZaOgFU+JFb+wedaSXp7Y1nnwOni2yZraD
WoeMRxE7O9qVMH4kWTbtaMYgvQTqb+O5l8Hb6SliV2VsZ7s0TEASnY6XEut0nlrFgRGH2lWdqWbu
Jw79M4waB+1OoX+8Gx002MOwc7/maaj9+fKELx0rlhjYP28N6qRrN5PYyJS61TjHUa3XDw1g2M8O
/a5dH4bG7cguH2qnyIN8NrMbL6rDQ+/GXuaL4bXlB65jWCToQT/Vp9Ys3niqHC/KmziYRo06Hp/d
rh/6xo9sEDovz/nS+aX+BVRMFkopuJ0uejgNjRZVURwgbJDtFjQi/Wye3V2uiy0BpEvnCaoF7DNs
nOmJrW6JrkqRnMydKKjVOL4x4mk8FA006HROFH+O83TjPJ1fs5RcZReQbp9kG63Gy4YGXGZiREG2
xNVt2Qzan6pTbtEVzu8+RiFmoMqsM7U1rLyeUtG1uKUFahUOXwR0HwkZ1o66M8S7ibxsjyHVVsn3
4tQ4oQQHFgDKNQgtotZIqFlGAX1p8WGp+vEh1oxx4wK4EA6hngSHBBiv1H15+l6e3QCK4k5TrqRR
sORm8ZAt2fw94lq4oR0ZvtXH2rnBUTU+mKUuqI+l5W4onekeqH/hO1W5ReM9V+jgqwBTApZclqGp
zJ2e1bheuEDSgqU2vOpdRgT3uYwXhRe0rXGYyIz3qltajW/NRv2zSjXjoBazeYVJXXon9Ci6Nsos
3nr7Lm2FDSSYFxYOIPXW0x9VqNqoJEodBaBMjJ+gfoddYQ8AkV/+Ts+wjxJwzJVk49hK5stzczrO
PBpza3dxFPSchz8qXWAR3gBP84rFuhU9qJDZa+JrL4KWJQohHpZpnrYixcu/wgXML6khRC+rgJSz
4PWhoyCQNqfL7+XYmDsQiv2+i/MWbdnOpQTsZfsOmvNbzNpKv0i86veXl+LCilNyeALCU0+HuHC6
EoPDlQWIRDkW+IA9IAhgHVwvazYOv/xbVq8RDTwJwuTqkFaAp6PIzy62y1HBMLX7rHRTe5fExbGs
rYn7y9tIOC8NxucFgJYMxIUNczqYAZtoyYZOOU5pBviPZO9APGGh+Fy6t9z6W1YZl5ZQQsFQDjSh
3BirpxZcHbzcvGdyhgfpQ8vGnZI42YZK/sVR6JxC75eU0rUDcV+ijmD3jXJ0+ir3BcJExzSctso1
Fy5gcN6kv0C/+D7WAjY0OeKlqRllaKz0Pprd4uC18tvHZxglznq8BTeTbExN7v76dDwfdPUdROiJ
99DOlWMKbfOuE2N3W3ezFwxtZf7hAFi8al13CEIRbuleXVhU6cBOpA0pC+L8qgSWlQr1nCRSjl4U
m4E6cOsvg1iCl7+xC2EBh1FSWhHZ4nOXf/7s5k8kKt1CjPeoFXa+m5ol2lmVp/v4CG8BNS5MiHeM
Ci5ET+QG1tnQEDZaPsaNd4SH535yx3q5bVBh3Qipzm0G4G2wcMTqMhfiv57OSO8qtVlQ5jraDXQZ
UHRxcdDCFK2XZFK/G9pYHpdUTX7YqZsvuwn223d4fhpm4moWOHY27HFZje7b3lAiH1Fi8KngGJUd
uDVxF5eWu8cuaNwQTHqyQF+dM0TxUIBHaUtmcqsYRiWpCZ0wwZc6y8VbMx/bMFg0o3ET3y0A0V2l
Sh8jfOao8/skX8zB99Q4+Z4pVfZez6zwPp4dPfE7/CMxgWLLhW+j2lXu5jHqow1E3YVDI0NnWY2i
3E8v43SJ68zrbUXrMTYcSu3gCS9BD1bJD04D8vPV5/P5UOu2ozqCmmw66dTYJtM7non2Wten8a6e
lnBjDzZmtW5izMMYhk6F+2CMXdVHxDjUK4feyZs67se/Mytcs6BugFdAdfd0Afsqi1KP7vCxV5um
3xsijftdhh3g+9At7MPLS3jhu5PaFuwU17MUyTwdDBdba8DaGr18q1t2SuwuB29EZ+LvjAL7HgAT
ygJrYe2c4ee04UxQue99r2wVX8TlluzRpbiEyfxnmNXRy1xrUae8xuxtqOvPmF/S9g4V840m1D/T
LtIejdDqqQkk1k7tsRj0bRs069+YKjEgRHJ5L6/jktHJtdBUcdxUmkLxVfQ1fHTSrd3fGAWFbVD7
6M1j13q6bcviZVqSCU6+htEm/xSzqkW0Ef1cPBzEBtKM+0nY4nQUd06xlylKLCBV7894qiN0vXGM
f3kqF78sEm3ZASFRW9N5eoo45Jsc96TuzbdxrOSf0XeyglaEWyW3raFW73XV4LgAzho31KwrblG4
94LOHJddOoli//pZgVOQj+cT/X41FCyA+F9GtoMaoZHSpe3NNJfJ3hs75298wnQniANARpCmrRok
LU03apt8whW8KSK4qjkQdegbn/CFAAtBAfxdIV7Rr1ozRcKyRUBjSNmmcbBu6jlJbnLQalcw+A0/
0d3mdihj8eXlVbw4KK1PYE3QoIDsnh7AAQGDcsgw10iHURxkBwzja3O8rbpueUfZuKPVYCQbV/2F
MByuAkZxfFZo0K1jftF4zuDOnHqRZvbbYhyNo+4q4mDlvXPnxMaW6fGFr0y6YBPKUd2XIPTVJDNr
EWrHt4yQWrnvk67aW9W4ZYJzYSmpg+OICHoQcMFavRvbMXVWB0aBWzAcxkh19yU5xV4Tdblrsq7+
VHv91gN9qXZAv4bKM6KakrO3OpspTL1mYKWPBAxpQWtSbx/0KCmro92X7tc+5440hVHeRy0mZCKR
HbURTYjbMov0a0D3W5SUC1cAYDJIkaAyiZ3XF6f0xJjxQkDluwoTdAz6ZqeqYX1Ev/fv7Cu6iaDJ
Qf1BAl09rSYgzSbD/OEowEA/DMg7+2Y0uBsh7aXTY6GMSlArmT1rUoatVKPaUpSGv8AZ7dW02Cd9
+2qDWGbAMwMAFREsIJSrfYz6pU3DlFEEuPlj6vSPC0q6wctf+6WpwLYySWno6tPxOv0QMqytRF4A
jU/adEGuE6nTBieM1z+dvGcAx0CiyBxafijPkhrXW/Qkz3HCMLwGS1Id94DRjfuNbbl0zkCjwKmT
1jD0rU9HQUQ2b+y4xQygnd2rUYm0m1CJiwd4us3+5WW7NBQ5IOAg2b3jEz8dakFGBhkhJOUbp7T3
dmQnB4Us5FjGqrmxQ5eGgjMh/QIBfHAQTofKYm1wlglhfhALYr/kXXElNKfYw+LcDObkC7lKemgj
Ec3R9YQzuC4Ua1oKZwOYx1FrrOskU+AWVcqBIvXvjtLhgB05n0oPKfK6VLkzWv3b2NV/vH5lSWVQ
uwXfIDvOp9MNxyTMMnqB3F59iTOdS1UvM8tDU3vjxibK0PRstkTHlC4krfmJ1PbsVFqT22WFitFk
K3TlNqosfS8iPd5VoabdWYkOqXks6wP8luHBrdstTZJLnx7vK8YEpN9SLut0ppHXZdDT0CnPsdP1
HawQdgN35UYMcd5akTIj3L3yWTXhnq8C9Aor5jkZanwCcKyAz5WEpQ8JyfmhoCpzay0aFh2Ivhya
Kq0+9aM5HJOyb+/NdNFfb48KZIVSgIygpQm3XJFnC77Umj6hAmcfO1ctbk07yW+QO/zy8gE6UyIB
lYGkEApkuIdSblg3BkcxoYYOrv1oojAyH5a612rojwXwS3XopyMM0flHaGREUzW6ehPVBCQQZ28R
ju8Ycd74o5lo074bq2IKhk71hmCw2vJPlD0yuKKTw6vahGK4Vfu8hlkJfXH4MDWIFjktbbvDoI0V
flCWNpRY1qvZxjUnL8vnxxZmDS0B+cRLgidQoNNVjKDNCrcehgDBuOquJVvYlaWbmJzWRb0SA2GF
murKz5eXdX0NPY1KkQjTbfAutOpORxVWlBW6BhnCbur2kGY5zJluUP2yadvDy0PJv2o1QW4hKUkk
HZl5NE6HgnERWi5vHViQAtcfU4/vl8V0dgj2KPexkPqoKIg9doubbdAW1ktLVZSYySEE5brlVZR/
/uyAerESW3q5DOADzPlP6rI/FhUrsaKJ6qvMdqOraWmnx5dnu17YpzGpPBMiyoHXmhyxM5eNPrCd
Zt7o+yWa0OeJK3cHvG7eeIbXUTYVOAQrJRMfnQyEn1ZXgeWmSmSUdh2EPKOI+UqXtErl+wfx6Ct2
6W0s5/qCleNRyueoSoFuCvqny6kjVlkMQ18HU2m06Dvry/UQYSfu90k2HbR4TH1a6Pb1xLt9S4sd
r7iX13Z9xT79AIosCMrSI6RudfoDamy33dDO62DuWgd6Lw+cX6hTsUXwPj83vB40JmD7StjcWijf
7ZHk4eYVgecmUbkTpT58n+xBUg6qMrl2td7YF+BIg5end350GJa6u2RD8WyvWTa4bZM90pIJsiH/
hpNTumtE/RGi4xZH6cI6Ui6CcEWJTGrErTbSEO6o1NpcBZArreuihjU8R8p89erpWACipRcJKRkU
gNPdWqJRtcXQVAHaKuOX0QiVa2Lvcq+WSraVk5zPCFoZqqXMBxoF6LbVWFqGL/iclkGsYOxiOq3m
A4bM9y/P6PyDA7MnzROIrqmwr5t2ajWrCUWEIqijHr651iE1bBvBaGrRrlXCLemhS5Mi86HiR95H
LL867lPaiKwk0wuUavB2gIaiY55tGq9fmBSJqxRRM/iyuKXPli5ditiqgt7OEJtZjF2amVdtV6T+
iITbxhJemBObDNEYv1oZAa/CX5jTjkVkVgXNpC4PRlfNx9FTXwurlQmWIdGuRIIciLX/rhkixqbV
WhUgbmG+GeHNfjYqdUtq//x7ZRQqAlJMneBEXb3c+VwiiNSZUA0WNTzCgKJMj7Z4MBXGpiIDm/D8
DZUToskIAI1MCA0CuazPXrJUteosU9QqGNBe8VXwf/Tp+y0VsEubw+kGwKIDZLHXoYhCIdvKpxya
xjhqO10sHYQDZavxdunAYeoC2JYw2QOkdDoXb4LAWwqvDMasdn+P51Y79LNnHzIPmZHGqcONAOvS
rJ54abwa1OfXWNS814qs1pcy6LFEO7qOEu8KnL1e/TZhe0n1gFhVGtE+hbHPdmjqBRY1Y14GFdii
Q9nm4PbtytkY5cKRoyEEYQKiAI+xtzpyBjr9jYZlXBCPA7LXZlkcFpYNwGn3avEtzhyJo9TeAv1I
NWF1p4q8Swol5ZWgQtv5buoCUja+0Kv9o4nzP4t8uI378kM1e7ciaTbawhf2TD4dIHYZXBIyT8/I
2IT5SHGhCrw+mnepNggQp+XWFC+tJpUw2Mgkx0gprS5YnWuxDc2KUaoWQHDHBYsFw0PiNlvX3nno
RPEf0yfypSffhdVI+NrbCmSIKgCGHh/Durd8tzX6IMzb9K2xRPquAt9xBewzel/n5pbv4KXlpKdP
twOSJhRt+efPDieUXkfUPYo7TuXNu0bRrSPN0NcK9MoDQwFNiubSozqD4xJoFKo1wFKKO6u9TxcF
kHeC8xqZTGYUfpmpw8bncB6oSYNqVByxGeKaX1fUM60oFXRAyyBv5/qW/JDsL6rMu0ZDOt1HHFP3
ARjUW25uZ10yOVMksYm5OTYkT6vjaU1RWyphzBU2YSAf9onyKUJf98ZtdPM7YvaJ3/excd8lZXOj
Eyl+7kH5+C8HIxfmjmathIMQLNJ/lNfssz1NzGLUetUrAq3zlJt0SvM7U6Xm3Vod/NFUH+5ABLwW
Y8DEwejJ1wHhNq7v1Z0A4b1rRpTjggbk2BVOMx5mklG3ETleOK4WMb4kJ8HV5z1aTY3b2rUKvQhU
nNIellgggUNl4fDyAq7zUjkXNhF5GanyDDDgdBR85cq+zMciCOsOgY1F6O/gqyJlhhrpHhu40U/r
WPGruo/2L4984d6RAmoSem2QF6+xol3R66nR1EVQCIRzVRIlPzPQbl90dUu+8Azr9zRLEie+fvgm
BEOns+R/BTw0iiJQbPu7Jso3ltLddYm3T/PmXu+GK3ssPCIK97qe632mpIfaiK4aUX15ec4X9pSy
NDEzhUgKguvyt17WUdnxaAV933ADIgzid1m2vP7kwAEm25eZFPDn1T1rpFCH8mjJg9rUUK/KDOsY
2e0W1vdCBMNiknFIjDMF8NWaqlNTa20BgNnEoNgvy1y5VsCcIUkS+XjlvbYfzhZKFh0nleiCIGYV
oRvhpPWdcBC6bAQi7nXZfDWHcdkwKr5wn8gMCtYKL650Rzg9KIUTjYmhZVlgedn0LZ709oBPcuNX
U+rd5PWg3aRDpG0RQc/kVeXkmBkiZoghEBWurrF48dIyhrQRgEetRkxLsjwooOtcObmN3k8ajYfw
/3B2Xs11I+e6/isuX294I4eqbV8AKzCLlChpNDcoiqKARo7dAH79eSD7nJoVSutwX4yrxhqx2ej0
hTeUs/m0GKWxgZBAvxnn5p3qbRq1jl9ESbNYeOe13oUQ5KTxxm/GU0bDd0271z7H4QeZNVSAgbnm
+9qqZZhpsRfmaYVzgB3c+Xb2EMdC7Ew9+eCl5V1WqYey9c0wc6Yf7z45AD4oEhJdEjUfA66yrrJx
I4GcprmDcTP2QYsC/igv3IZnzueaZLr09dgDvKWHs6XOOI1OpWV7u1U9cGi3u4kH5/X3Uzlz8cFm
XJd6FUwEqnY4SF8VfmPPbraPgdptpjRdoqCHIDUG44WRzhxR+jlsZFqUHJ5jxLU1gb1dsjnbu9OC
eKHgfuu9hNUj8l++Lkl+KRk8KcyzXeBKYfG6WnlBUTuZm8oLKaC8+QvC9441IeJUJpr4hN+Ds2+C
qdhok+g2feEH4TTP6W0311m0uKK8sHPPLSWSOSuZ2FkbWkcneY2UJiMus72hy2671KUWaSAr36ki
sc53VbYH+krXHaDO4Vr6XpoUaa1n0G7rZDeWWCsGwGk2qEDpF66m0wn9qt5SNljduTmTh0Ppc2or
Ly7LPQQs7dqOp++9svXrC3tzzZ0Oc2xG8VbXbHC80G6OJlS1sRWMVVrumwp5j0jNjWifbAK5eQvJ
LO6jSiE4tc3TyU9CJZu+DXlPzQ8rnB6AbKyW79R+Cxn1wMZNCkJ0wzapPXVPep/3E5dH3Xx3ai/5
kSOtDQVXK+PhdkHHet4ExKpuVIK1/4Foq3hWZTeh/lvOW6mb3Yc8Ux0m8IbVY8FTdFW5V968JJCj
0Eu/0rgBv+hDr+p978wdYlkuTpuxYf3ZWqBNkCOwym3jtvqLQNH3TZttfd54g0JgzO8C/XvaarOx
HYoxvrI1Z2m3SGmWSyhzD+imiehoaOMzLS5cOGeCaL43eRdXwYrDPa6yznqbZYNpQQ/PmuWr7AL3
W5s5OHobuII1ZWrcG6Xt83535o1XYUNk+Pl7u7GEsfwOFA3B7RFJHycQ5J+FiYo2T467JLvJlKun
h9OHg+1dylXObeJ1Y9HNYkB8Cw438agwmOsDJA/MFhW1esYojSzj/ZleQJWepjnKBjDAjq1YgsZy
qjboin2ax9aVUyr5UMCru3D2z82FYBJO7SrHRIf+cC52kvNJFwWDq6mfMbtK9nFcahfaDaePBaox
fxnk6IOl5izSfGaQXGT0ODM/3zfCTSMa55cYTmeHIotcxYLJz48fvypZxtrrZLGXid7DDsNLNQat
Go7TPFyY1enDxKyA6vwq6NKhOLplFqA6M0p1LBAOkzfo65qQaetSjwosJ9OwqKZLjJfTwI4RedOp
5qz51HH4mMWdCLqMEZ22t+49Sv6RMytv0+HiHq3KLDuZWe8vVDEoxdeV9ATW5Tisy/OMQmaQFntX
CnUjawvVYNgZPMIX5XjPbEbYJWx4krnVePioJuZPSi5VFeT7WZTqvihN9yVvPe39JVha0GsHbDXD
gjF29Ah5fQk4sLMYxjHVg9nX/behSsoLr9CZxeJEEUWQXMCbPMYikVUQ/8Mj2Wd1kURp0xrXqCka
UwSn2rhXUrgb2Xn+Bbze2VHxM18xIqD6j2N/KJGjO7dzvk+gpu1aGy9GY5iyBzfO9V2d2NkXdwmc
/e8f3HPrxhzp/qz+8fALDy8R9IfNtSqV74fGkFciGOKw9cR71cm44Q16UFRMwYTwqB/dInxK2+jr
Id+rpU3upiYuyrB2ZH3hRlyP7VHwcDDMOtm/VGPmIXXtCeW9vTP42bVLnOuF01C+IiqT77AkdPdF
hqV5NJepf2MN8SXz5DMriJg/PWBQeSS/x8CvHoexOG3jbL9U9vAgUfiKJjvB2FLiJCt7u7vWyjL5
8vsVPJMi0UKkcEo5CCkxAvrDWYt+LrOmbRGycKRotzw0wYNoOo9UuLd+Kt/vXmWne7eEVRJd42y6
SjXN3LtQHO91BLwv7Kgz1zgdQJAxeAcSnR7D/kvuTnPSmmwPr11FEC6LbTUb+qZNrfTCOT2zeREk
XGVN2Lzgc49ug9KPZ7OYSMqIKoYwS9t8W2XjpRjp3IS8tThlE5Cu6MHD74usc6fH0C73cZ5C516W
ZlfpmY//hnqvIhDnhL4SJ2UVA16LJ4dDebUeG63DUGkb/Jm4fnWji/QS2+vcLgUVAZuYNxCg1tFh
HKcUxotvZnvLjwWY8XZCj35O7ux01qI0cd1r8J6XMrNzS7XaJREUMS86QYczy+KyHrH5zlAWiFVo
+Kb6OMm6/fz7s3DmXacXyCP7q0IaHCdd6JrFtlmScHqOUB9y/JEeqyxG3GSsMNoeYsu5cOOcmxZO
8+hfEO9RxDzagdncNoNMOgonRu3vHc3ud9qsX5IlPBelk0mibManA4p7XH0oNL2Udi6zfVBIdaOn
arpWpYEHTjPmj0kCX5tAprgGTi5e+n6h3oY4/3+0vNHLPa8CfeYc8GkRWEMeizLIscpan2HS6y8J
94y/2F8CDTeDVke1oovlJS7Fmc/KYXPo1jBpFI+PjtyoRjX55Sz2Va1XL4Gw2Z19UG1+v1vOjUI0
RufMgvCOm9fRnjQVAO45RylGM/5sS1CZFq4y778Ogeqsqs3sfTTq1l/iL28SZWXqHFUq9lOeaBFl
PRlVhjuHpYmm/O/nc26BgIIDQ18h+CdkmnJRFe4AXro3Uu1bm0zxRijzUcNRM/pfDMS2Z4jVd+Ok
nB1YjZw9VGlqz02ieu71LW4AaWjE7yaFcCPC2/lVeqMZfiLGgi2YiaqCiQCO3VL/w196Z2uJv/39
hM4EDihPUW7Fz25VYV+vzL8uUufI0gTvt6cJiGYE1IlY7DzcjPotazpt1ex6cxSDfllCVcDwIBnX
nAsEopPLi9yHysfa1lkJsce56YofHZKe84WCZv1ByKyPJMjdkEjR2+BhHr+3TL+OB9J+La2uBKyj
Kxm35g69qyrbS88rd4GuxtC3h+TC/j85ZASQBCWIqq7ocUqnh5/WdpHUJeEWeyNQr602yo1udHH4
+/X7Re87iPzWUVYRhbVID/RobTP9ZQFpBlBCFq3Ya9QSmnAWPYAQDa27Iu2tj74I8gdX4Sxr2p22
9zJjFGHZmeW9Z6IxmPS4xEeBIbFB6pM+LFokXztLTdsJJCG2V5q26UTqRGk7LlrkWe38qGHi+eX3
kzg5vuscMBehP0O+RlPqcA4lspKdOfClbDwW+k3bVijg175biHAioL1wWZgnnTes4wmZ2PTkU2u8
djicLew8A++OLItpIvCQzG229WNKpDc6tZP4pvdWxG3RTfAK4qn90S1z8hDUqka2ZvX59WPDv4Gx
Xf1IXUvb17M5lWGfOPW9qDz5kOZ2sh3HWNzXi/KAtI5VKFEOjCprsa+HIfP3ldS7q1LZ1nUbay9A
qi+R6U/3HlNE1wEuJbwrbvnDKQpDrwxgESg51YXzMOd9FuZ2Iy6co1+Uo8PNh8waccdqtsD3PC73
uJmVGEU2pvvYFEE4LuZOb8yPaTuAeg++9KN5a3vxIzJ8RWiX9o6s+Dqw8VWOqy5Kq/lxquRzLOls
KF3pYae6XVuMVjij1VNb04XSx+k3WStSKzGFABPU4dFJgfodaDadxp1dyVmGVW2X2IaOo3Zhf53e
ZoyzJgCgR6B2HocsSY5eBuoFPr69i/UJr8nqe03Zv6RRX5QfF6q4FwY8N7GV00FnEygY/xwudt57
UzfyNOziQGrXQUbeZU1p8d6AD9DcCnVYiXVr6/hoSzmBgJJIswN+Q6eusVUSm1Vm738zF4AiBOhr
NeCYEO5a9bA0JXPJhjm9T/RWhU2Ziwvp0+mFQ5AFmHhNG4m4j1mJqW/WMlfQQoa2aTdum4bSr98q
0CkXpnNmL6zRHOg8FM4oVx5lHIOVDHXa++6uSpL5VrUFKbjlkXtIR31uZ/fSuT8/Hm/NCj4E/n30
sgnbGcqWKGtXQu35U42obGLgN4cDqptbVRvOhZv7zNZbWXigUXm3IaAfnaklrwYDUS9355uDeRun
TralZjTt3vs+/EpAVzg7zDV0ww83OMz9AO2ydVYW0KEUQMpVb80TAkHuJTb9uQ/IW8TFucLcwCod
DmXNPrqD1gK/hervzbK01gc50e9Y7pwuay5sw9Ovt2oHogFEZ51L9FjZahBOXVuxsHadObth2nUs
lNKsCyHe6WZf23C0VCmG8tj9eg7/EiHUmBBODGPu/Db4vri5EeE5Huw6+CYX6njn5gP6wSY6JikE
In/48QYsdbkRTHPXBVoBSt4ZN2VSxO++iJgPyFd60iwTz9vhKLOV6CpJLJM2dJaFIh+Nz1pvjM/v
3XNggGjPAFmjGAoJ9HCUAP3JtI6VucMoJ94hRCN2WePon3rTiS8Mdeaz8XauDFvwBxjhHu25xUYJ
ufYnk7i7ve6l7dyOpXdJBfDsICwOCH8sjehrHM5namMdfWIGcYtqptqPaZ9Q2qUu02lJbo062NGE
Hius4riqWskCgdeyNLDVrLrnLh3ApHDZD+kTNlwyezRi1fdhrjcYM3tx1ehhA7E6ua6XfkFlakHz
c7u4DsZ2v1/O0+kTBf3CBoLmXMkHh9PXk3JQAmLFzk7c/K0AcUn/X28vdIpPbw/K5jqV7JX7Stv/
KLIMyrnsC6fS+cj013x/RmM+Ke5k2jaRUxbdhZN9dji4nHSmEbYCE3g0qQy3aHAr+o4Ds1xXjW3u
hIswUyJXiyqs3i7cwycfcSXgEACsrfdVaWS9af5yk8hY2J1d2c7Oli72RtitbfXFfje8iVHAiPIq
k5pBNTy6RXDtRH1uxKIT68Qfthy8qOtnG+2A4VXTnPJC7nluThQpSAVcay27HB2+qRFZ33a6s5sa
u4iQoG+2SWAVF276k5Va9xxvJFk2zYYTAH0LTVE0mm3vgtRN9lNAF8CWi7ruGw/MqJ1e0uA8UZ7/
xbrFLJWz+EtR4mgnipG2zYhY6i5rYzqJzSKHGPOQvuiwubWBA9h206SUpk3E3fulMJ2w7RL1BScO
J9ugO1c3kSVNc4z8VA3GtqgNzeLhaOsBf9EBRHahmvlSk2u9ug/yCVoHJC4A2akG05w/2tBjRiSV
Ga2965Ji+loButjOleZurAYeG6JJ/t0EbOBCCn16Z/0aFYlhKiArk/ToQRknf9G9hPwkWdLioZ5l
cBug9HHrFz72Zy3eEWHu1mrjJI1W8Q1cf0chsH6w6yz+Li13vHrnXcXvw/O5AnxhL+nHyPcEkQdc
4WHpB1VqP8xICIV6MffvfUYZBbVQFE6oq64eKYeHmXLZgLfMgDTGYM93tmpcqlie+f7jBcSC98BY
ZbhP/PM6yxQof+T2bsaBI3Ik8tejzQ77/Rc7t2+QUACkSGoPM+roYjIrPfcs5Vs7XB3qOCr9YtoY
ASypsMNT+oqUyL6moneJqHfm7mCFgG3g5gVH6phdPuXebBQW8ZtGIzEEjABbdwi6C5/wzOR8kx42
Nzy3IRfv4UKpyh71dtTNnb3KegcG42xRWjPwx+Y9DwWXIqaC7vDl9990vWaPziLSB+wQUElE1Meq
f+5c2IhtzgQMxpSE4zwVz5mavK3RzD4lrXjEOjPWn2J//vn7gU/iVYoyxI5rE4h/kOQ8nG9reIiW
c/cQFY/9dpDl+JAjTH89j65x4aSdVs8YC2GANYPhzkG64nCsvBtFM46zsauEDsm6S5siQn6tZ9ZT
o+WbmJLba4rb7ga4tr+lST1u3czL7Aij5WGLnlx3A3Zj2WRz0+1mrtybIknxfPEGZH41GmbBWIvb
lgMSprNZ4lpvNP2FovSZbUjPFYAudwbN+2O6WYAyl87SGLvA6dwrbcqzKKZncuGMnR0F+RCTEVYS
ydGn6ktbp4AyGDvN7T50few9DnFmXNh06w852nS8juvNzwg8A0dvf91Ty5z00dgJbeHCFfJ70JQm
UmPyeu5J03+/085OiXDQoyFIIeAYFF4JKx3jvjF2AwYooT5Y3nW+YEz1+1F+2cMdT4rqOo8x1yCl
/KNJVXgCdcXU6Du9cionghndfcNQjIoghRD/u5aX6Zc6NTMRTRYabpQSJ9XvCkmNMkyyUYcS6Rv9
z9aa4ibskPt8s7x+eVFxJ/Nwwh/T3kKF6ESkdbZTRB0Qa7FHxI93q8ALt0FoO3BfnLIJgo1tzeiZ
8T+QbmvLkIL4O8bvV2R29WepYv9HQFPvzSD9fZa2rz5Pg4a/sjNb9jcsG/IphN3tfLWTHuoA9JfB
CHXYegBbTR/0WmEn+hSVSNx+9HOp+xFWJnRG4HXWnwqh8m9J105JZNmlKSOp10sXGY0/VStZphhC
fvHZ2f6XX3te6vcVrqtxkbmhm4APDvXar75fWJqT7QaFnUIpYljwzOgMHx5/F4cV6ZvFvJupNPHK
DyO6irXfUzlxLrG9TjfbGmasVGTctNkGR+dnJP1SRtbMO1HLLkpGO/iQqrT48d4ZAYzltaCCRuQA
T/xwRoFfNAtILn1HnultzaloQoyXG6yupkt6VKfcDtJiCr9wEFbdZIxEDsfSnbHL+6VddimZXRuR
xC7X1CAqAomyFN311GVSQ/cwzcZNMSbuF2xUmu9mrcrbUVTxGM2FouRr51X9+u6vsMpV0U1CtImj
d3TipqltshoSFuDT1owC6J0buqFGaDbtpW7C6WtF4LFamqyG5eviHn4EbvMk6Jx02XWxobbo/to7
TfcVAEh56YOfBgIMtVYjeJZXdPVRTD/qgzb4tTMjIhqTRBtt3DwZi42zsG0n2qPMHQyFktlCkev3
n/N061Jm0WnC012lsHi8dZ3BKdLYnjgmKlhu8jr+GThKvxDmsGv4VIf3JMPQXUeqGZ4JaJDDT9ks
uFBPRtDv4lrlwVUbDLO2LW1jybdWPE9/2k4LGFqvE6sO3SFwv0jhZzrfQblAids+jjdpPRXGRjpl
ZoZI+Gp2KAarFaFhKCPdTkHjmFsimcneps7UPk/BUqeRisWUAbhGYeIKE0QKcG0ZTO0uKXqY9Q6K
ytuqiGfralFpk0dTT+045AlD2wX3gyyJREwV76EpSyxd5qXwsqh0zOSPdpa+FjW+TP1NUDX+HZi6
xL5ykxZorNfVQdjkynzWx7FNQqlKjZAqzhK5lW5X5ts4KcWTCyS6pH2U+EP0S6J+E496sk66U3id
kxOtTVsjLjaWMbtYOsdm+YeYh/gTxIPiSfqJ+6ONR+0TEDss6VutMT55rWF8Ha3R18Kp84sRY6qa
gkHb144LytlU93ZhmMCfnSn4UI1dHYdB7mVONM+1N+163KSRZfa0pb4r0TyiSbzUMHOk0MaEFqJP
dtk2fiAeSCZLLKelMTxSiO8hsCyp/rmVfiGivLFkjoDHUpbhIpwyDoWFaMi+dZu0hI9mxtmG5qbx
0VadsLaqMPvmqky78YvlpNYLnd0BqZEVwi46Vz64mpYWoZ9waj7HoulvRbqYy7a1A5WuFLfa2g91
U1WRr+fuJvOn0g9tJ7F/Bl3sOkj5ODNAOTtNLPzOZuODVFyxYS6U/gVXGbvbEVUlwZat0j0VtSZr
3AEMjKCMxRwo8rhpMITenGlXfUs7NUSeUot5t5b5W97nLR/N1zin6ajN+II1PcmlDBrOsBD0xoLY
Gl/92LG/a6M7IPNReuJm4W9/l0k7szKdTwSqlry/o9yzWLuml9azlEExElXq6cCpT1QQueZkuliG
jenPyqrtO9NR4pFGKJoUWuGLx4LY+qOftAVBbuBVcjO0Pi0IPTOa125RODKNXqGYmtbHdcRlpxBJ
Hy15U6e58z0H40CnjkomMyuDxd4mWTL/bLrc+WQq6XqIxJsGLbXBndVGeaQtEfavlFAx80m5pGp/
XK68ckY2tmLlHgG0Eq244A8iPNWpvkwqjaew9P0JHE8mmp9m7cR/IlzUfqt8yJJhT4731FO+tyIz
IDGGnmB09737wZPJXSua+Fk1rfaT9K/Po1aOfRWhIeu9KWgQ37JsNI19FxT2vDOlVZa3hWvztZXI
ule4Vk6F517qpztzTHMRdr7MHirwwlnk2bP/0rStfBPUi574OjHkBzbRFOnIuL7VQTp6EXx5rQoV
RqAvyOiPz/Os9GZfo/3M/+sFcthYpWHV0YgodRwuTZ49UwwVRaTTrTPCCo2A731A5WaLe7jpbMY5
ZofkhRP/wV8ToNRG5YZ5orI0Ek7rbYExumQZjuZ9HLQZATwny/3QMvrhsbAatMYwCfXYln266tCL
gDXoKy9tQgtw7W2gzLi9jlFWlzuOVPDBTWwfw7NpptNvG3WXhL1r0iIV6Ph5IYU+9Ux0t3QhuC+V
ERIa1q1fu/NHq8z0SGUWHGOlz/ZNuwQGm9ZIfXXTm6qBpEtCN0RoxCZlyAQVvnee299qjiueYneY
qk1eFQ7eMFK3P8VpXD65adu7LGFtYEvmDsaVQwvjsQ5ceEwebR8iRlR42m1vY5ugBUMFnG8Udwt6
rs+tbRrLzvUap72pcM5ro15IFIPnPliCSMg8vVudaNgbtnKnXc1xk7tlGupqL8esqSjNVX51lTed
BAQjShCsU93/UdCT6KOUHunejxObG7epkKYve+Xc+WMHu7wwW+NBB7PlRqrMxnuj7ZEnK/Fw3OPK
yTVaYQ4obrB3TgY8U1Jl7B1Xcmm28F6euzwrXlNTU8neEf6U7AaZVWJfoMNFakeobu2FowLC7ibl
bsoS0fzJABNF2JT4BCZtYHzCzCOnv95phAIdoVgFDleb8whpefPrUmJ9uu9G6elXeNWaaeiwijkL
I2AMTUE5OaE1xn4dwtQc/ih9oaO6kOlQfSrPXv7AbRvDtqUczCffzItrawS+EArV1lNoWYgJbDMv
Ef1VzG2sb8xk9DTE4WrvU4KYuRsGPFr3HYfOu/G8RtORO7eLIjSzqngrxNihOYbg0Tf6991tjRRt
DHLM6CjKNh6pxbw082McLJrE2aYqucS72JlCL8tggWeaXbHMyGtfF1PshDUJzn5sPT1akuEOElX/
KJXm8BgRzGWhiXdZv3OaRvIJEK/AwixZ7TZpcY+PtpiSLAS7lnzrHa0cI6eTwPlpsGU3+ug0P2oK
huSkzuhkYWbrhNgEwlqzKbKKMDie59YIk8atxWaePe1uLFEqpUTkpN8se3Dvl7lVYs9NaU2bRjN5
0FIj00IvyPB7HEu75cJss+nRGbP+W1nHRR1ZtSdmLlMnh/qljCbeLKBO8rBWypEbDkwRbJNSDi8L
zZQ96tizf6NSkV+1HW/HJvOIUl9yJ3eXrchVYlynlZb+6enSbjZW6pjZZjASnNSm0tgPk6h3vWhg
ktlW3hpRNTflHd8y47IWdV9HYtGSJjKR3XtYCsiz3+15olw85oP73HSO9ZYGLnxdty+Uvi0GH3n7
ismOYWbwXoe633E9DLXbf8i7rn0bWl66PbqI4M+sPp7JV7l2+7dEjT7Pkk6VuYr1+athTeWbXAyT
8KDtZvs5l5p6HbofabEzsnL5gae0/20qloqQrqGWPcUDWBMTUIQfatJz2w3r5tDMxePyqR394XUY
C/m1Rp67CFsYyF/E5MkfJCjEd41rNCqczZ74zkbwsPi0xidP6Thr6V4WKWqWAUZeMoSfALukc4ZR
Reh5TGm0TAuMIT0Q8rnrTO9r4zvDH7kv+vEBtYLqFR5z7kZ+b3hdWMZa9+BNvfjpDJX5h2nZDcmh
Hcc/udh4m3vTppKEIWyZhPyc6uNoV8bnXC+9T7KddWA9pYa4PDiGot1MXHPahtNYBNeEUe60zWtj
unYXthOY4HX35JAeEE5J4b/6yeA9YQSWF+GUNilcUPS+nvS6sJKN0obqWxPnzlsOu5AoOpPBZ80x
UwtBAqd86+NA+1B1c3WfKWPaCmnk87YyunL1YRDjS1nW7evcDhDMyjhulmcFv44tIab0U60ConYv
yQ0P70Voj6GM0UZkDvkMvbmq8898sFzeSERevqS1JgroGbXWPCxtZ2gbqVNu3Xjc901IFY4HKcuF
4+0bw6AKi0RE4myKZDAFmUpfZh905c71516scUffWfayyScd4CY3wfCEJnrXRFXgzUNYslUfqq7T
n+ZCczHJ0BXXG6FXNYcNdd0yNFLsXkN/zII5zAM0DENaik5yZQY41OFcN3UipD3djNt88JMveN8G
P2o6ZmAAvSldwgEk36e8dTH0GVxd+7PETGUhlC7Sj8rkFQ2FoLg2dXa8hGYK5iec6qSuQy1mOTmO
VVLdOIMxpVheSOuhROvX3PfuKH5OQzWSWpt5vAmyqfQgrE1r8pFZxhBheNGMUYc8qHajsNIS6Ev4
6XPmFdLm/pu16QtmxLO8CvxlmLclaSDOjrrb0l7HLpVnJjA1h3qsOzY7N15EddXCTrgzu2GYN7mV
UfxeiiDfxcKsezTxLOfnahhNLKoq37mux3r6AWzUa25K20q6sNe8mGqTmZRRDmniD8uqOUn54PGQ
1N049R9M7IfLq6QbiyDqlCPyjTEt05fKGsaXGEBlEuWjTPvIVEPzIgLRJRF4S++1yhYcXMeqWtzQ
L1i/SODI7YS2NnRfB51WH8Cv0n8p6hHlQJixlNDK0knuUJBvta0+uEa2tfomxaOOl9kKJ0DuyaZw
Mz3ZaEsi+TyLWKUGk3wp99Is4V+YnswEFiuokuxdr0BZQ7kjNeQkqy31gARGpR5l77mfNQ8VnMhQ
A7e2rgvvSg7W2Id67FOIQwYX7T3YLjPoV0p7kZPIVr9q+8IyvxX4nowPWt83foTiUnWfzklbXwf5
nD6UxAluOOaVXYUkosM3FISGx87ATT2cltrJokAjGI042ZDvFscc46giz6gJWGiLh347Z4TtWZF/
QjyqsMJRVgH+nv3Yq9BFM7qioxL0aj+w3P5eBJh2RH6SyvTWrKxgviUywhTCawz/umgbHWxdhTxs
VGRe96kw8vFnlXMjblQ+tx8V/a6ncswJ+rOE/PA2i/uCuwOOBG5jTT2kd1qjdVPoz10jsboscwS+
xcSJm1JVdyFCQvYLxPY+3eSu0zxOE3YpVxphwD7P6Ydua6nHf845X3rTEdrlkT+0+lMztgSNltLr
bCtHqXXrp/HGJ0rqdbAZ8nHoQ38JWivMKosPN1hm0hBP6vVIDDOxkSjy0NQHyucYt7ng4rlJZTfU
RCBJ89XT9EFc59CQvvk6mgmbZUm6ZVMGFd7ihZqRbCSCGvbDSEEXDeQYn9Bh9qa3EuWFm146ZK9y
wf4rhOmGjpDetGXMdeWXMoSon9z3MFAf/bRxn0zN58o22qTUt7PfxmYoXaJnKsNZ7lEpEWnAWGPe
REHqB5QEFqW/+rJDKc5spuFHm9FFu4LvFu/qaQnijVv11evYW52++S8rlXWDE5ra5WtGXOcmwWOr
TboT/VfjkrO3JbACOg4eIfugrGevofSUOOjDRYji4hSGOESQhtTVE5t1s4pP/M7Bu6U4PcpDtNF9
kNXUHo97YoaQc23N1bTrpH2PkKbLa9xTMn534cvzANMhdOzCyKeieFiRyuZRk42hq50OnxT0L7Sn
Sp8vaeyfNj1wKsZREf4cvVI23OEo3Ll9mqACjxXUmN2XWVo+dmVQ3BixY+3a2rcuCDScaXivaH/A
sKt4AupqR4XERbTW4jiJ2ikbiz+Hc1x2ktfNmr5oiJ+EftXaUYuCc+gsBO9l9pS5RNHde+0PHYhD
1srds9b2FfC+w4l3g+RFT8wB5aFMXakGw6YKlYN3LyKjIJcDTpkZG8fCCrkJqSax1LCDpAmnuvN6
wgOsY35fIz2pAyOVSdcKHL6+IhiOgasUxgpRJxKR8VjJ+6zAP4ZyrLOG00X0+6FOyrGIMYImpTn0
SzLleKhhGppkkUW5awevj7q0Eo/9JNSP34+y1sgPq7GwaQBKIYFHSRaBhMPF4Ze3y551YXEKGjuS
UM/NXqdYUnDTvsE2A9t9CVB+8hER9dL9lSkHY4gK6tF5K0aMHgfdYamqLI+MMtM2Hli4CIH+d9Py
4BmwLwhFOAIENEdnwFx6Z4mdYd7Z2NSEglRlv6DNfWFXnCzVr1GgeUDOoJl9bM5UZGWlRrulZN9o
y5b4eQkXo363oNc6Cv+sruq0mI4xTEnpKc8YqpnOw+SGDlWsnRgwd1x67T+iz/99wIXr//U//Ptr
3cwdtrzD0b/+64N864axe/vb/UvT/203Vj9eBlFX/7P+kP/3lw5/xL/uxSv2fPXP4fi/OvhLjPSf
32TzMrwc/MsWg95hfhrfuvnjG4yg4dcA8PfW//L/9w//9vbrpzzPzds///4K93FYf1rCL//3//zR
9Y9//t1lW/73X3/8f/7s4aXkr23qUlTi9aX628e3ZvxeiNfjv/v20g///Lvm+v8Ajoy+46rrAnVw
BTKot19/5Jn/4OGCzUirbtWIXXEHVU2K+8+/G8E/Vq4ciBwkBWi1r09bX4+//sj7B7Agc+302yvk
D6D///0tH/99cv+9UudJjf8Gn//1hMNwRwoEwjbvADDkY/hKoxVmNluF2tLg8b3bjBrWvKsHJIt2
eV5kzyZF///D3pntxo1k6/pVCueeBhmcL84NyczUPFiyLOuGkGyJ8xicn/58lO2ylHZZ7QNsYO/d
jS50261KkUxGrFjDP4wbRELoSC2hTIetBNbQeL1s8mOpqZUIdCWLqiNp5jP/oqsOu16jj+bjbZ/c
L72gm77klf6Fbi/+TBnD6MKra6P/UKZsFt8eQRB4oouUlLIyactDhkyVFeR263xISq2iN4qmDflw
p3ezl5SOkXnSThsayPZMTwaampOdlnkhI68dRhdnst4OU59p9hztZJXaCsPoTD/LRGfeaFba1T7G
dih2a8WEEGu7SLvehJU9PLq9adPTUcrpuiUzLw4yx1kbNIZlDGdNXKDCFw6ybnzFjdGscd3wy6oc
1ntwloQRDBQiV2A9c+u01GTt+hmJ4+noDm5/hLekmL25lg41ZjsVBVtqERApRlq5iDRBY/c1CtZ2
22lOUpyxXrsxKItB7z0gJU27oXocAFwyi7kYTJStgxFn1nttKrPSsy0+6YPLnOQGCTyUfXQrVIQ/
qkk5BtXU9fFd3JXqOUWkWnvJ4lQ0LTn4hzPSUmPcyWRsP8rCHJjbuOD5h42SABU/aOo6u6ayzQx/
SNziRE/iYfKYlRWnoT2o96PtpOd4GNgPyEQb0gtJGKH9Y2I8eVjWGxrkmjk9zw23u6kbN3N8vXbU
xCsnmHlBHCr6w2JP0ezJKV0+RIwUR/rk4cRwywKXs20AYNPmVBYl8edKAhhoa0SB8TptTPsytWkJ
eLg2DuZuUapGPzKMOBYUGWM4+BX8P8yKTE2+h4ZvN1sU58LT2hw6EdBhsR/XOXl+RudHvO8GPLxP
UmMQ1kHd6yILFmNxcCKewqwInGLKEb4OYQoeVyirjIelQtfKH8QsRirCUHaB7KY68vMuQlwk1ZBz
9LWhcY0t+pGxEvSFmWdBnel5uFMaxzg1rCLt/KiToB9ajNL03aQxpNlmyQxGLq5k/15qsU3dEdrj
Z60Yp8GzCDeGRx81Hk7KjoEI2F8EE2Mqk8l3aczWni1ax/SVbFgOe0NKxFWsUUVnxdIHjf5eCeWd
ZnHjBk6bVVfoRYU06Uslcn2k7zSogzk4sE+9qYQOMyTUzD1zypSPnURv15PmpNy0yTCOQVLY5o0z
jupHl6Fl6FEjlDZvfLXEoMHHak2YE+nO1Hx2qwbNMyNVMSIp02Smd90OD3aZDRfKNE0IVg+zzhAN
xPgTvSNkxucMHAwSOGsruyse5xD0426ylnnylyQLNW9wHZTFEnxGCKBt4ef5hOF5FkfycwfgpPPH
fHFO6oihv1elDdvGjpPpOu4z88xgjExPr3QbLQAUVGxt9E7oe0WzzSShqqPDIudpA63roFL2SNIV
QVVjJh+QidRVIMzWBeynddRWBUEaDxujxQYFThvTEheLpXlD880+ZRig1b5im8ww3IluqF8OyTSB
cilG/VhEJqIQhap+LkTY35etQV/WHLGbg4aaG4Y3W0uv7SaoYx+MNC3pcmD/cWWyCGvInHFCxz8y
+4+qRW/OizpkRwD9zBMiPhDK6yAZWLreaMQMwR1jpN+S8Ao08KtR9BCFsXGqdpk5emovdGzph8wt
/Giy1MZzKgUxNWPAU2nr9HqWvgGF2k+HUKoAB4o6Ac7XaALtC0pY0KGWxezQVFxqbROK0PXoGb7l
L/AMs399sOkr8Y7EzgafgtX469RVtGrcy6kFjoFKUMc0pFUsX+3YDH2/pKdxqrbMStPwbsxi81hb
GC4GBryz7Yu84NuJ+1fZFxdVUnby//6f/WzW4ikhHcBiA9BI9biXYsZSb8bG0puNVRXaEV3D4ZNZ
p/JDk5QGScXfKcgvLrWCdV8/MUKgQFEhXUBaAdf7+onLMnQ1mSc1OO0+KfzBmEy5ybSRt+x2taOd
tE0O+isuBCA6oEhq78u0Sr5p2v5RdviPmd6r7PBfzCH/G2aHq+j5369mTT5fZYe79rG8/3L/MiVc
P/A9JdTeIbiAAzBwKbI7gLV/p4SW9o5+LuUjmZgNdmul0n1PCcU7dJEM+PHrSyb3o07+nhJq74B9
YnMJYhx8DnzzP0kJ9xcsLQFw4PQh1u4ADJb15y/4HTNWQWVtN2mgp0rqS6OxNoo2yANz6uzgxbfy
iwX7Ewl7vRa3K75K9/DEr6+lgTjRJuTHg8Z0ldOcjpwXhoYVuHK+E9na2c3yeLMSlrA4ri9yOknY
HTIccmaOQ6AbqY/l4W7sF7qQtD5XjKEEx6f0u7GotsVQpZy5rcsIh9Fc6WTSw/YHx4ycsY4V15wc
brWQO3b65e8fbb9w5sko9WjkQCdY3eP2gPU2poxuFnL5RdHybUf272uTrDacHo2nQwLx8t61vIW8
4I2Asx9ev16Zns66xMDj7cU9Enfg5+gaIFRbRhuUHWhDqsb8Rk37LAL2MthwGRiCKFZTi/CnfYA2
8xst6V03CUYzHdqgNdV6k/VxH6gulA2OeL0NROqEOaYhUfgZmHD0aUZjsRnT2fa1TLGuAA8d2Zz1
O0BTzLdMioSneHSSSxBZXelpgH56zrEqYrTb9+nx5GjpXdpOdgARiiYwyCL9WAdlc9iP5vTx+QX+
J4q9qHFhjb1Y1T+FsesKEtx9/zKMPX/iWxyD5PcOUwZnPW/InOGc/x3HOHCJVjRM10CFis1KEvsW
xxTnHbtijTCEPipYWIh/BzLFfYfvh00nGNA3tEs0Hf+gtn2GvL9YohCfYeCDzeemOQ0Jja+jCzHW
nRerVq+Edqk35yXF2zYtL2dxXInjMTrU1fd1dDKXOngXv7DA7m1kul2ODNdrP7qZv8QnuXvUY6dR
H0VooQBLip6qoJC+ed1uxypgLg6b0Z7OQID0eRAZ50XsT9pxZ10M/ak77qJ5M+knVAGeMJjAaswR
/WxGYNpLww9x+0lN/KL2G3ys/G5wrhWrBo1F4ZAemeVFktwp2ierPJ/UU3cBU3aei/MyZlKU1Z5j
nWrZDQAUr0KUZTYOULDKoytqs5j/NOeyOUJI6Y1Nv98z/vqN0nLglRPUfhIdH1XRVU5cQIBNzFtz
iJJgigz7WF/sO9h6zO7coGqU7fhRmTrz1NbnIUhHJrQvVuEvjo19vW5ug7BGz5pOK4chzZPXL7Ys
pVMzkF6usljcaL3mvDcjNTmu9GMzSW9Hp7q3auMDrlyKL5x2J9Cj8E09n68qeokgET/8/n72Yj09
NzJqustAjNf72VddrqgIAdw641VL0rntAVlt5WLcdvq8K1LrSOgarlMoNmz+yyJU/Vhede3jY0ez
7n9A721t+f4mu+rvvzySwtaPLyPT+pkfCRYuqkCU4c6pz+o7fwem5wRrlUWgmc25BUjw78CkWe84
xmgG8w6hAoEE/zsuaeY7B92GldFLZ1rjXf9JXOLGXqXp9Ovhb8E0RRycnvM+E4SlabmzPvQBQJuP
YSsWr8K2KRgnWi8gv97YLM+/7kUUZBwhIEwiS6qiPfkzh52eEMAKWl9BS2YFwMh0ug35yngXYZt8
tIwSdQ0g1JhWmpEdf8Hfsi4P6lbXDtVs6VTP0hI19hK7F59akYPCKEPlPdp1wDRSbTYuRUkFGZQ6
/Q0/5ZF30ETaHWNnlYZJ48BNa8CxzoAW8lyI6xgKSu1PWAUl7gCDdCrUw3leJulbZtj1wWzSqIms
OY4ggs/ABvGuzy7HOHYABrlD+kae9qzbvf/1cNhAgaQ5y0sRr2OJEuJsQCOOr8fNm7uyLeoP1kje
vrEUODeiIRn2rGmwsacrlTv+ZERbYeRAmBRaMHQf0xhI9ZLyFdiTSicus5hyu7KKPqR1wZweU1Dp
o2uErsNScgRYjEnBU6ZDD1qaYLTRKkv7IochTbc9OSHgjHRmhJ6ajdeV1sGkdoC/bSt1jtUE+PM4
68pJBSFuu9gLv8keRQ4QstCiSz2Ks1uAdN4SotoYvNhkv4q6++UlC2mdMFDCCviiqOe//qaWpc1r
+HMSRPbieMOQa54JfKjAwxejemzH0voEeV9lp4FQ7bTeJLuNNh3HBYxqTRyX2jRddaNq7gAigHWX
AOXVTL2B+hTtCjnlX+PjqyHFy8r7JzV8bhhKHG5D61FFpbWXg+eRPdaZyLuAyhisxuKEB8Pk3iYt
B7ltoLCNnSpQnUmNgzJZum2x6svmWTu8MWpd84y9JQZvky8PVdR1Arm3xLrcpGtlRl2wdJ2+obWm
o4En3yqm9g/ndaOvXGFeAXuYuSDx62XhlqZN4+RZ2gUIP669unYKHLDzzDkN6ctOnw5c5s+blWzv
YfcUHiEIxblYoWGn5WH11rf/c5hblZ61VQTC0jEF27sdwPylLSokFoBaNyeiyutDOBti9OO1xxvG
Y3Gp6iFUjLIAvZOK5WimlXLcZ215botupw/OUm5TfnvsjUMZno5927wlVbGu2devBqowimNIiNDr
I694/Z1NHRCmNlRlsIyWCHI3OV208qijZ3rUO+fd0on/j0P7/HfH8f+SBgmHzovw8lNpcXRf3DM+
e3mAP3/i2wluW1QWhmDbouH+7Zj+PjVjoEbLBFYbfpEWNQi7+nuLhNKCk2tlY1ND4L/NRvveIrHf
PY/+ifDmqsrhuH9ygkOo3Vs3FNeqhrI9EzgonSgGvF43ooMl6NYa1YKmIsyI3k1yj18yndjRMLDe
wqO1Xvegq72vNDUDkSjLZggwrhtmL1cBRfowaTE/KApZA/RRNAMLW7BF9CJi+4Txt16AG1qBgZNO
P7u3cuXATnJU5MZ+mLFMd5fQC2GcCxDtQ/ax7nAW2WCldxSHcfF+zlOdwqKzkdq0IieH2YSrosGR
akCxyMH3l55A6TraLDb0DC+JTP2mwIhhPckN/SQPRXXb5By/DMYtblDo4bmTVyWwrgxxGnxgejfd
NabULuSoFu5BrBfTjeUoAJWhwSwN7Be1L/yiGQ3Q4XK26dcozlkF7HViUKZNj5HmToyimmL6oKWo
OU1alhe+umjZIX/lfBMIJ3/EJUU8AChHcoJ+WXLfC6sdvUZkERJGkSmSTdeLKd1oS6/eANUxPmYy
KZIDiDLug500zbEBPtreoMem1L4KQtYA1pXmadAvjnKtmfCifDTMslvXtgwGOxB/IGb0MS9H6k56
W9tSocJa0fUeSDApIDWE4ezZHTN8nxmFcgfwc9AYikHe2QLKcDY0P+z7ShEOajZK0t0CEIw/r50t
x6usOjwXqHAlHvLNrR7gPtTdaQ1iR0wGBPIENWfacoJeQnqrQDr0pTU4Q5BoWdozF+rMiZ6Ikty1
hlJnnlKY0oAJ4uqPQ9NPiU8xPFXQsNp0K6WZ3A4i1PONFTEMVAwA8d4UihEVUThbkAMUdwz9IYxX
O6x+MC4tCb4a77x4PDJmA9cYLgAZ+g3sivnT7lkrJbrU7FR6lvvMzLSS4F5BUG7BQpSbhJfosbHF
tnOBKb4IK7/IWvaTFjAdqPwhR4SYCHFjH+WU90keAYJMt/BALhR7SZkrj/h7mK2ygRIzr/X2cFLz
xwstVcevJ/8fNZH+LaL9Omv454rt9L7FZjBp+sdXAX/90PeSTX2HjPlardFPBPNgkk18C/iUbDRR
IbzalEtAH1b83feAb7xb81HQCypariQZP+K98Q6kFz9CfpH0j0P+T+L9sw3M6zSBbgP4vNVTnaNn
XyEilz2I0Soug7hsgG27th0epCAPe8+idrkuhtiAB5PZ22nUlyCO+vGjtUjjsbDi8L5W7AO833H1
E3XqovkziQYeg7IrcbiDsDspV0aHqs2Stu51kuJ7YI9pvuvF6AZTVpd3TS/V6wrlqkdZm5dRZDeW
N+vqEKCc2Ryng4jPmdyHR4BSY9+qWlv3xCyNM2clbdoFvCgAzI72xSp685ZN0l7Mg04fiaLrKqqF
BPrfFSZelYneXaVKKSgF6/wJrAI8o2bWOhPUhaHeaKLRvywpRClvZKdegmLovUivO+g7k2FUvgAD
DBfCBE+Yd4NZbfVBggautHkT6tFya1khCgscI6dVow53YdHYntuOEI6w6bC3/WwDBMgAQh5Wbia+
5NUQ7ZrM3YKWvajDUfsASLX+opOr3+hKBfAemL16YAtMWaelxuo+r8GeDlPaHDIgzlUoVYtxBPUW
ruM89aMXw+l7Y+j2c3JPF2FdtWjXrj7P689fjEsANWtGGSHObVrSDaAgqIfqrHwjmP8nkOyhrhDj
/F0guQD51VV/vU8+Vy8jyfOnvkcSk3BBP27Nzkz+52Uksd8B411F1Qkl3/pC3yMJqSNILPSTAW2a
nMP0+H6kjux7SBrImhJm2B9/Ekqex84vQwlI27XrvUq0gEclf9xbL8kQIY8nC1jelrJBp2EMDAnV
F/4ASseYVORBg+vj0SzsK0ftIRxl5abW05j2yaIi4GslJIIMkeLOoQpPFefEyuOHGcbEURw3pAtl
c6z1aHQkyuCeR3S0jpp87t4o7/YLJwom3BNY+rT+Dcb5a0/0xbIfa7wtQy0pmDXjOa/MvQyKMLkw
C1X6CE/DiUm10Xvxrn9xlu+nDeQLBHIqSgB1NO/2xWfguEJImhlqhbWaBbqbP2HifeeqxZ/qz+5f
aK8q7N1pSZhcRRuS5bs2haDiFO717x9mP26s1+Bp1HVORw60P6brej0p444EHKKD47WjBEfUtfUb
r+mnHgiXIffDYVZl7aKvvvcozDjRV6kLFLyd3g2Aph1XhfsxTExcrdvboe0/tHif2xmSPumiXRbO
dPH759xvAzzfAKNpci8g+qiTv14oVjVobp3CSHOz6iSHVXdKUd142QBjHiDRWwIrP8E+nq8HkB5/
JADSYh9ODlVJR0RyVYHom9kHUPgQg2xCTsdZvDC3z0uXxk9rGpcwK58Gq7n6/eMijcUDvdzg3ACO
8hhCs8VJaag0X+0MvZwUYzHCZJO49RFZ51muLGJjWOlT1NfLJXSVS+iX5a4Yat1r7fwB9YgnTPRO
atGlXlzUMshmhLQrdYm3sIaNi95wzpoEwoxdnDiKdbak2ZPK+V4mDlSUGa7OPCpwpnqoWlpGIlBA
g7jINOBc4Ee/DDnYuVZdAXShfrnome6VS3Jlas1dFlrX0jEuq9a8dFSubNi0LfUxpxmbPtiUPl6z
tHT8uNrYQWFfb8NxLQBHpX09IlwLXVS7NProIWRqBPpJ/eTMqesN64/MTJhXajh1G0sgk5HHTntg
yUn4ccqlclnWvgGBNcAyZLk02soJ8CiSXj0UJ0kqLlNJ+fT8ZCI1TmeYjsdGs8a8RMHoRhlRareb
7DTJ5C3iMTwVbEBm+Uvhj9PoBArqShtcHM4afSwgPFmfFFuWHzsqngDWuOtXyLZR3sB5NLNB54mk
uxOM7L2yKR6s3D4jaToz0646yCQggTzr3e1sOtfWWhATw5dTpzYG345jdD31KEE+DDUFTp4zzWSm
KGaXvEtB2nGx9cs6Kx6yWb8RiRCBa8vbsIjzTWFzC1pSzh/W9xra5Una2Y6XT3l83rvhBvKU5ve1
w8QRe7ZgqA1lY8St7hkSEvu0fsnPX+NkoO2eOujaxOAPP9gI4yKRwpcww2vallrp7uZYdX0nsc8w
RHN3ZjvPO6SnHVS1kgejRN9Az7p6qwIW9iJUATZSQc5mlPpyUFXmZZVbJshHlgIEPPN45GuIwVps
WzQ6NunizqdhRFe1UfQsMKnY/bDgr2HJEdc0+ZMz1rcitg+f752+bLlTS/uwLBZAmhMiVoN4Aq56
jUJmvY1hhCE0wEMOTfxkzRFA5GgU2BTMiFtooHT7ZOg2DuYzB9mQXxYWnvJONYlNonPfmZssWzeU
t5DN1MBMrYzS2Z28HJWUQINA5blxEm31tJx3ZJOsmrK7XUwWgGImT0pkMO6d29tusrPN5MAWG5W8
9smiS5ThJo5XN6lBjWiXrsZUESwkdXXa8OmwPFk3jTrwi0cU5Xy6MzrgZPMSJYkWkCMYxwGHHLDC
Ib+6pws7F9mTObDJ8qV4QMHkLB61UxGO543qXhdAHrwMDYvTBoD1aqHq7pJQSK8fjcslBCbZyMlB
X9Y6K0tUh8o8sRkYuGfarF8imCU9YUUPussXM1ca1wjbW1NUJ7QNbhWFb2q2k4/0NkBsjLwwbeEx
hRsr1ynOo6exHc+ekQEXNYd1i9rL5wHvLX9ynGt1WRDFK5RrVbC61/9HjwD9y/yhjNiySK1dy1hT
Nmvw7To7CxrZ3qaFuGyTmk0LXRAlARa+GiJGgRsGwH6FAbgYTWjLqGfoBiFjsdvpqE666WgqcHQt
LIX+SKR2nmYb8RkM0CX0ESBLUbbg1ZiSm1TxejlVgRNjUuKwRev8wewsnqCA6QzmOdoqTQMFdqiK
z8USH2aGk/huzY6XaXvb2jE6nv1tW7S3TB9XrwS8CW2rJSjbrBMn5r6Zfj/lCWpXz/tUqe3rIleX
XZ/St4ngvPlt1VYHNSL5mxSqdQBzTPjOoFxPc8biUtwjN8vrrYPvznvkPfObwQ7h1qlhOu9yN3xU
aVsFYtKVjWLwqVAVl3lW6B5HZngvU6QOzDXtC901NDaTdqLbUKPhf5vaTpcjtqmmPZ5rHe9yifrp
wtEJgrCzsw2gVf1wrVS8sWVp4zcvZ4+XohxECeoAeavcz1MUX+hOIVCmr6qDXhDwM7O6taj+2DaM
Hk4MlPK2WrSI99qSAB0elLk9HuyZSKtnCnbqsaIioRabfFLrlYPC4JbRopl3EZS5TTsPRPpCv2xj
isxl6gcfGG1m0TtL5cc2j+PzTCnzjdma93DFssDQChmMrnQCWOfqLVWmeYyIWY04glp/0hRn2jll
OJ8qOS1+NGziBxkp2ftEVe61BvYnJID1/aUqWrsw0JWNGDWxGcbG+AKwHaUnTR/8DHAHAZ3SEYH+
fDPB9w/Q8XK2djOot9TiD9PE8bwGJxRxpyOdA5vJSspJ1d4+H4vkrZfz2DLLkGntS3U9F7OwPYZE
DRPaMc8Qk0+gK7ANagKGTo8wEIXZHhtap/hSjufm0CV3VUkEf44RWWKdqbIur5QyfYjyOjyqo1hD
L0EkW0L8eqbk1/ju5l5q2TD1iccTVAs/q5KnvhYXtd6ftpX92YjzT6WdHWcIFgB9I0uQE0oZVVlQ
VQ+qQMyBDScIcds+ofiu1BzuEFIgnp4V8/HUqNnJPNkUKqHTBpVKq5hNdyiy4SqVQ7EVudoH3WRO
F7hJgRYc5XRU1oR1Mspbp1wfk5YpF2U/5lmz3PWJCzEnfkgQGPSyNnlaWWy+1qybdk0wntMFNARu
Zyt7wJy35sySDM2c4S0/rz3UxpoXPzeNUBujKgTEsZenFZR65bTEmxyz341lK9cjVyJopk9j0gqQ
5lg0CFVP/N9niM+MmlcJooU4vgG6c3WWpQzcSxBpvcseTTFYbfZwHid20HXxkW4Ml2GGxE6tMb+N
UCL11DYPyEdOrU650ezmNsVxys5KWsoG5/li6KRsqHyqbQNxutmm7XIV0TT2Igo3P5byMOzUz0z7
Ffjgykeq3Suzbo8bzam3zWTSLYo+aLL/kor8QItsEPos6yEPn+oWYkJcJEdolJGm5cN0ZipddlTM
7OUyJHAzfjkc19x9pKvurWvOTI0zvSTqpPoq15YTIWWXnc9ObeVeC3HbB1RB1siEzU9GufijMxde
UWeTvzpHb3pFvGH08lOB+jympplIjQ0EfN8uoqrt2pKJowSWIAmBKEmSplmHix09pTXRk4P16fcv
9tnnYu/F4iwD3JwGBEtqf0Auer3smjBXgnL9png5BkY3pLZ67EYbKZdPvWMfNimnSpEbuyF0ztZ0
UiwE9AIshA+zngSe2b2/5kzqSAq0vuWWZGDWswfcmLKgIIYgTHQ4J0MgodYfViJ/aur2Vq/JdPqF
uibVL3EHd+FCw1BIkposiGNfxEm+GTrwGgap45puKguZQ0ESLlV2J6pd2UbmxIB4UDuyNoqW55xu
aCEyLcK5diRbROF8yrJWOdBG3rYszbN64d+kkLqdUk1eV7jNJUh0rRiIaGXRhBzjX09Gaq5o5GAY
Z1XZTFMMhdqVrYt6Q01gRWcIJQJOBdedlTWxYybLQ0NfyZjLAuBLmluka7oNyXN4FOFncff8+v6o
xXZdFfyzj5B6NZL915Dtu8dqJQrK/V+13s3f7Mj/HkRHCpIX6/ynSe3VPbyGv46TrpN/3Zdf/jp7
HBL5uvnG578334B9ruN0OvJUgagq0/X43sYX7zBP1FZ5zNUUAYTojzY+lEYN3DvId7wi4FnRQ/jR
fAMjxQ9BMH0Di/4BIlT81Izg6hpdPKRRGYVaK/z1ZdcqrZNZS5xIDdA8T0+tysje66WOEz26P+Ii
RQUH29YqPjKrRIs2ulkN0ktliC4wpl8lw12lm0gkRu1zBblxqzKyvEnmuawgzZjzmcBTjvUtlobY
ZhbKMYK/d040TA/oHIPtLLFo9eEIt494EfTBi9fyi+7YT/gPlAmYDK7a9XjWAGVYH/5FS861AEqX
47QEEYpq94jCaE+TZiknKUi4xHMVID1Q+7RDBSeaK5eOloZ40ZLcLs1waCA73n096P5oQ/07DL8g
zr54U/+wgU76z8kruMPzp75vG6Zf9oq7gSJuPEMWf2wb7R22ijSz4G+RLLCDfmwb4x0NJh2E82o0
xqCZzfZ92+jvbPw5cJJRLWbG7K4/6Vn/DCHEVowVCS2FXQrogq37cmW1s9mFNQotQTLrW0iBibuR
eBxvVbaKSy7xGY3B5gruWneSawj1MJ2S+S6bq2PmISWybqaBQkpnz5flAvfRMwtjuUcbKT7pxrE8
WSw1zREzaxpUdMK4PxdTe6IXrnGRKcK9h7OYXERzuLxXkkTzI8eMm1M5x1A7Hco7TyJjvaATMKvb
AnhFuenMZrjBeoY+m9pTXOVhcTB13/j2/1ne+yOZFbz/z7Pd65bJ7pf7L8+Hw3X1cB+9Hs2sn/6x
zA1OhdWwmiVNCCZCfT8doDCtcYtBPaIWyD6wlr+PZqBLEdZWwgD6K9DUyZe/L3P1HUJBqqFyaKw8
OwbAf3A6cIlXjVuXpW0x/wHfC4IOyYvXq5wBdDQ1EZLf8Tj2u2Gg7Bin6S2fPmetK15kidjZYMC1
gihNHeEJ2vKvL9OOiaZYU4YRS5iG14kO0mSTo/3Tes7Yxp+y2FAUHDyVxgrUOZ20zTKwjj2tm6bz
2SyTeYtkBeUBxIYBsveChN52TnpI5LoF6VjGqphOat3ozwtapvmG9HJ6MNDcO8JVTMl20VR0Nwyn
GbjSiVHNYGjETCqXa/LTQoVwgapeFB1La8GSETo3zaSkp2Pf533b+cShGaqOhpM7eSNp2GGIuF9/
mFIrX6Rse9L9oZ7OBsjj1sZleqvsJmtuWr8JjfKkKMHzIK5U9hAX4B6jB2nweL6KpvTTaI9N5Av6
f3QB4uQmQUw/9QXSZjeNyI3RB8uctMCIyvkEt9hUxw6gNQ5FmoEdpBRZPGRkh4WhmgmmuWhyZL1W
9UrTr7J4mGjzVvNKY+8RS2Joe43R1KIEFePAsxjFS3rdoxlf0mMdM0SK83CrlyWizOFkhI5vdDkT
hKTJCiQRlUycKUMmHrLI0TO4I5Pz5cUm+sVpvrcY1xIRoBrFBHEdIo2+zsJeHOYIKnfCnluFXoF0
D+SE1qSLUcH291fR1oTn1WJcL8O0kwoJyVIAvq8vM5eh07m9xJBQluMhppXv5aCJoOoMeezomFQk
GAcda2nV+2zb9GQK0Tj7/T2sacn+LYCJNcnyMBPmv1/fQpTWIaKjNcayZixP86nVDxKZCEqfuN70
CbDM319v/eb2r0eQ4cHZigSVvet1ho6YAaY3fl0AbEJgsQvyDqXgsrS13e8vtT/sXd8ilT7XgeHI
d7yvOtTUcZhIBwPquSsTZdeIRN4q84CsIJoAqA4jmWYuTCpSMwMXLi8q8AyPI9oj2VYHwXeCfHfs
+FNZDefNwH3vQsBiLpX6kPgdAnKdD66iSYKa7eP4MxjxzYQO9zGgjuwyRtAQuZ6q/epv9kcH379W
Bf3P5fdSibx41f+Q090k5We0ZJ5Pvi5+/Osr7TcpH1/XR+uv+n4CwpgDZsAU1GJEib0Vi/PHCQjQ
lYElyvqUQExMf5yA+jswTGCPwLDBMXoJc6LeAkawIqBIAWlG/ZkYzF7QoSFm0BLT8Col38OnYi8a
IOfZOsoikVkcSlqiY1GSXlnugNxr7aL3Qi2UiQ9Gpus3KdOt2BO4cV0MXS4/qF3jqchX0kaqRLg1
oLmmTNPMlMa/rSL3MVUnVF9djLy2iK4dC+1eZBD6q7mrinnTozpxkErxhhel2Itv6xOx92CdgLRV
+Wd94hdhNHEVNmhaZgG9PRlEOPJeGDXiYmmqx4hXSwRLpGRc4aIjr85Vfqq30rjsnTrbMQ9Bo1Lv
BiT3tYuU8+coX3s3fYz0qhWZyBfI+aArW3nwYin9IvSv3/KLALXeMygVyDqM68HaqntFKsK4qola
c8bwDpWYblymTTQWN+NSDn5S4FDShXL8Wqv9M1fiF18UbTLky+hc6Wum9fqL4iW5Ojy2NIBiIz5k
6XxTI73haT2yEpVtIMXZWtuUNMxn0p9s675037B+eIZv7D83EDtBCojoGJzp17dgNzWCzAO3UJct
bjF6jDKIoZW3k6b3fm7G9qkqaULHCIHsNCVVNtkskD2ZO7q38IWOY5r5nl5nn+tiVLxUV9Q3vqRf
0NVBBq2BnBOTo2MfW7AAIS760uZL0m+S4bSnJ93SUgfK4A1oXzYtYprpOW1Hf1GnI1FYJ7n+BUAR
+jVonIZmMIudEhW7nL8uvRPodgmM5dPspGiIfKwn24M+s01cfBqMN7Aze6fsuqgA7MDdh/VKA2T/
1puYnKugtx1IBT2dZWoRNUEGHnrSMjLFWd5ytd3naHJBC/wVfQMSjFXoY6/L7ZiD4faulgaGUObt
6OTHKvbDuwq1mE1eZOEp7dKHvksRlQcVsnGyBfGaEQ0oydzIc6Rl7bpw+FMLxue7guO2ZhuYuu7b
cjN0bZlYcFduOw0+KYbwq7prD4ixVTAroJie9/IfnZX/Fj0QkzLmn4vED1d/3aC+m5R/Hf4/9s5j
OW6tXc+34vLIHkCFHAaeIHRkJkVSnKCohJwWMu7I1+Eb8wNqa/8kxS0e2eWq4zpnsGOrGw30Wt/6
whvanC7iywNyfe/PA1L/ABOHkwcW5lMZSBD4eUAaH9h6OhxGvPZWE3LOzp8lok0DES9gmu6kshRW
z0pE6wNdMcCZHKhgh8nB/m9KRLA9QN4Q6GQzrYf0qwNSQuFljEoVeeVs2KjJvJ3tMHj2YN6I/q/S
U8ZSLy/xKj2FSq844BhCnGkRNa2nLZahgTk417+/zOt48OMyJA547dBbem033FG9RJ0sh36Yj5tK
L06qChFnw7mVqn7/+0v9EtjXa1G/r85n9LfwuH4Z2B2jEo28zKFvD8MxVjqAJOt4GPmjEBBKifWA
NhwrtNp03LaTYj7rnvjs2m59us44b2XEIn7/ndan+PysefpKOCCvnWWqLEd7+ZUUhMkwqprCVcn3
qtbyXTxGSOX0x2j9YRGew3r0HVvg9y756njT4YjjrwT4qJCju3LmslTrU4nxTp8CIYkQ2nLeSX/W
j/zdXa5r7Vn209mgT0TDXdYQgFI5PsR69k6y8hbAkLYM6Ske3OgUvl5IqTUPFSxQftywuljk8gF9
vp3EtWjXnJqFfjqY/bHtkJ/uqgtZf8/R+teuN4sL4RgFWRyVQuv1lhS60asMpBAwHh5qXZwvXeHP
bb7LSufEDpPDHCWH1HCuRiffNYX9MW67dzxU1XWxvH7MK6SXhiu1+i+jRiec7UgbCmBlRbQxl/ST
KoqTmokqZPKPTMP9KonQ2RoDLUKgTgHCY6NLb4P07RXAL0BSIngv1Nh7lgKSE/0xA9KCS+puqEek
2auL3y/+db/9+n35zUj4yItfQ5AbUZcmXjz8ZLN52rWpl0tAXXH51UbnGnXxI1Sn01JuP//+sm9F
NlhzqxYW5QrGbC9XYxFabLixZDWW42eE9C/qagiEGV/9/jJrOfTL7ZGlQc4DLMyx8CpIa5GN1WKX
hn4GayKrL0odSeiCIXPdVWg4G4d0wJ4mijZyJp2sIQZmR8DQ8QTE3slY5pd1uWxRKHOlZPEnK7o0
szEoIEF0EoxlDeCcPAM7SYETVfnOqZtzMAw+6nQIMhaQo7WDjHwiF8fBZ/v7e4Mz/NbNUT8CIieN
g4n98iEusW1nUmc5fqk4N7FVXKjTcKRpeWq2oZ+Hpk+DM3NVDS+bpNtPZh25XfbYt1HgFOkh1XRX
qpJP0zTi0hgGNR2EcTpvWH6gVr16HjZ6aHigevAAQvbTErh24IuT05SJR3O3LOnVLFiXAonyTAI3
jISYMm/Bru8mdYCryPSpjbZlYcANH4L1ScrgQkKVyIo8p9KOn60WSbbG2AmeaMT/j53xzGia87B4
AAVCJ67d411wgmLTpp/iq3kEMmc4i4+KAQojAwIqUXHiWEMQtobnNOknht1wiFH3L6oLdvlJP0ee
BWA1wiWoM/NPzdwdC8v+OmrSpm0xs0pMb47TwzKpB1B7brgsPh2cXTn3G0MWj0zLDklaXgwJwG8p
Fueg0U/taN4OZrw18C3EQBt9g/AaofhHqdY0rxbTmTqybXX7tlCSK8Av50mTG369ZDcDpseuKPOL
1NF3jg7gO4qDPurObVva91ny1QbwwWG0raIkyOsBpqJ6l6T8oqZ9m67ngoG44OwEeKCbfRoYW0M7
zYRNDzMM1kBSmd9jnu0ad9dnXc81jctAbx4YGAIAKPlfmvEVoRYMWMKCtuu0s8z6CreUE4FlXLFY
19I4HvNE2ohSOlk/qxqWbbS0504WH6w4DNouP8ED4VCMq9S9MW/hWd6gGhwMUXxYBSRWoGAhLR9D
zTg1DRaetOw1SqQu6qEdAp5ypm2JWQQeBbtGci7XqCMl8jZStFM7j7dAFQMUD3b47bh6jxFGibma
VjulBz3o84zafGoP618u7tscmy0d59y5NgzzY4tC2IRnIAGTBTIqxUnayNsa+QEUkYNCafdtg/Bf
qFObxQepGzdllh5MIwpGazhqFeijdvbrsNvnA/r544KSJw8WiEsS9VchHWi7EefoPAaVPvvYYPlR
U/jlyHtw6UOcs0OZWvnSlgVWPDJaGqrY961+WH/qOOe/TRIrW7rFA3U/6mMALm0nR/hENas4LTL6
0bQZYst2W1Ai5dDvuzG6Ijk+ZPPiw/J9WgPMuQ605b/P2UIXEWBwvPiWGl2bcRzoOacLB6up3thK
D6wZ9SDwoBGPVaw/TYSItkg+tUB19IK+OOtkwI3HUMKPhTq9E6HeCvLYQ1IjY6dKofUq+C4Ckxy7
Ux1fs8W5BXM5Kqdtb6jvpB2/NHbWBG5thcH/ppdGy+plHExDPa8bgPiAA7PvMbtYmBHwouoiN2a/
VfRDMhe7fu1fzVUfNFJ5gT7t/XqmykZ4F8OoBZRWXJl2d4do+0mItUE6zf7vw/Uv5qg/viXy6fQ1
SLSfaOTPEzBoO2UR2o4vKTP+3Iqcu7OzfBkNfZeq2mHin5KjHABIfl409RSw5NaiW+VG1Xs82Dfz
JPRwqMVJlJgjU3M9zwVVIx9zLTcdfx7jq6Szb/Ry+dxn87YrCt+00ITRumM5No+J1XmNRbAAa/77
x/Hm2nj2FV4l3dNQSEXLwMM3tOnMavDXiiuUH+i//f46by0OICY6Uuh0M1kjrxbhkDeJpHaag6pD
/qmW9VPQfQBUjV23OE97pBzCwLJmvycMNVp8P4tzfPs2GlHICcVekoeNcJyTSiSHomfbxv17za71
nH6Vg3F+K3S6kLHiX149CzOaBQLXiuP3FRzreQhijEJaSQrSDGXCfNisuOhewm8pAjeOOY37+2f0
Rv23MuCQRzWAIjKRfLkcpNTS4maSHb9QHqY2DuxQ/ZKQB+Xle+XfG3UPWAQai6igk5a9bipLtW5V
WY7isJrui17DOV3109D2a3XearVORP4B5PrHXqb6JOzyy8Nl8wM0IgIZr6GduQkztUu4JPyMIOPg
6A3DswUKziS6QsHyzsLmZ31xrTpXYHiv2TW4nmy3roiZokxvjMOsjcGsD+jCqDtjznemmZ8gEXNA
snnfdtH9kkwAguVtXwxBMw5Bahb+xHuKaQgssiARRac0uk+KRLqFgnU9ZXGQNu25MqfeYDsnScbh
FxuHTtDYjQz0WJJDW8DwEOllkY6uNRi7xkwfZqoqQLi3ct6cCL70+v5uGjZzGgddre06ThvwR6gt
9wGCvwdpiu/XbKznemBNjzjmBnXe7YcyOp3SFPHz7lyfw2AgC5whyCog2G3K7HWXoOrAeSjOZSIm
Jpm7NVkaxx5ft+g+0iVmVStcPz2gNPR9sLOdRq2s99NV4ywXfYlsd4ZCvFmTIibtXiEPXjMti8O2
GwZOt3wXxlIQyxLO4DgcKtGW0w6pgemLrnbHJZrO1vg9C/0Qqg9JE14tdU5vUDq2DurZIVIZayoS
DvYJlru4/J2acfmg9NE2hN7UVOGt3JKCm/YJbQhvHgxYI7y2dF5bswqc5DIi+2zIeq0KSGbnnMwW
SpwiPoxYU67PcOiac7mIrhy0phXV2a7vSxYSQ05UeTJ2aHacSg5/jdI1LlrfJ55flfbHwr4Rw0yl
Z3j0PTcdyn6wVABKz0Ags8usyn3GO1eL5QSiI3/Kc3+U5+2ayOipc2vjhe6aoXbaShPASetjSD0S
Ot25Vc5nQzIc9YwDP+U3Za1FOFTIWXFimCBzi/PFSq9SQdLdPoBt8JqxuFh7RnZIWmWMW6XWDmMx
7OsZlDGnUIf3GS57l8uceFE1HkuK08rILksK1tSBCiAJHhtvjlGkOix1fL32QtY1Yk7A+AlTw0h4
Yg2uRyxUs/1sARJvl60uF6zXMcCVd28SXbuQ9QncRxU4+8WGt/42An9jZj+wpqRrq+IBSZSdeLuh
Mr5TBJnceMOW/vj7YPfr4QepF8otAzfoqjTuX5WeDIbSnnt3eLTS9VoPqHp/XMgq12VQpvouyaJr
y1q2iT5v25A0UHPeKUt/Cbh8BZqWJl1DaJ/IErwMuJXcyELWJscHYxsMZQfYVQdeke/m4i/g3W8C
4Bq9XwTAtRmDIoIqQ/+hBf/qfuF7SbhvRbavG+lBgp6FQzAKq9hlXVny4msLaXyrZ5cIBgSgP7Zp
o9w28fSA2v5VPeNuRwf2ENbSyRCPGwoZV5rGz6aeeDiSMgGqKDmJDQpDNHhNZOrSCjPMksOw4IXQ
2Wuasz5cirS6jrZ9YuyUmaIgASepjtvRxE6TZtdikoXBJ9uaNZSpUUdFvsh2Ydgf4aocKks7hdV3
MDT6R1ZyRf1x1bJ1CjGeOYyAxDyGkKBHF5l+kv9ZP8VZu/QTMCXwqRfmdNFdai+xa5rLWanMEBjX
CjQnRmlqB2+pJAouxYkuzNOxi+9LDVPfrLroRFG69hQGAgUttyZeYj5DjGWtlhSOaniF0/Y1BtJu
OUoBcfjp7js05fNSupY4bFcj4yt8L5jyy/lO17vPkoi/zZMJHczWdmZZX9hmvx/YvhKtCBgrV1mK
IbU0hNeVaXiKxi8QNdJJkUV3nUZFSOVYDiUmFc0QEAkOUYK7XJIeQru86AyKOoPjKqZYU0tq4GrY
RA14lzaKrppOhuix0TLOus4+AU93jX7PgZbZpRJ2G3nJTxpZOyDAcWpTT+eSE6z7ooWBpJU6mjyz
zzI7zBT7+GvtAAnuemPYdHV8qLEFykR0tYZZqKIfsfkD5Nd7gxCAdGrJf/pwJ90lU54hd5x4Fnoy
RpPvOpVDcVnJoLzQry7Ndnet1sZ6BMPG1Jyvlgler8c1UIlbCVZRo+10dJ2w7csAAH4H/VO7bc2P
q4cQ46UMiuZ0ptmzb3QGuKTyMcvs60T0Z1qeX4K22llddbIW3ilBeaGQquXucyxyPEELXOAyaZkP
9ZxfQle7RZTmqlXtq4bgHDh9QcBibBy14ce1xI5xyPMmqCGS6Dd4FsDWijzJzGDIRIGJj3pfGV4/
MtGqqa0rKUBMey9TJ0OOfTBBTq75dq44DNaJmRAdw2OlaAda/ofcgo3bkp00y3SWWchiVBa2e7AL
c8729JNTDjCC08LvGZEc15NelNE7ufMbkQN1AXJmwKZkT6979WiWzsXcIpJvOyPZEQ+Tg9dctyDo
rYzuxO8j86+XW4n85PyIt6DAaL4aDciJic4SpEVfyvvjmp/EVM12WT6uK72exncu98ZBADzdwS0O
thpAxCduzrOCbEaUyETlyfIrgn5OgS0S1EyyRYZZgze1kj3Ic3w92tlJEhfgkHpvcv6SnPyjmeC/
DT/zf0NHWL/OvzemwYr5/+chIayzx0R8Yxb45M+0mjAxrP7XaND+gAYHDldIJvAvT+puP0eDzP/W
ER/SGrjGvNSEUz/wJ1nKMJfxRmDo8C/0KP5LKsXhKo8AF4A3/8lo8BeQNLAdVK1XOQzE3LnYq84s
VsypDL5E8euiU+5iEyG0qdMnZHZgZtG1nOwGOvriOSJvbsGiytdC18N9m5j20XAabGzl5T4cdQiq
TWb3nqy04ZeqlbFJRhiOqfmYK4U7Glq8afE8Bse49MFSyh2pc2Z+7PsIxbkRivKnLC/t06jQzW9S
EqW5iwprs58mFSu/KUM4esQ6fTPbKNHNfRFveDDAO8dqDD9ZrbJcP/sNL34kHc9VOF+Xf+tjoRsE
Fh0PS/gdr3a4yKMFjTVV8duhCeltapWfl0MdGK2GV3FUVvsWjlBQSHgyP135/8E++/8Yp7bWtv+8
pbxePH55fAnIXt/xc9puf0CzaFW1QvgG+PUafn9uKecDCjrQZdYcEvGtVdz957SdLbWuTwbx4KoA
w5DK/gRkA+NmCgglAcEPeo5Inf4JIJtv9iKNhbvATB/bIwUEl/6LeNucyDoqBCBAYdxJX+GpxGeZ
wOv3ONRChiOGgxQeT+UGNzE8ORf50wKC6Ti0k+WAm23wT47w+57tSnGCpB20ywTktbcoNQqC+thi
Ea7XrbiOlEFgNhjiWDqklbVTYocBYomH1vdhkJM9wKvQCCq7omopkmBIoWuc4lR+zGBSo3mQLJ9s
vRENY4qxtQK5pVSzYzKWSilIqfSR83sc+rzwU9o+MXUprYipC/t3KI+vS4x1q1Hj8DAsBQ211zqz
mGCkoYyBuI8W9KGZcXtGUxq4njWtOgX1/4G23b/tGPv/eXuxtv95e10/fn58eVzxx3/uLe0DSDaL
UeeTkcEKzfx7b/ESpn9/S909R7IAV8EMBfiLCZoTiwS2xM+9xUsYGrG3sHjhvPozHaonmPPLEhG+
EVsLeCTNaY7Ul/UoYs2mtYS2iigxEP05s3ZaUzrYmo/f1WWBwXnD7LCFzzt+aSNlj9uHvAcmBsu3
sH381k+I4uopDAeaapp+anSf/jx6/0dATq1KY/+8wuCRApt6scjWN/xYY7r5gfWlr8LSSJOuh+vP
JaZDjFFAt1P9/2BN8spf0VvXgAzDNWN1qeidAdz4e4XpcM0MeIEyUwIsecFa/Un05qu8CN8WH88I
HntL+m34b5mvIYAFHtPWoPUCCkrXZNt8Tumrj/CybxNES7tN3KO87DXRoJkbUxfTR3XI7Ue+8bQP
7QrfsmFhvoWaRI+ErGouan/gpEqxncw05x7h1iR3u67AqcNOnMzYwi0Z4aYsw3A+qVbbuFGk1tDl
o9Z+6HKKGEZs8mxsmNuis4uZece4r8ONNUZEo/KKbJX5yORxOuk6RQtdpmnIzljKkJ2PQ0gdO8jO
CRPl+SxSm+qR3krzvQLMAJs0lh+XZdYwoEST6VPllLDkrTlfK+I8ls+SJJs+dc1gfcTgfEy2aPSS
jA1pjBwkCjcJWrCjjg7MmCPQi6t80T6aWaN8ZXqkMLFfkuJO7fipXXmONMSzu4UexYS/IBiOuC0w
z+tEdm/E5kI7LzPNvaQqzTZR8nNVF7gY9qMjDmqsFxlC66V0JnIDELRTpenXOM0kNIJ1fT4Is3aQ
HRhQDQ7iERAN6FB4uZ6hdihC6UIaBkY3TpuAQKZbAhEHxGmQIvoYBmHZ1+XGLLX6tKqTaJ3T9uqD
3pYKrp5mLi5J6yN6CGhj3GOF2UY+9HgaS43a2eeoCJmSl0d2vHgNSvDYsuuFrAYSznp3WmU4n/Np
gAPVaFkk090ZlcdBUhThRXFhg/OIx+4wxMI2d6E8j/R36rQAaK6WXe+i99vYqGD2y4XZMh2jazOP
9c5O9RQ9AvQU9I00liqN3WpUfVNGOoYR6mJ/xLQXEzVIWlbkOToNGtfulDlB5n+lcvSTY0m+rktW
c2jaeuZChoxsRlNWGJPWlUPpOIR9re66Jm82k+5UqCjLGqCI2Im7jIUibOwCU6Fe22NnXZVTF+9L
LnyFmWNsM0YutdkzNdZYFCVzC6ShHT5OmVjFNawUgIZCb8I8LHGJLnAK8O4R8j5t5xBTqGNj9yTV
6DtVBRYoUDddwzSsIsB8AUGLeJHsUwvmWOZRC9uzq9bIdyGPhr+km1ntsuzSZg4ZxSfCMHboPqER
j09OaaNPlsUJUxFleig7ao1aUqUGchTK84B29RYpF2deeVfY3W/kWTifxdLxSU3fOzQha3G6aCVd
6gS13V1XDHkWjGnFttXMaYTjZCI8FDjSNH/PJiX5ZPVLkzAIQTgfzL4w5n1sOvTYHZkI4S5yI74r
yFtroKckHd6CkSmRP1RY2Lg5EqG51yPKfGcVFShDZIXS1O0cveFh6rq4bcsk/54Po/RQtF2jUTzV
4beurs3KZQeCShnUVS+4ZrDr9S32fV4msJ11M0q4HskaJb6zMwdF+1FrTMWzpliOEHGI+97L4I8v
rpOneeS3i56SBir2InuzUmKtnq2LxysNRp+HUu8a1dW7WI+R4Bqm3K31kX2KIdpyYU/w2rzGiOkZ
yXZXyIy56164li2Bo8ILCLVRs7XHdNsh+Bx6dQ5uaFMtlTpuZikiNKEgbmq7GRcKuvxzRzjUIl3k
gVhEiW60XqOLsdSjJDbxkoL0CZspdzbykOn3FdhB3YM9mNzaXeV8rUK5v6d0Zwo04kQxbOl4R+qm
6rvuxplmBG5SGHfmrq87tQw0JCGVTcigEcDFrEQ1kUfW0i98nanfJ2bB8Ew2W/1hcnSUWbnx/gqB
C1p0cMGGcSeqftG2Ub4o3ZUuYlaIJM2GeYFlLcAlo1uSyCsZAmebEe3E2reKNv8qIXvlQUVE3KZg
GEfz+dJJtYko3KBHiXq2BUhjyOpdCTLWNdapv1jgFGcIDPP7GVQAQPFCuFjFNpkq/WSpcDwf6dQ3
Rbg3+O3tpDyi3nSBzEXgIJbRJMqI4Wl/lmFzbLKPi3o41xv5S1snlzLCcq6WKocM/1KInokfhojQ
mkW3G7IRiER5NGuo+WmRupqznLdAGoIkqo+tMO51Wf8KK4+pocYurTfw8h6VCLZNc1pkc+4m805D
KRdo5R6j02BGcxP4JR7C+fmUzEHRxPdiQP8ENnSzs8R405cIdrppMu20tU9ZllcM5IltjYE2mH1a
xpoKKMUIELT3rP4LBsmlR3MfhAVXy+Vom1I2FWNoHxwtvYMYGm+6XB7Yl6tOTbFBT8QdM01H5T73
W20+JEudHXRayQe76G+iTKdPrbd+XY3VjlGrWhVs1Vnss2iO3Li0dyIqNrk9XEEBoDuOVpZSE3zS
yNOnzwuqJF45WvOe92ObE921KciwsNSv83XyYMVHO9NOsmFmOGYvDsEWxBYjbleS+dg60i/jfPpi
SGkZoNeM/t9oKIPlGqK9LWXgUwU7VXTobqmbeNDZo8sxreVDXirHUZEUrygVrKH18z4eWTWEHDkr
91HYmphx2c29kHAGS7NvlekEDW3/PlV39INu6xZpI3OJhTcXdnaLFZ+HFMR5i3C9kqya73ZxSjDS
XHOitoyntAro9mReXCq3DMhKnFTWTCbvGM+rVwIIq9ezG71+kX1LyjdN1dxAmrknnnq0YeI9+s2X
wygLUqOKIJAYHNSNbmkbcp/rxqqOiMs8qnl8N4WdjV+7otxMZcyIvMgZ+9iOiydj76KsddqOiDul
Tuz1RjVdDjGfWbOBAoQmx4TtqOrHohdfbB2fSNyzldNRUWa3m+71GkcaJzW/cTk/tbOzGFtvdI4G
JnAIVZOjFcppquiBFofN1ibf8NWaAl8y/LIegyVfwoNai/q61S1yE3Xxhkk6SNmFno6xW2pXqUz7
H6Bs4laqOSMXOOifejEsJ0sW+VkzenbOCCUr50tVHzdFiptvqQogcvyGaalfoHqzFeJMREO0Rw3j
rFwyr5a6vciRko7L5POSxKdL0WGkw7kxRWeSaey72bywADKTYYBAQ1anLLRr1SjnlTDurwi2WLf6
IK6XGmkwKXLnzMbhplndpqtQBYdZ7LpeRm0rO51FdMwy80JViqvVLrFFks0gpEayc6Fy0BgOQwlF
wVYuzHZOw2JzGtzk/CcXpPwhztSNJNqPZBn3CebKTvylrBl655fJfCb1+BCX1XU/awcTqrhrDI9k
gbgcOK2r5ckOKe7xoo9u85yRjCI2oGWZjX9FMPMECmnQd2F4mgvjKHfpRsohettz6Pbqt1HRvLzU
laCJIXG3Me4NHDL1tl3wsCpFj4xUG6TlgFDleqk2KR9Cp4JwF8nKNsRyxoU/5keZ6WxwN0DyjEPa
MTd5GxKZ1eVL1jCSrjMYsQrzWXcWZCPy0n0t23hTjTVecktPjsxYyjGLs9Foj+UkSj/LCSdtcl+M
sfC5tcpFZdZBua55JLcedk71OGH/2XimPK9jl66IH6yOH2gfLbL1Vcu7c2UMm5i6oOvsAAU7ENpT
a8vlpsp6Me+EWWTIDGeO7aWg29KNqJyJhlKHcVBcmePo0cuRNkW2Sh63dZ+c6cPYYsCbJDqSqYDg
vwgjLR4VvQDow3w6rAPTCk2BJF1RTF5oGED49BJyu0+bSNkZ5gDRzplMjsQOPhfTtLA91jSXGbVO
rXaggum/8WyzYa+aoZX4ZrJOzqbaNi+RKy6+57SH0LuVRX0lJLGQetrNGLkTDVdgJBb+4VhvK8k5
guzdheUMwAjbfNCvazVS8KioMbOGaFfoqpvOU/2VrSUv7iRy/O2KwUJitS979Jsmmxvza6tbbT45
Gi7HUW1bT+m6+TyXamQ6C0U4hj91xTTuOHpkJEmnqKfdDOphcYuSDOkg14xk3NhGoiqYnVw1D1WW
SHcQmaUzMpO5Qb6OAVuBichXpTM5Zuq6h5w4Seny+c+7Dv/GptbvTHz+XQ5fjN81Gq5Xlaegb7vH
Lunbl00t3vizqaWioE7vwILeh2Kevg5BfjaMtQ+UL3jMMYc1NAu27d8tB8XCl8dY525PDSyGN3+3
HHhpdY/Fro8/gZeD82cE5tcd0HV4BwMMOCgCVLTQ1obys/EeQKs5S0uFGUwTWt5sIRE6PUZT1O1K
B63JlsUKjlYTyV0+rq1ZeEWqEfkq1aafgjoHPKPfo/yYbsLFQncRrqbI2wuFmrLrK8m3reoaPxV5
q6XjZTUuXpems/fnS/A/QuPLWMUo/rnz9UN3zH0UXfy//mf+rZifr8mn9/5rTYIzXtWOgLVCml77
Yz/XJJpjFrJWDLCeVutKt/85xMALANYbnPq1E0vP/MWaZCVi98h8A9ElGGJ/0gZ7Uup42WiFZsbn
w7eBa/5koPt8TYZdJCY7o7egLoaKX+yM52EnJf6QfqTjupUjddt01jcHMRgzIQcDuSgFAtU8q8ck
sVOTm/DEFraz0WcHMVLV8ktH25dzSirTd7edXEdeVlSnDt0US0JQMemkNXEPyd2WxXKFIg1ba7Ia
t0wnEZRG9WmWG2MrZOtgDkbxn8u3E/PVNxymyudLcIVHEH7eW8A/rG/+y3/biEfEIv77G5/wr2XM
QG3Fpyks5qdI+Pcy1j6g6raOdqBrYZm0tmx/LmOG4sjtWbgcYbWHGD1R9+e8wEYcidVtszMgyDHC
+5NlzHZ4MYpjdL5y8024LnSKmPq9jKzZlLXdxAHgz4ui7uhx6V6sLTIgoWRynz2mNybGv8K3uRb7
EsU/iAQW1hsvr6UZi6NMqaP5abuMO6sNCoEmBX7wuqfhlBxRBLrlgPe7MPFdqTv6SlO+sZEZdcE8
69vueyJHgL2zxfFtnURBTmJfF+WJlcnvuq3TSX/9YFZY3+oasvbN7fXBPTtyVKoXJoua5reVdRtl
C0nRYOcnth2fVs7oTvVA37K2P5q5geJrs6MsLbfphHZyQYrpGhICxHWfKTQ37c9Z0txYQFK8Glng
wmpkdzJ6zVfttGEzS34GIG4zASzdRrF1AFoz0YQFIWuMpe2n6A+2pVdGdRDZovFGFGzRvq6SjaKm
B1tOjwL+v5YkX2M7vNIaKDmhId3YTXgwwsoI/vMYeysOoCMJ5RMqioEgNUp8zOaeLXf/sXv8C8+y
6oH+j//q5Uldf8PE5icV/nlEePOz/ooPJFTgX9ArYixDhrMS2X/Gh/UlBI3wu9AcxuUIDv0rPsjA
X3BBJgQwl38SiPk7Psgf2F2qviJjcJ9GquFP4gMgm5cb4fVjsFeo17ON4ERt0ie9nu774hijF24p
3wp6UnqJ33lcugAwM8tXR39uvHn52EC/LANH+KkR2EixhIe8gg7i6pbX6UEFYO8LCEtd3jvmVdNc
mOHZ4mxr1KfznbXc2f1Jan1N0N+gtegm3ZdGv1T0kzC6GcJ9HPmR5SmwnozHJL6m/SD1Z1Z9aFRE
zS4qyuT0YmiPGX8/SuFxSc4hBdp2iS3icR0qqMkZzRzGN4u3dGeWvo3Qzpazz1YJNhUe8a2RnFfS
N3xK3V4/E8vMWInewrCp89MivdCHvalshvBoVIFZ3oDio4GnNr6U7mCGxeOjOjSuqOjfh/Qq+6ti
vo61m4XpananLA9Dtrfi07DdFYCo52M0bgWfM4Kp32EKZjgn5mpPmN9SVakZNAC3ys7BZZvJRjfO
Y+cEnPo6Iat3E3DvEduMi5mRCXYo8WEZPkkV5TYq2yBC0wtLckNtZw07sdz7RrSTJqgDB/7Iot/F
02Wf3dQkvlJ6LIpThH6Fft2012F+msY7CbpUFsR0KxFNx81l8bt0O5sHhIFBZqrZaa1s1HrbxD+4
1n+E6XkbFffvsORaD0tGsAg6QbJGMYYC53eh4awS36s8+0si43lcePODfsQFUt4PRAWdObCurZJS
f2e/T6+slRCKvMAan2q1v7IGjCd50wqYXWlpP4QTf4YFEMAfVo42/oxoZiAG9Udh4WVBhp6p+fRJ
ZChI2HFA8u2eB4Xcjmx97a3c9QdkA3FEvV/eAb2sVcOzA/jXS5ABPb8Ek9pOKAuX8FFteBzu83O6
ugBu/HJ5JzF5mQP9cqVfvCQtiEyOzZWqQOwu8h+J8z+i9t++EegJ/IxIVeFX/fJGorIvMz0e4zuE
DnECO1vuwo18U5+9J7j3ai7/1308u9Ca0jyL1Loy2WmtTvEdEyCNecviWhuBGPDneLNnXnGAkXSo
j+EFBYTb72dfnGnQeFzTtzfZHsjVBvMAxfqRL/zz7b/5dJ99q/X1Z98qT6EWLPkc3wl7B2En222q
b04AlSYYffE43Q4Pk+4yZnu2xd5INl/hYH59GK8S21iEqt5YXFY+KL64mfbLCVNC9PI/DkflQGf2
oh28lLHx4fAeT1F565Yt0HdIPAKRhC/78palhnmVnnbxnfIFY11buNVD5fWf6BrrN/Rw9fNsk6gk
d272o831jw97/eB/1aQ/bvr5hV9tS0cVqpCVdanNwapTIdzl9ku1e+fRkpH89iqvdmarQWtGqjC+
o9OJwV39SW4YlblMybkgisCoKSSSN2jvbFPt7euuRT9VNxDC9fVnK2lIqpRGvxPf6UUgyrbbRNG8
BKPt1AxwVOQTR032gNRcFka6GkPu8dJEIUKY3dFSpHVmTLEcDb3w5HiqTnNFP3M69NiyycIeUzxI
pX2b/W/qzmtZciPLsr/SP4AxaPE4kCFuRFytXmBXZEIDDi2+flawq63JJLvSZt7G+EAWmRUC4XAc
P2fvtSs7DypSjtxMuVrbpZ/NaqU7q7EcVyGeN1w01S/q/mVbt55wYvEv/PD/+BP+Atj6r9/wv7/l
L9tFraTWushq+gJT7DLcYu27zzzlnLjT8/qpvJFV8zvP6vUV/75q/vsdf9k3atSLEyPx9EV70G3v
2ot29aAKEte+SKlnv9rq737Jvx6u/v4df9kT4rXspq5lzt4G1Ue7i4OV6VewhOWNjB6CoUgw3W4u
PotgocD0NOaOOHhtbyp2GanxiTvv0qjc97sy4n8XF8lXj78DNl3vlb9dlau4WYNcDOvsl6uy2ZOc
1gOfsbvZjs4Zkedv/KzmPz1EbQVSi8ExHlntL+sZQmKr6V2WvVQuipCom9xTcd/cd9+DcDe39aTg
a87d9sl+246pv16GFwVPcZC9D8d1PA12aO7XW/WBFqcrvPUl8eNgyV1EGdZeCpWH5ZZTKajfHzB6
3uDNfHe6XyjBHXym2/G7uI3d3J2PqytcPIrJ7cfs/s6c/kuP7D9/5z9/w1/Wcpm2ikx0UPpiuAzQ
9pNfXyR3C1uPgBvgHMF8LzORPVDM7xnFQ0D2Ylf1q1D/NN3OS99lN+bv7QNgDRdL9e+eEdeN6tef
+M8f75efeCXjl7FXnL7glLtZD3Lq9c9YhaNpNzQ+EmB7iJaDcpBvKLlvnRth/OYDGP90H/z5A/xy
H6CXn+UJDPpL4Yob/ZC+gUvfAR88zreF92jtcn852n7hvXSH3ietg0WBLMkbDv0pDbvjcld/3n58
LXdlkIWll3uviJN87Y2cXocxj5ufmhf1vj9S7YvTfBx/cxur1wX6t+vHXIs6lG4Owcz89z9tyKnK
OGdhuvMy+INf7wnqNSPnywgVvw7z0GIk5jIRe9iC8ZJ9D97wlPg/f/Ms+qe9CzwV4Qh8hmvX968f
QU0TabXNPHvJntVn9Yd0r3+bqTsc6irg8HJVJqD/qX7zxX+BY/1rXf/pXX8pLpC5FQaC2eyF/PGL
sZPc2/5miHAbH393C/32rX6pJTphCSeWeKviXA9udWJHiMNsXwfxmY2zCf799fwDxvm3n/RP3+yX
CqLVGD5aTZ296FF8WHzy4M6xN/jLzeKzIZ2XTylY3+R971M+uvO+fyh8y89e/v2nuKLf/76w/vQp
fqkwrLUqN6viS3NTRnMkdltUfqaX9NM5JwcjAPl0mghGPMVnmb0z+vfv/gv361+/rmHRprQ426H4
+euaqst6UaqYa4APxy/9/EJAwpG5qc+o3RM/57fWH/3YFQf1mPjd4J9sD6HJv/8QCH3/6RpczcWo
xq/I2F+8vuvoJAKAX/byuv+s3Mx9fTh9PofZmX6/z4rrPdh67uf+9Gm5x96lOvErL1Dd4BAJN3Vv
97pXeRfVk73qULmvZvRO5ElYRY/sIWl4HxTe7ib1w8KteL39baDz/Sb38zkJHyr3gn+J/2d49AD1
+KgL3BNiBLd33+9OVnhsove7wr0w53UNN0Rr4+uR7N4tPjSh8HSZ/Dnovdj3SteLVv/2R3j7dv8V
rBd4qGqwhZl7uiBqcWF0usfJNw+Xkx68P6KTc38WfNPT87vfuo/PLf/81fmrdzltrr6v3F3jPpYu
7+8qoea+hvGeTKo/LoASml7q86qkI7JN/ri8W3y4O6Q77sN5db9P7xtfwT9KfnB/cTv3pvT42Hs/
vDs8N+7snvg+3xipw6fddxLafLjSE+7uafRi7/s1Dp7f4z2iFO/W4PFVeg8ggbzGu3Atr6tjOX7y
eyDOcCu+c+NJ7t5w704P/uSf9oP7GC3u+xq9H73vxdf4V+8LX0r2aK74PMtRpvh9dHnnpEbN5Xhh
5UUb37A4De49NGVvvTV5lcrTfe67kNcf3EB3B5c2kRt8BUYQRLbrLQfN8x6Cw9l0i2h/Gy7u2+6J
j6p50eTte/cWvRDr9ubl/HAsvbN7e7OxnG92B8eTvNYPDjeH4P7Gdg+O/9q6x93oPnTB3ghueBOP
Ssv1YpbXzw/b7z0q0o3rE73prs6KuwUDcbBdtvfT6J5rN9gZ1BINP8XonR9Udxek7vcWGlxQ7fCV
+tEcSgft4Krhh3t+AqP0mLjvqVdFJhcuuOdvwj0k198ud58dl8mYW3sp//Lmh+UFBxHFx+CgeNdP
9qPxQl9msU2eeTnf8EZ8Tk94p0vmBz8D/xD9uBY6wfn7NHoHfL/uExua7M63QR1EPzYv37XBaTzc
rd5p8qdw8pVw8HeFuzuRGeeph2fu7pVldbo8Tn64emvQ+U/Pp4vhvu4s7ojJtyM5CnaDb7nPp+Md
n7zwqcgC4RHl6B7H4PJc+G7j/9Tch9dvVvL1NrLcn5Uf7J6eveD2sLIAz9Ebl69yfz7vXmeXq7vS
9/+4ITzCPb8l3tsaLsEhGO5W33a3YAqkqPFTNz/GLs92/opI+3OTcMfFFgfUjj6ven290QPL40vX
D/QUPPHphuAQew93r5+ze1z8ngtiudx5IeHJ+8dnmV/MjGwu4Z3ll0+yW+7EuTvU3uF3NGz9H5/c
f9rffpkGqZJtZnrL/maxvbxKx9fN/zz1rJpnfilu2H3qnXRP5dI33udjhORk/0XboN2/2O7NtXYF
zhJq3sP/W1VI45+DNHMfgnv+uv2LPFZIJEdLIB/qvRwkSK8jsU+wuj/k4UADar6YO1TKaGG9mgX3
7zd+5fryf3sC/+ntf3kCO8jITb3urzWhevfenJe9xT4YZYF2jnfmxQzFobi0vznT/9Nhx5HRamAf
obH463eW0yKbbG3OXnqyXIPUiBHCgqiTlPajhgJEsLRovGTprN91+f5pFRASgcCD8/w1e/6vF7uq
7AYVJm+MPHAv/7R/6m/zq/rKiUScrFumWN4fl/f/qtH8v5HDdB9l9lH/hzt2Pz7G/2h+/sfDVSHT
D9nX/xfZbhSc//OE2m3KbPqrueiamPavgZOBNIduCM0pVBI4mjUKj//SVTj/iyAqk5ESsGb9P63Y
/9Va5j/h9AG9RYCOgXfzSgP+10RaUtFjIIMgyodx9h+qi/+bkRPH67/OnOh6MwiTQQewFslSUK1f
Dhb2PHXqDEw6oFmzJEFMGg5smVztxulUJ5k6P0oQeOSDVZJ948qI9XD8N4q+fhrroH8miYit90EZ
cmBAjiQNngZJPndLU0+0EZLiVsDLIZL4HsXtNe+NzFiaVkPuGGjpNjIMoSmutXJpYd5x7FrEvCEo
1oz2RpYb3RZepVnp/FgrwqAgn1smSFNnNFowoXJcdOZLbduDRmrX4rkk/6rY623Tca7trPnnXInh
PU861QrtAUZktuLLqUn49GMnOy/AZB67sao9UpStIMubizTqfVBUqOmzNXs2x7H5IufZwHndcUxN
1k85s7XjhpQ2kRM0lxajaawoubvV6DlFhjlA4DeKtlw6Qk4WKFQNrBJJMYSKKeL9OjlHozfKiwZL
z/RTS/PQiN3165b5RSda4sGgKE/lMJ23As8rjG+6xVZ6F1ez6dp5dzYgeu6HdO0exkmYgT0l9h6s
L+nTRIyFmjH8wPC0+EprXRLQxft2kg7Cbn4q0nqnGcVGDHoCpXLJnspxGqN5IhzcWvPmTinVTyfP
da9zSt3Xid5+ElXWBYVa1UHO8A4Yznu9kMvLumxwLmxfmplKF1kbRaBmeevqqCThNHJcUJtseiic
kQhaXbnHQ2D6qGcx+NRJ/FSoa/GesQJ2mTBFIPUYiofOntHdk3rq2tY8Lo+0BFP5e97a4lnFQExv
ZrZG86ElvGlvOlWsHfppGrRv+Pa2xYJsJEKAtcqY1XOeaboTiswYhiiXTPlGqJtuB06ZtOCbRxtW
5zLUSjkgvSWD3lf0qwPB1ybFptdjD3qKSHkdHLsJ7F6pDRvSSTKs601ijb2j3sLXkOaExtggK9DG
OkPUvr5ZUxu1RsUwQE+28T6RRbNic5AVBLVSpzzM9E0/rM2yPWkAH0rYVHsHNsBBaN53uwyLqacQ
y7C6E8wnz8wG85Vlq3mbNKIm5QA3u4OM64Eg9PbUxbn4CQp5IG4Zt5QHPtE8zHWynscE81EfNAIn
Uv/cZ/E6e1ZOVFYx1Tjxkjk7K4t2m1iN5remVnmDLU34JyozpWUV56xiex7FdM1d1uyDqpSrsKK+
lZZth3iUtJ9kkVDzl/LOdhidwrrFW4GvJHBSldNQFrf9DSaMpNv1pODKfl8vMajbplidTydt411p
TFdbdRoT3kNKVrwb46vQu+2f0q4x3qWZuS4OFQbZeGrw4IwivdUbc40sSVLwNSlOCPxcDrGLUyFw
cvPs2DZdtdJLpt9kMQqDoexQt3tlRi+C3Qi3EDMKghtBdmUIug69DsETRCRxvfaFoKTs2MWixgPS
ccNekUW23M2hjcvnlWQV6dgMs+bPwH9O9jbnH5jJgK+TZR3QFOdiaCTF6sb1j+Akc6EwlRFqNTvq
eyVNSGi2sqONjySSm86ObFXq9wh0ZQbXBibhTDg3qGzsc1Prmt84eLpkPcuPczpLR0aS+lNmYNvo
kxQ5eI/taN3yPcLx9kHmPnH/eMtiWNsHcHRovZ0/PpXznND15bQ1OZnpXz0xkZ0N3esfv2DTC3nX
LJvm2+r1FSRz/tGhAt8R8v5RkIV+XGZdOjBfn/dJWi+P9solYe+NL3jIkCZb2BrTTtAZwVQW9rrJ
92vnOZzlxomMsWAYJtDXZV0GbIMo8EtrTcB8AA55mTBSTyzmmx2vOT5V3r/BsPYyWyZphz1/Qm4T
5/zHNWySZnmUwRDu7U5Pl1NCgMmLzK33nfQGZhst1b6XfJDveoLMPnqrrHGfbPlHMWrda13H2+eC
euKaSzqqLqgOtr6lN98KRVr2Aznyj1a/TA/dVkvPmUhbwrWRtufEf7gt9I+bWcHbV6n2/DObpeRU
9LZ1dBSCfwkodYT9gvuXaJy9iPNFLq7X2FRVbvWtKaeDBjU6T73CkJUEQQb1WEpNi+L6oMMkuXpA
jAKXSVM89pkBxJQxBBQ/8xI38gM+3/vVrHdLDQm6sWdKxDlSy35fW2Oojutu1LRPYYNSkPNE9+2k
rw+yRbJQKuwLNjoWuq3c2sn2goWgwRDXdh7q8CLcAPlGmzTguZwwAfDMWcOsGzoX3UkR6qMBHKux
NaY5m+3acE+oxzGzVnaqH3ut6SOa9BxZpkzzTIK+XCtB8AB8PMHpbmK4WFFGW62iegs+Ety46zN0
24zr3zwWavw+dvGX0ToNPhLpgYjL9syzBBPOvNY7xJ9VkI8zq9tiKwbDwFhis0GDD3BZlsZYCK/f
+tc1HURgTZZ07LJJgv2L6L7umB6Z2LgUp13ZuHX75yL34bZaOyDiboWFmEdWtkE+A4smdQt0Os2f
ZlPzxaoUF7WQrJMwltTHRJp4cNLs41rWslcUHIQqk8aqSJ/iGtaqNMccINv+0A75SztskTBVnEnl
RNCKrdEyVoqvTM9WF2IpWphG7X4OYMhJpull3+njCcuqwmRdWXfbKLXBePWTys5S++CdgDzPdpjo
zV5fJ9Vf8UncJKUwEPpXC0kzsx3UZco2aFjSYZKvhoRu3HO/5hFeTzMYFbEfnOte3aTekKz1R75m
EMy0QbubUT5FCQ5sVEKtc1sZQ3uv9ObMCK/EhGOX9kPTWWqU1Ku2K6p4YTBVZoufVH3mw8+xaM5Z
er2bILHexYm2pxq0EYI7s7ovoHNgPRBpdt76qrw4MHZC9uoJec4qyXedHXcv3aqbSHYIDtzbmQXa
GC0VMesNjxFzVYeD5cRokez1DOZmPsn1UBI4qCu+LUR1l8lt421tm+wVHtJBXMHc5pFnDn6sj1oE
QYT1qkM2ieW6DTs57x6JRddpmkpN449mu73XTi1F1mh0/oJbzdu2ZN5PE97fVQPtli2tdMzwlu2N
uleOmplbO+J2rO9lbARLMpcuedNNLNOkuFGcbgvZFxX8dfp1pr/MiydSyan8TWeTwV2rrb46rBCB
iKbH15MPYvWTTJoXLPjoizIS1H1LWCO1YoPZO2vQcBVFGQJAksj5krsHjNOFt2pUjKYNi10U1vo+
qdLg5qWKazPprOSe08HsWwZpjfUypz9yAwHiTPxBBIKwNN1UM1gUK3PioRKGK1Op+/E2r7diVp07
3DDXEnoJe7PAIgK56IsXLm6deSiDoWX/xyy4PU1XXVSsD66ZSfl+mx0EUavum8W6/khIZ/q2hSVH
kml5rUgKHxwrIMicHEgDm2a0KDn2/Zm0K0w+8UB9zDOJLL+fDg1nSG+W5fJMfh2KuT/B127udCIn
vLluntusAweXysuh7or00aFk9BlVZ3uTkGhPGyhAh3U0g3zlhWyr/skT/X5T0ZMRls6OJtvnyQE9
LuvMMNV85Saa1XHXdTxNgNRUd/pq4zTHCRTJ7WK9lM7wmFPaHxKj/7ac8UsGduBtSEv9uhBwz2eF
h1mibubAdll3IX7BT3POmZQl+YdVbjz9topm6dheOu4xKIW67q7GyJNWYEum1KBraZsQSgu5BKUu
01karFNV1yqQUliE9QLhapHL9BkoECZT4ZT2MdHYjxuB+SITqudQfTPxb+ZwqdlHO852biLVIsxk
9cPOS75fDrdvuK4IivjDKkA/SGnj7GI9E3dLbc3eqJTtsUqLmp+JhJyudKbDKC/0J7E2rjX+f71F
M5uBpXCnfi4Jt9HPtWF+2CTU4ftTQ9kqtmAdRiCLhQnmsI3BhstlwU2/iXvJoqZEsnT9UX9omU1D
pTXHWyipSzAU7Y+5lyh0265yidAoXAQO9YOaWuPdJNUQNVXCKg+bpArPaO2cxTbGz30rJAGGczbD
mWrJXcXWkrPZ6ZFj4QnFbP01EWDiFeZYe7rO79R3aryfeNTtcLA/Fo221yS7PcT6jGFey8zLVLQn
SVe2SEqr5ABAKfHL5opu0VNa7wmOOiF1WHlHkKwzlxEVpUIgAId0HG+GznKmAveHbJPv41TDZzXU
NMni5Q7u8QdKhfKpntFnDLq47yUtf0x0VY0mLKpvnKv6cLHl75ZJBC7gmb3Qgpe7SJdNbs6VVUez
TaVVJ5LwhMjrfWFW615pNKxuTvpZLNmNzHV9idGtuZTr/I5Xy1yZOYfCRIPRxb3iDQZGR6Psy2BS
S4zwg6rKWOmFfjPrQ30/6/YQopxBRhpf1SRqIYeTsw27AttooNeJc5zihPJMerfqdDzhbqObTjL0
jzi3u2ctUyofbzN+CmmGbZA12CcKET+jX6vPZSbP0WYaMV5WiUdYbMv+vNglsmlqnpiLCSEiuZ0t
rfa3tTcuMLML4ZlNQ1RqPcxwcAocqopmnMDAVl4KPvycszl7qaQt7rZW7TlTV2xFYpERxXKK91J5
+651Ei7yJZ3ulrUkMfd6DqVYMd1VHwwO3u34qac6SOJOXaFHgo7k1JPWpHaAsUTwcpWzZNAFDBUl
qDHeNNzYcyGUNwNynGfYeNAzo9VZ/yu1zqC/rnOZeC2J9+7Knv1SS1YXzZimHkuYAnfJNOg3uSNo
Lixk6cmOgwUXl/Yxq4u7qd0kNxlMLazV8sUGuLqzdUHYxWRbXgnlZD9PJK7YaTuzbZhZG5rrEt/y
7bKg7Zsz0NVCuKM2Gw9brr91po610ITy4o5Cd27rut4gnqr9Z4Nz0qtz5FBUaHHhGjKVyDiiN41n
c3S3OYEbPEjysTZJe7FHzlBUG86drpXTQ2+rCWf2HNq4aLT1Pm0SJeAsXOya2gAAnuTjDUfUIWis
xNpPqdL7YzcXj41TNfdavfIYgIlin4BvbruqHDqiIoziPMb29L0uBft41ao7qyiTh4qps1sSOB4s
jS69Dpq57Bpn1ABL1+JSSUWL8kkXh2yUUuEmRb6ESsvmMuhG+tyn+V0qNyedw3+Syu+lIfonm3aW
V5CqEhJW2Ue1g016W4yna6hIUBhr9UogcntTJMJ2NYWuaCssgk+wWsPc3j46FcBeXpKuNXbGdqMb
9Q/ZmRTExOl2E88qxAKY3TutWAaqiZHGPvEmvpMn/U6vlSQwJL1y4Zl+NYvWB8RUf05tP0ZlV506
jl/91jeXzlrqO8tczZ+xacMnTZLxZqDiu5O6OIusbNwyZMaJeK9ro7zh0mW+BZ0islbCIWQ57e8s
ivHbkcMWTfJYPgqaDthKh1KBETtCwzW5Wa7XKHatayw4H2irLW4IR/Hl1DT8LcUv7K55m9/Pab9A
HK+taKab5zlGNUdODWPD6Vrp1RGEf8jGlvoNASgPhAJgIkkTlBQkyR8E5VDYQ5Bz3FwlzKPAycgi
1BBuKwXIuaBa1SlqiHK4OqPbc5GP8Xlxit6joCUIZKn192blQ/VYUnr6HK25U0Vb3W+U1UGdKtKT
OXA8STuyxEfVKqL62iWQk1EOpZyn7Vqgcm/lYcfnSvfOQjOJXkN50qeyixJ9yH6WW0aqnoWmei4G
BPBN1UdTW61vvWDzkRN4JOjsE/3LVFvSaJoNipLRFEEu6nFHwLG9M/saGABtm1fiD9cgz3SAtNk4
KN/OKNfPgy1AxCjZ6NwrwpYv7ZbLX7VDDoox2R1ME0v/Ac6jxry9JrBT7cUd17wOnZEOjRqzKB3c
4M+0oOLPsc6bc5wP0BoGq7lJxNBi2annr8wZX4CPFOc5ydrdOPQUNoazNLDtF/1eXeTZhdCyvNmZ
IHJh0u1PEJfpUZDGsCt4cFfeArnyvgfh8DD1MZtw0wpvrq4HbfLUDs2iEKHQphlUPx5CTcqpGZBL
LWuIDRX7BBI4O4p8zD61Yi7Jdi2zxHQnFc3+0G2MsSYtF67ZZ0Tr9J111kypWI/z5mQiSk2td7PK
DMiVKHxdWL3mKmnGQydXpiM5De2ekHCFs1rSOpd6yQnSdpDBK6JIPkq1hfJB6GcGb2rrvCm1p5dK
SWQfgZvz1dFze9QTMz465ij55Sqpoeok86HJMuGNGjm7rSRJP0bRVK4qZ7c9yCwoAdZyaOKK/lnR
ZFGstOyNxXYiJTGJJvqNOCSK+I5IS4WidHVu1QU2KfhPxpRjKU4iluMDe2t1TgtFCyqjXS7cHgO+
h2T4diiERJN8kkf8KRnyg05z9Qam+MsA+zrTiKQdJnnyZWNZfNzfWDjU76oCfKNqzvs1pagsY76t
ViVHmovl40DoK1WQCvXJejJnAUmcdEVPXpNQUWD7zDrWMoW7AW6MihfB6F1JpImXlirjyiUPr+LD
yGgntngBfIKQo8PUJMNDJ9ksm744TWmist2VWzjl9eylUBIPraZOhHuvz2irX5vWQdFgjEGPVaPh
NIoBQ55OZBRA34qrHTc4+e6KFJ/EALJho8l9tOTagoFdCi48dAFPs/GWOKnlqTnYFeiZw25demIg
O2KBZKc4NF08kEnAVsqzXf+crDz304QnP6Hzd1rTzruWnBF9AsKkZloSiW7Tf5iy6B7MopeCrdBp
zWocpLaVyD6tU8zdnC5Qqoe88MzUUAPOVggBrLE4zbVD77UayBhqDdBMdp6/juQC+Faqy7d5Pkin
rJXgb+XbqAc8UpwLQhboStn0WGWl4is95AlpRfbUDoMCZkgDJ2LG6d000D2QZwBXvdaftoSKvi9p
346QJfZObzYnQFVOaHUz5yiNQ3bXcO0x0uLIU5jY//HNWA6ARdZ7p6ZUzgAKudSdVH1t27nXk5Xq
pExm8S16mbEc4lFlymzV4gwOaq82+Yvok9MEFURMObETGXkW8mplZznp7+QVHc1kDauXyLG1I5PD
9OXEpvoz7E/b7AGD2fUrLZ7WA6TA6lLtdA+dzfZEfK3bK6hFC/3fbayuvBftbhIaC2AG+FFraEM4
TnjY7VoM4pME7klrbHeZ7UvKze3pqshggBbV3q4sSHF92KvN67zKhruWwJfW1vYKnQlpnjUBxwdo
QoyHwlbf+tAo4JEqLegWhhMnPW+wB4EbwvKHckEzb2qngITVMTGo05SgCs1awLEvWZDbIjRLcAxt
Khh0x4tKqkKhPVpS/4YAiLMHY2ovkayFJ6Z8jAFXePlqz36V2v1Rt+enHvYFza0GgIOQX3NbS9ha
imlnjs5jY1JytYO2nBDpgWPnLBo5GrkRwhjvLVMwHVnK6UziUoLYwZREAM0sC0GfhI46vU8pSVwx
LZG8ySN2+tEvBvUKXxX2flwIwqN8zKPM+drIRqB/V9OAlp1H6siXJFsuHDQAbmlN+pCN9ffKPOdc
4DYLR9mqT7qkfFsxUFVH+HKG3KUbROS0W72bASodNHuJeGKi4h5ZEpaSzdF6PQY4ZR2WuviehmoP
W+QpbmPdbwr5fov15gAiI7/pQMQl14Bi1ak/TDulv1Vx7lGyidFWrPf7QoOdssY8PhB81zcbaRic
kpLDbMkiUiXlq1QEVKPsA86HckiEpOyKOS+JxCiZJFGwHpMhMSKNUu2GUL4OAbI97/rGIRTF3JzL
qqnfGgS0h0JWl30jtatnpELcaXaLGaBOGz9Jx9Tj8N7dJZu6RnU9vmULj5GbOZkJOnhkS5/3ZTUL
sC4jKXwVg53JbJJ3sQiFZKGaJS4TaEPdRaoYtoYVHpffG1OEKHFfzttbNSo3fTKGm7YsbruMh7IY
L83IAsyMuAiVMn9bG/2O671fND0w6uvyLHjMra0c0HWN+iJ7WLCXLTmjvxbE1G2W8ocmTIBd26++
1It7Jm332tKFo5ruhWH7laqii4IGrVQTn7AVw1GPEYaO6S2J0c9Swq0uln1REC+xtUiQywV9oaR8
9pW8N7gbJpZGNI/5Scg2qEP7QTG10pv06rD06P60IsB34G5Ood7CU1Jc5mvogulQ+iSwYjTsHc6T
rfmcdvWrkeMftmvx1i7SrVGABFb6B71N0fJsyn5mEplyWgyY84pXecvPabyQGTD4PKL8pRRPcgqF
iCo2rE3trCkCsf+6qvuRVNBzEje7Zshir7MzPciqq1sAk9ysYv+fE5hWADQPUmcXB4DeI2VW/Gpc
KwtDooKC0eWbYzO7YgSrU67LW5XKRCdu8Unl2GJMshx0bczewH1UOlgWoA5eEgYIod1aB2CKzrHt
lYwTnlZbLzTEyBNI8syt42G+kBlybDfqODI4MDKYQxbSahCvercOt4ulExuSZ9kJCJ2gk0DkeVLh
4ig1M6LPku1JZTDDQS3J/mCwKJ71Np8/UemABVrou7DI6/IjMw1O69TVesyeL7RVgo3ciWChlJNE
8W2aE+JDYgQZyMijvzgb3EizZ6ZbyT3zPFpPkLisQOOXgfyQB4APeHpTmuix4lt9FxgjneSEbkY2
WQ+ZfU1MtQhf0vvxSy8KOg8MqehZuOOY7fkFParBhqb6WPvt3EDkGg3joM7VvVKZEyMNCSTp+qzH
9aElDsAdZfnWHLciUC1RelXcPpfpeDtP6hOj0MI1BfN/CQOP3ypJt6+3bvVbA6RW0ioczGX04bnZ
PI7NZB1sPb8fNnNvx44Wjq0WQ5WClTXq250KLwqH+9QcoOz40EWRvNfK2zTYvTe34pqHwaRNl4s7
g1/UsrDFVplB4ZpYYHsnskpo0Gogq72qjAt/seNzQYCRVdO06Ak3SId0cHn67Ka0RCefxBD7jPfe
Vt5HoHtex0wxmMT/oezMluNWsiz7K2X9jjTMg1l3PwRiYnCeJFEvMImkADhmhwMO+Nf3ihy6rqhK
qeolr90rJcFAAO7Hz9l77dLZSKE+5d30mtiKZOaEUUoY7GY/L3mOvbtigkHX1SOjoNp+DauyOUKL
xN8bMZ+LqiKidHB3c2wQvdb1pVTzNp90eNFFAtcpw4iqdikVFd5a7R18FP97Mw4PceZw5A4eVBjJ
23yJlq3MlvBKdj7SWUV7m6hCtWH59E5xG6WRzrstM+jipObS3xtn6I5JRdnO+JxmesYhNAphXso8
/uQkYrxp4UldF6q8HEnC2kVtfnSy5Vb4PIb2eaPJOGBIrKxNN+6YXJabufIkHSAmuJUrbrWNcQkI
PxykaG1TDch1PzGwB/VFoVCBLOKtW8uLOqZpbYfAOSyOBZA056ug9h9nM4e7JdD3g4dixI7sT+Mo
MP3nvc//dMVFObvfvIU2RteQlYkYfXXb+trOwS8ZLwGq5HNQiVYQel1jRS1dXA52Z2uLoO/pfZq9
fqmbuy7vHe/dQPEcttnA9B7gXN3NF143RdXlsphw3fTDWBM35ns4nJ1grogwi2GoXg29LKyeVsXA
JErmliX2wZhouaWPLr+Jvqjp06vRfC5o1S33I62kflPSjNQH/lAH14rzZ7er43At7tjfM3mLe3r9
YSrgUDtG7T39+gZCxZEQO4mhLQPd4G4WRiUgd/Ohw5YSSMu5Qv1BQRiuUfEy9Dr3blTgR/2Dy1CM
aprnviqvlqDspodZZgmFKxBesZ3QKLWnNi8I3UoYd9O8D5IpTHtvmO1DF9qSWXNlOiLEcnqvpACR
QSzhMHa0tALPHxWAOsFpYZPMswNBQiq9+F/aQRv7lKyO8ShrFt8hHzHkeb8tEU/wHOvGCjeOReCM
dkQ5Y2uLkzvUFPENiZXflyG4g4xF3uY8h2kdtuVBVaMm1dNHCyL64ThmWSZ4nKb8ayN0f2dVBLKT
EqsMWlKbvTS1WyeGB1s/mDkKnpq8+pLLaB+Kgga4k6VuM5HyU3l3sW7ePFgvFgqcBlqX9O8ZnHen
3Ir7OGU1nMwnv5zi+Ae5PO75+nN4mbTjs+4V0W5gz6w8ey38yTk0dXQASHsAWZEyrL9ag9LZZsJB
Uyy6klEIoaOZgQq5RO6e4QXGqpk/bOH5XjgNCWdySJD9RGr5NJjg2Mulu8yUy+GNsvdSNyu652Rx
L5ugKLbR+Sa1QevR+pYHaXkEQSwJOVBe/7214pvCTUDXlsNJ99R4nI4WFjhD0lPlElpl5ayjIYxA
LHq8IVpFznM2RqzHixte17Azt3QvV6QMAvH3LP3P6zKhU9Tmc6+qt46iY6sWeYAwkh2jfhBprgib
LU0gPrd98uauMSCDbrrpIlkdulk/FUu5XM50vu6HIT4TNyK5F6UNBZcYgbIY2WU8i360xOq3FxzQ
2g0Bat038LoA+Y3Z+wtz8qUYLzJVLLsW7RqHqoFBxLCeGNphxE/YBJPV7Xe+QxpfndchVUL0ZSoE
J+V2XO5zJwvPbNI8Dd1E0D7OEJ06UXIdR/LBb+P+KUq8CiyQCe/R9CVHPeTRluHK8JppAL26JGIW
3ufCbGZ0juOMxkvKkbOEYFJbSBdCH59+wz5roYgc2gvedvqucXxZIqZ5Gxgc0Nw3UF+0Nrexu9pp
WyUBOWaWu9FZ9VKFnD/Hkq2tc8UjWYBL2sRLvGMM+2gWOAJJlTHWTQaqwTPfaBs0YvnU+V5DMYNG
6sTAe1pRWnDvN7RFyasDlWO+IQ9zv9cgjrp7Bbb6s0tX39m3tbOgFlg7Me6B8dknKHs9pNCEfuBm
5oNCRGwMOvva/wyRt2TC2PXPKNsCQA8ErVgeA87JyJM5L1kbNWbVtR/DsdamvaqRC6aDTc+lT/px
q8/FjTNa5kjNIT6JqocwvRT65I7ZAveAg8QYZ2RDyZ7nYNdmUhepnByqrrHVPe5iIi7AvKppid84
9LUYM6Yg2ZE01l5JQpY6f9CnJe/8BysIx1M8Ne52KazwLmkWHG9hIG7UWrQPRd++ujJ3r3mJW8hP
tXXfVc09PKv+QkrLf2QscqB1/B5IcQ7zE1dQnlgKje/f95MzzdvSyaytCXORoQEqjLqMw/yrV3fP
TB6n7Vriwxps60JkHJHdsnxYSC1L/ZXeFPvwMR48670d0Bh0SZSOa3cQpI6ly2D0BSvEPgjQEcW8
JLvGEnCxyfjyATNnDjtzWF3nkf04J8z27No5MPmCFuHry95X7oXrWdhBiE2AnKj3Jq649xqy4x1x
CTPlfMs8UhURBkBYrQECgWe3V9FNHjag0x05qrQTEmNo7Cpywyq4HIUrn42oPnmxy+Y9DW8cgNQD
EjxUDp1+LFh2ob93y/IeRv4TDaJyPzFvYVL/kDfY/DKZRNTf+okSVGwam3VimCpiz6b+s0mahPZs
rU/ZaPPVOIqZuA7b8+lCS01A/WZdEiWu8iAIMDrr6NmrQv+61kENZjkpD0vi7gQ6oDVpzO7cyufa
9LdiQXhdO4XdrkFfq66iYgBS7jrW98mOwx19ovjCXUr7Jp5Wn7eOJyxz0KloSWoQei5wHyIIjx7q
AKJk1apSx1TOjenUV5iY+hrYEDB+Ma67esr9S4aR4423DP5mttu3ludxC8KyuhwkslUIjfl7WJQo
hYadViRV0zZfXd60ZHjUc4ecjaHFsRnmq8iKtg4kyWPjIejwlHEoxsnq7jxwqcw4R+qfBGlG2O0H
Bg0jyh9G76dkco4TIzl3Vfh4x3N8HIqIUTiPSQ59pemvGhfdq6lIteubHIGtL4NqW59Rq7lJetz6
0kK+I4pNgFJpK9uBaWqunW1YZB185jg7jtLvjxONNz4vwq8yWT81jupSQJi087lLJK/myHoFPohF
PFgjad2qWplvYRlPgiXbKE1WmHaCu66Zq8u6DZhpMTEvs2a8tCpNBA18FkZ1y7ZwKMm7jkalV9mg
nar4hQQAQQfFevWc9dH0hAoo2u+7Ss5XWgtrb82B6Uhi5XgYxP77ufl8oU307gh19lmHYDQrSgWy
zY25aLlZ19D2W04g/3PJ+3+TfTlDMEIR/x/X3/rxP/Z0ZdDEd+3//onB8n9//tfxH/+ev3dnJtJP
/0JgbKnW++ldwlkbp1r9KzPo/Df/u3/4T8rS09pDWXrtGBSdf9pHaluAgvzfC+KxE3fN958V8ef/
xz8V8WH4txiYCpLzCAcCsJX/VMTHDlEcpB38M/Hi73/0T0W8E/yNXjZt9wB/ngvoAesCs3ZV/J//
Zfl/gzAItIkEc5AfeFPD/4kg/uxh/U9HCKsIvBaghTbQFmqFxP/gBHQ8r49QTDT7sk4Oq7eXXr5V
9p/cvGfP6oerAJH3PaK1bRuV/wfXYxlzwI+nsdmTe7NvScrTS3RwCpJ7Z+fhL3f/7h8/9K/ZYb9c
CnLi3+NL3RC1HfC5n00fqHw8GtpBuY9ijM+FRddml9viiBT1D37Wn02U3LkPVzr/Jn9xKIcgnX0j
udLs0bJ4rJfn33+SD26d8wWAxPENgN2Boc039PMF4kmUqpGcf/yOKdzndZxDd69aUOifiTdGFYDu
sQv2gWWy4UdDyRs+hmOQ9BfVWI/Lp77WQxhtyGxYAQE3lpoRwU5RxLas/PlTk7Set/M5GE13v//F
f3mmwAOFZ6IqsUOJHX4E+NhLZ/XMm8W+nJ/X5i4UeHz6q99f49ebzwMLpjMJyfDjwfrg4q0Xr2zm
kWtMM3mLwSnoxn8sbf8elvEzJOjvt583Fu+Q46Jdgpb08+2f4Ha7dM7KfRaot97BksVcpFLZSWcz
ZQ9wAThig59t8Xr8/sP9bFH+15VJvztfmTrjg0XFlmGUzzZXDq/zh/U6u1On8m456D9ZoX99V3hV
uIU+SrLY9T6+lgH7qejcpMTw+pVW4BV2l5SQwG2Xkuh6yJ+Sg8Sk+/vP9neSyk9rQchFgUuyFLjs
wn8H3PzltWmTKBtbUi72PpSN7gbm4jHbm5O4CY/WhXPx+6u5P7t9/nErE7QUHpw7wo6CDyuPZVUc
FyOv3Gu8hwTH33Y3EvvysnmHEbSfcTuadNllGy+VG5Ls//BhvfOP//hhsTXxFniI03iVf36GoqyK
Mhe9/b64CE8DH3a5ROF4EW9Jczhau+o6eggeaPNMXUq1mlrQwt/Fu/XGGf0mvIkukot8i/ThMroI
/nBnPoCE/nVn/v+v9nHl1xDWtRm5M5igUBXnPN/jUTkHBiOEQs5yQ62SgX2jnnuMBNXVn+7Nf/V+
gRl0GeOGjGo/IneitluEl+lyT4fqSNTA1trjv0j1Md6B3/tifSkv1W1Gvi8xl3fZLeXspXWBtOqq
e+ru5Mk/0gv9wzv/66pytqed09LcmNzQj18X0/KenvFESMXYtcU1Bnr5IJxILH/A4vx6HfZAh7LA
wQjqk4j482PRWXVWuGHFCtlNS71da3eiN8xjuvxhj/p1KWYhCjCusPNiOE0+PH96dIdG64ELnZUe
zQTmhneFIAgT/eHr/GUtAZMKr86BDnkmaQcfnK1AaJl49bTrCaE+4K4B0HFC65qS3POH1dH95cE5
XypBMM0/Igi355fuLytI4TRjpsbJ2oFJfFhv1K31XT0Gl/K2OnE2vq3u2t1wa56ZTrVf7e//dHn+
+33hly+PoyO+QoxcEfxoapqfL0/eVWK5uibHe8/p+SI7MXIAoNJcuPselE+fvv1+Dft4vdBloSR1
llA0h4gZ+3w7/vJxnbA0Zj2/J7D+dxJ3PCaf31/h43fHFcAQnRFybuB6CP5+vgITQ5dB2lpiQe/S
+K4+/gnr9ctH8PmhVCMIS22whh9vWY5oDl6aVe3ypUY5BqwXraju//Cwf7wKgYTUmHhFKZVYUuIP
z4VFU5CRJoqV1TL53kMVfol8R/3BzvzrVeClRpTMbJ0+Ffh5x/nL1yEsDyqYV9U7d7D6axE5Gef+
ujv8/iv55SohlTK71tlDyxP+d17ZX66S1Hqc1do1u1aMDvoVqQk8l9n2f34Vl5MG4dYcPwg8/vmz
9IOZF6kYISxZRBaNHHm/U1fZCCx+f6GP6xD7/DkSFkIkRmyilc8f9y8fR+kkyTNX8nHmLto47tCm
xm90WjZk2/z+Uv/VnSPWmeLQsXmiOR79dKm5rlVHa67ZFW4wPFuT3d/gwjR/uAoG8o+lBWgi4Lrn
8pM2HEvCBzN9VM0leTIlY+Ysr2+8vI3c4hbRnFrjcjs0PZJvDMhRkyIU5KkPqtww/g0Ijz9Lc/RT
bUA/b+tG2vYe45TBJ4PnbcaO6uVr2kc6/KHW3rulEHbwadTKPuTz6Hz38O4WTKJyBDuh18NqiHLy
Nde46PfktBs8E34wgwIcXLlu6s5Hrawm5CybsvCmM/l6Dp5CWZDYI2TsHPMGdSODXStR2wSZ+7IL
p5W2RqWmESEKDWtzGTWkXREeJnKzdWscBJ8EA8mQ/EMvWR69kMBmotqcYlKkfxbMP+Karhsk6WaZ
+EWq+X4sLAeFFMrLuxrh+nJwjJ/cmqnUT3GFFmrTA89pNsXi8ysus6y/DVMu6UvFNc9+lWXjQzjl
wfWQ2YrRdtRA/Z17ghYZeNejc+BmFqBswjq7nSakSrRFnLbf1hhoaNtbM13FwO7nNy/vvQi/hI5u
wn6a291MrAjk4bYMkfQIg8FaGLvZBzRlsJiZubtp+aX6FKC6+zkbkDJwH89OVLxr5MxhKOs1hhrZ
jPztEGOIo4KSVToqdQuwX1dXnTHMdvpYAxpZlRloS3rIu5TvWmgwm6HtaWH3Z5mayXMGJzyyOM76
kOChMNH918HD9OEenTUiTSkniuUH44yxTyMUl/gj6InbZASMndrkiTA6xY9trWlFjytnz7Cyu4o4
PbUrIlS2jB2jOcnFQep++CaQlcPoccgP2EVWcsYsux7NfMesy3UydvG5h50ohuFM/PPthOUm2o3E
sFjbRM7LS1FhJmTWZdcYetD/PUax6PCZelO3EGpUoRVwbYvBJImXKK9EiUYa42ojn/N+Ls9t3Mkz
VzPTOjJ6pqwvj1G4ZDGTEsbMOxB52PZwuPf7wEEtthKviGRtdEJ/U/uER6Y6afOBt8l4nyOnbT+R
llO/uXETfIs6O+q3nZoaL1VBx8ktYoVDAFTSJLQTRk2SnERnJ/jb38h9EzK1YBe8TmUSoU9gCP6D
Z4vBtGkz39mYLkE33FTqPIFxRxsp/RIU0YVq/bje555HDJXAmEEzkMdp3a6konO/tD28JARh8Xgn
fWKh7Y/H+HlwmTlsBnUeygx9ZbfHs9hT0WxmDd3YK6bEbeFinO+RY5/VObM9EaWI7u8a90h/KwJ+
042tVb3AmV5kcbHkHMg3Leeg11GgjiCPrbYebU+hWh+L0oZh2EUBwg0jsnqTmILm/IDEbE5VImpA
hx6ziTTr1spF3MdMcydEbL9Ubue63JclenZ1Ob/0gYBJmVu+vbOsppqZxXr1obXq6SaOzmK2kVt/
FYDInNIuUOp5Qkz5AIhgdriPYTJthsbGgTQAML0cgdBjnGVXeneXifwtHY3RjUDOb289i5QqpGnD
sjwWy2Rhp2duFRQXQ+HGZAaupfhB1FVk79wKVvCW5429cXCTed06s9OcVR4BM7SOWFRECmU2EjuF
PkBsmZcxxssaZD/KXR6D1rHu3XHWxMqRgYEYobOCdzxGfnKBo66QZ9M3asAcUrnazhQ37a5Gw7Js
GdCOPuarBqMJ+6hz446YarEsJWBZl3YkdKwiq6NAS7Ew53MQpgWoHCRPupXhENznnRzMLu5oUB/W
3GFCrARix3TESNhuZEE81M4v0B5fREWWHca8r5wt0R41NoIiKb8SQphUu8S3THOTo3R+rHmjqk2h
Bzx5sZaTTsWMSHOzdAgH03juHVYlMy55KvJu/JZPkx/syGuqvctpRfCGEYrhVIqxMX7XDJ7O6tBR
AvQVQyhSPNGk4QTeQA45JhPzORn7xEmtNRmKNKr6/qqWveukUxPXXDmuGbFazpzpa1yYZbUbFqcv
cOvHzpz6DKKt7RRj90PJnpQjH931v6C4dYMUC1T5YyAeN9zxpmPxRnGeA7loZ4S0uHFY2jVmUuR7
eYzuaZ3t8b1fhwU3Kl5kaxOs2P3rQiBQ0JnPG+nENqYYQQ39NiHLClNOTDMESF+jK8PNy9DFxaAE
jp3ROtue35ImJhYkShuGlXDcuxEjUUo3Flfm2CTdSxgJ5eE3dJYZedxZH2VNATCAuXajSxaUmQej
b5TPf48rZ6hydolkfsknb+l2OHtQhRRoyKYtExI812Mnyy+dgo2HSSXv3rLJ5C3bWtM7p2IJYwMK
XthkzEehK1KOHv59R9vrySTzWZDKMfNNJO10mcQQZ2Gv80ShuPQsl52g0bdMbJEt9kBP3ghXNP1B
cwQGLpatCUSqUhIrsTRT+YT4YcDyK7GqbmNv1NXG07n/rQna6H3Fr7pw6WJifNfni4f0QVJARAV+
yW44/2dN4t/3JDKgCXr7XJaMzmo7DC/1yuoV9iuPVjM6zq7ueHVxe4MMAQ4VztYLk3gD8250SKoo
mMF/tbqIvC+3bPDF8cSJL8qXrLx2iPeOeCYpvhK9y/ozDIbKik/Sv89h33MzNJq1o6r9bkkHxKLI
DykSf4SzOw6bSPt43EZaraRD2ka9yMZrUEFYY4Pc33enT7VrcBA3WJt9hoWOfBRstM4utMX8mC1T
Yu8y38c7GBrWuYhO0De/zM4vRzSWPi9DXa5vwl6QlY6W3WMTTOIaeTLe7SVGaVR2436iG/RNoqs3
qccrdTFJgbOQhTX4zNCznHBDqeJ6UM2apJFMzMMa5S1EOe2Eb60qsESA/JBpUCnZEiUVZA9dvTDi
F5mOnlDPraiavbjcl04FHsUnUM89mkxCPcGcS0f5akiK6es8cEPu28mOfhj6DiS5eSGz41qrZjoA
GnEcBMPawz7PWuHtOu35VwncGXZvaZP/0xcBI1+b5sVzghHEHDwrD75Uk+LQbXdjQfieJEdwM6FN
0xgcDIHB/hgtdwTGkZpQNf7wmq+jUdveWvp6G4A+/oGAEofJIhEC7kKdBXJjCzFfTU4gEtT7DV1e
XQcscZAk1SUO1viSh30ut04oEAvOBl/QXoOeSXZB7YkfWdzLEHlem+26Eksy6l6KIaCoFDGrszaf
iK6cnLtyFVaVHwGHyOGHGsgDe6ZX7q0ipTCC02UL6xWUgOrg83lq1ltD2a8PFuni03HoFhALnKP6
EJknIqTrubVjIu+bPKsQxU/I/cdCufpQhXr2NrhH9ZeipOW/Q0vFeILDCpqTQcYeqqKKd49E3MGm
UtAY7cgErqLyPiaOD88PHv2zqdFZcR01GaIJ18uLV1rF8Tt6LfakfOkK52ANTeV/UlGbwRKKfPvF
59fN0QW1xr72BiSqJ8YDpT+ma5LXFp6x0eW7PxuVlqsyI2g4QDXThleGxhUleS2aOdnhvLL8cCvO
cckonkGQJLsqLNfvs7sgsTRqMl+VzP2zJ9LrDxVHHCROZTVY10xLgxiygc4kATNTAGm4c9jnsYHE
CksvpNepPNiidtRnFczIaN3Sz4gMx+3qfKniCZl4WJs6P6B7bPLbeZ49fbR8w2pNjQ9SQE5BiIqA
lBt9CpOOtdyB3KoJkmUifYiwpbH4+FlSs6pmyZOKcZp9gSSzfrHAMyeHTLeROS2tZb8mqygHxEu2
1scwQ8qYjnUgZzRiqOuDgzC5XV4MjIaIP22M0+1GtazOPV21ObpxgSIBckCru6S2kkTQR/CK6i3C
Ssd/EI2Nah0bUhMB0W388d3NqxYFnaTOObUZpqiTcIxDXnjL5nzrV0tD0JcArfaIa07Yn2cjR1RK
oxVUaHwrWEsXoKSn8KUkNpgaS8Oi2mTUoep6tCdWXzV5o/yWDFq5O5oNSbWpwnYgP9Nt/fxOgs7H
ZsJzrHc1xKN4k0zoprFxtKgChXEtKsmGeOy0tULcU7Y3Eo/thI4cuZFLRdx93bdIlcVKSCXrSFy+
TFNWN9i4unV6GPIGH58q8UIwNBlIUw4bq8NNj7j4sbWlecCzHt8tE7SNQ4Pu7jVoIjOdgpn+yn0n
PP15yJnBH1gNyEVSiYTtvI6Ncq4nu5vt3RAthCdZgcr1i6tXPz9Ws9vpXdtMQw7uhoTyB1WRKdp0
bonCBSntD4eI4frkG85HN4g0kVVHfJ3wvuA+YbiWMnduZxRc5mJuJCYOXuexwtWdWLUDjpNQTKpE
K6kbjgPwVrZxYbM1Ypzy3zyvsmAo9xnEJDRCuteXnbFK8pQJzaYStGe22Xyl5XITelIx7rdGHjbV
FXm+c3RcBLfg15z8EmUCIuUaAVWc+hNWgZhWPASbzWDjX543pWmm7OS5iPQRQtlsjXWfzd/9jGBh
HJLxp8xaS2+LE31+9gI5TI8BGDIAorNXvPcZJ2aCS4fxFVCixZm7Xc2pjkurOnj5ZB67fu7JZxdF
/q5sH+WjbzW199aM3Zx9klo0X9ahIJjamLK/Tkrj5jC2KmYEFRKWKfVpH7zFq1rERWO35Q93NAPJ
5UUfdF/cDnrWNojzqL3sGmm9IOcQycUydG2/CUzfzJxFyim8bKcFTXfgTNWz34KmSknD0/KO/lLx
XBN92p2cKqqri7ZRwkJlM8efh9YMn+c+UzOIHgEWRgX2gMc39tGzz6jNcCDb/oK+ZdYUniEeFZS9
rFDNrZpD9lhX9prMZjlzilgXd7mqG5aPTSFqkE81uwufbazmiCK/c56LsyQRhklZYcbI2esLyGfq
mqSMkADuUbXlnZ3I1j0hllbj1WxxGDlH1g9JftVbfvcdSh2YEVf16H0bLKEjevkeUYdyI0OMLOSM
+4bzAmLJqGMy75eGSHha7I1IZ9Sv1m4YdDzQ8plX9pVu8N3rqi1W57LMOay+Up9VyRFnUZyncu5n
dYXVu72bapyEKeyKkJOcCSewUNMq29dR5uFdGLpNdhBqiQeKD9f5Qd8Fx+UQj0oeAJggwSJ9wrO3
ZkrwlXlss4qVwIM01ytga2kzeAshZsOEmbjwssE6KkrOAjoe9comX/UsCMTM7HOkbiLuVreT5qqe
iIkONrMFk+slwmT7tMIYEMc5tzhcrbyq2KRWnNynKFeEoa9Wn+tN7a4hzlvOBThf+hx/7uLCcNtG
ItcdloAg+Tqq+KyQtagrNgsmh0+6EOYlxB/4Rc81eJU4Eg6qanvlBbNyYZE3i8kXEDM5cPXdik2X
N8Abpy1qG8InakhpaIkqkScpNx3/XmaRNL2p6VfYFzmnKG+zqCF+7RLsjpt8aPJrt8QyRZhS66xI
5Fwljisgv7tMWtHXzBTZAz70LLv00ZUt24xRzcEUFu4cH82Y3FZeFccbzjJje5Cc3U8k9Cwg2itV
3JUzmcqbYG7NqciT3toWIQ4wTPILx+Wee+1vmnqknbcgV3zCTYdc0UeDh4wuHMeveTsGj/4cmces
qQy/OBEvY+omo7Nw8NPzt97vF2yvKLC3eC0IbZ+bcrxwhtqvU4PCSO+crIOZF1n2i5fx3e1GN0Dr
388LZqQ5svhB5TqrEFEJN4hAyno8h9sNQm7ceHXuvKgdUBuKgV1xXIf+UQ9dfC/zorldWiYF6Krt
6kuyevbC8720Aw3qYkQTVmTRXe8JrEqLBxdGDhFmk66w1re2DjEltzoPr6vJptqPAkNLL2rD8Kas
MxUc5rApgHiICdn32KDfSJNQyjsdzOzly4DqaoR2+KPMG85SceHl1q5Djgt+PvLP/s/KjmmwxsxL
LjJpx8EuKFTL+b6gQUDBktOZGXunX1LOUQk6v3UAcccPZ2UZWz8qU5pN/lUwjSBxIKOgv7bl2sPi
DUHnoOZOCs4RQy5i9JgkHbNMEUoSV4X+6jSeU6RD2+VH33QhgQJosx+7LIxwZYSkpi/C58ul7hl+
RLnFoida0yqsUxlNB1ep/F3M/viKvx0nQzMV5Y/Q61a61I5unlWfLC9DYTe3yVAv/R7Qhbpd3Baq
EfvT+N5Kz3qZJz2QadIJDCc1tMX7jsnCc9CfaSAImREzSncygIATa2J5CHVgk76mi/UyzNbui6Lj
aiMlre1TWWUDEr86o1Zzsyx+JUUXU21ZluYyRAhabbBQJ6faw7qNVfVcManWrP6ODZvqw3hT8oVO
HZ3bOBnrr+GIEYOza+vAuwhJPk39Cs1iWueyex1XUt1Tai/oWEgVhxWjGq2uDdrSgUDUeJ37DaL3
9nutu+SCKIBZpGHMck04yFJnO3Cd7f1a2o3k7e4olSUnbcJYc00NbU94CjHcsa6ekm5uHt2I/sUk
Qjb8wS6iJ5hl+mmaXPSjMie5bqK2dLbQ6DgleqpJYPdBUHsrCFjcWkNEBhXf8LeidOkFUumJR3jx
7q72Bv8UyjzfD5i7J8yxzKHgSSUZyIgs1J8jSjpcoTj2bps4Tl4UHYgffabHo+taHrrHXGGvd20A
B+ez5c4t9nkY4nrwkl7fogb2n0wx17f02bIrFaxtgG+0nr+6Pj2jfcQueTJ4bd4Cu6yxVpa+1136
omeRMZ0wTzJW9mXexs61pe1epZZVmzeriHmJaNGOX3KzTC/dpGOaY0h8vyXVAkrKlRHTkNIPxBXH
+RrRFh3mnFwFaFspYd/jN4iRPi9t5C0/cOza/DQxLc8Ljhv0NwzQptQ2dvLdVzMvHu+d7NOFJdJs
TT92X32rrE1KUrs3Yx4sCocFUEeP3sQhll2tn64bqzB4LmqKiY09A+WjoI4haU0EqFzUy9hST8+y
eYvtIfoE4DRBdDCvzVNpj+0z2ZnkRjv+0oxbiHYRLEsgQ3O6ZGNTbFtfwTEUVZmh9JVjsPF7KuFN
UbfJV8TMcCmsOKOf4eFIeoD52n/PqZ/6Df2Oc5vCEu278eTyHK2J/BLopeXN9It3+pQscRmjr247
J768ErZpXxumxO0GSxBWQ3gc3oVwZjEg3G/LZ1GMk53anRs9+LngHFyaDPQQnDTextyOa2cPYg1b
ngz1mVAV46fY9YMTUPyW1Ajp1Pv+25q7yqRRnzRvhnYH76qOcJ5UvcjZzeOiJVtVFh6vUlaNr5Ef
Li6/39xdRwTL2xuXNj4K8srkUFhcp0TRm5WogCxYjnIn/KSlwqnYy60QTtPOhO58pweHqqhSDh4J
JZvkPoK08mzsHuExL1H2HfCeQjhOIYzynx4VpzTXt3HJtsGL756LMrazKTxLg3Ww0UxzR/h1Z/LH
p26xYpXGHNIAIXY+UL9hOr+znk8vb+c4U0b8E57yZrtMurQ3HX0EPnNWBs225iaqTQl6bE2Berh4
W5sMC/ACY2fleQENh3PTzqajMpk7prHPceSa1R8c1u+HnefI6Z8ERhH6g//H3pn1uI2kXfqvDOae
BW4RQV7MjURJudtOp9PLDeHywn3f+evnobp6vhQzPwnuuRtMA200UF0OkQwGI973nOeQJEqpm9gq
UI0rMUJAd0sYWZXuSuXsxuQQx+J6rt7ZRnzT2J+kER8QSe9RD+xgC8MhgLonGtB5txTkHgwTU6P9
YFH2o9sNQqHbi/4ayuymtsfrzLmfteRC3/R1d9bS6WzbBhQIhSBrJUipnLY33A7k2oyZ9wuqEYX7
SdP252/LWtCgOGsuIYJURAWE57W+Jm6UbeKiiHeiTecnfaj7e8oE6tph67dzEjH8oZ7nON6ia0OO
qNuWWLeCWwoo7IDiXYkR3yNnm00lyrcLD/vNq0JYyb+J9gUF8Glnu6PlitTHxtPa6mjHTA35uGBD
aWuNdVUifL2gDljmzkvxGg17w+CiUBrTULePKSIvmvZY31KhEgvz9bLijLb9oA+SrTVbeurL2rs8
TC9Fk6ynM0O6y7wgzZrxbH11iXFkYpelteYVReRfFVpGiblthGfpeX7h6l4PxTxEYKvzAXGkLVfa
B62ZJynHjgADzPxbuyrpvAc0L8eeUPTz03E96R3dBDaEJsU0LZK310OxrMip5XI9zQ+pioU1jOu6
Mji+/Pk4NoJwpiMvgDJXOp50sorA9SO4xoNlXQmcs9sC390FAczraWHZCHlIKbXQJSGyPp2G5dTQ
mkZQ5FH7tx5ZcBXbKs3M9kkYJt86ULKUtrtR/+ObaDl4V1wk86QTO+vMtDh1DBCrVI9yWZR7qifG
dSXKcP+ntxCtHLJxhVICyeiSmPxSqBLFfAQUSBUvhGB8IyIbBeRQ/+l6cVSuLUug5aKFQapyOooY
k9BM3dj2esQ5nLQxfaQxoNbz17JeLxgFmSEGYgwImAVM63SUqOVQ07Wl5Uk45fQsfGOPjQWKihUI
L9Oj6v358V5Pc8ZjtVWsFcpUa2WvGCoxUIcEypMa3b7W3P5RLT6p86O8nn42+iNkfy4Ceb59y694
sSrNBapvao8WRVVpvouEsg6dqJonH3bX+zmhCRQSzCwvzL7Xq8UiUWWpUGilWeBX99LtZjfo09Bi
LTTmjRtQN4USChihL6d/DfVHMRL/r3tqlrzC/95Ts/vRff9Z1CdxxvwL/1hqlCDUnFX0jVRz1/yL
D8iyGWJpwvuxvL7/ttT8xWcMK8USdm7zZjOt/u2oEX/pBl0J19FtlOniT+w0q2hYQaaL0tEQ49hA
QcxftsyjF7NTG4suTMx5wTIV2FWTJ/qf2zr7nQv7Kh3d6yI/dHDZ8udU3Tmq33FY3bRjcV1p3WGs
zAPuw50+ThfE3quVgF/FQmCR6s5pia3PWqqWFohqgEi5OxQm5bYfE5yNDW2yBkHYLpKcQV88rvev
TTjOsuF5sXUwHD7kfBnc5U7w1TNXC5w/23HP+yR30Zw2HOBlLrKHVs7S3/RhUiKosOwaDzYMyWYr
dcIBYByCyW4MxFdoPRoMcWNQpQ/dPEVI0QOfA5veiYZYSb3RPhhV2H6uEkj7uzwBYUhdVcd5WHH2
+1IClqX434cLf6AFsN+pMTj47jSVy3o7xB/zxp2NXWaKGaxUEVX+frkS9AbwTw0IszD+aDnoEPJK
t46cG6tanmYa50lPkdpsH0GOKmNbgA3al6PRi0M0OwFU4CkWXqp1qU2DJez2sFZ1uSlKC+1/kebD
IapEJTYjuLvPAdEJgJHs0JBeHucxVcR+6L5WtiQcIAZJtwe0joqvMMy08cISRAW0YRtRYS5Gl7qQ
S57A1g2CCkWfkc3g9fsip+Mbos8GdjLNPxwaeuHG9ZsKVGpQCmj0QBVoHtLGSbw8GKZ3DR1QYhTR
OXA8BWUHPEdLC0AhjsraXVC7gw9WSoNh32lYjDe6nopP3VzV03YsHPk8avhMtwO04PYq0Mv4wdDM
/lKG9rKhWE0mh7BUiz0vqls+Lat3iq51OmYTZqXIaq6lnroPkh5pCaMHpdvWp1x13WoxUo807VAM
6ByR/1mU/1vV9+sJbRjsOTBy8FKzO13tFhszKDknS2MHNhzoUrocwrdz75jxzazyhJmiDRmm2hFt
5GZUFKX2518pY/nCvLgLAmH9cqBRrmA3iZ569QvmZtJqwDIEm0aD9dQlVfOeg/3gTV1W3yEHya8J
/Mj3vhGRKuNHzh347YHDOGkvcxoGXti3l1S96w++WgTX2OaFa9oGCtll2Xmx2ClNltGkxwYGVj+9
pxbRvaNIU386f+VvjiIxQ7L3Q9ltrz74wRiYcdyBlTCtMb+dojzdpf5s7c6PYiz37+T+CksaTDMD
Sf+yj1l94VHYtH4BuQL0a+K8d3tHPFJdsH8ZsJK72SHPeXK/sDTbXmkHzZbUgvDCKr2aY4K8+5Nf
sLpQzHzAokb6uMNo/IY+j36xaQkSB2FWyAqFTQCNP66m/N35S1+9X6/GXX2zCKYo7ChCN98D7LmZ
S6ndxJX9rQpR4G7asir31Himn1MuI4L0ACxc2Deuvk7H8VGh64YrcfTxop9OIxhKyAptbWFRVsHe
tzNyhkLRvVdjk94AspF/n7/eo0R//ajxY7n0qAymlLNsMV/M24hzpQ/ZXPdMF+q65oTKa/TS/ARF
Xt+aisalIBsDObBGKpEhxl8TuICPdB3H9sKH8vXctlyTOAGTXDS2NNbqDSp0FucJARfIFJSxvGPm
o02w04fzF7zeMjOxeENN3MTcXmoiywR4cb2DUxgWTV3Do0EQP7XuhCU8GdWTCDFiTGRb8bkMU//+
/Kivrw1kCqcPKBK0BNl6nY4K4HRK0kW0SH+A72zYJbu5j/rt+VGWyXn6LCnvcIdc/E38aS8v1Ytr
K4pATDxO3bNVE+7HbKxAr7AiZkacfj0/1Ot5SkHC5dDGhwjbmlptama6QRbGJLqfYT/c5+5QPGtj
3m0obNoEEAXxBY/rW5emEFpizqQgguv79NK0cRQ5qkfdAzheHUSvUTWDFuh1YxZeGOroJX5xG1mW
WfRMzGJQ2NlYr92AoZJQmpNA7tqqAacfGDm0bEHL/m9r8qt+W0gTzKThVD0JrLE9XJk6FjlvCqpy
ustUqbe7NqjG9wMd2m6XlAgH7scIcPMmGBa6/fknsboz/Fp21pJaCkmK1BHX7pguaG1VF7G5o6cH
qB2jDFViENm6lV+qSJmr78K/xlos8kt1n0VqNcGMuZu7PJnMXSc7/dsAyGURlormU513br1tYNuZ
mzkJU+sQjSOIzCRw7BtMg8O0JVea/laDLBPBcDS734EiJc7eTnxqzxl0xKemSWG6y6IxbW9WAsOl
b0yUNv74frFtosZF4J27nAVOZ1KSuCO9/8iCM2g5d2ZK0BW8zulW9Un3eH6o1Vqz3C5WM/b2OL6I
XNRXa2tehU1SSz7PdosWbTag1YnZb9hYxnWzM3LdfxJV3F1Y4Y6lrdP5iyVrMdhSgGAtkKt3s4Ak
y1TMgBKjy34EGOujMgRtszdqv5h3bW30yJQVZe02GY2BHphpLBpY1NnotGnzUKqviaqx/FneRDKe
iwMAwOggapi0275xo/zGGMxU3I5BSmYBnipIYlSz4ZgnRgw19fxtXC2ex9soMRjyyDDH0Rg4fWK5
0w7NoHNKAdvT3hNy5XponcILoywryPquSQpq1HhBoOPIPh2FFuGQlaODJpewQJg/nfxZyFgGu6h1
AKVCisaZNMx3eWe7Tx0fpgufiDfGd3mTDcyUeFRtZ7XzQA9nNkUsWD0DgEa1dVua9k2oqodKRr+y
zu5oRqln9IQ/zt/d1Uq+3F3K5xTeaNAruqGr96HKNTPKqVXtstLqCXOvm2sdXAJZT1W0azGC/PF9
pla62JxdlhBMY6vZidpVuoFWmDtC1Oo7t7DSjzZRDNcJx2hwiPiydnhKtYPtLul1kS0vJr8uI5w+
aY7+vBs2pwfHwba6etIRMU2mqrjicPA/KpU5oCwHqtIccVusLYWheqoQ0hgImU6wxtAvjDp3I3Gc
fKrQFQ/b84/g9QSHEKGYclQBuDlrqzWdQhTqNXxY/imypir/bZF/dWGQ42X912VjuscESCVmQSno
WN7X9n8ltLaBTqbvdKBu84aWoPhRNiF5kQ71Qnufsbi/j3JDcHZsgUB5TYLE7DDoefhbIkz+qgwX
zaHqxrkE4UoPboOxqLkN3Tlq9haGJpMSTmGAFw3n9HOTJHN2FSQOloA6dof8MDft9Ov8nTtWulcX
Rb+CpyitZd9jr2YTTsqizCMbGWKa7ZvAZB8bS/IZukz+mIkY1TezkWrfIjrSeDD6qju0RTwuri78
5c1MsI4d5eKD7WjJp/M/7fS7zO22qDC51FqWH2fLdaODrELpTEkNP05Flde3DjY3kwrOBycwxPMf
jmVj3JCGTfeTmhv9vNMZ3XVD1dACUZ7iw+zVTpAhYZ4rQIPIhf50KM4KUieSkrWYl2e1GLuh3ZId
1zke5STrLhkHtaNw0x+EStWFs9DqmM8tXM4lFDAlj5aA2qVQ+nI/m0Ic1+eSsXSMAzO/ivUI402X
GeqHCylz51iUkIp+7vZ655o3oYzRylSJvrG6uNxjNrEvHA9fPdRl9843nQ/rcmg61vpe7LBNjAaW
0SiuXrOnfYO9kXoelFannvo/vtGnQ612vMqudVimDBWFRb2bKGpsyV5knWzn4MLScLpPWe4z9Una
m0svwaG2v9rWmU6cuX5HI27O9f59jwjrmVQX7XEeJ+dD3wTkHqS5deF79/rVXUblg8vMxSvG1+f0
6dZTPoVuHys2zuhQEqwFGAnt+Bqpi3kVpD60eQXJxgqnYiejJrxjSS/ehzKqf/ZGjVa+d0X/OKeV
+ecPmVONRLxJlZg22+ptmnPo9HnSKm9wRndfkvXnjVjI9njn9N2fvk0WlXhuvAUEBqfi6lM0EHNp
D5lUHphF/coKGnlP+zR50AuVfjo/1OlH5viQGWop9y+fGWpHp7d7Nsqq4M1mqAZjrgDPSIbKdGl5
OK3b/DMKlZtlvws+YT2K1ERd2pavaIgqFC0mHomvVhPkt2MWA5PuTbd7J4t8vnV6v7kwjVe1jH8N
bh5vpo3+Cdbb6SU2eMgRr3QKOKPV3VBI70C8VvY7mfm4n7MQ3qAjxDNVjXSfqSq9ZuMffQ/UUFUX
Xt7Tzdw/v4SGMBFtiorDuvWhE3WMhjBXlKmn9B5IavKjkdX4kKErvbJyfdqrwiw/qUHvnsqmyy9o
MN54oWEY8U6x5h+/+Kc3IiGbLG4TTXqu0MbbTNOtZ7zk/j7u2ic2/khbyOH+cn5+vXnJIAKlafAB
evUllrmcNGfMlDcW6MwS16Rkx9n3Ggul9jef1+l2to3seWjAuMaZHJ/OD//GyuxQOZILWYMarFyt
YQuUMXbHSnnEyFR7TL3d+zFL/HvSz7qf54c60nhONh0LWePFWKulWS+LoXZSIm96gQ6SE7i4AaFK
yKbWVbeTxCmrEtKb/XTuPwg1+IRujMnX3Cok8Mgp/A/WEMoivNs6dj3aAqcPe7KnAHIAc02fqgHs
NOuoHhS/2Qz9GUHnn1n9YqT1wqgFZJFojJSn7rT1qbPtcgPyeYpb0rtwj5e/6/U9/q+rWu0zUiRt
4CsamJilHN7NMgt245SZ70KcpKWs4p2DN26bVoo40Cay+vuaEOI0lZeOhW/OK8mBgdIkZf2j6OzF
F7+jTmnzOVBEhE+1NwsfB+rQWvvRiJwL1/zWUJZFWR8sDMWVtZgk9JvJSBuWLwvIAmlhrdib1WiR
Thhf0q2cHvr+9SSZLwAP7aNSbjWDSQN0NDmyOR1yuotI+fNvrl53t7ZrZ/s5Uu3N+cdpv/E0+faw
IKIIk2r9SQ2mjvNBV/A0K6gqHU2pLXb68cIH4K0lyKKpKykl0RpaFz7gYGRmZTDKPBvNDQhy7cEi
Mn2j6TUyvjwJti4GrPvMtvIHaxguUfLeWnVfDr+asiNxAarul0VfULZPm9DZg/fIDnjlYN2zX95S
J4oP/8GdReBKm9+h5LquZwM30UFose4NOZZ+UBDpNRLv5MIob05NzIpse9n4U/A9XWOQDmelrbi0
ONWJE89HcSCADY4Evtbz1/Pm4so7RX2AYjm1zdVQCfAQmXDO8RI3ZYZoFWUQGbXjFdEqXu5H0240
+2I/21ctGOEvlVDzd3rp+rQrKedemFFvvifKpltg6lz1+u0v7Vq1dcPdxS1g7lA/Vfd2Zrn3TWyR
0zC03fX5q3/zPXkx3urEo4ekSdLr5+Lxfm+rNrBBhFjuhXv81ihUBiU1YzSafPBPn6afYcCydNbW
hlC1R6MGZ6INof4fXMvLUZY59WLlbPMhW/yFvPNyDg9dUKh9U87R7vwde+udZ6NuLb1o6EOv9nzY
QskU552P0qq+wSAekThFmsrXfqJ7tiksEPgWUcDmRiEzNA6p2XcXfsIbL8fCU1QIDVkfnfWhEPGa
5fdZ7njjEHS3XdjN8KnDZIsDwH4+f7VvLDHIT5Hz2AJ62KvWu9Tx2YwaTJTRDPKvBBxi86dk1DRF
+Y1IYH2fEgW5Pz/mG7OFMQVELISvHA6X3/TiOTbjhIFhYkxiB2cvjGPjRhco+/+DUVCgEonOdplG
+ukoqpfzPNWp43UN8lbHLH5bRIdemPhv3j4UA/wH/QTf2NNB0sbqJtLZOVNb2ZLdpjvJDhqc+jqr
znxHeTn5MMSkEP4Hl0blbVE6WiYHvdNR2YmT4NQzKoD05J5yK9Dw8GIj1+RvWW2YUAHqHKbZpXCy
Xi0dDbiGLtMMlo4B7XvSqfpzO2ItIKJwxmTZtk/xbM0HTG/gffTBPCSlOV03RASLjVZVl0pSb95q
Qdw5uthljVnd6h5jU4HqluNmmGMUGaJ83FuDWR1S/AIs3dlwP9mQEi7c6zeWg0UL+X+GXe7Si8ka
RqHS2DQpT0xDszPL3v81a6XaAUKoPOJSYsj1Vg1h3iFKHG9ndGH8t86gfC0WCcjSH+VNPf0BEUyZ
Ni0CHATWwFaVnDzyLQZrCWWfG4n/LWh1InvwnH/HFkRqWpuRHb4rZxHoVLYUPZjzs89485ZQ0KCy
Y7AzWn/DWtmG1gg4zWPbilykW5xDZptq+K47ByegZnwZO5sojzbdYjchyU50+LM6OT3Ng23/amr/
q1KpvyXRyr7Gshvv9ciJ30UyIkkSq1Z/oTL01oJDY45uBCvWIkw4vYWTSDUnQ8broXEB/hWo8Fpf
zEHn78tbE9QFOU6nV3CmWbPxqjCv6HMS8VDjBCedftDGDTzeYW9YAaF4+YSVOyi0WVwY9/XXAs0u
UmSEU4ts3Fp9fPM8iGPlcnhwjJKATiQ9u1qF6T5u4Umdv8TXxRiGsmgnIUfiYLF+8kNcap2LzM0D
YpC9b4aOMJIYnNhC2XesbJdYenzXtbrKvkHwGy/pxI7S7dMliSlnIiKnrwTTdr2mDyUEyswJfC/p
/M4G4FElvxKtY+uExtB+iFPTBQfU6fJOYGCdd7IdPmp6RoO0sRoiX+0citwOTBVIP7ueCRowtYyI
xkaWU70FRR0HB73q7e/RPGJZAFDtt3s+jOaDMxETvTFVVA+7QOn1IztyAkSpR35vgl7DB0fAU7HP
cqINNkVGdmveQo27sDF4PZEXZiUVvgU8u/hhTieyS2/ZzGNOWTDYBwLkVfxYU9z843IloyxqDN4V
vlXr7UfZiUgEbkLJre7o5eQki4q5/wXCYbygjHhrPplcDava0o1dV2wdxIWwyBgJpWp5rWLL/KR3
s7W3ypranga57DcOq92gCetSK+DNW0n8FfYUbD1sRE5vJanBNvlXFIs5yxnFZoAjtlvyRg6WPqkv
oKKqg5Il6eDgh2By8QWs6VDfsqjBtcNuCtbG/yDwgH44/4q9cVxZTrUcDha9Fv9jVXfCkMOnLe2p
OxFnT2girrqPEhHoE+0f+2EUJWAW4kPSH1NgaWRktg6SydnhJdyOoxZUeKC76Y/Lf/wmQOacgKlT
0VE+vVlgmEJXupPymJXFQxq3Pgl+/fzTsAuc0dU8p8Dngku6mbcWNiJ7j0JIoI1rYXVtEmHdYxrw
IHIM28AUuBhr9dMYAXdcuOnLBZwsLIIdhSmZCuyF0YKuLrD2jcZ1KXB6FY7NGweV8qbE6v/IctPd
RQ7OlY0WDua3tCVnAVJjdyhyx6YETNa5OWflDwf36M9yNPX3UgO4sUnxTF9YfF99dpffyMRABMW7
QjjF6UPwg4C0emRzXiXS8X0HpeKHX/v+9yaRYEmbPAr1QynD8XfHT/symXNzOH+XXr0yqx+w2oHV
Qw5Exc6By3UpIvPQ/TT3wM3PD/JqSVgG4dzFfhpAPyqN06uMWwW8je8MNDptCSi6SVKLgDPNuqtF
f9va4lE09YX9wZtPH+0rRy3KSTRXT8ccKgAyckHJOPAL8s0QEGeEy6XmEFsdojzQvpy/xpUclmrZ
cpG4j9hcc/jCkXc6oNDQLSpN+Z7SO59YRixDceMCZcDcWP8e+6z6OyeEEUkfPJqpQj0os0tn9ldv
1/Ib2DAsKg1TMaFOf8PIPAsDUWhehDYWsiGsT6g/4qEru/Lj+et9c+K8GGq1/6K1GSCTYeLk+Wjf
xCp8BPmVXp0f5K2HSKK15L9HWd9qkEnZ/RhoRFOb2Bz9XT6XM5DFytEPZALpn0f07b/Pj/hqw8ch
lrvk8jQRSWJiOL2DWjNNaK8qlyKS39waTjrdQ9lMP6RjgIN77uJ0n884mv/vRl0tVYnf4pWaahf/
t1tgKe7kb7Na0AUNxEEsu+WdNoGTOj/o6yfI1wUp4GILEkgjVje3SuZZjqHpe3YcqVtbB2BmGEF6
fX6U1+8+o6BIYYsD/J1xTm/owmhyZrP3vdQlsI44ctT2oU2jNhpmCfeCmLFDlkxA74o4jS7Mn9fi
ALGMLhHcUzJ/naySwAQY00L43uSa8UOTOg0Q5LytnqTV3IH6N7Z5WpXXUxOqj2WWZj+TxaIvaeHf
1IYb3oqmunTQf+uGsNXDWoUHYJFInt6QMhJRnZMp7MVQMdD3FcnViDn72a+N1if4vADZnEv4qrk5
x5vzDwM9BH/7+qOIN0SwSiBgfSUEHYxswpjRk2BhQQMMFi3bFgre3O1iVeo6h352P4Uqxbs4MMZm
UwtorFs9Goi1BeQlYzZPWl1vCDmT4gBSOLKwx+jpZ1Qu4Wf6ru8L34JbW9LzsXdhE8IpChMrz7cu
7Bu6yQWgrR1gR/tL2HVueBitgpAtt2jq97C6gFTkmjF8sEWvv+tAR0dwC7K6A4CosaKB90gTr2qc
Xm7olqGSBleMFKnEYqlvAFFZP/FYjL9zNPd37pw0IPdUHX8e2yVUO6e5S3l9nO2PVjkVzzXKF64H
FuqzSJR+7/dqzDdVCpJ2g3OcP3N/poc15SpNtzky9x9zO5JGK2SrtRvcPxJKAJTc8Ubpfd9uWr8G
2mkUQzlSAwek72ZL+CSIz4wzMCyX4E4T5oR4ncTUvwmsCgJPElR/jUKl+zwijY532E8BkcnSKcIP
2gALIXPixHlKYF8m/a4aAGxtKSE5PWxZR7vSq8BFepF3tTF7wP5qZX4yaBFxMFJcX1Z5DioBYMEi
K/1PUWDR2SDDuXgy4Lg6hAOqNs3oBw51scmtEDSt7WdDuiPaz7W2uq8S6QnZQTAM0pAGiVbp6ns7
4luue3pe2xjIawr2Bcgn1hlyc8FSJwNMbjFy7gfNlzRbQ0Xjrx7W8oeSPvSvcEjUkjac6ek21QAF
ew6+hfkZFnIw7KHt+clVI22QSPOst+VmHOkHeaWhyYisR4dtW0Wy00ejyangGORm117ZCE6tZlJB
BEoBxc07hTMNQKEWAB+itg2IqDxCidwjoCgKDERA7cItImM93oxHmBE2lfo9lRYQRwDsfAjbR/RR
fMQg5VYvH5wjHCk9gpLCghzBuqR1UxwZSkRnTT/pAkBWmhbIUnXkLRkLeqlHxNhABVqITP6RzqSJ
LPkyHZlNfW2m79heOh/aBemEFgG601wVJVVOMzfeT0f+ExiOelhmJVyoyi8awHtHXpSBhgDCNgjR
hATwhSlFlJ7+1VxAU1R6YE4Jk4rOdg5kfR3Vut5vIMbYNRgLYFX0mfvv1pFgRRMQZyGQashWWB/m
j8IP9I/0O81v4sjAio88rKmb66f8SMmidgq3N4FqLz2zi6DzdOUEuoxySfSrtfzpBpwywK0mjcL3
vr1guCwDjnRyhHM1fPWdTSHCsfb0I8CLjVlMdzxA+l3RHAzunMYeH7WF+zUvBDDRqDa8IpwX2yIh
3DiyfYeM+3CBhtlavPD/cqV+DJ0bWMy/hTCmHWljSAKhkjjQe51tRhtzphweQifrdAtS2ZRb9q/q
yC8DEQTLLACFDMryyDhLOdNZG2WOBXHsdZJ/rcwy/wryx3pujpQ0vaohpqkFnuYcOWrTkanmHvlq
WUby1aaNkrzdUmCEwVa0gj1ZbYWHIbaGJzkm5lUjQg3zJgS0TTnfdEka/T1OaMhAZ6XxlxB+0LQB
DV+zAAtR/52RDvkUIJA3tq0j2y9Gm0rjSgo1EWCLO1FuATmFnyDsyU9m3CXNHg7d2HjTEGXjV6pm
1uj1oy2S3RSF5ocx8vsRjKEGwNKNLL37EdVVCgl5QkcN1jNqFHy8SWuvfduQ1h7AXkwgRTPS43aJ
lSlgPpOFsS01dEm7KUgT8t3CDuyl3o76DeAFPd1IquYa5eZE/1baCRTYyS7gjPepBhbKMTjlgMnr
9clTjQ0kbiRXCJR/ZOKdyDHIS3h1rQJh3ATPNpHeDVVSEN/bsu8wlk2jrgG9iWWqXxeAJAPQzSip
rpJMDQcnJk0NFmKcdFdGKq1nU+s7/1AWss6uG9XDrNZRObkbxFc+f5I8rfad7mfRrSlH7RCGjf7b
rBcboT3qSXeXimwAPhazo952DSz1T0mrNfl7kDqktEJPaXvmSyD5pzhL403Z06/zUicZvnRKOPmG
wOfE3RpwZY2rvMQU98nC+pr9bJN4GDxC6SISnGVT3hod0NxARvKTXrnzF5sdqLVjBbXnTWT50WeI
mPh44wFDxAPIH6vYwfbL47994JOk6BIe8hshgks/VO9SarWWMekbcNYdnGQVat97rXEz6jCUJrwU
uOfozWYYfUPmNz7MBGYnj0ztgbSMoDSuYiPSftS23XXXVucX33VaJMkWfzEQpVb6AWuH27qzdRN1
5AdvilxrDRZed7D3A7oesUN7iYgAh0Gb7MQkp89R1hrPmuUD3Q2ihHVCYx/y3SE9+Q6uUW1uckh6
wN7s1n4KpK99qRq758hujZwHtKa3YPFTJQUYVSfhZwCpUFeLBMhUhnrI9KqiN35rVd/+Gqx5+opL
euDFA6R/q3wgWmxQJjAc7mwDoQo1vbydayrJ+xymf3BIVZReC9EQ6T7muf2eQkr6zVSh+UDguDl6
01QU7SerjqN7IGtW7bmEXT80/L/8DT3ZUu50M0z+DuHPkVsd55nYAnxlOyeduP9lwrab4Uj58i4u
9fJbV9Sdthl1I2l3/dRiO4alJm7b3G3aa/huVXuwy4SoMyPNTeQlHTLlrd1DbeD3z4KU5zyxP9hh
Pn70c7DzB1VGEJX72R7gtQ+UQdnGdYTsYjViI4Lxo6j4kiJm33AKykMPziVp55LMj+9JmwMWteKM
lOCe+3KvQaRwCfLFKY7BnMD7bRWPN0TTkD9gZb+sPhzBP1a2dp9aYZx4M90aMUg8zRFTiK8NNaT+
ELYFia5OWTl73R3irwXvY7vtodJD/6nLbobibWtfiKrgJSSjvvleT9Motj0neLGTWunc5IVFYEet
6XgqDVRz33MQ4bqVEuLR83s3WWaah7io9ebvbFSBDlAqNaOt7WQ+fQtSz/GhUoMG1QyVO+LjD8CY
8N5Ch9urDbe11oUPSMbyxNNbZT+m4AApMxJsDTeJq86SmO0xETF8SgazTPEB9gWn+8In8xfpqzYA
shrLvNrBlBlvHeIgAINq6AV2agggv7Pyj4kHI0ztqqyo2i2Jv9VPm7yX3w6sNKilgSS6G4ON2AR1
j/g+nWJJnksLcpawZrcmcs+ca58NEbbrje9TqNsYFRCqLQZN4ijY+bKcufTscbULkTe7KebWLIcs
81LV+tgWOD1IYH+hAcOfSxFxLUoFRSsWGrLm4UQJMQZxjiF5ri7KW5jk7saXk3XDZJ6vNFIzrhzV
Du/F7FTemEb+x0gW2rXWqPnK7QL1mM2uoDAd+bd53YuNAFd9KIiwBc5lk2+XQz+FNIBmfR5geyYN
zNey+nT+aPRG/QZXKVZmXDU6SIq1aR4i+Tz4re57i1z/YAB6vbZhS2/L0hb3RHHE29Tw4wc22CFx
iBi2HppOhhckUK8LOFjmOdBzPltu7rpQrEZ3qElycT3bTMk30ePukbWG7Xg+VX9+MD8ZanUO1bS2
qoqYSkeTa+FVmBjNRy2AbJdziDikE/6IuayebLbHn8/f6TfqDth6cFABhSFD63hEfdF9heYJErlN
iKWXNZzGJKl2GoCN3flR3ryTqJg5YSN6dNaV1VnPEyeNY9fDF5Z9zizlNHDvoMJSdbvozXl7MI7T
VAAVxINVkYNMK7z8RFZQShlJBStokrLzfHQnzk3nL+v1+Z0JQjHj3yMt//zFzQMBHSI656nREBuv
QuUXV8600BuFQrAblMMWnEr4dH7Q5eev3nXKmogGcI7ysh/bGy8GFd3gh2Xaud4014TFmSrxSEYP
yzvDJwvj/FjLtHs1FsYj2jgAwLjS0wus86BoG5W5nl+Z9q/BbcTgWaKF2zq2ukdkS/4U5lb6BWyq
cRgLYT6fH/+N2UnpVCwNA6hM9GpOxx+kz7bbpG5smYN6rlLMjMRM9v9qx/1/ZNE/CeHXP//X/1xK
ff89smhf/8p/hP/j0EXf8+8vwUXLv/YPuEgYfy1+JSLr4WPRJ1lIFsOvpiXUW9h/oWGhfklpESGH
JZhH/4CLxF80G+BdSYnQeWEUMYX+IReZf6G4gOyFuYGOC3VB40/YRf/idfzXZIUriGSFyrRrMAiH
r1cl1Nag5pAP+HsCv0+uOw3WzXaynTLmbJRwOp5I/4ARnYox3Q5RNXy16tDuDkObFBjq+MjDm+Ng
5uHDKvRtWegZFGwrCA4C3rO9p1+f7KO4bbNdK+bhqmjNihyMenLcTZRIbdhSU5LfYZizf27rMHhX
N1pBPLFjc8wMSpxQW98sOV5ZxNobXjfN2jW69Oa36zTZc19mUUEQStmKq1n59rjta7YmOxpkvn6w
JxKngGjDUNk2fuiPHzsUIjdD0zfA0aRbfyVxPmy3mHnlB2I9rA8ySPrsKpuK+GeiTdVjQn7CV9cI
esC7fVh9CcwW4nEz9rH2oPJhvBp0wmogHVTTrwzSPYF5VKt+dIUZfmlBiDzCtc0mLysoyt6RTaBZ
W6Cts78tGmF/olDXJ2CLtZh98KBlPw3Tl9mzHrTSeaagZFBsIYEj3DlGbz31ecZ+MlCKyp0+iw7f
eNannKHlGHUQ3TW4UsTKSyD0WRAQ++CiPtpMmdXxFMOeAB8qT1p1nzQhCXAtcQf1ocvryKWmHVQ3
pB1WP5F16dFWn6y42tdqciBVxXS6Nolfm4vydC4esm6ptBlx03Q3WLvgY3SkemU3Eay+gLixriK2
IcMhA39JJO/ysm94nKbMShIS8zjczoS8/Qzd0YRhk3Bq/9/snceS3EiWRX9lbNaDMmhhNjMLIAQi
dZJJuXFLKsABOLT++jnB7q5KRjMyrHs9q65mWREBwOHivXvPPSD9bD8uuuY/l+Zkf3PTslMhx+7l
vZ1pyYdC5+wb5n6pmq1Z2+4AkhnPGwDWYCDWp546gvGo/Jq3ttfY35OyKdU9rBzb2KVSQ7QAxXzO
3vWILexNP5cOS5s6wtrN4ei6BXGS3xp46koCHwAE7oh+Gtw3nle3nKw1Vz/gZz4WKGfKpxuXIig0
WK9J0idwBByGQmks0xw2Nd8ZlH60um2pK5sdcDJ/MSuEQ+yzZwKv0PS2H9FgQIJuWvRPrXL9xypl
57uzxrVQjwbSGOrBQTVpB7uwpx9tLwJJcgsQ/ue+XXqfj0BY3jWdozYJ1UK5fUPeJISstShdsSuV
0jgidmMNln+dIeIBQ6XaaBRpH4BnL0UfNV1T1Mi0EwIB16SSH+mapN8b6k4oOV2vNkLUi5x/W8ua
FO/KquLZScpHvPI20jZ6DYymnPG+kZ59DPOpaGBu67n0CZ9AdZNuNBDFP4jXQaZgZP3RnZP5ZofV
PC2fPQPMVTjZVvsWYCVhKanVgoqwtQKCJHAFu7kd0qqftybFXmOjJToJj2NlDldTO1fkUis32Rlm
rct41kq1nzOnhlVf6OPjT7psnSatFrVF798pvRMU5gKjfypalapNYFr5U4KEhGgIc/Y+JEoP3tR9
YT7ocJZuM2sl8iFxh4rwC5CkG1SwFfx5SmBuRNxVRcBd17ifmSHlBwIS52fhLL5/8DkAFBEzdQNW
fZZgskQuyntqBmNKphFhAGFSZtMDeY9ILhWUYZvSVJ5DmWwxkFNWcwIQaWryDfSg+TAfj9teDIQ5
51y/aN18VYhhJnWEuERG/eiD0iVeilP/z9Xr/1f0lys6i+wrK/pzkUPi+/Yfh+74P90vizr/5T8W
de8PDo5oYODIosmGd/fnou4af7C/PCqU6I+huTuqFP++qGvsBXSIYkioObVwQDvqyP7kEZp/QLsC
dcoOAbe5jd/4f//7F1JZd/L//6Mc1EMly777n/88QbtoWNNwh0AAOu7yX2xzW0pXSLTzIs5n535O
SZAi1kJGNOxw8vSt9Vnvcu2dB+P+o8yZJCq5Tjsy59xoEfNCmNkS7LEiy+1I6Mz7vB0v+p24/xeb
479+2XHT+uKXpVqmj51v5zE1FnVt2kuNqbrl1A094ZYMJRHpLdKCBhVbaIxL8ba31nejlho7E8oH
EgThECJIINQGHp25EyZmc6siBNar/Hlb0Lx98+LNP/xtC/TLMzxuk//aGf31S61ff6lecSbumSTi
QaDosdqhDQuNzAaafOlXnTyQa9cm029cUxBwjkBQ0zdddUGCdnKW/+vq5q9Xt/xOBCN1etpiprNj
Pp42mkycrd+wurRpr2I08AVRYVNNQ2kaSU4Q8oLu6Nf+7l/XPtFeVKUlCeg183hFvFmGtTvKx4Ra
9QF+OHl1U6C/IamHKLLe8y4Jmn89f/51zZPDykhyl0lKcBbX+aB2kxqgLfhlcYu+/9uFF3rmtk7b
1T54RaWvUx6PRpJeUxJIoaaX1RP8fMJfVpGCoidYMEgWHda9KmO1jv3OT9a7vJh+Wks3gV0Sjpt3
XwjSsneVNIfI0Axx4aX/tBf9ZsidShvxHVRl505ZbObZHJWdzLaEUXS7gvJDbFEIuJqgk12BcleR
h+rtCctLBrCJ4LFq0BM+3qQj7LTw9lY+p1f6ZJh3NUXWawtU00HvSDGisdiFiq7M3etP9cx7O3VL
qG6SfeE7JUGDsyK3waEuNmfjnmy2CzKdn1iQ3z2V45n+xZRBFSApbMqbMb7LAkSM1RBbRcPYKer5
GjESG7hWVnt6ABWO/qUlV5HEilER+aHPg/FIbuiyTdtjwhZRFijlxvxDXyZ2nNTpEHvZQvkWU00k
VlSV5Bpp23muIDyQaR0Z3WBsc3JXG7p+WyWEuRv7tbymft8c5pqNYO1wy21nzNd2Yjdhl1f1Zkg4
+wHdujWTwSeWsLX+JQ3sn1/JqaYnW5yVECa3imnn61FVS2gCLiRTvV683esv9NzMc+owalqIRMEy
87i9rNthM9I3RIepqC+HO9SdH4jy+wTgqdxMlteEvrKWCy/6RGP6192dzLi1JgYwEHYV59IdSCx2
MtuNJoobnITS8bsafY/Eh6zwXCAjS25HQ20E+y6APhY27uzo8dqT1XihjHP255xMwQhK6mqtHB42
cKmbaSWlBNmGVDGBVB59Ifuq9JMC+4AFzHUgek4z8hwfZDPHo60u4QJPnBZ/PZWT2XgsHT533ahi
5BEyLk0AtzneXIj14l1jTey2jweiRe/ZRE+Nv10R4+x9fx0urAbHz+x3n9/JzEw5zdY45haxP5F/
ZnA82yRV0VwTjlewUYUY9frAOzOTnKrnxeLzZcHUisdsVvsOQj+LPS4W3WieXr/Cr5XHP5+kd1wY
XkwkbREEK5yCPCbePtsI5GTEbkJGbhxjOCByOEaCL8aH1y+GRPf3D847qf9x1hxKirVljCtx+Yaq
FEAdoorlil6MFuyI5yI8Ku9cYmyHtiiuC/JYsk0/kDYb1nZA1dznSE/SZt26tBjyW0g/PB3Z4w0p
Rj+/nYvWzTlbLfpXpBHiuVHCGJAgWNmnfOmGT6k+JviRenR4uGCIPabiiuTHYTINJ0JCyRUt0yDf
u0J6D7pPHG1EqBBsNBA/I+lrs3nbDeNyZ4nCHLYrZdNDsXQ++w9paOu2UILgHarTaIRctmh7F52X
gdcMFgHcP8ohExba+8TxEaRb5K9dSzImDToOioShsjO1D4vd5hRwNDVveyKd1A1hzsknh33FNYG1
s383BqWxddzZtqKMzHSyYDknBuGQTZkbBeDCXLLmy2RHunLS7820cp9g4VSSO6vWH5ogv3XKJJFH
QvOdGH6q9dj4HHdBX2n2TZu5wdPSYQfcGraQNRddShSvozKJma8GsncCMcFpSbm9EJby2m5JCG6d
mwUojaX1/CEn+3iwiqtCB58clrM8BtaAbB0jwxyy54zKyJMlVX6fcxw/NCW9ICcxKd30rcObx4xT
+8gH6nThwG1PMu6WjpptCZ8UergEML3mpfHRRZZlhVOd+3k0GW5+7+Kq0a5osXXfK9cpfuB+Ca7b
xqvJ2CEybssmodoavjMihZFt35Ae1osRF8mg8shoZ/9J+Stv2cin4k2pylLBfDR9Mj6kcj9qqyQP
g8RRwkYbK6Ah5pGt/nFSkqSpZZW2saWRS381NRNNxcGcWh+zxR1jy8/bdzCts2cjd92vCjlLBzKi
WkCJ9br7FYbNqu04tcxk3nL8Th5daZVNZNRalVKO8NlwmoTPv8H/oN4nZlUmMIzNXI/zZmiIhDZ6
fSeKvMSaNXbmIdegUOzk1K7U+joXwQECl5vOWQKSebQRN7ysJZpN18eeE86pPjzafcmegQBktGS+
xL8w2JqZbGRPfgfhsWWxmWrH3Sji2EK3DYJrp62IQrdWQTaQmPrQbwHm+hmnp5AE8PVTsDhNE8EF
c8vIFHP/tqmhd4aOvWh4xwYisSbfTvf2PA1ka6ZB/5gYjOtoED6DveiTH05a1n1ok/REYc8gKayt
8sSBPbY2sRYYajd3TZ3dT73hvu3TefjY6lrdbzW3YhwydJINKcqs1q5uZY9EMBOU3ik3+FLxrRF+
XbTeWzHU5Q/N6tyvfjIa/SZdRud7A2FXRkYzkDo1ktz4LtM6k94+cocv/dj1aeR0Vvm9SuzsHQnW
ZNIl1AQHfPd0bkO6VYsRNsZQPjfY4+8GYi8+LPMw7Ex41U9uK2uC9lAYHXq/EvVWOJowIoH2wO/8
bTJjBwhrUIs/5sSpj+HoDql7Tn2VFMv81BuKIticqebZYzihjlJIDWOzUtkun1KrgBPhW5/GbpjT
La2Wq0np6aFBuEglNDOaOvbRyx6ZP9kc93bhmZEYjPVLHrR1Hy9dtqxbk9zHG9GtoBGYFNQbQfwd
s2Zff6JZvKgrvRb6LSGO66EZ0h5CJISm93aX8eKHYPFvDODw/TZvG4RJGlqaIRHyziBGGoyz08RO
M81uODnQ9KIgRzNhFKR+LkoWTBSQ9+JxsXsVtnMQfHcqXYqtKib9q0oorhExIR0yToN5+NKwZS13
RJYVRlgjDlGRS2Xqdgmqnta6S3RXmPd1BvLBS/eiPgoFJ622P+lBr57HYmK2LUiqOgYPN7IO3Txn
PHfjKARzOHNmJJugRe2Wps4NSCq+w9eXwDMrunv88xfrbTNZA2XQlg1Uv3Q7p7SSA3l1S1itlti8
folj2eA3m5NTb8Q8qE6hQahiimQtzYjFihMSiePX//YTicCfOwb3ZEdKvm0VrJ5ZxrP62brO6SUE
FD4HJ1mo11fdWwJpp91qosHjXEw3XQD8H1r2LkEl011uINj2nYGoQZsM8ZRVcGevmXxfjx5p3WZP
xFjRyThziNDlFbLKTvl61dh+d6e3mX1pK3vcK/7uMZ1sZWfqsUL2axFnw5Td0DQgLS0j/jgz7ZFI
uMXYdkl1/NqC7tCwT9oXx0Bwox7NC5u7M2Wff0KVpMBUc7+RsUOW9T10CXE7T3X2UWu0NVwmQvQQ
9CaxNpTpMWd7uXCYMc9s+U4tiYu3FEj4bBmLLGu+IVQEMiMRUBupN9U3g6VcRBrJIJpwbNT0rnfs
7rlnP03BbFhGfe/WOfmBa9CRneCts9oCkJU0Rgis5A/E2LznaEp/wHCdEVJHVyRPWqESTp5pUQVb
fPDuJ62fx+tiQnjEKdISTCAE1154s2ee67F3+PITK+06q5hcUT0Ms8muJz1WMuqi3w7zROzg3AiH
g5QJY50wa1F+S7usumS7PfN5nyafrS2ZE661JnFQuuqTm8zLlvo5evE6q/8lC9Sf39+xofry9low
0i0JxBk7NzNCLaf2qjTYyGry22wt3oWHeOZGiIH55SqJt0qciXUey9GybxK6elT7j6IVeLgXpsJz
p7hTBklZrq5WWHMRW86a7toJ5U0hLQqzMNjhWLL8RLOTLQ9lGbSMPcJIJ3/NoM6Y4vvrk9mJk+Sv
h3kymXlAEYKREgpfWV8darEse+LP0gfEevKxISOUeMu0fVcacM0pKju3WaOcx7XJm2jBTBTXpLvv
X/8tZz7LU4VS2SaSgdnnsca2mSR5nT6V7iAqLiotMlSVbb1g+btS4Zfq+MtK7rnXe3KAplzjQSNK
qnjwLTi/buJHCPC0rQUe+s3r93PuEidn5H6BwjS31rEKlpm7hjwbNjv5CJsCM8frlzi30p186fUS
IB2nCkvZazZDS3YVwNreuKDaOnPIP8XJ+WJKV+W5Zdw0ThshRniqCN287gq0gBPAygufwZnpyj05
Epfj5JdQacoY7+y61Xt9uisS7RbjynqjCJmJJnRGkTs4bHFGcSkx88Qy9OfIPwWrlkQDENJcVjFh
Ac373JfckKtlnEy0wl4/SmRyxDvrWcKhd0oktuVCVIjlcxwUEUnm+U1ftMd4TyHzHzT2q/cVkgIf
Y/7Yaig1x7xhQ3c8UGsLc/FaFsz4ltNU+wXM9kOt5vGjhzw9Dyd6wgfTpJi+EZ6dCqDjbDf3et5x
NvO0hjhC8rHbRyOvazq7dgtFa+678VGKIX9fLoq2iF021XrhhZyr9jknb2QoYQ6ohkmcYoS1W3I3
fyQQV6M8Tm00N9xuY/pWetDs+scwYLZw56x8+/qI/umU/s2u5J8yZNAVLEvTa3sp0/KqqxFF6JW/
flpATN7WDJOtYyE1iDR2D+xrzWSmGAR5KERF4HxBlN82YU95KNlYkwzuykUIa9M6yxBLZ1I7jYJL
bClpHHOBg/oL8d3qI8Dteh8MOmoPcgtpKDUcBtuNtJeZnioK4/umd4P+35vnTrmYQT/RzUKRHgsi
pcMCyfqu7vr1xsK+R7hLnn0kaDm58A2f6W84x5njxXYbfrdVV34tY0LIvltW/3jEwnE6zO4KbTT2
nT8Vn+0Ei9rrr+/cknYK2NbdjPQYnxYVgeg3hj8Mj3qlkP4clQ6eKevd0KXBrgjyZ7F62kdEIHo4
sBl6eP36Z+Zcx/z1dnNyh2oSGfLYJtIryuBtbSX9xJ2pCnmhIXPuEicrR0vLxSccPI1pxQ0HIU2d
8ABZXReuWi8cYM6shM7JyrH6eAPqQUvi3lK41qcGZ1zj5Dd1a9SHucEm0BB09fXfemSnCbzlMeps
Cfwk5mhONPGkuweyFoNomnVv+/olziwkp5ksqQfYBMVCHivqeQ/GWmuhX1pIurAl7UWPw+j16/z8
C38zeRylcS9He9A3zqy1TFyGcMtrUpmtqHMrsTHQoexKzdJuB7/Lrzp9uDeYVx88V6mtZ1T1+6E0
jedqUqR+p8b3khNcWFZYMokxf0qmrIzH0NVEHRdp04Vpkn9YpXR3a0/iLTUI4vM00DnLkOQ7re33
aXUUUdXK2Y6osSkrjfk9LoSvGZMbBQSskxmG+nissHLpXtqEQ8X+cnZT9Vjyercib9ntYDC4zoeO
TJHOhEvtis9eL5udxxH/wkA797naJ3vpvkCT5+smhyyfEN8UmXsWYs5yI5fUtw0SNH+ftqYet9ok
dmNTaJ+SrhkiSxX6heP0mbFuHz+zFxNUNSJYXi0jiTvlJZhQ1vLtauK5NAfdwB+BXTDEgjp+f32E
nAQB/LnqHyWXLy/nNWD/+iVPYvD++q3nwruxRLnGdde2hwn36753O5NDeWeSIDSqUGJMjJSJ2FFI
FwPzXL0LUi2IOpW3GIRafWdPM6JFZa+fXVotxxZhtnHMwtxQ5UCfhJfmwmd07lFZv/72YMQf7Mkh
ib157raWWeqEE5cLbibnAy48+bgW1I9ef1BnR8bJTLoc4UGqbpKYKOsytq2l2+tFv3zxxmW8luQ2
XY1uTvBBkaZvp1xVqMGybtNIeeluj2/kd9/yyTyb5YGUmt5zt0eZGKmPWqQkfLAL93ecS3/315/M
sU3XBiOYpCRODCCexwT6uFqndoubGa/XPHvXtTabSM3W7NA6DZ5A8EMXTrDHsf2ba59mXegEL0BF
YZeoOyDRqmEuN+RRSPClZnvh/s5Muac4e2p6mb0uOB+8ZTE/WsKcb5G8fe18yO4RpalL5byfkJPf
3cvJlOsvJIdBu03j3EP80QTz8mhNq7qe2r7fmJUw9z6c9d1UoJIkzU4+luagkTEq2VG7dUaXiNYJ
ollt2Y6JZ10tDiH0nedeSh8796xPZjjExla/+CzXRVtmj8Kk2m6sZkFHyjHevz6Wzl3i+OcvpjC5
+NWAV1PGPa7y/c94hhSEyb092JfIsGe2cafAtA4+ARQFySW6rLvyJgMdjpYHO9NRAe45aZIyZQxb
WnL1hbX03E2dTDaIYJu19nsZ8/owc81mfsWQ7SIbieuFndRJSO6fk/Gpvhx5cDLaRUAB0NPSJyrc
aj8GrflQtG0dLYlmbRZ8jm+5bnOgyZ7G5owXy0n8Ff1xOWxm28Bt6c12tEKi2dhklEXUaPpN286X
TqfnPqSTaWgIGhw2UpOcTrFrBpOTR0vmLbvKpYnm4V7cvz6Izl3nZD4SbqOZXsL83RqLQzNdwYqv
AlTKVCujVGEbfv06Z97raYhcAO6tqhtHUhwf1kMxzlmoiUDbtlOhLsw9Z2buUwhWRbOVUGzECeM4
ie3aB/Zt35TL9t+7gZMJB9M/Km0VlHGLdziEj+RshckK4S907f+9S5zMGXlT9RY+3zLOyoSWHVSH
O6i998h4pwvL67m3cPzzF1NGEpAe0y4FN5EG/n2d48AMqnZ9GEd16S2cGVDmyU5HS8mXIzab+KFG
9O+F0GuE2LlxcPWuDpGC9ofXH9aZXcnPndaLW+Gnt/OQW1mMzvItxu67JOvc0ADIvRlrAQjDvoQ+
O/fQTrYkBFpM64Q4OiYKFSZ0SQ5q5jUGRZo0uDB0z+kzTiHffWKWvV+PWZxl6PjgYYorfZYaYcol
MVBTh0b+2BEzqd5sZW7g2CUJ4qpV2F7Jqbm4Lz/38k5mAz91KAuUHKPTqiHBfgr8HtCIYxifBeiM
GihB1h5GU2B2h3j4rLrK+OwMXV1hOratr/2iTVdB7oC1zzlzII0rOEYQukR96vW3/nMj8Zt1/ydx
9cVrrzTpcLxHs2sNTZjjP3+72APSCFIXzTZvt0BU7AjpIaJet/KjzlqgAvT6sAuSYQrtwnE2SLcW
2Ku8xglmO810r/kwJIa/7x0oNKMS8xbt5QoIY0q2WZKBtMjT63bqbppRdWHVYdMYyCrVacbejEvi
fnBTf9yrxMp3Q9Je8wab/dhr+BZlYt7Nercx2ktzxJkV+TQGsgBbYtYGAwV5hXnIjJlzSpChu9Vb
Dour+UNbj7HmLa7J15/4uQueDIlMZG6HKzLYY73uQiInvtpT0d0HJcVD8tBtajn8BgIcgwvL85nP
TT8pLgMmmcv0eEHT0erHHFnRD6Z19+AV8uvrt3Su0HjqB550SFlYuYO9N7IJLLErbiqV5jtXGt2X
3vUoZ/djsalV18YS8cIGrPD85cLFzyxTp8mUOpoTV2PTuh+N6SlxDD1axhTtJt6TyEz0cWOOjtxC
8JGhaWnFAcyQfj01E4YWOy83FuD4Xa6Pz6//nDOvVz9Zc+bVrFU9Tu5enypBMN3o7tq17O4Coq/I
iiEKT+iSLJ/ScC9c8cwco5+sQfQi+5wUV3SBWpa/N5HFbiw1J1cyc80D5d9L5NRz4+hkIYIXRSQf
btM9NtdymxZmcasbw7ipTXkp2JhA4d8fqU4ZjKiY09yf0yye1kDHDDBU/rVsCKeGmpNjIJ714eg6
LNwgqiGI3BqyGgd6hrQWtpYj5YbSCmo4zNYcwSS7UPAec81uc8pAgLTYKUhIZZXmW9iNLVQnkADM
OxGe8umzKkAi4UTSxL7P/e5gSs7MIb6++Vs6CsBGKTvaB6fRxnuK6dbbwjKgYUIY+5Y2ZWoQNj0W
JIh30r2dUMDIEAfRkEawZcW9CjSn2oxaML2BceSOm6R2q2GnJV8RaJQVbiFh3pU9kBnUPTntT9ie
V4DR6mwTrH0DrQKU88ZbdAa6RLkwb4FWJWm4+F4RD+uMIEHztLXY4ObOva3osO2FPvDp7y5Fzs1M
ZCI009nqPrWjLp/93kdkrDVtcPTvOzBtIAmLZ17o/B5755veTacrZ0Ha0RnBfZ2M2A5XMNKh3aYg
ZcbF1WhqEtR3UwE+0EPgNPYYClA79Zb7k9+GojBuRJYIJ4LNLYYN+rx25zZV+mx6bYekQmTIWB3w
F+nWKm3jo9M35lUBynqbpn7X7HVVUsYDxQwbIp+m1oj8WjSxpXE7ciKAJfLZ1qUP5IlaAPLEkEGe
sMr5e6XX/fgGVXHzJvOyEZWOH0A8QV8XfG1EV1jR6gRFnOi2VW34DgXmrXpREEGspJ3u+kArvpVg
gD8WCxWaUHOhbEFHs7P35D8CeZiApnyYZOp40UysmtgMAB/e9Tjasmhck/pLNixM4WtegOVok2U8
GHNmDaGOkCdCDtWYO9SBA0N6NaE8Ydssi5ABOX1cDKPiwzVG/11tCvlDQ3Up9zglVb7xVCdiCOwZ
2K+2RBFkLyjAQnuysiM1zBHwi5J+IGwnX0A2WW2JfHKQTbbjtO5gvS+VPe/zI8jdskbL3BL+btuR
k3rydiLE2KCKMemPU5KuHrHQ+BClGaTvEgsu2q1vlFiH9HrWrcO4rroR5jCUym2FPTM4NJ1WfpG9
7ZLSOPTB58kLdsKn5RZhGVwe/GBZ8HYWgbcfISFYgHTsKWIZPNJXSAm6meDo5zsqvs2nZZTJc6ev
cqeNRXas8KZZZLqdHlyNdPKrqCHHcVtPzHpXkzSIbrCoAj7iEa39mKMPTXefFa/YDi2op5Cdjf0l
IDztnSY6TMt8Fd5VZhoQi3MWXBL5YOsR4uYMH8XQjNeoHSCXmH7rZBGN7OBtIjsNgFCNFANVTdBm
b+jCVPsy05yvo7vUG8aCpsJBqJU6eN7Id0MpvG/V4ORsaDNiy6M56Lpj8m5Z4SBoaFLu+qBeE3Y0
or5NplnmO5al7jFxyFKLfGqCTrTmAZHRrd8OEFmwASVhla4OMq5hyp807KXYEDtTvcMuAC94zlP/
CyhVqjA5RLoVG89RGoj72Llf/aPBpcpHt9hkXi/26HTbdKsFwll3DYX2u0LNAHBmZhCJnXg1mGrq
UcN5VXQoWWEyadvF0mpjU1g4arbV6sNt0UX9hJ0MK8Soeze5NRF/nQaq/zaORJpB1PPW3SIDnQ6z
MdF/te2uCFdwIX5oZoyGoB/pIVn9dDvaHckF/H1+ZM4iiVvRZebVMKy1veXWUSzXaVt8C4JxGjZq
MoZdR0H+EyQLnakr7xeeUDOO/sGykWaGCsYeDuXeH6/nlcjuEF2gc6+TbJqEQdtPBwWZCbpQIJ1H
vvoG9XIaNFmkGMkL8Y3+FFUrnMJ9Qofri+OMt75q3ic6UY0bg8jh69nUku+K/56RgI4wJIND3tvK
s76KNNGAlmV1jVncNZ1DgvXE21kp89SWYFnEH2DCvMd67qCPVfqxIzAXnh26DZtN4GnDKDgG9PTU
OpLJActn7FkWZRhNSOVS/ygWOOBxr8R9Iy3vXlmj8SQrhA5wv9IqbMzaZShmGM5DncKoQPZZ2jcF
jX4Gej2Jh1kvHDu0+9r45FXBUG0BhzJuO9Hcd8LsSXZf3qGVPiq2gqx80vJVy5B0p923YnarJerQ
lEJSG3L1uQgKflxFJqBB3LbdXlF9V7DoGbKbpa60KZylr4PE7fPhDWLY6U1Kpt1nMiK7Ze/3lmZu
3dxpe2LPJInq2UgMW8iSrtMZrxI9LnkE4RgU5RfstuPTWpXqrgajhOdaT9Y6LMupkZtZE9oICHUW
MWzBBSZgXk1JpHtzCm5IDtLa15g1v6Z8u5/YGLQm0DKS3lH4duLo2U7a9dglzqFVBiLo0Xp54mAP
JYVwxCTDDZIaJ0RDauGiN7UQreyNHNsaEJ5jdm/+KxgZGOwa/P1YZuoDUkF+Gpy8+sPru8lze66T
6t1aCIh6tefvCZSh+hK498W8oCAmzfzCSfncFU4O412mDEujebR3fe1dn1nWQ1YYJNc7y6UMpXP7
05PKGzyAgp6ZTQNANuZ2guhwXc2VscMVWu2Nwb8UEnKmgKGfHKwEodNdnQLDS/L0I4fYA4RWpNwq
/dbIajnkbu9dcGr97EP+86GZ3I1fyz5uW7Q6noc0FgOOzaYqkgcvaMd7Ok1Eo/SdG1vugPi3y8pb
PGhWVLUJke9pOm8sPpD3QRH8gM/HvCz7/GYUs/E+U5OFx8eaNia7v62fIA6xodCC6AargeTc3ZqF
dB8sQLc76dFrdalLIwgsvcOkZW3UL7baanQhd41ByizJB8V9Atl0b3l1fisgK0fdsEw3o1bP29TT
1UEVEP6mArYG08S6LaeMGA2cABtvQInCbhuy1dotFwbamU4UgcO/PrQmKTIUioW2b9yyOxispVvI
ZCk42KHb2ILEN6hwGG3zXLvqZK+/SQ2DRcdPL7F7zgz1n4bqF6WOITe0YBYMRAc/QlQV8L8ca+l3
7Hkvdfx/Rkf/88iwjOO1X14Dr2tqpWseg1YINtzfsqsTas0QhBKY+SiBq2ydsJk267YqRfKJaJoW
7ht0V9Ncl6vCZB8n/DbZrxOEBNUF4laQibnjbII9MQkeKrsoHvO++to6gdy9Ps2c6/6cRlKklUjK
oaD1sYqV0AsEgpGCqrj7myN57b2H1nK/zn5j3RSL7cSBpEthSh1YHUvhg2UAY0SMyygUdvDWTh0n
NLvAuJAFcWYG+Sl6fPFQ/QQW8gonORZ+7T0GLhhCwkhkZAYrVq/Ws+PXH8OZGeRnMfHFdfJEV3ni
mt4+DZYH0oeqfU5GSAgITYS8RFAa+Cdev9S5WzqZFJU/AiuuTLHX23m8WVCgRWwNp53p61jwsJVc
eHQnCdX/6M2YwfFeX96TmTRmK5TYj1MXWFBM1+KezrgFbBGD1t4z3MbcQJsIDATMXfc8mqNCCOYO
ex++LieDJTc2U+Y4d0FGT+bC7f/+mG+eBnxZadL1Njl9cVs0xr6UFKaQh5ubnw/3/2EXL2AXcONe
jLjNc//8939596y+/89/vh1aWfJPLykXP/+Tf2AurD8CXycH3vUJfoDDwBv6B7vK/0P3DHbrFkOe
ZKljHOffMRcukIsj+8KnqAenynnBrjL++Fs80pGOQbqD8y+hqzhtMTz/mkdBV5FSgSUZ9L8FOQNs
3a/DNzHN1s2A5+N7k4Yf1uYKNdI3AWiGBOT66c43ipoDnC4ooaCL/6Dccr52EjGZ2LWzTMR2ZiTv
KSqVFFZkV65hbhe5CZsT5xU2tOM/mm5TbjOnl7tsTBVWjomSIPB7Q0YAmrPPmbYiX1Gc2a2973V0
vG1P6fNGTI66XjzffLbnAdm/Q0zAEFqrlw5hbrYEObLJNM3jEfXYGMpwR4WlHOp7/EV6FS01u+Ft
Vs0thPqjxaiSXZKFmUm9Z0PVFHb6SkaUFxV+a3/xxxFb3VSt4DIG183rQ9J5zISjvhQNBu5yzR/Z
u6+QGxJnUVvf76B/WlUWTBAFXbb5rHhwp30/fV9q07Tu9LZXc2Skc/BoJ7P4ATU3eSecqXvXWhW3
83/snUeT5MiZRP8QMQYdwBUidWbJLnWBVbWA1jLw6/dlzXA53UsOl3tems1lpliozEQiIvxzf46Z
zHjuxji51xd9IQw2jGU4GnpJpv4TfEMPUXWTVUzAkCRgcuGyKhMsP7hhnX0Ti+UdKT17xrRlv6Vp
1Yz+lCWL7Suu3bRBrVGjGzQuDahBfuXyaFdCj7vO+i0bquh+vvJ76ngsroamvHgsPwE/ap+Oj5zc
wf4Y1HVd2k8YkDE47kt6JQQVsMcA3cZTuW0aFTdIdaUJxez5mZZdGUPdVKSlhzleAXBP7nAJkTNs
ulARy1Y//UQV9W4MtohgavfgfMKMkPyq9+gTcaRnVx9LXFzRRzGxoB/ZJxCp/YQjtZ+gpOwTmoQq
AkBJQCcjU/QJVpJXxhJ0p+tEdYKogDUZCFM2zQy/yHcBZ3KMJv0O+DZ9KT7hTVKmZeOvdqwM4Nmu
gCf7E/YUFVVte/0nBGo1TIBQ6icciu8RoKioA0AUVJ8AqXWAuXhMSDk6gHG1LHmvtFFJD3FaLz9K
x1yUfaMI0ngZlpLyLi6aBmXULtw7+Qmw0mnmCEZT6V6WApfcQTMLNdvb1P88DNNYR2zdFnXRv4By
s9oPMA12dqQACPB9M0/Oc2VagLxFymGKuRdbz13bKdEDOdV48EcFRCLo5ELUXlqArLpXbJzqGQm3
yml9jlbA5BJLjy9TxPjeo6owJknZF0ThKi0zstOsz/NZq3UxBrOqQpfr44HTK4l9HAXQzdfhNiJN
aUNy0MlAZGqPzIn3YQGsZEPhzv20z7JqQ9M4DoBKZtp4mGILHpaqoIF5eVmZCyKVBa4bh/506ms4
MX6kkFf1q6TOstDSmwbBxoY8xh9oq3danbQPmavmSdjmpjVAVln6R7uPFQEzbXC/VbNtGkHm5so7
+b38xk1puKe5jc+CNzMz3k1Uy7e5IepJfUQ8XwQTDM7hUbI8Nqublr7akpREMxGr4jVxNilBstS4
MRu9bV4haK8tTvPefsWZjHzWWpZ8R66PXlTdiL/jOa1/cJ4faQrMrNVEXmsou6gHBH725gRZvN4V
yQkER9cdHSPKv1mqUfHusXO9AeOCJrXEdmlfWhMFDljCClsI7dn5sCokcd+IhSMhnBRFto8pr79r
XRuDqJtpOIgR6dsKB1hCvroeOt3xFQahj83CWTekzfqYD1fs9DSJfL0esi1r269pgRaUxuIaghL9
3l3dYgwZoJYXS6+b7gPHCQIKRF9a3N0Yiq+XUOdchq2Zi8Ocj51AU64nJeTh5qc8Ahlsr133xnGL
n3XMrlV8SRltGkprPpNtBu2W9agQC2FA7P8O0o4/LlHzxlhggoRdLSoUPLZuXtHK9COaXLi/ama5
i1fPeEvDxSmn0ncr3WhoVmplu3W6Dt0LnFz7rPd1/X2yq/VbJRX1BnMweLQ+62wEqEI3ufOXXslI
nNIfQG4n7XuPBjRKP3JqFiuvSHvthzVbjBbGcmYAG/Fx3YFPtt7SIpIhpv5DISrHp6IVNTPJSrmZ
5WJTwIDp79EcUpl6I90VDzq/cNqpC3EdzPb1+JGOtk5Su1Tcj3QekDkiM9GhRKboDx4pe76b1NdH
iifT1tnTl6OZ3oQl+GkahIWflPB4HKBXiHNUJjFh664cH3TF0IUXZWY8bsnIlS92xOvbE813SSHI
IdmSgU2RtZUZisIgpsxCh5mSR4WU3vNEmAPCf8U2AKwik+E7MxtVTyllcx9XJItI42gJstBkW6xx
ddnQScdh4Y/Sqv/fTP60meS8+q/Rabfv3Xs8vsufN5P8X/6+mTR/ozrJxY5C4YZt889/byZt/Tcb
YyW8TbZ0NtA0dKa/M9M09zfd1Ux2lOYf//EfzDRd/GartkHVFRtKaiexiP/CSPsrZtr19P2P3aTN
WmOawHoNSt4s24HI+vNukm2Yo8/gP0MjLh4qGA6ezZePSWIsfj96/C/zaH+/EtWSqmYwW/9Ujv50
7DKn3NYUM8sp9pHy0oyqdQtkxkTxYPT1p8+ArY6M6+pfR99+vxTdfLpu8w5a7Bl+flEQgsdBH3hR
ON5vExLHvqJZ920X/Ru16+ej6h/XoWha5/xgC97Dn69DuS0ItNzNwnzR+wLpmq9ppSfaEXshQdsM
M/1fv7Cfj+F/XJCSTA4nFvjNX4lZE/OplNIvrIFVV9y4tfMGGaQ7Uw1ibuiUVzwr6ft/p045n2nN
n24SBy49n5lDewudur/eJFS2tYrbG0kInEjcKnDqvleNjLAJ4T41mE0+TEszX+RVpjOGvtlxMCkO
C6nvSyRGK7A6+AVWk5fPrpb2m4yZ4mECx3270mXkmyWEkUSO3d5lY7LTYls8ZIzUvFpb4Mf3PeXE
a4m+4pU1KkAzFc7BXur8tcAjGkJ1dws4X1Xd+13eDIE6cbj3ZLFoLxFEMwaguXgF7FduExAmptfP
vXJDAY7zNVIj883ko6NyaSXVXHY5saVhHOSJpXJ4F3XxLcmnzOeweJl6AdFFd6lRYGqK49cYMt4P
IVD1LZQChihHFjS4QbSVAChIlWfNTJyLJdo51ErQarY9tul1Qrw8VWxKt3BR05t8dmg+oo9qbzJ4
3llq+a7Wrb6L2uuTH+ZH/KTatfbeodU9NJxjYDzQnzWCQZVfISbX7BZnp9is1jxuFRPEhleUtK8o
9shwzE3BI/gFG5QbK1PbgbnKUmA/cVU/gtpySqj8yBBB1TxgheteGNbn9+xn50eRNNrekZkV6Ao7
OTbj+gfofOxiqVrRb0mlSbBGqXKiqt6B1adaXjc749fYlooHc1h7VIzmqkrVkZX6ciizk13j+prK
Itp3zEFCfSXJFnVuf0iwNd1kRRffDkUb7TUBGMnT+Je7sVQVhillUcBml9Ymx/ttIwYukZ8W+nQA
sjs8yNJqbRCp1ax5MH7FYcis5DWmOFXzVodT8DoVNib+HI7rqhoHWOnVux73sGTrIdO/smSzf8vL
ftzNEb5gLyEm4hV65+y0NM0yj8GRDDkJaoFZ1tNWrdMbynVW9Kl1/HalIB7KxcUrptozBkTD6LT7
QR2676Oq9scsim2ciby5qwVlN+1XqrpUkB6TV7XsvRo9YwxZDO1La0/x3p4ygzEzDNXRVRIRGDS7
Ak+HrzKV6RoYcprBz2jW0zBP9S3jLbwBcZX7Ud1Ez86wZpzdM4A2ZqkeEPrzJws3kOO1bfEmlWuD
BRVxaNjO90Gr2ORXqXjRalsLLHuQj6lbxvfVZNlQa033S4QUAADadrZs/OKDCwXtjJ/DWSDvaeoX
Y02uVW9NdNE0GsMp5qDHJIksNWDiFH1L0zi5Wawq81cp8qNLa+8dRMX+hROdGMDSNG0RUjZT9V+V
hM7PUJdume2GSqr1Zq4moPGCXctA52ZyjS53eW+0WwaIbQvrxF7Ku0nVsyRogTur3yq3mIuNMV07
gqq1daptZBF89QzXqOtzwul4lxu9m33Jc8PQvFgW6reeParYSKqDZBinmtowSgdEc2ZJ4f1eaf1w
/EgO5tvaKvYQLCgtYkOAbRwCJcrN+WCnjejxGDi3KoRKkamatWW3yomsA5sxB3TQKdmuAuhUvjMZ
HR/TqTbzwGIvJkLL1M0z4DKgzwjI5XxIrDmqDxVJ8Gc2cea01WxjeS8n3bI9hEgLnoLeL19HFfGF
2VtvPEHGdcUhF8nwo2x6+aDJMjEeM1opLZ9DPgxxUeprsu8UJTeDUpQQBJMMphBVGUZxj9nH8ZSU
djlSWVsV7xcTFFPxo344WSQ5mf1SVNL1VKOOQ0dKaopiv3MFROt6PsRITS0WE5+Ki+jJmFLK/sos
+2EmcvWnJgFe2rowO7mdFn6wcYRnklDacpY8dJwfaLty1aMy2jwveD/2yqR8BwwynaikaW4HxC1f
LUZOeVQF7JieMpaW00PO7VUPqk8zC7BQrrfVFrbgQ+I+9mN/A4pkF1Wl03AtR93QGLNtYvugi4U+
vQp2eBWZ2g25yafx+h6tyZYVCMpod6Tn5Ggnyr5sxLFYiqd5bl+smgrqJZJfrVZ7N6bWywZzq3XT
SbObL46aTF9Yh7attHeqTf+m3WH1Y3gLlXwGdBPpgMHjeNzXVb1dcbN4k70+5TSt0QFDgWAj1vci
7U51np9ZJbeD2/3A7bqtDfPGNJugLJqHui3uKsOtKIcxt7NtbFOUtLeRZ4NXJlelQeBaxAbi5VVv
XqYq+pGY8yMArBuhcZO4Fc19cAyF3oV14j53gMroc5Q1Ubio3MR9f+c03EfTuhNqS+Sp3UayRWTL
kq+LiqFslF7sfqcejmCm5QbJWjxxNh28wpp4ZNI97eXAlwgiQ1WqTpa1vKa22BkmBUCw5o2a526u
hQUtP+YwvHcTf/GqnZJc3hD2PnRJf82Qa+w3m5WfaDc9je4iEzdDPwPoUu1LXOus+8Z4tkxHfzBF
F9L9um2n5ZHOwZyKn64+t060QwrjPtLLHfSZjWzAYYlCvoJgarDVFId5HkIzdTAVUQHHw1KhnYbB
FOKhYm5HSvyCeFEg8CFE+NrM+Kl2AEkJC0qZ2/m1UyjUzetbijATL5PdrZJwaNUceukaw+xuRohy
xmQSUYmoxTwV65h4AP+LDdmZg4npLsjahD5DNLvUYmuo5tXZ7pR4mxfVZlzTvbo6VJYm70Wdf6sM
tb1PzDiUAkqaqeuHDKlounpuCRc9uKVzlG1s3GR0pJJqJW3JBXjxWRWKSJLNM9SNGJRuoyzOs4zk
d5NSNiQPe/TH+uqPS0ZqBfuZlNKgiTtdZM0FvQW8OxZUT1W7S9PAc1xchYjz0Lh7t7ZeOH3zlvXy
6Ios2lwb29q1VLc0FQz3UzdGm7puYSor0c5d9fldV5bk3IpVHBiw3kZptZNqNPomPUjnXLH2raPU
O4pk9x38Eax4ypvBWr9j7jh5paOdOUHfVQvw2o4YvOeaGYw/1cHV2FwYUvYvuHcNf+7oNh17fSuj
GaZbnwfDmL5gCeg33cLAGxsbP4OhcXGWu35Kn2ptvkfgO7pzj/VFrxNubirlZl2/aEI5Y9KCa2Yj
q9VD8rBI9aIZ094omzvXkIcx7U8TJDlYajbYFzep5i3lj2fGR2voqPg/2vhom92uXuabuqUfXY6U
H1goVFL7kafzThjtfZtET8j094ZlXOK8O4kiuc3dcdpMNLlqcr36BjFfpnL5aqspfWUKTnFn7w7d
rp9B17fmSeHrSjqEoE6fn+skpgI+zzaOk15oTvswlpKisRQvVYZfDb6DpynOm2a297HUSp/BxQ3S
cUg9xwatg9qJIsccUgZasionW60eh1X9wAKoevTeB4mypMEVU8ItOyeH3sDe0/HCY8fNISYuaIYF
fKGE7lDaVu1rs8J6wox1WjO+6yRPeRbWCDdpahn3oh3AhSGbO+ao7Sh4H/yloxCjaYAODc0oPLfR
vyi9tq+wlIVqtwqvVCe5p4xO95VO/6Y6fIj51Uaq0Hmh5crXpjBV6nNG+wDtiCbZpP9S1OZDlYwK
GaaJGfIM6q/XLTeB7d+ld1Z3dYMx3vGYpKx+XmN9Gp3p6xTXkV9NzXm0Z+WQzkqIy/16q7gvfVG9
LV0ViD5bH9YFwxZYRuwAlKP74A3aTTMTZ8LO/WwNk+RXzq9YlM5lwXojbNwDGvYs+Av0BporIJNh
6bNv+iQ+9KHYyl45yq5+vxbAhQu2WB5ToWnz9hZxMWwaG9mmtbV1kyWo9p2DoauNpwdGKSwujb3n
9fNS7OqSpc33YumP1JcRMbCv5sTWAIIOWRvTNfGCBZzzWc1c4Vllr3iDXvTHaOoBOw9I3vAurzq5
Vlc0debVtl7tTKWBsMnYs8ZtoLX4NY1afi/XsaE2baJCwhiv5MmmwofRttsB60eF0JzBh+rV5YnM
7nJA47W+gnLNHyHRXXo4dNgyuvJhpf+XCZYCVzeJ9FPJ+J5z1mCPTyqFgOht7I9VcMsfFYJo7Otl
ooWlUTsPUAnYAcSc+a7fRe66GCEajaX+rkF+PynUND+hV7s/BHbX7TAbpNftEn+TBP3uO5QwuaFz
RShQ3J3cJ45uv+dqsew60zgDaks2s+rkF6wF6XcKVMQQ0LJK+4HtKj6aP8wWjW01BYZRPuBddPeV
kyykqntV7tNRaxleLDrmJNwpvRdrpX6ifyU7wO2g0W5u26ACTHYbOfa0sWdruXR5PTwMQ2/d0BhT
nrvcfYUXV/m4PczvUQGBkXT2wPHGjm0/zrlHa3eoTx1Pwa1JNx/khNx+6GSVhSr8uctQKUh+erFs
orZrg4aBC/Z6a7qpUtN+klNPCYuZjByiZNOfbRi3x55Iwsiwo4/uGjcug5yEk09PJV8nIInPqUz0
I6Mh7Q5xAJMtRbz5GSt2+kjjK9vfSFXn1s+tKN9wx4qvpqbUOGlr53nhLvwhxNiFUzbrHxSlFic1
XynYxCZ6TMouRf2FAjV6+FH7hPt6LjGg8N0/4G6Ot0QFxK41o+FsRZQ/FKn6faSndxND+sMekziP
2bIYN62rtQ/zqiuB7Ge2Z6W2T6w1AhvsfJs6LQpxtIlDv7p80As1jIna1JKB6Dred1Z5VTVEtrRb
PJZtFdBVpaUHNFuFQlEvTtg1kdpUuW/lSS11Cst+VLjqnDp0LG6HW6olpRzPqtmm2hy0DBUzfMkD
tP7Bk1A4jbCVVHT6xUzFTYi3scAvuijaue+A6N/auaM9D2YpTc9izoF0bNbxfWnKE/4wHq5UYu7V
JJ7IRUEo3TLJY4AkLYPDVhrT+DxDYxB2Hdr89WxEE4MezE7faFrRnhpHp4kjda41zZMa1rIdQ3IC
MtQg525HWHAbzbXn3TTSpEiLXtgZEvZVYgT0YFcbBj0CCSYz4eMaQ4BO6JwMzXQ8c4xu25ndkoaP
l7yWu2xrFn6gJJl+heDyceXNRBVnsRxyKpW2HPkf6IIBrRrPzj6ShBunoQ2zYY7PWb+8ms763U6J
a0oFOMVkDEoIgNY4JE20Nbv13mFkkdMMe4jBC5EmZOi0xHIIaAqyNsuCd3eCq3mg8qE7N4Mzb8di
LY6JNAsSHwwSFWkYL5GLW4fv8zZWLQAIalptqH8eQ0hDEt+R+RjpbIKl1W/GNHM5UeiM45rFTXws
wvZx0JkeWJYynbtSNJuICNt+qC2QnmWks1bSSH1hFmxTZ0LlRK0EAgO3Z1nrB6xJ7jxGghSCG/ZG
aoRtqJcaS79M7DvLNI8dtaqhQ9KLv4fCARrvKUzMs9ar3bqmWFbdg6cVJ77KCwumIJqRa7zxeWLe
dE1zWVLwaYmtDpvYXNxD686a9BCxsue+LqHo9vQX70EufzS0Twd2QY+r7WhT2Dt5vV0kvVRmHwNi
VY2SFEH/nsq12uDQxRCWOsomiWIqlGmAvGnr8Z4ZrB2ILn6aVHypQs552LXyjWoi02vUiYEVSYwd
33eqXBabyUvrslpP6qYukSGmSjNeZFm1m+hqjVrQCbzZMS5InZK5ddEHnCrLgCPGeLSw2/kGxR1s
iRjXbXQgxTU7Dr/UuDFjNY9ohaUPVNCldOSg9q7q+Y8OOEri8GgmqF9cskU659SNbkh6c5zo9OnV
cJVs78rkWgA6GT+IOAJDvDJdv4AOHtHO4rtmUNOTo0DppVLb3UwqrkZsH+qrxoN53+RqF4DUFWce
8ZlvtU6/4xhThCwElNySPYHcl+qh7IRFB4F1ja5ry8uKvBr2tiNP6ODlTbbMkoNOVn0oUTTfmUjz
2BxcK4MGXeVh42jRPuLFhz1jwLDVB3MGsMu/HKn0Oegq/Hu1wxDoNlZW+LJTWj8uFfWL044sloph
U6JajQ8VZJgjZ/EmrDsiiHR0zzQ4tO05myt3TzpaIzSxZgib1CJzOMrchuRE6UQXKkk1zM3tkxzz
dS+j3PAnOpd8y+hw+Ot6yaS/eNcJK/gsF9xvWMJX07hocaPewPtSeS657MpEW2XXZjRMlUEuXfGk
w1YPII3G28XtlANtcLjggUgiQtRf8gaZfQVqE9WJ8KOsNtksKoo/00IeyMVwPM1aX7gdsl3frVc3
fEYAJyNN7ukTW1A6ydndTNwpJhvlXnsrqVrdGYOG6GxgCeD7dGsvE5wbp3Q2Y45en9HA5rtOY98C
gSkvZmdcMDMXNFWTLKJYG2gQxWxfhkL7ooFPRvpMOMjXFvs/2VpeVHU8JbglnI7GLYNeM2Own1rI
wx60SrYw6wbKO678au+OVWguzavInF0WGbeGdN4I236wlbLY4tIi0c7OcJOYyzezWc1NZvZlGJmC
Y0fffyTxjBGUXgt4uxzyWnXYa91s3fKd685rnQ+njiV+V2ZaHzQYsHdJGy+h3ZAYjVOhqLdQpvMD
lXVnK5XPRivflawdObHN8qFa1f7enBE42iEG9UpxFN7aQb9pxpJtJiRnxyNnQLg1nY+jPs6byqrc
56iXyzPMMs5RhqOcQUWcxyI1PdEwPI0dUMuAkx/syXkSrn3Ef1BsCmI7RW6xwnWxDQq4fa1s2QZ6
NG+baTlQb71j0xAg6J6kMJ23VrKO5okacJ7aTWJ8mLs0HBYnoO7+3m6o9EKB31gZUkiq1mcQ3zp7
XyKMVjYQV0nTu7nrAwTwAAR4UFvcixlVFnOV7sViXUTqvridesxmy29MHTtjdohbc+es5eNiqs4G
Y4xPOHE31jwv3fSuV8bHKWm+dNXod7WzQ1PdJHBSR+QQt5wOcZ8GRWJv5kj7PjAg6KFdSru/rZTV
etN1eG0YsAuNxRZqeaC3SljHXdjXcn3ORLlbadq2Egve/bV1Dlx6oQA559tbuUdDaJsymoB4Tw7J
oMXnzrh1XGPjWuVTA6ErSbtX2IVkFzgaX482a3wgDYZhq4HMC81HkcPrVJK+zImzA3tqOn3wDFV3
D9K1v0SYkSyXXldz5C5aAwy5APIaNrRw+wTKv62zvuG9uga8vLj8VhpNe1lKt9/Neh2wahzwnjQv
s2EcSgh2yTTvzYRVPY2WfRwbQVITbTdBlCPunoa62nIw5V6NjFNFCAXBwF8Suqv5S/O4fm2yLqAl
3Gf9CMqquWUa+iIUHoNOzKKt2qfSqu6rHgHJVfGxAM3wSP5vRK0xFdD4MEY/E/ZpEf02sScfzePW
MBqSVlTxFQlzo8HZKG5enXgrz64VPQ5Dxy7jqzHrpz5NN4SQbs3ZPLbZmAd9gV0lKm6lg81mXfgl
qM8cdlx9Io8dn2LAVdDryweyTOdCon6xohuDHqxteaVfqaQzZuMuTvDIrO4byTpCHkReWTzQR5Xd
omehYaw6CYvllHf9uXcanhfOWRmbIxUbAT2UlGnX+yri2D/yHXMXBn9eM1PTxCp/1xTxyZiyt7kf
b2VcpYwQhoOerX5Cb/U9wrpkG1AEdTQOoW3ZZ+CGxPiUq4AJVbCqp+XOyHVkbQwD1Ntltyz4d4U9
nDu2lKuaIyDoSGu8+nwiKGa5w5EM5T187dHrxHRsip5oHUIsRO9tCgevMbXjUo6V389AHpGdbkFb
nEzwWr4dz/eTJR+SIgpEptNCQKy1Mvo5HI2uoPSap2mk4LRI4G1shlTdpQmBRIP7irNtaGfmm+FE
VDHk42ttjk+dyaNTKXCs5704mroUeNG6b+o8srqMP5Zk2dNbvDdrN1iq9HVKxB0Toy+6VTko7+Nb
YUzHNXfcPbOIR5OnVsNskBkn4ZLkQ07ykEyE9zL7VrrZLnYiHpcMe7TUTYIucjdC6+5nC1FBn13g
8ulybE1tb+XltQjyi7MqN0Jnn1wra4wXy3wY06r3I2I+Zlyc56n8nsHeXFp92yzKjWsn7y6OLB/d
ZR+ZHPyuR7malz4r9Q1nk8BQ86NVJMfIXe5zu70fVYZ5idUfqqa/sP691SlgbltzvhRxsmxLfWD/
JODPMxWkHbG6EV1+6ggsbSNlfWaC7c3lciTqdUPQdOVcEakngrDpgxZzDleopbisK1O52anp+5OT
Pj6safmYZ/PiJ7RFhLmqxJLcUMexi6rPvXBJEWhqLk+zpuIGctdL08GFc3q+F3w/in0vW7GNF9Mh
aGc0u6EV2hd5nQvSe4NCrzmD9IQ+UL+x4PzRxwrBx+lAZc9sZ18UOIwrN527HlPV0M74oQY/H/qi
3dSg40Ot665bIMfeMEhmiNwW1waUInkoodV+5Iae3RayRfXJXdnCwIzUYExT/X6SqXVriISAnkzd
GHhqrn6fJhclhtjMyIMoSjM/joBatmryUSRL1O2ilKo8Agzx+KrMrWSFnOv5loYB+pwX1xlZrKh3
gHyffgAmgclfVt1dy/RwV+e6eDBSd32mMxRQCnU/F8VtNUy7BSdmN43XoJ9MlSqnYrlFOjReIyVR
32aU5B2OKnxVFlko8sNq5GeM4YowjemPKcVQbiKRzvctn0x4LZgNo6ZnU6WzhlV9nL67rSBY068j
rvZh8ZmqG+zHQU7b2YBTeFyMDeMEXMB15N6TooXfr/acGws2F6k3KLqx0VBJeLBP89mcdMKw0rL5
jOgxfSqqaIGOMYnDZM3OewIYcYNnbXmM89H0HId4/GwWyxd1HHA1Yr6LMZAFtcQ+5Q0zCwDNpc2u
16vx4FzpF3Paf6MI9E0M1nCToh6E2py3j2NpqqNn1v0Ewz+v93Id84fOQlht5hRRBl01oPNa80Vt
VX7OKEXFaMg7UcQMJRFQLbF+VMwGibC77rxflL7YNv3A80ddxUY4bXNs667iC8SjrY3VwKy1S43m
vlmQ3e5ddc2P6WBtMSbcMRoy7pNyZR8MTr4PVVw9weJUVTix235e+gUeEVHRUO+HClSHxfpvxQWC
eiqncEBCDXQDqWkyEBtarMLnqBbKBbgullYxYWT0LGh9rKBTcaPLmZFZZcZHs1tm1o45uq4mOC48
UrHjJe0NA3yflh2jxMzu1Fq8tZ3ebtB/+k2c28WWvZPrK8IqCZnWLOwjMOyLOok65Q7oGTblwEsP
5HXdB5e6d0xyY91/W7UIjEA8duWmFfN44zRqyXHNJns+rvq4nWZ3ZdPP9o0jvjC3q9l3A9sCTHxe
l2CFhWNrmOeoW8xDT5jrYOZNQV6yXelIsJMmnzYlXWo7qiamq105i9j76535iMNPbwJrMVafiSEK
wBCv7g1Vx6SMG6lIdoyDvCw58XGJG/ZF67Vyl09pQondTM5/GKxzyqCO36nYlybqRWBBQ+Y9lSU0
7qzWvb+tFY6dZtSQElxd4jJ1YlWPeF5HHCXqItJeXOjoyQvt7mSoqX+BISnsa/b7b0OitVrLKDKM
JwxWjDeg0TAbG1r1YreiH7Z/y8s8oyANoaLJKM/0kpRr+ZJ7fPFBeSZPcUQpzObTK/T/7ryf3Hk4
pP7Cnfe9G3925vHjfzjzbOc3ghQQYIlKmNbvtaR/xDwc7TcDR6jr2pajs4Rc+zH+7sxTf8OTJ+g4
dYWgtRRvGf+xr8chodtcc34zLHxnePO0q6MPdNB/YM27usf+5LpiSKoK5u0Ungt+qWPjD/xzTimx
Is7rXRaHrbpyKq+tdWtr+b+jB/5MZbF/vwrmQyb+jokb4hcPW8f0q6ZWmmlj19zTyL1t3PQ9WcSZ
YhQ3SPPpVjHqH3/6FP6JP+8XG9vnNWl6t4jYOLbQfiW1VU5TVcx+6Y2JiO6qJJbvY2eMTla/vi/T
ZJyXiozIX1/zF6Pj5zUdrB02YRz+9yuZch7yWLJaKEji6bPmJgMF0/HquTSV//7F+5dGx3/2jqLk
2SrV4SY30dU1+Cejo1ZbqYidATl66eenuiLybcRqcZkpImJcEmk7Q52HDTJYsf8PXyPX002GV7pt
sO37RMj86cpk/wwrN/UWvd2ZmJKYg/ZQ1tbVkRPpxL//+mr/4/7ku2Ph5dRwWBpMXX55nVbfMlvV
TMCiDMr9Ju15gGsc4P8PV+FKAjMbtsdfM8zDtdOkyOwuHIslOtORStN2ojfhf3YVyxK6MAXfNEs3
OUn/4hg1qoaW9DTqwgL/0a076cpG1+i3+uur/HoPXq9CqEx3bJNdKTPUn++MBlN2XxVxH47Dyq6x
1OaH2ojsQ9Nq0favL/Xrh8OlBJfRTNVCMsO6+fOlcgObgQIRMZSc7Sl5BVLA7vnfVYj8k6s4jE51
PmDLsVzrlxfUyaX4L/bOZLdupNvSr1IvwATJCDJIoFDA5enU95ItTQirY98z2D19fcwGv6zMa1UO
anYnBhJOizo8ZETsvdf6lvaSugM/QqPD4ExHfMLyVUTiP17FN1FQc0KwnM84J5ygHJbrptuNnOph
AaGQKzQTmH93x1gYWOtZAn0Wdg6Zn5XQxG/imUinXdNQ56VhPVkQvI1GfrE8rK/Fx2XdRb7rkaFt
s7dIj/nvz98MX0I7wN40d8rssDNjbDiyDTN7jKRHN9vLZHn16w/2yV7u8u3zFNAtY2fimfO9zxtJ
UYHpBte9w9kDYqeBRaYtAxaZbaYn0q1/RBLW6sJBZjdTSRJTDVJeoYr74pNb5u/c048fXjnspuvu
iEOSU/DnUOJOqmVQQzHsxsiWQHU6GIuBMSyKxjpQ5hpxXG1hypUIPe39mLV+8bCe2b1rpsvRTJk/
Rm+zieHphJnz1J03E76973heZI8PnNnsCSjpmK6VKFqWdz2OKtkwfWxvjGkFEWOehIZRVHJpj/J0
rK86EgGHfTnW7ZlZrfC9ScSThzqkzu4E71dxFLtAnQ4JJCHUu3PixVuaaHbP/Eq7amtiSqJAICAJ
2tU4zq/48NJlB8pmkd8jq+ngHsVukZyS5y0zOgUGIpoui6ZTnTqjDyS9L4YNfbqR8/1cL/OFldHO
NU5tkfXemZJzBjSV1L+zKqkwN+X+agTrHLO6h70C1z4xu3rnl06odyna8NOUTOB0m0VZdjcmCl3m
GEbzWdgLs34tvaJQIIDWV9bNEpXSaQxbc7Noi9xl2grd6onsCzvoJxceiRi1+tapFjWabfetRwTf
ZDKGsWJa8YRHOVdYR91qo1pDnkp2Og+vJ231rQkRbV8ZHSahMhJ2vC38Bp+OSGxHBx06QAfMlL1M
VESTujELhZmqm9afYmaT1+4MPjecwZYeiykT5j1DF3Yvad+MGBKLWEc7x5yip9jq/Bv0pOLJiEnf
XMNBB8A9MssZaMvRHIkasa06SFJrRAJU1+NjF9XT+yJLdmYto++6ke2PxDRB6RfJSOc0xF/Zbbpw
cr9LAJNosEMfpnQtO3W2xiNmAb0F49JEBvmSIcqKj1JC75d970I9JaPYVc3OJmvlJKLooaRVLg9j
WPFYI/+Ku72YK4w9iDqrwIiUedE2bvvQlfAFDmJwI1TB5AiazJBC8H117ILRt4F8bUloCZ2gnoYk
2w59XByMLFVPfZTU3zH+uN9GUU95ceUNbupV175Jzt+59q1K611PpNshYaCPXSi2/Ru+MlvSIh9x
d2Uci8aA3D3/AWxuPe4K43cIFcD49NQzELUcWuUyEMzaDNVA0nt41ezMabCK6o6Z6Bg56lJmIW2Q
vJWJAYQLs+NZFEcpMq6WtKXwMfOW9jKKphGbnIzc18XO67u6n1Cod0uPcczzx2mtaZvhyRi1Y+zK
GmXaDBhitW4q+p20GsrbeKSbE8RhWF9WlY1dru4tppA2CmhkqFY83Cmd0ohovdS/y/AsO8eT0NlF
3BaSLFC8dM0+z2HbnAsiKh+NZWjCwOonyzxFbA2rzGhdW+xCoycJSy8mC1Fcxs65XRTWm0rqxcP3
qcKT0bXtfM1jnee9Y7U9AyqfYTJz2dbtovMmtSyDrM1FL4EVWgqGQeWFiORtUtTcsiRYuY8NWh0m
qqhTlbFeMYxFfLaDv48pOzXop6B8KhnH69Lo30c5eYjoWWRQeRCQPKAVRig7DIxeT2CxkF1qj2SR
Ifxoo1ciLxpw71ZrynOnruPniq1sJrEHpUowO5PzpuVQPIiWse+h1bZ8nMnrfEJZmzwsVi8e82Wi
QRdGNb6GOSpcyJFxNN0CUWIE1DC/Q664ClWxB3C2MJMK7JkzR4YTzErJx3wU8/MI3/oGtU2a0rEM
+wYT4KQGBBULdoCmG7AvCmAPd6bwE4h5BkU/VCsYXwF32HyBidQ0Ox0VvDw5b8WIYtaBUu0mnftO
gZYj3m0Z2B2FElhcUDiRao7RpIqjIVccc4Yibr7lWDZiVJw0OHGWy+qtTTRRP1nuWWiJfevRWdTy
fXV9+JuUE0YdZIaNHE5HycjYQ868jUpkMj6GmysPPMtKbga/mX4s5thZ+Cro5tBF0EN3qoU535Bu
4r37ZQOnC5+CwHkBqtggYDevnx3WgFdwlAbgKWm413bTOxFx35lYVYhMpYOBPWiHubhjvlEN8ZVv
2Vg4wwlvygpxSv1gHET8rPvOQEvkJQzWQ2hoBHGnPqzHKrSy25BnPkIKahvDIWlxZAdaVLo4rS1J
JC+tOmTGYqXWznGu810Yt827FSdi2DoyqpCNqgThzASW6Ar0gHMtHHw9eWkWL6T61Vep0XoZ8z3C
PoJlbtsfkA5b8H86Ne7GaZm/A5nqAQkDo1+Cwq7Fa8QeNB/n5oxrJA3hgNKyKXByzLIm+gqpK3Mb
i1Zgd5JFi2wD1cfp1QDZErlESpq9STITGZ7Ir5q98Ox+XBV79Q0uXgZYthk7oHjLKX/3G8T2Qd5V
stzEnjGfdVoMam9T9F3b/ZAx3GbaHaNUdGfnyJVx/c1L0B8EU2tBwWuMPnnIq9JmFqwqhlzxLOZ3
OljC2epSV+2ZLBF6HBnYwKOgXhxQNm5rrqT/SmXNaUflcuPlMa/23LrqxEJNTIhwPJeXVp/1IDNp
cCMj1QjIij4X7nmTC7Uq3800JPLKGk4LRN0930scXk9scT1rrTbPW6UwlDZZ2N2z5mQiYGP3L1LA
oyayzcF9a0x7POTw698IJ4Snls95Oh8QM+rbAR2MgtAJvP+crvzEEAIjhR8gkzKeWlks37WpkGNB
hupuQpEgO2+mzNktTNGfWC1yuqoD+1TpWoC+Cla6p9mdzbVtLHuYgGEvv7l2Zb8ssCaONIPDclNn
tv1A/DFjlKVNjEukVgjhVCJiZMhNd8kxwHyWzJqaoOBnMzm2eRyYAkrz2eqkdUWETPPG2U4yQo6c
Hkphk5fQBM3u3I7qDvyy54XLtiE9vQgaJAfXVh8ad0ZhofvyGUCe6VYt+UbjsHleCm9sttoeecnQ
rmbHmOYJHZ9Uz8Ev8yQyn54WJ2diItFLvCVQve0wu6HAxH/mprW8ZbDkkooWLtWyG1sz4/jkGjMC
XMEAaVvXGJoCX9jNGLijnx53bQwKEqoGCbPehMRpo0LPu8oVK9yGU5Zb7xbpZ3cpTWBsa3itngvb
WuXWYYdXcWwWY5WdMN6K23GhYZ6mCSJWMZfmdhm77r5vCu+8lYwwDo3RhPlOFh2R8XoJbcitBSrr
I4NzA75tdybDTTIydqE6dLZgDzXymINsXU47Ofi0f/vYw4wQZV1SbJ0KVeQO/4eGpqZdhCBOiboY
LmEryQedDA+5btxNDxH4rN5GVRk2KCEzOyuGoPIxkQboY5zHnmChy36pmHl5Y8pBDGcfLwB333g2
zRqdkDGNxT19ZB80hQW3cWowAW1N1x6uVBEh2HNoOw2IhbJq386AIqC7JXm6L+MprvYoCIk1EU1W
G1ScDLZhiA+M/kEY2LDErPalYWjJmmE3Bfpch6iQADkSw1WjJXgl8Gq/eG3UoFeXipSvFZMWd9M0
DEqDCsEee7E7YutzlTFUaB9QSe9lLxDJzUvXU1hEtGz3WdOoG85zGiddUyb3A9VBs6u8TjBohO+N
5HaaGWaRZv7SdkN7ZjgmfgMMLow4HUALb+44lZdD1XbfTdFO99y14o15amMzXWbIBFAlrp+XLm5v
EKmHLkHSMefgJC/9J6YWdhV0c0vmaTkL/4LqB/QjIlia8WOSwgD15gmggy0n2A+h6BkcQnoo74dh
Lu5MRd+NsXmjHkLwy68TvgkXnXZEFsWA9T/IRO/kxxGyNJZNMhHLIGFtOrd1i81Pxpm6rTFCkM5s
NCi3HSPJUWolYflktXLEroahokbr7wCp6azcf85NtKkbP1+FOVWqp3veLzPjnFNO7zGR8M4h85fu
hyvy0dsIqjeW2Awoyb5pyO8VrVq9Hdk0411g+vej1qM3oPBK9SNOr/a7itssC5bFnl+jySR/PC6x
EJRWhr1I2POdk9ajDEwHBcxp3xup2pVD5L16WVOcCLksHbuRrZ+0MxMdbYdReGZ0Gai42RF30q/H
yxjrJsJflTZXMbOSfiOQWHGupg49iqVTvDNZmAieHzoA105bTd/iyg/x8ZULggUIvCjD6qETL5on
gWokgWkVKMKpfiRRZlwaVT68ohLExNHrkgPtUGAl23YRyehFnzC7L8d2vJtLre6GdH0zi9SI3z3K
1dvJ0nl80s0R6IMxGiWlC0R9jAN9VSCZspg3BqUxl9epNIsQ2T/JfBB3xxG+54husGzC8jnzZhSm
nusilkydCuFiZs7tHFgYRwasRWE5b2JDlS9Ohg0VOkbrcWJye5PhoY44hzg4JH+ECvgHCrjI/y6M
BNkNXoBZ7tDYKgY1mQ0/JkxqxCaj4hCRJsly6nrlAHw3DL2XMWe8FDS51VKvW7l54tQI3LY4Wqrv
hE7HM6FnnsTvgS3FBsrnI5VpByw4ZO2AAA5qz7Pu6yV3r9MqnXM+R9dm26oVxmOtxu7NR7/OYbDK
9CU7CsRAFuriMm7a+XHp/OJeoW0HglNMyXvYNm29I4yjfxF9H73pYco6bsNS9lsvMhJYreRhvc/c
UpT2gwvMvQ5dtszWlrejRVmzactqzZcSVrzx1Dw8KdePv2m4LkTKtxFd9q70YwxuXu+CC/EYLe9d
3SkMsakvzvpS0rVwOW4zgZ8bQBPM9PzxpK+tekLDHim2h8ThjOCTRYw5t69kvYPTW8071IUxpViF
3Ip3V6t2a3flpLbt3A239DnTNWLPYHseJ+ZWW9HU2O+HsHN4kXkYcNx4OKv2inBnzGow4jvy2Qoz
32C3ggxSERnypqhwrk2VTG+GUafdBnXKmJD3aC0dz3yE2sVG+bUEQ0Lk5KYZXIlQsl1SIh5M9UOm
XSMC6WoL7Yrtpe4WTI2PMocZeL6rRIxBVlPB8GupPi+2Im2iuT5L/E6cu0Ud3ss0HEtx11tN6Nr3
KmJiux01ZHPsCHry0IUvvZO01/QgEDODbUWIBYxSf1PNYh7HWYz5zjDb5hn8wGQh4jG76AymCBui
V+SNg7cYvYKJChprUoytADmPR2uT1DM5ncgUt/bOdXujD0r4KryNakpfXHy8ORswEk+gHGnpB6R8
8qc/rJgS3K/muYEE+8Ewm5VsWM/VgwnE7zbtCs/Z9O76oppTmHwDXUyUA3x3pKJpO73bvmG/9mnJ
RmfPOTWQ9KYO6U9HqQ/JJM2zFWWO1SS30BBubFR9/qZws/GqF/FVb1iSM3cRt6gehJsFEebB+IDH
Sn6ftOHASJgUUX9YfIpyE7HdYGFs5xguw4wviY6NzsvjSOVu891KtWee+UtJeECFZp0VsGN6hU/N
4psK7BbgElB0MkxZO6RtJmjOOjWytOQQSwQ1YeilZ0Vahgx4F3Aw3vGAiRKPkOMVxDx4Ol71vZ0z
5jb+hAipfc6ut6nIL+4pPGPvZKxHv70DzKyri5Txvbd1MGvS1USE0vUn4eI5+q6Nxwn50CQmTG1L
RgcwqP1eahxl/hKe1hOGWYADxdAmWxOEGSC/fOGhDMD7uTBw8e7WxkPbY/G+FiBfxifIQW5+EdVj
P4T70Q6FOsgYF/3W0ty+nQ7HlpYmLy22z6mEsWzwHoBMbFd71JJcIyzwzINFMp+/10pYlJf9DL/Z
2PYgjNgmCZw1m+LMqpcBdBha4ZDURLTTKAMDd+h9+ht2R1sr51bOCXYsX1C1vU669SP8T+SGc8vM
GCrv3pMkolNGi2l1+mRGi013WUsQE9/ZW2yb7bkYRodlrYGQtrP0iEMntlO5HGZdcXCcUN8SUD0K
+pJOIhXFN5+ipFmTNMmM93aoqBLuWQ5TFW2MRc49zoRMxwO0+Zq11OLWZ07x6o1Douh7zgitGEdU
xVsBDJ4FhTZa6Zwi4/bzU9NuUu5aF1WMjtKOG/GSqA5LaGkOsJR4tpOpOZu8qBnvHHS3rqabxgjg
SpfSVPTM7NzBFGPBC0AvgEBDEztMFm5yy77VZQ897hkyxGJ3iYnRcpr0njQlOJahaLzmNGsdJ7mZ
EIrDJncnAR4Oe4N3OqHIxNyWa030AHZ3xgBb6OiVPQcs8pUrtuiuoJUGTYOH8gg5gCGOM6Ys9sYp
/ML+XoADu2HaU4GVnzrh58khcto0m45nq5usZdcjlIi8A56h3hhQhiWRoG2cCbyUtJMpmBCSC7Pr
TTLTR5fFNpjqOm/PRgXNisOxgUY2w7Ye627ZuapgIP3HtOp/BAQfBAS2ZDzz3wsI7mH5faL7/P4v
/qL7CHiQTNpc5SF5RzfJZOVPDYHj/SZ9wUAR/Sz/xPQZav2lIRCICDw6BD4USYT9zgdWpCHkb/wb
5kN//VD330gIPg0c0TX4kikM0Ehznf58zjmH1zZIOdLIX4rSfOzy1d2yRM0dJzfsFx/uzD8M9T+N
vf+4lkVCBJ+Y44y//i4fhs+zaSYiaTKxU6XqGDi7ydVgK29PA00fNAOM2yytkBi38fIF7ufTfPCP
K3NNi+EqioLPyVbeJFDZ2onYZRH+u8opVg+D+OIi/3grBZ/Pg4LDgH0d6334eIXUvcgqLpI43i2B
RJAEhvPsK0ry51ndH5/lw2U+zW2tAWY7CgxBr2FILnQJoWFsWuOulkbGNhZ2+lBNDEdo66B3cvLs
W7LM1/Gkoy/YRp9iyt0/fxMpgcFLyRD509Rw5DgReyPf57iBUbftNtW5sUkO7AkHiz/p3o17aoEA
b9uGc/E1wvRN8UzFfYL3/virZLR//I5hVf3126x//+H2s/YmrjRysRvGqMIN4JwZ0yT/5XdMyYWz
Vjk+XzDILm/VrXy4iJTzOIa6FDvXrp09veD8AlkDWkkxVf9O1gCXARkKc1Ams4gbTOvT3ZWii5Dm
suIzA4AjmrGxxH3/FXNLeJ8fW66jFIIGnlm0GryWP38kUxPWhdiNnaVlpBTgAYiXI7vSc0chH4fl
QQ46jg91IuSzQMG8BLYbiprBEmN/Wr1UKANcJpOOhjOO1Ducr8P6AE5pyq6zoWkiRP0oUS6d3Mgi
YKE1RlfGdsBSqY4tB5WbrbrTNk8wPSNVzxnPlOT8XGuRQuBgWGTixEpp0G6UkdveeTFzZ47TDIJk
BqT+wlvl2r5zBgM2Ql7emLRwyE5W1LnRZAGKUYPcQh6a79XYw5tgKiC97SSNPj9K1j8PdZZ0/lHc
TnV6S7RwzeRgbABBeU2DJByhuf8QNjoMYdlQzALNsBwMvbMzwHwwEiN9KSjjKTzH2npcCpqNvHu0
L3YE+ZCSZxScFT3Lc6stYIJp20Zllx56KRPa24UXdfuFmBJ7YxYtQWaGqjiYpjEiwpqG5V5MnYfx
NQ4FrXNrTGhgJf3xVOSFPooWwzing8thDJOw9yqrqbYuCZnQzcbvo94OpiGE/xTnVoKzU5vGecIE
vDmMEBnn3ejm3qtvprimDsqfvNPImPm8vpq7cG8IDwVCNvX5D4FoSO9ajmbzvkwmACEZjoOFagcE
MP7T0lhpcNaV3drMBlx39q4aoiiusFara2Yi7rPDO1JtcmCoN/4QczgZYx/IRZKBbgWg4y7DVhhz
9x5PnG62HLioK9oJ0nBQy3i8yxwgCZhlx4WhV6w8aluraa1gqO38hf2TJtRoDc1jIsu+2HRUXLA/
DK9ETGzKFwN74gUCBiMMeGGZuMZ1DIasVlHEmK2P8kfpl7m1nofJZ0JBUr9njGrPsQ6GLxEd5SuE
uwsq+GSK2o2t9HA5znX5DUAQC2xUR9FlIgQ9RMVw57oD5rcEouyGGryAMdxOOFlfx65Oakxy40RX
rjFauRY88belmcJ0W5iIHAIvGekIS6vNL0Db0HKeGq8/Y0aRQMgh9+fa1iJnziPm8UJEYmLCMyT6
trUhiW0jKtR7j2yCYxqzQIXtXNFtBe/qsC+YBplBcwG41UgG83qOC00+R9rWMLKikp7HshggSDMe
9EvbaMkkbOhGQ3PNcX5I8kAYyGeWeGXOMJinlV9QqOLIfWJ6A4icx8y7HBuyPLiZ/QihVuXmk+uX
KiN6J1E1sNNa3vjhwHsZMmR7x93s/uiXGTGL31bpypGw0ssyrOd7HimIalFsgcFk7DzxlqU1VB0W
yos0srhNKQ6Cm441xMKGwteA6n7mpV5wrp6HTiE5E7ui/z4PXoHVd+6dbcITc1OUwOZAzbTFW0m4
DIGFqch4bhlsam6OWbNvlY3tHskmLU4dC/XHhu5/7hxlNi83nvO6yVDIl6IAt6FwFs7t2BUbvG7Y
IhOwZPHWWuZMb2y6k09iJNaXp9QZriY0XRORDF7zZpoGHDGkcmCnZsOazijKc+csyZq+C/IYrfde
JWrJ9l0T+XI3ElZg7ho3dGQAc4uGLlhkZ7qu05qcl0RXM83Fom5CsqY7xzsJu7ptg8VpWlLFVhnG
QS5Nu5xZhDs9IL3W9maJkuE27mhLkZAlzHgTJoMAG2UJJ9+B5m2X85WNe7WgoLMDa7ZyEdhldwk/
I613jtWpCdsDBvLVneZgvSABKj0y57kZN1hzJnEkwYfxhZk9GcWRK+tus7D28TRj+rgdaAuBD0gM
XBulWZruwcV4wzLYuoaxyt2m4WD7ETMp+unhuGE2B3caJVDcQ4fVGQQ+pnhL0Kma/DTmaMTA95rw
wD0OcDXussTUDV4Ob7yTmaOYY8X5eOO2dYIDJnRscYqwIB6xOKO8ZCOIc++olPhXt2KZnKvJHtt6
U6tJOLvYzBCSL2UCkcGq+OX3hVPZxqmlbaelvVpBXSNfyDhPrba+54AZyZ0XD8MFFHjD3ZEgn3s7
JJEIYyqUxCa6wVX8lq2uoA0tYjKaXJPEozMHwCaz2cjJcUGZsch3dZXa/Z3L4GLcsnGKb87UTOoI
k+XkQ3sOuWFGWTbTfi3Vpw1uw3AMeL+casObw9QCwVE4HONZEcYOuIowA0czQAksv0/PWVYZFHtt
7R7L2QbaDPH51lJ1AgxwCJ1bWDFM1trQLjk0wrPeOrr2XeQ+BFTwI+y8Tc88bxjf6y5TUPeKlFZ+
wX5OcU1oY39QCbqBkxwFrUTcX6weVz4bRWqp7G/I/PPLObPd730PIfLMiI2uYiUjK2ul3YqzRnQQ
lGSi+mzfwlB7+r0G+Z+S9UPJumpT//uK9b8KVAwvP8r/dfujqH78JH7n3/1ZtyKC/g2lI1MG0/bh
ea4c0T/rVktZFKeQPqXtKkd568H0r7rV4q+k8kwfFS5iSQQAH6Tv8jcIXFBJBUdoicTvX9WtP2sk
ka6irF+V9w5XUgLvy8+n1rb3m0E6g7q1F1pAgItcTp9zvwOXZR6Had99IZwWgh/4H10in9N1Ofv7
yhbClQBO17//cPJnnOM3xVINd8qfRbhNhh5rSmvRcVzIO9l6AIjOHGTye7OR4qjyZXToZgj4W0tG
8UkaDgxwdYKHX0AWPRaJmCGk6kdauxhylWXJm1bO+VNkiOwQhRYzn1QB3xb0nI/ndEh/oFmLTBxX
jHlXAhWcJlmeMB/fW+GDIhFKkV+22ORcN8Xjh+fjH+r2nyuEPz66w1FB+hIluP97Rfrho1t2WIT0
Qvs7DGlyk3iI9fQsvmOecra/vtLPsv/1SsqiQuEggd9itVH8fJP93sxb3PHFXUmjlHjkCLNgQ0ho
qHqcozKqq1PNbvCl6vRv360ClqJs0xHSFOiofr4sfNqKuN+puGsbYe3tRKttDmtvKwUDRfTgTIl+
R8n18Vmpphf0CtPdrz+4vVZzPz9eCljjWtav6l/euZ9/BVAZcytRkd2JprQvoqYFK+gRXcBs7AKQ
k70HdjruamZn+9hcrk3myhABeBDNLAOY3Dn2DlzWeHDzNnvMJFEfM83m46EComcP77Jlj5zBt5/T
ure/qFQ/Px+ou7EVoB4WhAn4vJQ//+7RomFF+olxm5qoPaJNZZyg//vi0fj8wq8XwU3ABZzVw/D5
hR8ijs3rLPTWRdnoJm99UR9YBQ5T+vD7V/H/Y4eo38pbKK1v/fmP+n+vF3ipapC8Udz/n5//E972
n9dfw2Z++o9dSX95vtZv7Xzz1umcf/qHj2T9P/9f//LPxf9uromveal02a8/jTiK8uP6bv9yXwje
2kK//rQhrP/gLzOUhEWuaA/gAQIt7a6Opz83BFf+RsdLArj2WCB+MkMJ+7c1goZ9Yu2K2b/vFX9a
ofgr9NtsFnLtbrCZ2P+mjel+WjkcgYTWUi6uZaC9rvP7+/VhjWp0gZxq6tv9ZGXAnTIiDDW6ZlBW
yCXtcTs5N/QHt0M2X0RedsRqduCXwsxMxkxsnacqO6ypoM38MCzZxuo4n6L5Y+qIGKs7CjtvC2Xk
pAbP74tX2T/5KqdA00eMWr8RN3ivdQlPC0dxnB6hq9yUyHrSaj/VC6k00MXpCURpfyDB4Vskuy2K
oe1Ctik5A4y8c/JyBYFm4iw7ToV/hAKdXBgXklEyR4FTRKRwl+kd4UFAioabhXbMmOCrxmPvIgpG
89VDzdD8HAuN+K9Xpk/v3d9u7Kd9zzPdwS3Crt33TXWyEotG90rqdDc0zhfLsPx5Cfzblda///AV
1lCz46nmK/TtK8N+HKwv4rzWxv3HNZYLoHc3Xbxdin47jcKfL9AoA89yOrZ7LzoHZwlt6ZZaK7PC
jSvRM9xFdrVBzEHbJ7uo41NRFXsOqts0vew9qgUiBUUNj2xVUxjO1h2+aYEoyXqYeHBIgws6JG9M
AGHAchDnZ/XNfOYjtnR7OEji2phpEcGwS5m0oVnYkfi569IOOWsEWAucsJEdlQh1BcVd5Zw0MNZ+
/VV+yjNz/rgBmOl4R5g8MI/4+QaYa1BnPQ7tvqU5EFdsMS8pZwpff4NeQqxEuWHOJtXEZwzR9NGk
sMM94X+7X/8e//g9fPg1Pu3yhYkhBQxJu08R89KQDBAoBRbaX7baL56pT1vT3z4x59GPz1RVo2JD
mcyyADTIZkAecgIbzK8+0bow/v3RolcLDo3FjjPpz9fx47aGmsWd7ey7uHaOUzMEdIHWhV2KPk/r
n9EV2vTypDX1zWJcVCstZvlmw4NYJPe6NoMq3IUhqShd8Ou7vR5ePpws/rwF//nVPu3OsoOY2qW6
3dP/BX+ktmjSgow0kLKJduyqB8JCdgwYb3592X/+kv9z2U8HGt+Y5rAe+JJJx0E5yNSFTJSuHvZ5
+FX+wN8XDt7rDzf/0xKF2ACIveZSMzoKcr5Bz/xRNf63hs2vrvBp5Yg1sk6/5Qrj/NSqu05/sTT9
883Cauxww4TvrH//YelzOZTWqWKR1dZlP79oxdMROdT0L7/+Uv7xdSDKg9mbcNlzP70OFNU+cj+u
0+RrtX+o9YO53P76GlL+4xPncYx3LGIvhPXp/e6cyDTNgicO4Twr3LgnMho1Etk3iwmhCmaoF9Ir
wHtVjPvEPcWqBEsd3oYSD1MEN6xW77YDQh83CH0KQn2MaZVPAlJHNAZXhf+VbukmC4cjg/5ZMd2n
mXkkISXHVkbEVHxJNvi20Nkur50DrqaoH/cmfToNaqRXL2bzCidok6n6xKjNEyu+GGAjeGiNHQor
STd52RnitZP3wDYWMH40PlKw7PSejgfqr1LxdkNmMgwfAl65jxY0H6hWwJUeh8Skx6bawuSE0Qfn
yzoBu3NEr/ioB2FVg1ns8gu7fDPJrK+ek1a9O3J4cJ3l1gunm14devuCVvO1ztV7qiFqGyPIo3YX
puZtPHDj0vi058Z1sTpdKooU2iWJ9tHxmjuiPrfueIWsPzDGpzZzkI2IgzM6hwp8do1QIYsuEI3s
eESuij67QPV7ljWvmiMEbMPrvnkhdCpkb1w/wlg6+5Bm9mzc6OpH6b5Ey5OW39rMZ3P64STFVQgk
z531Vk7+NkPXudQtaMh01/tofiYgV116vjBY0JN9GOP7sWn2TVaduP7BLsDzMKYwl/Q8nfG/gCxd
HxcjIXm42JPtelAyvuHr2SLZAOsQIpDH5lY5Z9BGXz097XFD3o4TyJnEBDIK7f1M2PZ5JaWLb4oe
+TAiQh2PNHynqbkNY1TY82lhA5Rqkh2K741tuqfMXxh5ZZy2jkxSDMd1e0j4tieMBpWDjNNBWd5u
J5PklP7ZKNLtDNsVBH7SvAKWDIDogTuet95z7xs7wEU7bH7HDI+OVXRKeCAUkfg4TX8IkXI4M/fc
8xI+4tCfS/OPEwGuICQpRypK13SSzdobLmqxK6pi2w/+XTFcInfacg7xZ3jJHPt6/Qy2swXu5NsX
lQZHe2VKmvjkcaVdfAPRcS+E3E51sTXE8J1EGHa/lYzIW5aBTtRRwAhqb6d0ibXPemyf+/GwbXJ7
71T5Ravkj8xMnxK5XJZudVEt4003emcFR1mmKdDRT1A84FyID71+0dInZ6p9EDD7QnU/NJxd4noT
Vc/9/DZiizNpuxPQdtRivnP7GYl1R8+mpL+6bHJq7PhKJ6j80lcLkIbo2Q8ta5fw66t+w8HpIEeX
+1AfLJeTtJ9cTMD+rIxA9XnjLvM2tYxdDtW3huHT2v1p0VSb2K7Pp6h8qvlp2rZ3XnVJ55bfgDlC
Crejv6wygDL4YkB7MK8a9okRb+f0IXeoHZriCG4IDyRhIvUTENyrUItd7OJWHGeGd/UGbBuxDLco
rHeAczfkRx8GgGczNXhnIOjiMInSHt7/dVs4xyNkoOT/UndeS5Ji2bb9lfoBytDi8br2kB4iIyPz
BUsJbDRs5NffQVT37XDC293yPJ1r1W3WbVWVOLDZYq05xxwm7U+/jqpsQ+NnaankIQAChxiychn9
kzMlC9cpkXIYLG4ILrtPaFeFOZVbqtvYSRiWKSFu4IqUAQrc1MZEUj3dYezKJwoS21b/Sud7LbIn
EKkxLwdfTp1nh4gCUpilX91KeYggmPW1f6NPAfRBt+2VGwXtE8I5bHZfBYUOg7dgMV2DYF6D51ny
jcki32hcSCuKDSkUe9NPNlVt7gy/2feRxyfcbszGW7cg0+Pcg3R+YKOJbnTkrEDnCZL+QGxHoKzG
oLuhrbhGTrD14ylhMfjsMUEpsAlT/bfae4taPYRecz204VKxqRkHN1YUPDh6e2eUXy09eKyaft+2
twVIIBxaawXfDpiUTTUhiLJ9ptNuSuKtwXTXAaaisf1S+Rl64fC6stt7zUlvx5jYGCLIiZ1Z61jV
ovqpCtoLNRFtWkqPtl0cammp4+qxXLr37mxJxwBSh7RoKqR3+dXEoLQpsFv0TtHyYiFJNmnGkRDs
YD/gd4Agh0Jobbrhddyqt1grl5ULWCN8QZx44ad9WJ5nv2y2PDvEuhLqwy+zU3dlEHmlovWHBIdG
+yXhXXp1upEyWZ3fFnzYesyuOtt6GI2gZkGDiswBHFTmi2zE1tSTS5vdaa/34bFrWOd0S3dtD77K
0U4qRBhIGlfMzdF4RJO/sxR22408NCpNFsUhXtyDD9XdTxsAmNLrAceBNzbXbem+BrwKBCQkQqLn
jZdOc63LAqZv+HZGDzusDVMKRWN+MkuDQyNtEmugc+2syJeByshXY+87+0U+yuhZakDbvGAZ13gJ
tXW7MzgStm4H2W1pkbqp5vEaiW3hrw2T3cnEfCD0tHC7DRb7bW0Pd5RCD9jhN67xK4qDA52Sw/TN
2Vr7YgXpKxaElTUGh6T21omX3vpttvGC7iW0tTV2WczM+tcuHZZO+GQHWKH6qt+kw/hUK1SQ22Y3
hbIgHHxNZPA4cjRR9WqrQFVJOI0Vjvjd46RtGpK1U6JycxCHqKYQgSwMwQcdGsvz40O78Obejljv
9sBMgX6F1GMalncqc2JYPZnKZirjuKN70/KMx5fmqqnzLXOv7/04f/kP9SMCi/8pRsH8Qcw0Dd93
V69Lt7fwTFWkVGzrqNkU+/AuSi2E9s0/Q/SP6ovPecp/jmuEb3W//xQQb6MfFXCD3/LsP7X9lU+Z
1fX8HzoqRv7vqD5OwqP/3pXaVL+yH+FfTxMn6VeV/fUt+/nX/8kIfPkhox9/3fB/6/elzOkP+6cy
6Th/gxVBJDV1D8B/uJxv/ylMGt7ftuG51CZhGOlTx+ioUYW3iMIj/95UU57q7f8qTCqm9/e/Axc1
17H+pCx5PKpQyNMFM7GeksNnQBWa41wEIR0yH4OQBNewfo4B+ON70+xvrWr6G6iSdOs5D63fPbjD
P5Pd+2xD8/hL4qpUYk3wIQbh5OQ/zss8GI18uIge6Ia4WZXNnWbdJM53ahCjeDRJhGmrh1p/LPE8
pPQJCEpYaeK5zJ7MCRzQfWks4k0cdZ9W3yuocADqAOXvdH+fOP2e1IW9jU4elE/rC9zJKLrEje49
g5eDHQgJUWAIjLEJku4zNNkWuc8C5fpaFFv8tUvpVBem/NlK+/F2Z+uZUZU5BWFu13mC5X1XLoi+
W4wrZZMvq/tibTwkLzjqJiGitz//pI/X+I9Xnq1p+JkVZG9c2bfRdRikuvgVRA+xxu/3u+mtvVn/
Pn9F7bhS8PGSs/UNdTv9e4NLFvt6vSnXG7kqF9hTN9bW3+V7YiA2T+cv+WEMH48mY1baGrASUkzl
iuE+Wif3JEFvugvlj5OXYNY1qQugep5zojQS7DSpK8Q1Oz9GF+uMdQjKElfHSyq+nL+bWaPtXw/w
3bVmoyWxwJy3QBqXwR0RbsVPoqI+Vbv+Ot92r9kdsMkrnYCVhXmN/AFt08J4BlDcfT7/K2Yi3rdf
Qcqp5RoWXXSXRsjxcmMmdVNNxpxlTYtXW7kvhKWgepmgzlh2AtKzsYde+FBODJ2ja85Ga6pVtgpr
lGsa8Rrp2DaTuLGCPk+XeTxuLtzhx6uhLEcIQKuImc8z5gsq7ZJUSSgpO/RVKIcn/UPguf4mHkJ7
henB2KEwlZtsLNJbLJTs5nXL/YbepNlh/iqvC9IW7+nE6/dK5Ma/htg2/2zUMT06tLGYn13egY7u
8fgdaJaiMf9NPBIrRJFKNWDleZF/jRJRcO5RopUfVNaFKeO4kujqBu1dE8IR5Xf+Qr9wfFFVS71E
w0y7bOAoLag+VBuU+dHu/NOfZoH/7IJZc2huTNQtk4hgVrj54SMZulYQ6zHs8JpREdNzG+mRsDPr
ucJgfY93xbmuUo2GBDwSjITqaPuP53/CbD/Hb2B11XW24g7/iy97NlNphddC0vW0ne4WLtKxxAMu
0BU7M4rIAScncz0GxdfQroiyKb3qWoQRFPJIG5Y4if2rtrHju/M/aTbNWCqtQc/yOBsg4NBpJh8/
ewznMgug+2wAXHCOjsYSx2hZkqvq/jIip9thdhcXFuM3mfa7VzFdlHWY1qjqeahm5vJqjGlCgmzh
okOfPhVpo26o1sWfHF3Eu9AwJrEmeYgrMyDyZ0XWDVHykYFbdgmqngNBo8XZhefwxqo7/k0w2RiL
9F/Z9ALNO34QLVSMHI5ASbmUngD24fjad/BmTdHnG9V3f8ZdcuVBk1pqwdBSdinth/Ov4uNj4Xg2
9ePgziF6QBV0/BNI38FjWqFhsxki4dLsJveinbRqTgx9Hj6SnKFTF8H2F+6I/vOp31XlN0dNc3vj
Zd3ILNmX/vcLv2oaAUcPhu8SK4xHp3v6y549GDMg+bctQbYrkdH1m9H2xkeRJREJnXX66FgSBLFq
tgWu2ID8NZli9VgljjGQI1tV4gA8C29bpzsEHGElHT9FuhFEF07S8z3AtEzaNmGGWAPwAYG7O352
HHqlA8sKrapu+Tc9WQyvEI/9RZ+SAEX2sraJDQ22ghNQPqJAtgc7TasROQmFKJ2MPd90lxhgD3xx
8bYPZHN14TnOdqBvvxC5Bm4JdtY6TqbjXxgPRu00tBt30OhplJNh5C4kZKkNWkmMm7Io1n6VUKrR
fLRSUdVypqvStQhcbQkinNIwuTEXVqTZzPv2m1zkS8y/HljXOVK0KA0pi0C1d3gqICEktU0sh2Ze
eDnzEcS7cVQLf5PuAbVEK3d856q0miiVgUPIYfCLfDq56qATrFMXGvYfP2T62KbD1hYvmAs38vhS
aBTKvrRifwfN7cfgRXgKUi2EEz2JgxPyihyAUd/oUVPjlHG1ImSKykMpIHLhIF46XZlf+KpnbVCX
Z0yYBm426l7kPKHDOP5JwLp91wFLu/Opkf7sE8N88BoLantCbRpz1JZJPr9OQultMtL6PmkDLZ6O
97HBHp7ikVea6xrBAVr61pXrqpPZVUz+7ZbsN/FYshyvtZaGzPkn+fGd8avpunHY49yk6rPRmrB8
uUR8+7umdcabKIJv3TeluoM3MFwYHrOFeXpALmMDqRfzn4PC7fgBWXHg2aSBezs6082zC7tXbMpc
t16HwpfU/Bwn3eqC4FrcpSRsVZmwLvmk9I8fgsahWMWFBzfYZbI7/g2D3cRxDVlrl9Vd+ZmApfjB
7K36ocB9QfaKb4LLimBWyaXE4UJuMl1qfBggq0ZXVeoNEdLyk4NFJlibuZgAPU4dLdtOoZcMer4v
loiYvXjTyta4adpKfEstmBE7J7XUYps7VkHiJB68C+eUD6va9GzxZU1OGpqP1HOO74vs6bINYu7L
l6GzSZuBfKDOlzviXDC/pHQHSe4lcMUZ7bWsxgTThNNs/3goceAGkzwJoeixzj4AQtac0a35ADxY
ZpuoSOimkS1O24l4pPOXmj7v92sVt8vuDmAxdQwHlu9s1Aq1td1gVJUdKRkgqIw2XFFqqNdiIMem
n8ATqAIJq0ePf+HKJwaxx6OeCigmPNS5HjRxs24QcansarUCHoH+fpUXqb6k4q+ttbjIVpAC1HVa
Sih8IBEuTHwnPtdp+/amYFFNFPTH7zlCagEuUAR7KDDWDeFs6iFj8JHB4F36VuY7xukZv7/U7HX2
UBTJegwIXe8jd0eog7VvVDvZDGzrVi1AzVWuQVc4/2JP3h+pVi5CJXrobzKmd6XI1GhZP5o42MvA
hf1fK58dpoE7mDzFhSudvD3XQYPnoN/kHHr8JFs8HtLNNW6PYwl8N9hW2Mi/QGD1rwx4C0+WOl5Q
UsyOhUyATH70QzwOQVSo7Nm+LzYHt/ORSe9rvAibhlhfhy7gJhOU7DV2ohfu8MSkMF2PLxEDPN/L
JFt8X9cdie2KQxEFtOHqq6jWX/oxbr41QD/XPTTNRahX0XPsk3Q/YPHZRKxgF37Cx4esT5pVjh2o
py1+wvEv6MdEeGnJQ8Z2lO0VF5VeorfkejrTNjIqkPD2Y3ppBzbtM45nBx05s0bRk1fLjDjbI3Y9
YT52wVXJ2Ou+Si0g8sNu8Vwmul5JdqsjLJty7NI9dhUaHGWuKf3e1X3tKhlA6V14CDOs77QzoAKL
OGpyBTBpGLPNCvN1D+nK83bl5IPsCC7Db8le1IbSh8dTUJXIKmulJ0Q/e2RpXsFgIboEU/jWJ3gc
iE7iP6Qx0D8gxPmuK+rmqhTd8Jo6gnisTK3XaW/Y15EvikNius0eN168T7IB7xVHsL2EU3nQet+4
lYORXKlGpK0FgWZXJAAiIXClc2FX8fG9MzfqFsOOMwWWYfP4vXdmlFejrnq7viEGSL8bK5i51mtW
3kWtfmFKPHGtaecykZttDtzebC3oRe5UaZUF+4j091vwLq+OFqjXWmFjDCqS53pMwvX5WerEl4UU
2LbgpTlI3lh1j+8vgm05BtJjhAn/Z6EZwc6W4EOnSet+VJsa4YXvASP24pUrDecG9JB/4RF/nEwm
NbI+VVNw3LKjOv4JeQQYZNSVYB9DuoLO4X1TmjJY2QM+CLuLxYV17+PETPoBD9cClcBdz79kWCiZ
gdsT2Gc2NFeaEpWIW/T2JhkGecFb/3GJnVoHNg4XNtIe0ubjOxvkQCo6ZNl979pXoBqrBeFvzsoE
a72teZps5n3/yVYRR5RmJy4cleblSb7WqUbFtGVj+uD5zh6sze4R5LYSscRCAs0GtFvkyYfr3DOq
JeN93NUklH0H0kqrMfcRiuTK58huycw+P8o+DmwA2szfnNssg0rp9PffrYVuIqy0Dz3yegiOteF5
r7RUGb80EGSn4DFiweA5X7jm9GEeT53TNU0OingOqE3Mlijg3F09UhXbQ5uL1r4mwlv2r92Fsftx
MJkafns2bshFXSbr4ztriH4iQNSNSBpULRJAS31nVCMkgVGVFwqdJwbT9AQptlBxhPExm4m8yujM
zknEPsnr9gqP33Oi2vF17vvqTuNMhf0uT25EodpYdc3h9vwr/PiRcqNsFOGfsMWAe3x8owWA6dhH
3rjP6j5Z936Zb0qfrJ8+N/ag3usLX87bNn/++tiaUiJh+qUAORu7Jh7kZuhzgQbXgHVoO/2acaOs
qqzNAN82UX2lEppCV11F6O/KcAdWoV2UDdocLJo+8Y9R9F1tIFTJOHd2WIj9Sczir7vIK/a54juL
MSzdrVRFsFVgy976o+JOGdrWN6uVD4Zdy0/nn+GJyZaHyBxLw3KqUM37BUGsYfgBG7Cn/4ke0iUp
2tVLiBB+FmyFU12XYa1edb3EidZPMdJYmi8s4W8FkvmDnTxwTAcuaQH2bE5iz5QOnRvFe9m4yrKn
zL0qdNgBi7zWXlC2invyh3mxYZ+bO+zP8kbPLPdV09phq7ZuCFSi/NJ06biuQxgPtY3BwYbZvHPx
1t0ouLtWDvvsqwxM98KpoubBb10d8SespoXZdr9E/6WvEYsZTmDtaOMGF6a9U5ONTQyCOk057L9n
I7VMi4gcsV7sO80UG1B62XokMXutJGRT6jVx6YsiG76df7Wn5gEIBUxtHhAV+l/Hn4epCaW1qJbs
S7uxFmre5xR+O6B0FXbe85c68SVSj0cQ7lH3dVBMH18qCupGQ4XDIFJyCLS+Glw3xM5sdKPvt8T1
JReud2Ii1VmXGbXkS/Dtz6Y4L69MOi8MWvK27BV6t2gRYk6/MC6n73k2LLkEC9WbX5Vp5viulBHW
rBKMYu93drujXoI+M6q7ZQ3mmw868+4UvctXfED+hU32yfujou8wZGy6/LPnKTHKFwI84R7NUXOr
aUr+AjCzOvz5W6M7NeXbvE1os73dxO2k3EEmteg9DZ+46t8OQ6vsFEeJH2w8/xeWv1OjRKeugKYe
N5VnzZZcQmnSqmt4nhNL3nLrfKPbREbTKgOIgpPl/N2denvsNGiBsq+iHzabrWPDMAJUjWKPcCu9
DjuEcNLKxl0fj8tKG27tsn8l5OpSlMvJm6QvNjmb8XzOrUAeHSBkgZbYh4UeboVwyk2gQSIO/EG5
dSLVejh/myevZzMJcjmEcPOGnCwzk/DfMN5bhQYxd0yyG1/w6jrEdts27/5FZvuvhoUTS75OWA1W
5WnlZZN8/FEYWZK7oLbiPZVPsge0Ruz6mr2jBG60V1QzX3uDhj2t88JdpyrhhR3HiUmNTTlpPLQn
0FPNN+bCz2zWYDveF9wba67V3/Wi+to3ttydf7Cnr8TQMR1KYHTbjm80pJdNDDEgcq0VPrA7r9qR
6awtKKTGFz73U4swlncTwwOFfZsG2vG1cGH3GnxnBo0qQ3JCx3IP+MIBnijKfWQ3BYftzL3t8tFH
NGjWrwTGXzx2TReZT3fsADy2jpRvYbcd/4jCsAwCwgax59juw4GsWVwNBRFh6o2b0Gm1dQLqb8fY
D5YiC3Gi2UbIMPCLnZfC/D//+ImX/PB7bCx1FM057VKtmleTTcgxmg6TfBeJUtMW0gnz36k0tXsg
+eG4Reg0mDtZxObPBFdZubVNv7vpy876Usuip/Jsa0921le3sq+ApmtYBT4LxWmvrK41XgaziwF9
FDI5jG6PNF6NQzzZehu0ezf+0srskXpGc98UY+NuaHmmv/wo60iNKXrrSx8Ytcs0IlacHhdaWIyP
eqMld5kkgtNnY0HKuFkcFANIKgTllFRZMi5AA5cmu9MV8NgYyWPQAco1JrQvueGIncwwcPtVR4A7
BXoatsnCJ/1524iyYPNDrK9YEOYIRN6yZPIjN0b3JU0jVty0b7rvbjEkt66ahJ9NZbSJjSGH4lrY
WLkRWzo06wGXwmUOMgLO1UpDyV5CAQNx26eves1sSHhtb29pP/Lbhj4AZjmY6Fg11/e+lQTYvZAy
ajkrzYKeD2ZeKk+Sn43AOw5SbUUyr/aF4JDgqenzCKyotAHWkxUfPSkUwBRcsQPourEJiNXQhHXT
ucUvgOEvgUMe6LpPMu21lFHW70gZHe07Su7d91J1E1J+faJoKBcLjVhux9hNz9u5B5cMZL4Lg+ba
pbiTwYNmD7aMetOp10ZF0rwbt/F3J9RbgqdZab5AkOmCVSrt4YunSaISaIGbyaoBFXpXjEP4zYoj
H9CR4mh7pZqckyJtm7tR5jUw3bTL0kVVRpW/zazc/RHlcMgWBvRawlvsxr/1ert68uNOs0BM5YO2
7hWgsFhoMoelDnq4Rg6LNz6lZkQTtfFzF3+9dFrsCmGbfSKPuM+3+Gfkzgzz/LGrYns/hhZlJmGr
t1i8ikfHrah6g8ahBeG0bftQZGNJd6f2YrlIxkZ7RnIt2l2VNOJmVCv1YPPSsQ34fYxLQlHiN9oV
kB7ANcGusUtjIJxmQIyrgTkiMKH/kZXw6XCiOD6ZKV0py1Wuq0nKAE7Vn+HowwIEXK661OeD4pXU
g/Z7UMeQXwoVODM2ObX4YqBN/+WZiXwyrLEhsyTSegZzT7qWBK20wM4i7oUEc76sB8v6bknyDZZ+
X6r4VGoX3EAwhBM016qemjJ2sWX56BKXWWPZ3+oagO5yYAr6FosYU5CiOd6rHjtiG1F3NABhREW6
DKLpz0mIAViOyIXMvdrl2neLiin5013vHug8BfoC0j+I6JizzcqTofkSIea9yspBdMsk0hp/qQQT
KDzSzeyrBx0YnhYpSkDVcVBHa0NPjKuQ5SNHT1EOBgOE/Lu1yar86gwpDqrQK/iSTLAe7bJRMSZs
CPUYSDRGxG8siKxLaIoJOzmkoL0OxDmDvDd6cNxMA9WPvO7Tz4ohzH2ae7qAs4vKc+I/YtnoeuMF
xn/7s6MOjLIrCtqAEHDyOpZQtUjtGX2FbJcOXOOXqlO9GFC+UX8NhAHvWe9Gt9wAXfB/dKKRL90A
3RcGmUpIQmBgz8Ww3ITpKkR+SmBTZA4Q+pHakxcVpndJV/oYycsKo1KQSutRqKPByRvWMQferOoP
odkVz1FddLzQhqG7aapU/xVWo/VT9Tn84GgLhgNeo5DA8Rbn8qquWouhHhXRgQk8gKllGWM7sbiC
bx01t3HJ0GtpjLQyBk8d999bPwu/O4PWwR9uUZ2QSaN6AN/IGH4kaIQIpTqnpXTN6ch4hkfeR/Bs
A8rknV2r2povrw95A028FMT6PKRqKX9YhbiWY/RZHS0TsXaMrocDTROY+9ip8IwVZG2TKBaP3cpH
99YtkrbHm8ZYyMNDEZoqQZSlk+1yfWwD7Nyh46xoYSkPzWjYYh2JsXpEBh4+em7rfe94mM9BWt+k
lveZoyORRXbDYrOUTO6IY7PmhrSVcVgLBvCXommJI2fO8l7VJFBGDrn6YC5T4mHGtRs3Ou6zOIqe
RWIEX2KtDF/44zEnUZLiPY3x4F+NQQuaOVL4WBbUdUCmmQTmLAABp59SFJKfGsLMQYa1RI9A6eqV
YuUpylTeyNiLkNxN2BJLlmE9uhCbt8Ds9ZukjIm4anoFQHjWSKVau5CySS+zfDw/QRjDsykz6YmF
l8PcIhImhnGWFXKysCX7Ma1JTepLCAZLOn6Q72KvC0J+Xu/tJWFPX1oYHVsSBlp3YWtFqi3zQOmu
GcxEqzhG4bSrrOmKYmXnElhNArH7TjYekmGyYPIvaUn2S8EGEYKa4fVA+0OqzktdiVPyO4oAWahe
ttqrElrurVuMRGW8bWX+SJd///8Z0WMS4/53Tf1TnuQkN/61r5O5fn76F//Rz3Os/Bs1DGIcG0Eq
zc5/y+cp2v3N1h0toYH/GLUcZ5p/c54sCFBTz5l/g/Yv/ND/qOc1kB8Y+Plb6N4AnKNO/zfR5PDP
PhY7wn89x7zV1N9td1G2AFl1KVpQyfMQ7sy2u3oizYoNbXTIYZHtEJpmu9FPvL1hespVrpbFehJU
LqkvVWuLOWfdFWN+yPpMvI7C//Xu8f3r171X1r85l+e/hiocbnPOxXB6Zr+G7Jleml4rDrEsnFef
wHdzkVp98myQAP6LybnuVq1Iby2zhweJZSF4UEt7AAleGGlDwJpmbAsw5M/sGpndCzMqIQFC+8yX
WZJ1P87/3DfhyvznsgtACkEo3YSTPj4rGHGJiFIfokOiSlD0Oflhz1Wb03GLADwe3CEsXJAnBSEf
Udo+9rRAg6URwOuMW/1O7TX9U1u4/fOUrE6yYJ5UvxJAF1ult/2HQffi3zpUxx+WGY6fhjounmK9
f4TXr7ycv5FZoeVtEFBmmUYn6GtnDo7WQlnhcK2ig613Yu8G7ASwoGqb81eZHSWnqzBcdc7NOim8
nCiPnxYzOEdm2UeHtFIwQphah0CsLK8rwe75/KVm5YB/LsWKPEkNgT05099/19ZoYyrJrs0NKVHz
O2ktcpZw4daKhqPMsz6dv9ip+4IfNnG1qDwguzy+GNhEmniVCWzbleZ1ANkXdlieH2iXpheUpSde
FJnmk6qUrpFHYeX4UhR5IlCpCCE5eUabzjS69Qga8p+Z+r9OCiev8lYzosbP25rd0ICOKOqBJx6S
IBUb/okKOKRyCef98SpwyEAY0OuaqOH6rISCrKDz+1ETByYlVklERBvCKfQL9zIvKjAULP5LuZk/
Bq3wHKIte/TQWRgzFEYbsoCO3lUBX7cgDmThBCkPsITEOR3K1iPHlekk01/o0MxqcG8/QadIQ2UD
STxYiOO3JixiGuw2Focu1H83hai2BoexbRgG3coco2ZJjGS0Qkh06Ys78YhxQNC7ZXoHDzVPlneT
BHEUBdRDlTXBqmEHjIG4/MOC5tvtQaKgSksR1UTpd3x7rqT7puuROKglGTJWa33Th+yzkmSrMugv
fACnHiVLJSSZSeP/QeZAqno41GYhDrKiNVq1kqw8Qm8XpVuEK/I2ypvRNBFhpIggzn/lJ9YmxCWU
YphNaIXzJo9vsw0bNtFUIg5u/zWu21tzAMxOxcQV6h46FttNYlkDogQzH8Qz8qzxCbjuN8INF/1A
CmRMU7n5ef5HfXzBAP3opLKNQBEKte34N9ltGRJjO4YHL1GiF48Yykdh+dWFItS8Xc0bthGXWA4i
izdW+vQz3k2npJfpbt4QC8mKFq8igzNU11Fq7DxQ4+BEnZ3TK+KLXTX52rR1bycqv94U4LKX5+/3
4+sn6AG+CrxG5lptrmqnb1S5fivEIQREgm7dAEgpVRqQ6YTaVTMTN/gYQSKrwgtX/riicGXEJpgu
8Dwiqj9+BKmhgRqCX36gWz6QzANBIbKBDHmQ0e+pWqkXnvmswDw9cqrnrF4Ua5jB5tfTtbojUpU7
5cQcPY9GZ9DR4xwiF8TCWHhqkCFzXh/KdK8Q0xZmfjBeuOVTr51dKDpancXepLt8fM/FAETTlKk4
oKTyrg2JD9pmz7IomlpnzoqzPegO+SQIiAFKYdtLt41Y+4iPu1DunqubeBowT6f+E0EazJ/WvDVa
aIMkN08eokiyWIR54RCEJfS8WTetpldroaQUOMgADq4VTl42eOpyUVZdDg+AnKR6WVKbPUBWyHxi
WlPCxLJGTDnaAUEDO7fu7RaYsUE6MGnJ7g1xifoXovxCyKe4qqgsZvIVzH3/SCSq2ywpyGQ3Za8p
j06vVY9pYvty0TX1YIO/KKrfRTM09h/vadgZT18if/HJz018EcB5Mw1jiiNKq9N9Y8NZawD4QmuE
8FVGxtP5b+3jtoam0VQDn7p/bNtmz9xwWtcWBLwfMIAWO4vqDltZzAYiV/+MTDdFrXAppi8XdjP6
n/k0pjVFSaqRVh8iFuQrJQa76QjV3py/oY+TJVcBF8Hc4Rnsc2ezWDk0kdu/mfxVgxHTF58VM27/
JxeBSkH3l3wJdtTH30xYtqHdcvQ+NLCfN8lIaW3wxksWlRO3MlFyDST1LLpkZRxfZVDKQreEBF+A
8Q/Jvv89ngI3//h5kec7aWRJlEFcOU3G72Z9d5ChBKvfHBK9qdekD/9qCRK9cJFp1Tw+QtEJ9fio
J54VJ5DZjlayxuO2GZqD8Kq3wMtqp3hqshd2EKzH0UiXY2dfWkZOPb7pcA0bk3fkzUWrBMSjeBsM
LqqCEoxJrcZAQjDg+ed34gPCfUrPhi8IJdJ8VKeZVllUnKoD9TpMd8R2rxQewKK3iK09fyltWn5m
jxEF0gRYYMduMPyO35WR1m4LYr06iHyAnUSm2roRhHMUiARvfV16N7oZ9ktFwJTPI71cd0FpPCVl
LtaoyvpPeieNC+28E7c/da44HYOtpbQwGz5DEtkgcjLJVs3q14Y2wusvEjpAeNsvPOk3Z+Hs9jlL
oN4BLswBc668kIUZJGplyQPR1MGLMlQxyKPABBIaV902zLOe3cGYdWuzVbVyYXUdpXOfdE99EQD1
odzY1pIQUjf7TEA5vaySGl22Pv+STow6VnIcyVPBhUb17IGkQ6AWfZU3h9SxiLiL3WJv9dGfesOm
yfToMrOh4DiFnlJFaA5aFbobazCCezNUwH5YXbjyFV3ug87RDoXlKfeO6oPnCjplK2rSGoQW9Etn
DJ0Ld/6mEZm9HxQqTPB8Dm+z/fHwzOQQ+oNmdYciV4obkdblwqgKp1l1ftv9sLVokjUBt6eFVCou
DkQzqw4Uggp1WbdSSthPlIdXgxsWwTJ0QphKIUBnnf5+I52ltBO4SAh86k1ooUYhRzOZOn1Q7w92
rvrRhZ3RDFb+tmBRLgGJiNmIE8G8/+5mYx8EudccInD6a+IixaYdiPjIOpIE8eHki9QWvwQmHto9
aAJ9edWR0NdQoheJXa2HLAk2I+S0VVW4eOAHnepRkuhATXQaGaTWrKo8AydZc6eRZf0OZWMeXLMN
NjnhwjeZ32f7TnTe1o1cd9WFdb1XdEIQekcMK3I4L5n7Pn7MzJdYWcmM1FnU5mc8eloNp2i1O2BQ
Upb4y6rPtk0PLlYNcUHK8fEzwUXPM6X5zkmLHcHxWCn7pjXt0ekOSjUY27BOfpVxq+3+9FvkIkQn
GW//debfomKUsgoz2R8otXWrnP7EkhLfJdn4x0MDBS+gycxKoFUp5R7fCqmM+chGoT+0ov4VSfdK
OJCIZKkuWgng6PwtnXpFEz+fM5qHQWqOSPU7k9Z47vcHfQDHUY7tsEljlSKoUiYXvue5Q5ZPGFnt
pGFGFoZRyJu9I7DJwh+smM5VYBVLj+bBvoxifaMDuVu1mVJeeUNcf9MiW5e4nlv72u1c4KFWPfWQ
0y71JFiTyvCof5DCtZVO3P0WhqteisQ7MZg0tJTontjCEEY0O8J0NaIvlVX4QKpPsVQJXl3aVZBe
ePQnTkqUBjgiGybCFcbt9DPebZVKOluIQngeLHDqMz2XNgGiZ4JK7exKkmPgqNVOBHnbLMy61r6h
KgiCTe8H9RNNNTri54fCiXE3yVe0qeDE4jsvE1pBYFQ4X8ZDN0bat1EZA0a3Iw6ZQyZ00pMVcv56
J4psb3qZ/3fB2UAH9qyUackFpVv498PoJdvK1CMSqezgaoD+x+Go8F8zdVCfZJIYm7bv/wyANs3J
/AaKQpRmmDwoRx2/AyKZkUKm/XgoHb3cjgn+G2xrcpUZwZ+l1P3rUownqpbgH5gZjy/VjH4UR2k3
HnwbmHnnlWSmN223Mbv6El34RIOG25qYLVNfZKoGHF8riVzaQJ01UnZyjW1L+RmUgRlcx3Hl7pSw
NSlBZAiVI8KARw+UZovoYykspXj2UeZcGOkfyxL8GnfyXXMy4BBqHP8apajwZsTNeBiYHBa11lqf
8rQR+Huy+iqO3Zr0djmsuaMfVdUqf7ylpAigYYpBOckaNN/maVTapQBseUDg9yoDIIh9mr/Uhrik
eX3bmx9vWI6vNHvqg8iJiegU7ZDayIkAtnraRtPrQqw8Tcr70bRDovD8pCG2zKi1QxtgtgIwl9rb
UdKxXRiU4Z4DiVNqMagWcgmvreSK8r2XbxTMFj9cosKgkialpt7wher0mVWymbMyN7xlWYTBJYvY
x0n7Lf3D4DCici5BjHH87ugy9xlQFuNQuXG5IQhe2XphnaJRCDSFgJViIJuO1Hni4Hs9f/DqQv08
xLlKeHXp+jEMSmskfMhzfvtxpagsZJ3yFCut9nJ+NpnP2XAFXZBiWLcQdHpA949/ZxS5GIxEXh98
TbHYkxrjFhlndGHO+ngVOALob2mkIG5mQB9fpbPTGGBB1VDeEI9t2bkVdEEEMhcuM5+KqZ5xxKQ5
ZPK90DSdXSaFao8+pOoOZI84NwEH2kXRx94nJcoQisL2fbrw8HR+9/uRCw6aTRP9U7ba9DsmXNv7
pahINELH60Q9+KXh/JBxArii1JxAgQaNgmCZoMUFDME2mxxRCt1yESQGVN6Izf9P1J7/l7PzanJT
6dbwL6KKHG5BaWY8Y8lxj28oR6DJGfrXn4c5NxZSSeXvyq7y3tUCulev8AbVDJo2akIYgXHy1an7
VtsgauahWQbMPPMlAgwZLoGLE6DTxfZ7LU+wzatqO/nW8n+XfmEonfDtom9/NI0WPbd9hRTpuIBw
ythSMWiTg8qNVOAsvkm0BnJ7VTaW6Ys26RiD6mmLwV9jDce8r5ppE4+QWn0gm4i5d6hAYvNoGdVz
orhN6gv6OD9vv0J3HeTIFsDCuHBKCTZLUXn+CvteU9OiaPujl2gxrc1ElwdvdNUXs/6pxIby2Url
/CpNYcNUWxRL7D4DAG/pogxyU3iPaimrX4XGjM5PJWK3m1wkRuY3KSyueXC0FgCOoz7Gi2DnOzim
8iEJtRj54M7sfsS459V7x+m8w0JNF6RLXnxUG7v5hJ0aQ4Yoc5E3kg3ATSBLlfHcCwP7xrDLu8e8
78DrGfas0omcU8gcyCZH9Rb6uvmlB3QIUKkVyj5PLXxtKw/fsO2iBPMcyxoHyRjLuy+I4aKlXzZ0
SQK68M5CHe17sNRub52YA1beFo2X+HG2OrMm3oO6kQhJoETrzSh/mEjQySdlFJmOM47ZfdZBD2Gx
2Le9G0RNjbw29JrwGU7BcIL+hixXFqnf2GF9DrCr1xr8CkNVDWasifDWdOLRDVLELfq9pY/Uq1Ud
lfDVhvJTkqZ1Ekyg2HBL96p02uZRgZnrZFZ74EBzfMAfEdPHpgibL7pJCYNBBL6ifi6N/0Jbm9De
Vq3G3d/eQOvQsuwflBHp/lEuISu7CmBQ9xJI+3p/VIHbbLWCbmPFbHL3z6vQMWM8C78cguha6qLK
chwLi4Ic3MT+z8BtcZul1r3C7yK142FYBtYrXSVynbf85K/UNiy7vEc2ZEYGta0Oqt1hZEv7EbkR
Oe5nZ/pulYAa29lAeL2n0gaD2d4p1pbGyHlI4yxy+zHAZPRCz/P8PCI3DWsAW2Dmp5qGCfz4swH4
7dMhLoIssvJDLZwdtmG/b7/gi4nf8uhEAmoHsmhSy9W6ZTc4huLWzA3aPurwdlDarzmvgVa/4nl/
iq4a/nhkIQDn0Lx4qWD571IpvSMIUzMY8+yLVowFElMkh9tZm+GFuwDvBnw89ezOiOTqO2IuRdyi
BgRmcf6O2mJA6b03h+M0DKofmfht5hq0h5RuTpBqcL8WVCIF2F21iiu7nUjJgJlbG3uttSKwahU4
R2b2cOxHLQtGVVDa0cINbn+MKzGZXiJORwhaof2znn4UWtk5taqMx9FVkoM6SKTP3UQO4INIql67
Io9dv5jr+E+X9EkdhHU432v7LN97tQ85aAwfASYtEjyre0EMPRD7WaGcH1150CYvAZ+rJyerwKA5
a8JPeefon24/90Vnl00Ii0aj0c/EAqmnVTsPNQw7HCJtPiZQ3YESQ/8rXigfP+lM8+daDbgAvw+Z
uUGn/FgR2pG/Q2JYbO78jiufmd/BzB39pbd58/kG6+qmI/BG1DxTh5BBrJtPSLKZjznwscU01wgm
PQ59vdKqLcUBnqPWDPB9Vrpg7EPUAwpdC4DsGPd6EUtCs/oqVLpsvCVALaSN8x+WNRY+Dyk/zB36
CVOB+I+r0HKpRVIeWp3QWFsdMtRI13wHQe7uZBlaQVeQwN5+Q1d2B6cA1sryoQjnq2jhlTBvlaXo
jsYeJO5U9O+nIVY3Ku6iQWSUE6DZuXq4veibrsPq6Ze0koR5YSBzRM6f3rYyURnVTEkEMmiPBEW4
s6sUnKhUwgegYgWMgehjDfdqayp4aDcCasbMtABfi849UWU5+74oNMb4af3OFNaMcF/UPQEyUnZN
L52HIbW7Rf5qRGAjXByv3WyjD5r5OKjml1nCWicqUznw5eGNlAqa3jjLDnLEqqEocnqdjeFznBix
dOmWgSJyuMVsPIMFL97dfhvrZJuzwkxsGSbxRqyLCqcFrC+gzMtjOzft1h1A3HpVA3o796ZAABK+
czEtF/n65S9s1kUBxWUQt/yev+7GumNEn/YhW0/vx2NqO80mS7HSFXFT7m8/2pXjRzZKy3lRcKXn
vIo9SmRyCctUPaYasm+jjM39cF9G5NoqNLUZLuuAzCC3nT9QAoBSlNagHluLjFYvBucwqJyj289y
0dNYvhNKJW+QWFh0b+20v95bIQ3S9jbWjmHGJQtiZkn6wKvPJxhA6Ws0TcNXy4vj7jHkST+U0aTl
QZ1ZsAiV1FTrICsbjCBu/6prz04/mNkMMxrGM6uTVIV6Ymixpx7RmQRMkqIQmRBr76xyJalYJo/k
MTTLYNSt21Sl5Qq0MAv9mFpSbMvBi+ZNpCJ0iJRHln5BzjL+SgcX05cwiuqjGIyeEi1NkNsfZZt8
Y4RoJgerz4sfthu3L8aUOa3v2KPmBaapRO6dsHb5Wvi9CIADbCSuMbs63xJi8GiqzRYtDnXmWg0R
ZNTmobtzvV+eXPrxoPPguEFxI8k7X4VC35VwdPSjYxM8ehxDKbaM7p1ss/ggRvgsd77D1QVpDC83
OXiS9Xniqovk3Er9aIduvHGTsPUBM2nbkdIymJLM29zeXW9p0Hms4An/WnC1vWgRaEXdG/qxMGY/
chKxcQ35CM0GYYgk2Wlj6R4GhFm3whvDXd4m5p6GDa6DfVl/oB9SQFkb58eyrb9PKTKqNeOKh8KW
ym6y7nyMy7DGT8VYCtwePYtLHRbTEqBc+Kmt0icbrtcOXr6eB0nYpXeWuvoZ/lpqFdY8Mh45MSU4
embebZgX0GHKTM23xzne4QZ0L428tps53VhYgjdQaY+f77MIJSSKs1w/QuVBWSdReaq5HO881WUq
8HayFwVkMC22vdrNYTWX05jqbC6rRgUzrJ1jYSOXY5KT7CY6AFvQZN7X2zvssgJgJsPpWVjJYA4W
Bf+/L6NC1QYvd1Pj2EnDDsYu+6NWlvuJGbf9rlUrCnNvkN/DRHHuRIhr3xBVSrTGFggi0MbzhQ1b
nzlhwjhOVpUciNrzhvmzfDFzXA69We//h/UQvGKiAyaMoc7qQfvKsno9moyj0mW0Xy0leXY8fOXz
2JyxH8nLO6XVlePAdqHmwCF3kZJZddToeWMz0OfySJFDEidmfe/2xm9RRemdla7sToaSIJWBKbHe
ulkYJgMynVYjj8Ko1X0RO8/gYO+B6a48DmBgVBQxEV/gyKvPVRiT6SouSVLfZ/WBnCzeoPGEBUvZ
RHee58rOYBYD5pqygdHkG6zvr3ve89BEVypF8qVc/X0H5/c5Te18l/WztqcVeE8Q4+p6i/2eg+A4
8rDrR4vRwKKnqx6FkObOoWD7Wmf9NwVfiBeZTvGdccSV3ohHEsMWdNBPgq+z2omQgbXKSmzopZUq
91DtmpOBomFQo/yz47TGu8itsWfI3GFndU3x2I6pcqcCuPI5+Q2OjiQmeQuEovPTV2hdP+dc4UeX
jv4uGUoEX21h7JHgHu6EtSvbk8wNETSKgsXodXWFYQLZ2TbI2+OQ6OET3GhE/ptGvRPHLuYUi5o9
QzxqQdRGGWUvge6vXVPWpZsPS8YxO27101B6LmRD0bdWEeqPLczuJ7WLxkfdkWZgmBhn2WOn7IzK
1velXeYPmZH8VipDO4xwbHdFCuzldqS9dpfT71hYWAtA4SJNRlbWnVs1V48zXNBD5IzxO2uEb5y0
CQo6S6NSM5LHLMu/6lFRvHNmXBKriT5wUQnrqzKDHO8aNH7iAZw4VH1s+QqUPrsC+vJ4J9G5tj/4
agjBGLSxLoTA3aJOMU6z1KPTufgPVX3+YXDMpTwP79GIrtxAy6SSXh14TlABq0pcx2nVzqxIO2Yd
X8Vi9vA8NVnx0tmiBRbsaQt3S+WG0Ltft7/ItYfkRsDX1kLmB0X48y0zJnobC0wuIHngERwn8ltr
jdYhE9qwvb3Sxaj/zWuBe5b5AOplCDOcL+WGnUz5+jp6CdVLySRgj/Zj94OrofiYGZnt0yNqcZXL
tG/aVOqfrTabD4aT3Ik9V1IM4hylrqrjAAoU9PxnTHGSlLIZ9GOkNzgiS/OlGNG37+mUbKRgmBVG
2sfbj/4WPlcpLLN1rgwsf9C3UJff9NfBhGEKcT60jGOlJc3CuYizd+hLMDBkfJmlPtHtMU9sOG9u
maLB6CaN5eDqlxUJ45s5PRa19Yf5YoOINkMVJFJU6L6eYv9QSDQV1DUi7JlhrYOG6p20+CPEOI3Y
SLdVGsD1zjGHVhxDbF1HcSW8a0//T+vz+WW2pnEv506xn02rjR+devEbZZvXuPfl+RNqBDYjWai7
HUMKCzOMpAxN7P2UcXiCnjQwrpLtDB9NjbN8M2uRrHxLQ24rmGLNfm+EjM6eNTjWABkolEpA0IrL
CMvqceHJ5nBSDh1bZY+qV/GkKkXxE8KYbfst6db7VrdBqkGlLPeSnmEZ1IjCfjWUUdU3BdIIEq+K
avhaIR2BW7MhfoVWU1aogEXW0u1rvMrPo2qxN/ZKXDvDMLoHLb+2qUEMoYe7dE4gla5CrmQQBa2+
NY7Ac947stLetYkjP8ti6v+Yszo+IlfgbRxmfq+FGioTgPiqfdFkmR1u77ErVwyF0KLDBJ8Fls/q
dI1mqih6OBq0WFHbZI4IE9Fxo/0/r8IJhsSDhg5EojcF7782cuG0eiiU0DhmdeLuQt1Ot1iWff/H
RXQ6NRqIIIwpgICtS43J1stJ7Tr7mHRjva1N20McJLl3J19EPlZBWx1oHkL1MFNWyWmvxeakhppz
nBBP8B0R6S9LkXOoHfNe6LsI7wyzOPkLM5m0mwzy/PgjPmDiH5oqx9IRht9n1YdUndHbSAvlsUOt
dKN68bRxTfxubr/JKwsv6B4KDLp7UFRXaZ0lpNTK0VCONiPpE/oDaFLUeb9NZP7LRTPaFyk+AMnY
39uN/98GOAt54N8XoAvcQSQkibfnz1yDPpWKkaQnt3UoUunqxLu2lNlz3+JvsmEIpjAg1prhmVmg
OFitVW0r5DeCNIdwakYqjQs7V7z3Jpa9P/NSOF8S2dfvBzVNzcAL27L8RGMlwTw4nYtwp0Wj3e5I
f0o8rmQeUjwi4It9vY5dYttO5WONAmTtOxWwmw3h1Xmfak7X+15vl3WALbOTY3Mbo32CskSFAaac
jni2YJIxIEBwshVvOGU5BzCYy6E4anXuveBWm30XKG0TuFsPl9EsB/WfKnb6VcSzhv5JPo6/7Ub2
EqeDVv+N2tGEi+lY5343ek8xnsDtM1FUaPsW+Y+vnTVGRuABdoh2bWuhkk4GMP2aesv4lTeR+qeE
AkxVKlq98hdEqbft0JzByd2K9YfZSlJrA+O0/Z3m2YNCZCL843wAaLhjMxyUNB3fzcIzP3aWVHjI
JLMPNWo5yCXYsyO3+L9EWycHpOC3sTUjD9wZ/a8hhrYTJOOALfugG8MOz/ECnSJ7SA6akunRRpY9
zRS3Zm7vFHTSwxLnUzVSvvVGln7NTTAcfJvSU96eSjzS3TOPNArFV9OtWxxVw9jCS3mI2/86E/uI
rUe+dXQRe9thwRQ91F6avmZNbwAArXrjBbU+DlBMGYu5CLj46M7BuUgSlt1LF4KpEd+YvsD57h1b
WqakBslJbePInzxV2WpJW256s+q2bYXfc2UjRnT7tF52d5mAOHARibAYVHlroqSq1CbyZG56UgSD
OGusqy+wB+egVpRqUTUSe7cusn1aMoiPhUSXlYmulKn25LR28q8lKJxoSpbFE4KGs7fuaAubz+ul
YX7id8Rb3QyNjZhG028HGLHRHHp3rpbLmpBc2mJOyRCCNWFAnL/zPss8U+D/cNJEimedo8i9SOGc
p2XevpeDOz+pqa3y9nNtn+TZ/EGbU/319ie4uEV1+hVIUC6QVK70N02xv+431VWQNCyEfnKisHxy
52x4svV8vvOhr6yy6FqQLSwkbqYT508axUNT221sMpnULVIfy96AqbrXIby84JAJ5l6jd4q2k74W
Nidy6Q7QNPNomU307Jih5mcFXschQgK339rlNYOM5kLtBTT19vXOn8eKp0GqTWoeZQshBCOVw1zM
Yl8gwbEdh9Kh5dobBGTb+0d++KLjQX5B64fpIWTt1f1WzDFg0qQ1j43uNYGtOO33aKrNnTd66LTb
47jBShbDIymVe7t1yafO7zc63QuynY4vJG3cOM9S+lafcYCqc+uI+tWXOe3sT05vCzCkVvyoLSbX
ZT0/EFzijW2W3sukiQfPRuZQiX/cfvlvUeH8l3DJ0rdhug7nlA7D+S9xtZlmkVGJUzw7ygZBtWgX
pbn+H8rqiKYVSrSpOlc7VFoTBZEbVg+pUTtA1QzlI3eOuw1TYRxsN3UPidY72xlRs4MWVv3JaYvk
sTPQmoLodMQHOPUAuxnto9O67cEGGvGo5462EQUy/QUXxZ0IdG1b0Z+hNiUCOxdDSbuy7QyTHuvY
hkP/3pK0BPxqaPSDmimvbCv4tJBjcpKYVH6+/VKXjOz8ndKThRAFr5IOFVCh83fKtS+qPDGsI4QK
Gbg4J71LnCl6yOdsfF82LvZsGeRpweUQUWjdXvxKJGT1xQiN4ADCci3Qb8SF44mJBHhIStROiqQ6
DNHcvi9Gx/3mlKnpx2Zrorac5PUJ4BHi1aXV3JGrvmgJcrb+/hGrDe6FDuaXRWwz5xnUYPJMttVI
j8Dq0M5ANSDZ3n7qK/vYwT4MxiSEefLJNRxmghEx9mi8HBs1V4DOYUL5H5JX+XeLu+6DVYG9DTr0
/KKgqzrjP1Iird0wWGmAzehz3AXshpEt7ihFtuvHNkcmDuDtf+REwP6SbLY75BN7q/JF0qYHMnBU
2GaKOjgfXaL814pGVyC/pf0h07SxDVJguj+nhrTt9pNeIlOQQSMs42+yOCACOD3fXXU5kU02rn2c
Jyb8ZasoOEs03ovIw35Hz1L1VWZasWGHYDqH9wJVL0hVSMZ1cbNrNV29N1u9/Nb8IOqTpdusIg+w
XFh/XXutXo7DWNb2EcxfcyoK7zfRazw4ce4+jfp0b4R4ef+xHJubOQQJBlXY+XL4WMG6tib7qGmJ
8c4q85HO0xA/3HnNl/GDeAhEHAERZtPQ8M+XsRasOZHZOZq1Yv0A2E9/Yo5PWqJ77/Uy4+gqnfKf
MSvtpyGbp2djQrpNeMovmG8UBnoeWdtID910o+p5ePRCL9qomZEmQaEN8x0ExnKcziPO8mPhizNe
I+6scz8nU5Oqd2f7ODqRBNcZ6dsW3CVsx1bf3X4xV94LseXNenpB3KwPWmpXo51UhnNMEYTdR56n
7RXZjBtdmbKDQyNnY6H7u2kG954B9JWVLZLqJbOE533R9i8yA4suJ45O2iynA32naRdFuY1JvNJv
5hg2RtPAwg1jNPJuP/OVmEo/nFSWMTlBHbzP+WZo7TCNncmOT2Mbn3Q1t7b5UNePVLDVJql105/k
KH0k7ryTMYhXA7WKOwHu8pAtvwAvEBIVmo9v5th/HbLS7CxdLa34BNCGyhAxgoABGdp5EvRjDwb6
zvV5dT1qCcDYxBmGO+dPnKq5E82ZG59EX7d7w8XYJqpzMxgaF4klPvid57usmRbwEGwxLOQgCKxn
OjFg6Gxu6DOojkA8IlcQdREP1YRp3ZxFSMvE4i7H58qaWBpyW9BhoVJZ39M9cG1G7Vpy0sNp+jhb
kB/8Os4z8zmalbgPwiKrPkEKBa+c6p3D7YChhO7HYBwhOUWRcH1TH8bRN8xkOnXSNn7n8RipG3tu
8/fCaIrMv70Rr3wVRk3AgpntAeNZByXbC5E2dVNxytkEXUPraUgSk8LbTHy70r/dXu0yqlBigDwE
c4AUCTH+fA80Viytzo3Eycq82QdsJTa61aoB/irz/n9ZCtAvEnRLxby61DKa6rmGAuQJ2Jrr96IU
70o1RkY1bds7O/vy/uCpeHseozSi5brpOuDwFjVTK04IXUd7yBzKpjPNf5VCW6r/v1dZde3wYEZs
VLBKbDQO0quLY57nfXDVWttBq5F3ItTVjcFsYMn6FlPe1ftTp3Fw3EEVJ2e2zI81utHBMC8yvbHi
PfaIsB5uf69rRweGrYP+Kvc+I7nzrRE3aM9nAyRkHczfDk5ph1eeHe9HnVTKmuZwMye1/T885DJe
BhTPQ9JYOF/UmfOoh/cgTgtp5pDVShwgomFv4zhBjxrJ3NvPeJnGg0PnM9LGQQOHjXC+XBxZSmx2
Y3oSmlL4jlE8dZPyMa/NP/pgnLwJyezcepnq4l8VQNg7THmo7HXI32ASVoVpTJMEX2liYdgT3JPI
MbZVjmHx7cd78yA4Txq4yBaVS8purtW1c2xXhG0Yq7Sp0DSBzwGhqvtawKNBlzSlIPPlYlqmks1s
GEDT/OyhdSLFOqAzlKCbjkTdaKq/+wkqm5RjGTihbC3UV4XcdYMnex/lBxSfb//qKxsdjgenFjr8
IuC5iklTGuKxrNAZdkYsiausq/eJnSb7VAo7mGFs3lnvSgwkq1oI+Aw4MdpekpK/7l3ogtnshoKu
WjO8JrTDH0Q7/IYWc0/26UpYAmwOLX2BEbHk8uB/LVRPoZdXg5OfoiiBMl0KVLB1Z7rz0a+cW7wL
mCTCjqOpY62udTufNbPszfyE5A9TNlWxNyPUtaC0vXRboOOEpZvp3rnbL8GXC/KF0oPKZRGqW7/E
fGpw9uij4jRqjRuAqVxSlinylWFS9y4Ag30Tl+Mpn0yw9iWKbSLzrO+VLosNJbTloxIsAs8TWpAY
kKGa3q1fTHm3iXjlWy/O3csUjM4t3MHzTzD2bh5F9lycUO1On1xV0mNXxwnmoNvd+Q5XvjafmiYh
wyqalWtMR9ch6eRAzT/paD0FTaGkvpq1+e72Ybng0xJJIFqCQOBWeEsczp8Ib00N7aW0PEFoMgGM
G9Zj2Fj5f7Ie3k41oxRmru9wHR32NHZKJKf1+hlVUnoGllXvKtlB8VGq301VJjvAU8W2CbNpN8gU
H7Ehe9WFBdVbr+TPCJpdkClw0G4/w7U3BUaB6SgSdGQjq9RbGRdlyMEtSURV/C8M/K3Rar7HMXlD
k62C4SKWQ8W38HhAg52/qQgKICA/rzoVnZmyHcWQ7Ku8QvJN6XMDmX6jSn7EKVzhDcYFSJ/PUeX4
o2mG3xlNaKdh0qfPoR5VHwtp2z/CYm7bnec04lRaevgTSp1e0GNcENeN6LTKT90wv3POrr2qpQu+
tJ/f5BLPn0F6tVEnZVqdDLNchBC6MPZlm3uvt7/IlQ4EjCdkZUF8wJIkbz9fB6/napo6LzkZYYi8
wvilHBmnpHgy9i0d/nZr9phQ1i43gNUizT0+tKP6XErnThJy5YKmQ81glCkLbVR1eR9/hUwDrQE+
aCFONrbTAaJz04OwjCEwhNfuPTn+mQtn14dd89mYiuwOEuTKWyBRpRTGNBHYG6Pm89W1tFYFlLzi
1BgoiMtOm74YsRQ+nCJ7LwxNT/3KUEWAOn/8PKJGuq3swd1DWhXYg2L5XZhGeUen88qdTvhaeIPw
pYAEeavrEb5cFMcGjT3HmKLvTZviPWKA4nqd7UHJfaXWS1zoZzdCu85MnkTdGAfTgE3n95GmhtuE
/+pHhsvmppoSAb2kq6c/47QQWEURYr5MtqLem2i8JW7nhw/wOdQHBtwMHZBuOX+VIsynDHYpNVRr
Nh+MOrY/Z9HSgosYUKAbheBkuaH+8MLAgUf9wBep9qhSJ3gAJZU7Boi99+muLnrzRxmqGl6oZrLT
sV/hnE3KAEDH7gVkwFAplaAlFkJjtHsd6P6sp8dBMWHnOJXSvuLVy7/BE3RHNFuHcJuak3jvzsns
biqjHqutBi8aMydPzM9WT464ocs5we2JXKgDrVcUwRBWir0zauC529FtkyjoGyOrNlKtHXpVoJUe
FNyv1EdFxu2exoKe+yQZxcnWGhO8cCObXy6c4Ypfh3gZVWDQCecFVSN5rEZAGtKS9s8SlRg8B0yl
+dR3Oi4CuhqP39XGMdMA9Kch/KpNi59hOJSvXSbtcUtGXRw6FzWWIG1DS4fBi9dCYCpDCJRomhT1
MRlTu6eLib11oBHfEe0NHXAndV5Ypy61ap0OaTT/SuEf1cHstUxQBTJKtp9mKFH6fdu6f2azYih7
O+a8+e2cbZHlqC34NjqeNs2f1cY2FNNK4MjIk43evwyIB4hG1mWlZr6WYNOSR9IhAeylV+wVLxvV
zwKg627QC1QAQYpo6RMzwany27IxfuvTFH6yhg6na4qYKGhkaXM6UEPsAzI+/Vs1yLALYNGNT/Du
VQivfIIPSU9Rt8WOQX/FWTfO/VnilOObRmNvMFiZnvSpk7By46Zm6Uw3/Bng3vek0OWXUs04OPVQ
V8YmzNTsqKGwxbCpm9NsC4M3C4OyTIpqm05V/sNEb1XH+sTt9M3IiScH8uYRikaGR0DgDJXxOiVF
+9Cl6GD4CHLm894SA6ahmNMxh5myTm8C4FjRzmlncFylMXjWzu2rQfMVGBMdxPUZmo0TY2lelHO+
EbrwssCo0WKoIyv+FVZRmQCYjOIsyDPNjh/h9ikUAMKI/6iyi76i8Ck+anE/uU91Y6MgWC1MBdNQ
ZtVnuuFtMUUEnzZmKVLxipHLpxTSNO6D5EOv6NqGBMs+ir6HdQQJf9QHeHIj7ko+tGMLYw6lDp/j
NE/Ll6hL9fFRhJY67N0Z3NlONmX58fYeu+gvMhBcACdEjwXdszanjfFYzpK+a0+jwDrZqirn0dSb
U4utpj9YKJVa2fijnTB1vL3uEt1WW9uBXMbcmrHFIhh9Hv1mQQ4m5NycqjQzgrJHUrmMdGQYQ7Pe
d8Nd0+orz7lQ12khcYlT0awyqlYU2uSaIetl4VOfMX7rQ8MF7Js/YRa6Z2+V21Y3/rmqJQvlGck0
GTUy/Vwtq9uR5kp9aE/xwohehOK3mY0w/+2XeZHDMxZwFigqeCXaIOs8rpU5x1PNhxM+KCcsqr9n
qum9G81Gv7NbrixE6mPTOwQyzb5Z/v2v5CPskMWJ9L4/lQhjbyha4GgyEtildXMvjb/cIPREwWCx
RWjx0/87X2rUQC2QP06nAuHhgJggt1Ar3SdnzpxgWjDwt9/hZbubfu/fC66KXmGUgJb6aTpJc9K2
HpzBwJuh4hupjvgFt+FeA7D6BSOwclPFovFpnN+zMrzyfi00QCjIwFNg9b46FaYTibZxvenkGcWf
0rPS52KWGlmA6t4p8S9hmDwuVe2SM7NnaC+cv1+7EWltNcp0mnSt3Cu5PTw1ypxvG3OcnwBJuEGN
Y9SHAr/qQ8SPDgCn9Rultu79kmvP/CayTcOJMmT9Q6YZb9+m7kaqc7Pxp7G2tpiPl5vUi+9plV1o
d9Jq50JFho1DuTz+6v0iBQN6J2umU2sZ+zSLvo2um7zWdY3ZVbg3MHdPjWg/T/UDKIgngNWfOrah
XzkGTpINNrxaYd/J5688Ph8AsCODRJog67oCR6rElf3yye0p2yMgOb4XIyjHRqex9O9xYhGzoi72
AGvRBz7/5l6dDbNJD+TUWB3otFS4H8XoICBpICB1+zhdzqZpHNnMEDHGgJgGzuV8LRsclBJHpnbC
ExvL80Z1CnVnknsV/uB5cP2SUVRK4E05KW++KBt+VhVNeZe0Ezq5glem+9KxymPNxTn6cx/id0E+
LRYtVegNXZgbW1CA9g8JUfR9lnD5Bs00/plkmf7k1unnp3xU5AP8X65mZwKb9izDsfjnZhkPyq9b
qsM32dFVTMRdcDCi2Z5PllEa0EUqiZOzl39guFDfKb+u7RXmsv8PtaKLuTqzytAPypwq88mbh3lT
LMp/cZ7D+J/jeXP7+10Lh9xYGIwzeKR35qy+H1pw+GnZrGV1iROUHe48pmKje14ga24o8TMMGWWT
wqw/8D3ejbpX3glRywrnKQIQFlreaA5QaAJYOt9BTDitieR7PrUZsH+0v1RytAi9U0XyVxTjXzO1
LHzyzPzehXrl8lluaybhsP4gk60uH6Zc0or7TJ4s6hrfzJkBNvZYUx2ZLDxp/34uGbTCeIagDvZ3
rTVX21kzOM6snjzYPU6i15+N3OgephEq+p3PuiQc5y8V6tbCdSL7ovw0VglJn7etrLLMOknQFJ9D
j5m+8FyOTl1D7fIHhHyxRQeH4Bd2hpyLJ70JB8sKC19gp86X2z/nonljLKh4WsB8X/qCa7qjWUcD
AqLOcErLIoVc3HiBN+r/jNUg6AMdXDynltbNeisXupfUtV7TQzXjdDcOGKUJ3cTKunPrbTp02p2G
xJWncmmOWEs+hoDgGi1APx4JjqgxTyqiPv5Y0ARrSq/b3X53l3t06dqB9fK4xpeR9fnx6Ku2oWHe
2qeisYrHFDLMoY+MeE8dMR3mQVX/Fd1EmFv62IDily+11tgO2zqTsznbJyYrWpCT1257dRTBEGXe
oavne2DMy+MP+Qd4E8Ma1C/58/z58iJCE0KLnZPm4RkYwkqHD9MpD1FNw02TTRvIwnX2Uol/3X6x
b9/n/IxwHb8BFZGcxYt4dU3acYeMSMObxSlr/GOaJNWRkuFJ1iufecXth4pJ+SZpXVD3agYppxL2
hjGvuUUkYX7RYisLPGH8aMkQEfqLi5OLnvEu7BzTTxyrONz5vZf7jduHIoqI9UazXQXKNsXqa+oN
51RnSrG1oQsFTt+K17BEtk0dUY/0wjHZUG7N78q2qKiO8dHUukrZtI5d+XFhWkE6gtK5/cMufxco
ClANS+eCCc8aThEOvA4rmqIPoQ4YnlxaDwSClfeuiWUyeP65oKATkRBhYQ08X843Cvis0RIMsz8o
dCZPXl0rVOJTD4hCq7rxezmF5smpaR8EkrmKuxMRskIBxtJaifRfM6Y+hUz5PuO6g4kVJ+4PLKl6
/dHFNOlQiMjbYykMlswNIWdjuImJMJ2vtpabGefY01xbuIvZBYW2r1qiMfGKs/IvyIzLJ9suGmxc
ZezBhgCI7i+zR7l1YpEehOcN+auDYwNSF31dp37m2NmWpk351evh8g9NnH7ges5/OVFidgcUqYrP
dWN6YltUif4hlI6zo6LJv6t1GTdIdoRTjiNj6vwGb6BKTEVL+aobKfZdbTejNWGMTfM4VX0Tbket
1h6AfYhfSaUJlZstS6PAzc2mRsLOrp7avhF/anJSFM71SH6tS91+L+o+TzelTI2XXEd4cO84eOCg
CT4Nkd8PPQy1JqzibJ+NxYDHbvZ/7H3XdiTHteWvaPFp5qF001fWrNF9iIh05Q38Sy3Y9N7n18+O
akpEJ3CRI4mUyKUmCKBRLiPDHLvPPhr2VY5AK3BTXWVIUaauZ+7ZA1IrU9oaiEUtFCf2w4cAOaIK
MPCxGwCaQgBN/n47gFizzudR5R+DCnT0C62VmBzPq7tSmYHSRW6qZTGfyUaaI901gE9uwkb7KLZw
+UvcDhkuJDZHpoM/oEONckZjoCSU7+LOQ/GKF2p03voagrDzeo/EyUDaBvymX582/sHfHQMQrcJI
AqocPgyYmEf3rfnoWVMDRHBEWqfYdCl6dBaeJi4DhMVM9Ry4Gxj9s4kj/mGyVVjm0N44eUAowGP9
frJnEY4ljpN0jAvPvdJ0zK6PrmOGW0SCqabh2czQjAwdf7P0BZW6+YROupgro5sGNgIUvwBHgi9h
HPmoCklsMQLlOHgawGhdraszI5DUdtfpvbgVAw/B3nMqZDJasro1INmNei+XCsiD9RQtSGlSpOWq
gU/Umk2SKNsCDYd9ksSD0LIM5hGYJtFIAVHFxTkx28AtAagFVQ8B217tGkBkKgFTUmXhhPBnYIwO
oNxnophkoCdDSDyhQQHMPXDHOfgK3XkFtfX1sn8wAzD1kH/4gVZh4MwZ+QRaFRRtAePmuECYFmCt
RYzoSDmYWdEmBhqB+Ozr633Y3zyAdgmjIbsKzAYfz7sQkAvybTSKDORjqRXhBj2OEIpVz3p0nQvp
VVgI0n2etuo9miGWE6ULH9QJvzIYB3maGmp5nHsq5FlZSrNePrZFp6Dn7CyiAN5MKa2PgRFcBrBD
sPRiMhF4H01ovIi7Vspy+Yhu0+nSX0TomanGgR2HCDwF1eCC+k8KtiIW90Htwzu9UnwHVNVTHG8f
nD0+DjiJ8KBhASE/+/1ER5lSB75by0dUVPRXQpuk9iJDjs+rZu7N12v62cy+v9TI1IJBFysKxOUx
1hGb7LJZTGEWTaEdP8oKuOcwwBHMA4EuoCXf35A/FwWQLdXa0etl0QwFP3aAHJfRorNP7DrLxKUr
yWi1JdTDpg9FcUI+fvRoAWpCqBvwA2DmMZ8jO8FXWuh67awcM6XTjUCPLd8LIqJU+QpA1vsmEbbl
0DipUuyauT919Q+OF66OSAiiL0C6IKs+muOmnc+EKvHU4zB0w6YORfkAVl1v04TVwEBD0a7CKEu2
oSzED0UUXSepz4lsi2DKWuR64HuRyY1bXi+GZUDMf6QnykU9H+ZFPDsKBbwHIs5bJLLBz1LtCjy3
12J0iUXz6C6TqQ6Wu7fWre0KQhYVpW3Z06HKfJHlwyJ4+noTfjh4Co9HosgLykQC9my8PmXoAoEN
eNhBqnvX6gR1rbu9bM+VVE7ROiful6DyLfdqCOhMHsQzRCHC5LF0ZX/qOIyPHgqkUFYH1x8xOZiW
Y5CYOC98T0Ow+ZBkUu6xsp9loSF5sNwXYR4mFMUmSFWooEIZ1ots5qGYP87B4eYqi+pOx3vPrAM/
ew8EWy3KbJD1iOe/WsU3igHkTERQSg1iE+FKMIsmQ7I+z6N2Too0nNlFpKjPOZD4ayQW2gI1oX55
r0ON1gR1JFmLrvN686TUg3K7EDJ/nacCUgsyvKUFTRNU/tG44BGzwA27G13uK0B6g3iFBoIq+LWC
RCIw2TKJFfBfZmAxyYYOsd0oCRBdQbaXiF3sT7Wn+sCzwr0oGAqo1gTM9SMRkOBWidhmeXhylbCQ
nG4A5IZUnguSR7/RS4lA3oevTShFV2gbVCJeN4TVSapq2YbRHT35YqAAkIwQMYKFwcL1KAh5EbsQ
0X3nbWIfcjnw/oBgrGg0AiABat0BVxr7E9GgpmUcYKwo0AWnZahHFW2aXLRiWagtRfJSxxPT2JKC
Ijz1nLsS2IuGiW0YUkQ9p0hVxPGBRS8XJF2APOFlGdB/IxsLTLt+X+Qz6TRDMxGQptsISRui9uDp
iGOUmsnpXFLtMRaDrTpg5tLGVrrw77SqMQjUIaDlKohyUHBx4et4p/bBtKLW6lkSTlFaaxSlmFiB
odesBub2Mi6FnGSZ1z604IgGieeEzfEBqASrFlHPS30ZtDIk6Peqo6or9TzX4vlpkPZ+tCnFXYqk
rC7XDFSVjDdWU8DOGwRHrVqgk9tdj4IvWcmoq27iuZMXuqEkIllIt0ESWEJcGBNbZuyCXsYHwCTk
Ox/fuCVap7fdLBSj+QnwWCs2dKcxdNIZHjl8faGxCuXXAVEF0hfYnYjijeZBabMO/YMwDyGRKFhR
aENQhEKmbLwPonh8nZGR58vnrGk13I9ARVJSj4EQkhkBATTk2776r+8aQH/rEv+cZiBccdHI79I0
/m9//vfGf4aVnb5V/5e/7ZfHeWv5X/7aZa/JqSpeX6vNYzZ+5XdvxOf/fH32WD1+94eRVH7VH+rX
oj++llBqf+1fz1/5//vkn14vn3LVZ69/+ek5rZOKf5rrp8lPPz/lvPzlJ84l9V/vP/7n57aPMd5G
0+e0/NP/Wr2+Rn7i/u8/OWX0mLyU4w94fSyrv/y00P4MiBCiYAsAJ+Fc8ux1+/rzMzpggogoIAuC
gg5siCQtKu8vP81E8c/I6eM9gLgAyctLpkEH9e0p6c/YQ3gD+LWQekNY76e/DnT/TRJ+WyL3Nf35
7z8ldbwHEqMq//LTZXe/E5hAxEvo/sMp6IHgBdh1JKDQnCCIOrjiltbERG1WgWv7xQosbHHsVAXT
0JMAfEUJYvYKOsAJdlfZmrwCZxjpExnFJ8sEFlAEykcC+qzMB5+vLbRU1paFjkYghoa4mkLLjOXl
qQkseWbNznYB5O6cqvk6ljj6jHkaONiWReLI7fqsOa1nnGuqRkyrrLhbZeh6kJpnsGb1V3EBsM/G
W81vyqv4BZzyb90j4DPKtgdAOLjvFSc+T8E5+Xn5aoZGPoUEs7o4ewrI/GZG+dC/zm/Th/xB0qh6
K7w2Hpk/iRmbP6UP6UP9mngkDMnw1AFfeEI1yNms+9feBzAGEo+kNWrN7DZY1cGzFgKwnlvBsCll
2gdmnwIbA44oULbeR7M3GNFo6OCRLti3/YRIvvDpfXFL+sg9mUdZKZ9dLHo7v8uKgx7Zgr5SZ9eZ
hApgsh3eZgf9rl7HV8NNeC8bs4iE93DW8oaie8Mip2DDRBlpdmzPpAeNVoHyaiLjje8O1Sd7c3KY
I7P73zRMZWKDjBP/f4ANMiUVxoUr/3lS4ZM1B88QjBme/ofbwwN670yqWASxkBZrsuUnuU5Q4hih
0QUC8WeNhX01VY8wdbWRkP4nrza22LhOALUoSKIQngIbwdgiKpQhdZUGxMI11ayeohsqDVjAcOjp
woCIpwO+VOoz1Mgzl6kT4gl2+keR+34AY4M1jsIhO4Om1VKs1gDzIboJ1YCZkjICnRRR73parYGj
rFDdeaU/di9ntJe5hlMCXn/8nFUADJJwmZ1QGZSjCHKwUKInP/nLuKNoGc1z0dfxq3uokArTqIvO
vtezrTwn1cq/FlAcOUfihcCjsSPh5z+UjHRzgp5MbQDQFMr9yNwIU4JYfFgaQUWqM9Wu3HX15sVs
dj3bBMcWbdiRoli6e/d+eMw6cOnQZNuy5ugq9BzR9ZnU6+JGi2gWkfW8INqdeFO+oKph19+2K5fF
x5ygXNI/ggcAqShBJVey2cGZzukQ0RStZwPaeuZwj1yox8DL6r95ePYte06es+ciIK3L/5czom1f
hK0Mtcubi2DAVM6uEdwHijQKLcCLC5AoofkI2mI8SCuflTrSnoTHPU+VdUa5MIAKKwCpp0hYp5d5
JN9/LPMfcZmnpMm4B/mvLU1GqZVvwoyzcIKKUkL0mcvWd5I6bzpR9/pIsTLJfW0lBSwUuU+qeYle
XaBLozNZmfK3py45Ug6/xiXHXt+320R1JMKTwHcCU/D9bYaqFOYAHioWkP20YyW9ugXockvriVjC
5IVG5vA/fCHpM6WHJj5wShDSQ9+W0Sz6UupJepmjf8X5fKaynrYkmaNzGtAftuR3nVlmnWvPF6iv
kkGPac4QGSOFFqqcVUE3OC0nOlP0sdPLXrb00NSEKgCtg8HTy02th+QttnmGzLKmQyQH5zBh5/Cq
k5QIhG/VVCH8GFN3WaD3tzNaoKQMNb/wA8VayDSmXovOL3SA1zSQHFxOOo0a6iYs8hmUWQOyOyLc
dehZlu+hOM4NQexs3m2Sxygmc4B36ZTS/fSYvh/faF3dOBLQwQHj62HZO2ArzJxzBAotGpyKnX6n
2bot3WXwDfRd+9RsOqvY+BMZwaklHxNc/cGXXB3pt3/1kvMdN/ICYdv97YCNEaWpFyeCNIOZlz/m
YIdB9ddjWROAA+nXftzU1hpnLX6LrTV1r6P81T98rxfuoPGk8vYGEtCA/L+R1CobLwoGMKBad3cC
3e1cUpH7++vTaSIqcVmcr64zEieunoCvkF+nX7rHygEGkAjLs+XalfOUOYWD8kJDozCQnZJ0xJpZ
MgW9EoFtt862CXl8XDJjZhlLDQ8ik77NyK1CNJKQLfpwkcWkUS+NIvMX+fd+Ysbypeh0P0eRuJUi
F3CE/DujzOywML296BkhzVMqOMVAE9ANHbJlvisEihajc1SMXc+diQ05MZZLtvGdTQA2jd9sLFMb
5qJv343lH90wn+rtd/M/5v9XPRehyBgbpjFBa6YtywcHSia1lAVICYxJVrep9b5kRt7dVxvkpYAs
pWJVrHuOO7bYRVcgbVCB6PGY5zPoOwA7qjkJbNmnC/kqbBA8pDlDhV4Ed2kKazF1Yi4L8W5A//YT
M7lio4TBP7tiYz7W8QkdI5lLrV40oY8dksQ0tQS4xfRsKwoT32TqheiFymZTjCWTu2QkLn/zXTI5
CSO5+mtMwmcBRKCBQYzH6/gWH8p55CAUhxagOouxh5Q8ZGZrbR5AmczuzICRV9cgJSuZvrunh9KQ
iX06bZHfJz2zVz29s5l9HRD7axEJZPUn1sG7QSmjGHFUVzoIrDEowUJym0HRUO2gks70rjSr7knD
vAZ/lct0VS5xkO+0DfLdB2SKnvHKjM7sHke/MmVyMzNfclu+V1lNF/aZ5jZ6LRr69RnOyeFsHG5Q
+r/XDPSsIrLtoIyS6kxzEEijna0z36rInOLbqIi1R9bU7Fae+Qq6IGOgJcuM12KloHHg1R6hqZkB
2/k13ZyZsq/I64xaTmjNjQYTqBFq3FckxMeHVH/R2WsEbWfQgizBq2h6T1DVT65VmmhNixeDdJc+
79UNidd7nc0N1XAW0FBzmmEcGouIUZoVEZyGzvGwgleAPYH61nmd3Pq4pMbU43zLw2WiJTi3wVu1
rM1b9LBb4n6eQ/qssfV9y263OrlFeIve7o8xtdCldJ2Q1AGTK5SxdYunwLBP1OUSOUm8XF5GPPYm
mGhsTJbb0+EAhCoBRJBoxqo0+NcdOMXJ6qXboQmCWdOClUbFVjV9uZEg+mMCCnAW0BcV7wPluFGw
ZB2Txrxb1WQTOcA8MygI1tK7zSpwCpYbiA7tvPUqWfMPy1hhek67bO5ydGggWUpa2i+DdeDUALFS
ZH5IvQwomo3tJYQPg3W/lHf8snyEZ3rG9w2aEOMrJC/be9U673TyaL/V5OZGOADn3BGBkHwNkkrM
cWaUTLgz7kOnMjTSGKlzX7KatWxYtuZ8g2me0Y44LrF60hM7oXaL+5s4Cdw0/GBp/XI6x/TFWQ14
IgoaFUslpRHhTnEDG9NJLZ/sNh0bzGTdGmw/t1DYvbwvHUNcYohmbxqUTVh9U5JiXAP3L5EUU/Mz
wiQVVZ5X4C3g88M31Xkz37XGBtSiSHE/iGxgCxLT5WO/poZs4QwkRDDd/Xq5PB0mpmdaaI3M/B9C
64fQ+s8UWiPb8bc8lFPyYRSA/S3lJ1ggPxHmSGuhvRWnJv2A8J8p1XnwQL4D3VSwggkW14+l0ZiN
WRu1MZgDfsc3ndmZyD1R/ly/zKElq8vreEaKPwcopZk+Jo5oiqa+HJhERaaakuHR2AgN3wjYzGjs
+bGxG3tGNQaDhi3w24dFrYLGgEg1nRdmclOzjmpkXTOjMdRlYzy6bMF0g2tScPI4rTE79dCiQKiZ
LR5F80KGPA18dlgMEawaSNNtQDxy/SjTxwyPcxcfRoP1GlN9n0I7HkNrf1RYBcOoIceUrqWahOvF
Nn+WrYGuoWkTst6vb+81BAU8YkcwH25SsiDDRWtDTb+sblTYCohnzAkswJ6q5FCTFz43b3xApzeo
bzzf4nluVLy8vCAbuqSBEZquGVkxjFeF9GZtZgafFoAyr3PWm5oZs8ziRgFqnlhkfa23sZ4Taz0y
5X0QiSVukSLyj9WrMXs11fHNV16GKucruWoYz3DyZVSWrZE5iaNbmdOx3pBNAalHCUGUDFa4b6BL
mOkanhngrwTx9dhAwTkWXGZz08Py88dyC81IEcwITN8oaYTn8Wozpb4x2LEV4tnODjfwedEkSdjF
KUwawRxggoIKaN3foVUx/ld2olUYrVk6g9EzWPpnQyKS2RmoEIA1ncEGw83gS8SofOOM29Dw3Ruw
3tgcFndu1DRe5Ya80yzRFBAIipzGzBiaxMACV7HtdaxMalZUsjNKE+BpDM8m+ZXgDFv5kK5zR1pX
FvUMlwEvSwMyYDjiMrF9QmCeG7mVmLFhtk61rbaCKbBkiU/aHBjqrKi3RPs6im4S2MLc9ES7HxrB
kIRhSP2bBn9HRso6fGKDbDL6bFE02WCVUWEqVog7wQBFfz5DNzR8z3FDMNr54UFgwJ6vF2vftBeA
zmlX/a42ie+4DgU3kuVNbZ9JUTEKWP0QFX9YUYEKs69FxdjZPdfKLETRPA+OlRAUpQFwLAR+Z54P
3c+K4YyzJEFG8GfUOxBOQD6ITDB6nMCzJdAeKImEBWZszehzA4cVm9ZwfPDj3JVwB2o2GDHzsZ/n
OIQRjawlSzbVpnW0uw77WSFnxGGHZb8D7IDhVLhGYgJ+zv0LnN6eIvmPj1R2AtlKd96xotFy4VRW
ZeHwmbIF9JXjbVMHSX2qX04OpJ3xtUgFpcXEPI0yGkUToBq2LRRLRkiAn+iawpPftJSrx9pQnwez
YRnU4mCqd5EzQCqh9yaTGZeT/EsDJlWjtRUxwKAhMRUjYqUVmB7mzcW/QSJku8aZAYSP366RWu7S
NyKztHJLfOKyN4RkTSBfA5Za3om/LwY6hb/WP/hQvoDUsXyD90H2ik/8E0Q7MHO832NYGyOmZzbD
hDer2OKv+vbK8pW/IsWXZ/Kf7jIy/aVo5xZ+44q+kdPSijFuH+sSmWgtj58hRhYasZGZGBPuMYEW
QDMGjIBL/TPzcB+xhe9NbPH74ZELdxmwwU75eEz+G+PEnaR4Fb/y5XvH9QR/H4TttrFjiFwuducw
IOYIKPh0HzoxbIY1OgLCfojI4qAuSyc6BkflLnUgvqFbq215JS5b1pmg8LPqi5HTwbPnxgyKCZjI
aivBKijUoyG0XG1AY0B+g+TISi8yOmXVdjAg3SnXLhLWy7X5fuywBgJOydnIaEULKjBwqh1VKiKh
EDLPmO19MzQ9wzMY2KRhnMzYDOqdq64cCqEwz0ZvR5YLldabPYvxXGUiksANCgVjbUyuqj2LxynA
ZAMlgKLZY89EutbN7E2FYXGm3gbUeqwn6h653aXLTilQPxbaatLE0o+B5TOo+TP02pnCKOlxtgyw
plAVM4mUzAJRoJSCF8ZS6cLKnXJdrufWaZNDVRZQY5sWOlTCwAsasjvRVHHTJSaoNDJse36+wDwI
8FNoytQFEGplrxZOS274HeqYGAwZw2d2bSOfC5Vb44BgtKwwapYitJUZ8wMqPnDthUGg+hpC5oga
DPTaPkPPwy6zEQp3SkdelmvRku6UZ+25ZP2zi51ZsnCtrxvbgV+d0oE72kCUw/yKyQqhHLYZzDuz
MWYbLC0sT9cCSm0/W3ZWZNA3EMPRt7eIHl6QTqen6+1jQK6vW/ICq++MBaO1HVxrW7bi1p5IBnLk
IZaSXPGr5PhHimstYB6CSxQXfHm5WdgFQxiE8W2WG6292LtYYR0zlcOe7rG1+JKqTMfLCxPxJqu1
01WKheGykM/WGUuTYx/0AMMjLwSrZw3gFcJ7rSkvPXuJleTmOEi+sOv4ZkK2HFvoTMGxi38HeAP4
9CBgc9iZdG6lztwSMXHyUrubITSUWLgtupWYSntMzJp6Ng/vEWNhGbIR79zdWwpwfGCdsfcTfAHX
hlvgglrGowss4ZyBtRsfM5sIWagX+Ms4vPTOIxmHdJQMfUybrkSe5BKtyw3p4pPwA8stVH4okEG5
+CfdHfc9+IFOt1A+pmuj2bE5sOJKNUWmUHEtQsDWW3c1x9+VIxiyT1xbofzsanTDzVR1nZlPIqmv
IcVYsrtYqpBqXI7BYjUTM1zWVg55B+v10F/XVnECl+ymtEQCaYfXQRJa4gotSm0umQNI4BS6iss6
WL6IbYYcJYgvuBkLEELuuoN0kk7+ur4Xt+omXLuOum1uU6sjM7xrYfAQKSKr+wV8Ay4LuRxG6y52
kbLQDKEV4txqkIXfPnuGv9y1Qgp4TApsWGwb2zV1HDK+SjzACNt6JRod9W5aE69COLfBe9p9QzWn
W0EyW9HJNfgYKxsBW4bAXWXAgk2uXRbBxkZc+ra9Laya5bA7fci3EJ+PXWCgIx3ES4BD3ENpD9hN
jwWlMKsLbE+sE1bQs8qnCE5NxqQD/Dicf+4CBZboIBqKXYhwKbdu8bsx+UoXCLVy1clFM4+u838h
zAiVnwPIUyAYC+8UGxE2g+XvesQ4Z/jExEJlND7l8mWAnhWyiYdVIbswGR52tYj4eA2zWoCEXVgt
3K3sbQsspDlf8yDt/CLGXNjueApVKCl+wt0wuSVeI8TaYdb42ztjgK+wgM8hE36E+XFdQGAv4Ka6
mJEIcw4Oxn18CzHnnGkMdwZrhZ0QQ7RxhxeOJxCjPIFR4fO5u1M7AqGQ4DhO84squsyMPcNHzu/b
1czxcJgvX2a0bKyKLpxkKwAsmdw0S3WD5eJBd+I9zg5Q5Mb5pCE5gK20PTPdwfdlK+qAq35TqKDD
vg0xBO5EqFudyfjmyjW8PjuzIxTzKr5u7G7FFTOMB5N/Arit8IncqIBRYibMt7kzOOAQPcHzLp0S
5Q8+gR7CF1+NAEJbMteSOTee+Ub2YRS0lgcXEEYHpiBeo2x0l1m2byaURq81AtU6VrdGIiTH+i2Y
j61cWWgslhP6gn2MCeKzrRw9i+9q7iHnt3y2oRXh7GCvX3E1NLvir+WP6rS0+b9VJ7CkI9ec3Bv0
LLhR8AbxaoptN2EQTvrYY+KCHz72Dx/7l+IjccqdGIXrUWuK4tUW0bgAxi9XHCWMvEcuJqXNFChz
2nnho3kHAPjhvPxwXn44Lz+clx/OS/d/Pi8e5RHQr1yXUWZHnMWxu+DiG1ADxKQdaw6beKIIcOoa
I4DQP3SNaSdslCr44YT9cMJ+OGGwu344Yf9+J2zSih4lqv4pK3o+IY/HJRqCkIfxokOmpKXKJe+R
OTxxnqzlHU+scuQY8o8EwQpkd9VLDjGDbzpH3HhgiiEhj6Ei1jQgDsPj29+iRsDp6ez5lcdlQ/qa
LojwcjssEd5GvaShWi3CBuh7QTuAHlPmAv7GAzI85vEtzrri/vEU7mvyTke5jj/unU6mvy6Z9Hee
0X9o+gtEm58ZPCBM5ExWYGscQ8jbogHNT1PxzY9oHeJ1POZ2c/Ny09MnBFVBxk5u8EDGEE1fASbY
4qfMQ+s83oc4lDOwp+NAdjleWlIE1a9mZAcowTLZJbvS0vfVrbSXt/KmOyhXmZEhoJ0DOTJHuqpE
aIns9/tnkJ6RPaKaEdkjFDUsh6XgAJO6HKycqQj112aK6KhnijR1eoBZc/C/gM8GzrVnEry7IcPy
PiLzw9vbySMnpAEw1hl78dnhDTkAGfcQIrGHVjH0hsM2Z+bqZoXA97omZ/ryElBgP5D5Q/T/pmA3
SG0gLqjyGwaEE6iQmv/mz/C7P9xgLi5zhE9Gp4nLKzio4PDydWby8yj6u5UZ+faRHy5CPawVYJX5
1wopH/rQGh1Lyd2cmFcoxLlFF2Jy7MjVpZbdAniZGGsC/MsaCJpr1MgYaBXD0FiI8LRdg+SKmSB5
FRg+EhO4lwAx15sXQG36y6y9AfsSGG9TraUucNIPRvW7OxkZ1R0adKudhHyA9pDdnV8Bs7ba5fzk
P2oHsKsduj0aPyWk89C/mqD0UVgQUJrPBjLf6CcUByro6hHwapruKX3WkORjM2CxA1qeUeFFUTgo
HTSjaUlz//UKyCOmq0v1AABVfzsbI0MdndTA0nvG2QCJso887StPgcb0GRxEhLnE36Ct1HVsxmZk
gHr+FJ68DToTI3PnIyPEY9ocH/z1mC4Fdl/N5cisRysgRQ4znltBhkqhyEQhFSKb1VoHjovn8wCI
IaV9wZrQCmX8opECCSTetuYS2CVUTCGziSxgeUnKgA6cBhgqMDHIEbVIYUYb5IxgNSWWeo8S1Qnk
MbiAJuQNf/6dXA7APD33Zxg/zxboGC9P0iJvsOGQnx4pW54d4PmhBMCl1nCPHL7UIBN3vkHuB3i0
asfRaOV1hN88vc2TzGekn3k6ncOZePqbg+z5fvdpjOy7VWSGqzD54F4Vi1WusBxs8gg893YA+HWJ
DGbJ/HWHKN2jthsMm0N+dJpB3SPxi1XUkTgtkfdrzEs6DUFoPuLI6S6wpAULgV9Tdhyv0BjyUoCJ
kCBR/JZZ7erl5Wy8vV2vX2PruE9CkiQE5w8yymf44eEMnt4WrARCjUfHecyb633+s0XkG3lrJApq
m//Ns0A8Vo70IoLrxSWfjJTtP7m9pFGJRK0k/rmXseVjIlwwCKjXtfn0tteynROePfOJR32IEgje
5RIS45TRnmT0WiDXMbu+PqUsNi93CJl4eHlJUHvHpejX5+BzC/GXs3kp0Hy3j4Qu8Ru5xkDzY7RT
0I+SAWlmNVbKUWBWgUUa1tLtxEWntOWl9ufdVX9oy3+VtpzcDyPI/q+yH6aEsTQK9v/7TsuU2L0g
A99t3B9i9/cldkcW0u9Mq08ZSheiiHe7619hKE0ZndLIUPq9GJ1TZv+Y7Pf3a/bPeTThg6kKbnbO
KKbCjh5JRzXNXZCOwNTTDw8NkDu7tLOdXXIqN6INkDd7BZLCiMhruHFhyQF7wOprwOipv4R5YcdL
YHsIwD5w7547qlolsGTgrLI0c9ikiMQEBEC9ZhNecBUJ5VUG3vUClrcfUu+QWejFFByKnBwieHoo
1pwwZSdvb+Sf/cFuT/s0kQ2Ge1EE9TRapvFShHdnWo/L2AfRLYple5pc1YDIKLdzdsdNc46F7RiM
cVpcwf2AAxLa4Uq7YEVzWm84DjQweZkIWqFqaDlD0A014rg9XjzAgh1AVma8WcDl55CjGhlyDrgE
lIfKWFNQvltoB0tSkbSapYrmoja+NuQmb25kLfyhbk7+FPn9buVG564XQjeRQEBsIUygktXhBnGN
mzv40cDeCYiCWNZeQcSloZfo5N7aHzKUy4gU/siEO8HV1gcJ8G4koyOSn8FkFKkYyc50lqev13Dy
Nkc68ze8TZXP6Ff3OQoUoNOer9UFQjW5wbGk4XZAkMb0Ib2eePDlydlK5PF+bbmoH/WXzhYhG7DT
4JndE8COeFlKEUPjYYXeeJCt0lHMeC+tNVtb6XZ8ctGFwP569viIvhrxSDsO58U81TuMGNy25goB
va8//tIm8qvPH7n5FTrTpdIc0qNAh2gUA/U0vHnixWTiWqECfidAYKo2R2hyJHrERNsUVxw2zj14
z/TYsQS7+FuBqnxELNq1TEUIhzORaXQcjIIAnEaa1jgfvx74xLwsxv5vpwkzb8C8xId7lI4dphzs
z7XGL0di3HchyzuvknNcYFWhingAKhRsWTRFbA8h1Bm54jtjgO/9hLiq6RALlWwJHlDNJ7STIa/4
/3UPrpvrgtyjUxYpCEaJgjYeIfTghS8LcoQuRIHTCXG8N/TbAizvbWJ1ZT4LX6zuuCPZLBtmgeDh
JiBVegz+bkHucgSAebT4YcMfaRj6NkG+8yKo9T1fvJlVEPb1Yk2du8VIjP/+z9246cjfe+6mtu9I
4Na/+vYdCd0/5vYdievfavtOaMdxB8O/SztOCeBLJOud+fa7EcDS57OCRNQcrYZ4gxzInncDT8KZ
WKpaq1hPHsqTSisFcQ+CjbeQdfQEE+Ua8o6hloInqSYqF0SBC4yPgu2Xi48SpNFQSelM7lBfG9N8
G6CiaEAtbG9sLsxeu9iQ7QRgew7nX6CYqgPZFHCeJxWFUE+r4uSiC3dO0OCwhDOTo6aLS3hwash2
w873gKSb262A+5DYW4C7aCx9JSD9G5AYVTkpk+lJwD97p7N4qVGAgL1vCjb6sxAXVSRI0vBAa2BI
dgj/JzYDIwbEGk+i+kOCAS0xgUnskdvROZ74WtiCd3NickYeQZ/7YKE8Y2XYHJXUPYppuMRfpVA9
PcxK/qcA0b95EC7VNLy2BtXGeGRO7v6axeJV2B1qy2WT64iU8NqAhwXemeNhbjXxShxej8g/7SEn
eO7bl7fnrwF/MJzCK5SAAcTPYf4ZkhlIGRoSkoM6QbUh7VDexbPsoNzifwPuj4oklIXPUTHQXAos
0EkNzxgJWVjf0PviUoSC6sBH8/WU/Q/66ZftNNJPsSvGdRpiOwnwknLy5BInp8cr9InhpmFJEmby
B/geiY3EeXi47dmtTMFcl8HoeXx8AYMNdHhAXg5vSx+7PqMeNkPMptZ2cuNzC/fdqftP2vif0kbp
+i+rOFKqeXFOmizGKl7MeR6p4F980bj5FphXzhVqiFBLhALyi9HvY32vnp7Qn5kc3m5uQD3w+qqD
+ymEP3x2uIWHetr18u3tDbWEJ5u+zZCO5Yu7lAg/z/SEEj0fJToZ6vASCwVuPF8bLE+e0ZMJmTd5
dyON/se6u2mhNdL1P4TWpNAauYb/NqE1aSmMfMxf1VL41NBeiIKIhjaiJF+CE+/k5fms+VHfQRdC
S6H9M450CgEPqruBLB81Ex1/lxMy+lPKWf3dJUe360uzSgskXNKbiy+doIOVQi/QgKV6UjyUnzZi
Y8WBWLAwjGMzGcCRqoigGlVCghZad20Lov08Tko6E7J93EhPmYd+TUlfWOo8LMmibYSpEX9qMPwy
YmVkysVBGKrnEoITTCQN6nAByfFo5sik3yA+WKGw185AA3L9yEEJy60Lfv4JDXyJ8n8w6N4NYWTQ
xcUcLcIVDAGONRfRR9fghXKczi4inBaG1w26wAkdYF2d3iJgIb62ASRuFX01gpHVFHd1GXo5RrDh
3vHLYcMJEXcmOP0qzmpzvQzIYeKSU/M+Njt+/Xm/MJl/ddcje6LM6qqdzXDXopnDkgMuLKeIfSHU
kQNWkFsDzgsnRgCTD+8ZtkUdHzcNY3JIgCbwGQASvY0l4davirA/ohwAKb3dfD1Tn8u6d9tjpNo7
vZnNpATDvIG2fuIWJqwymJ0IaXCT9o5ZDQUfUUb2nGTxWQGxEKdttLYF90N4YbdtX3FLgA+95fEY
ikL0m//H3Xft2I1kW/5K/wALYRnBlwGGPC59Slk6KemFkEol+qA3wa+fxayevjrMvEnUoIGeGaBL
bdBQHIbZZu219zr/fPr5/i/dvMjLmf9icP79F3nzSFee9D90pFtmcpE9+3Wj/vNmcuu1rux6EWV8
zCrcwcK/e7zdwHk3/vI1t/nv/eUvQhPvvPIXfsQvlzKduCThCJeE19LiAVOMKcFgkiC7S587/3bp
gk+C/L4EparHyDHM18C4r8q/x3CGhfH0Y6k4fNm//1K23vSa+fufe9N0I4hYD5H/dwQRG97oZfN+
ObF/gzfavCQrG1vMiaug/o1LQgKMEotA5EW0BA/QBsvo28UnOP7XaYec/yhBorMAQLJDeA8u4hFc
xif05gcbkcnmb1pb0/8bftPKvv47H9M/5Sgf/3rLK/3L1X/9H/+zb7vmW558M//w++bPb/0/yp//
eOq+dUnbJX+0/w9IXy4m4L+XvrxfBCr/bMw/7r41+Mhvb2lfLn/DX9qXVLi/Qa8bMYOGsKqiGv7l
L+1LKsRv+J8gWANpTOgDS1yqf4pfMvKblFBNJ4RC4tKFYua/xC+p+I1SxqBMxiFI7Aot/o725cqi
4O93JZTENaVQcoMK5sqXUChQl1Mop8fMafiOOPSrymoowRiioKFt5iBuUFb7Zbf+eUV+1dtcQrlf
nADWVMyFOrVmkkqXru1t1WplOOSUH+ehHw4JgXpmXENq8/1V1nLpyzJcaDgUDRVsD/9c+nVapflY
MDo8NjQ2t3FanOY4nXb5LNgudabBj1sW3WVjdjUZ/eTmVXTc+AWvNpdJTRcdZsoXUfCXqtgvtrPU
Q2/n2TaPuuygaVxl3mGspDwQb8Boy1Zm10VBgMPGEXjH9cCunAyCarz08lNGG4wSdht708c8u6Md
jW6ioYq+c3eIN3ZqHSoSwhbFaMaVWkRQIeV3uVNkjkXqUmEeU27ig2tShNAmco6jKeRpZvOAbG9u
BQQK6vvEAe2ezNUXGsdpUIj5RwfJ3D8M6/h9Spr6ugjz6S4OU++UM9UfoLzOj1Wk0wOkoauTIP3j
6NrxM+XQWNPSszgGOgRZR8xXN52eNo5gVXjEp2mK7X8RZocOurvKKE1hHTtwkT9KLxPXtaFToGaZ
3JIxagOvyUnQi2a8F5C93sfGkoPxILzw/o9YAsiL+44hq5hoL6DEzZgHRdvL7S1bd5RaptnjaDp2
k+fyOYXY+Z6Pbn+w6sGbI1Sq3WZreuPrByC1B+vhEWjuCqbWjOeOeO3gmiJ6HJWNg1nT5zzuMRIo
lc4uTFvvlHTxkwolqglR1u6cZnD89798ncuiQciD7VsEuWDnPC1Wb9BQrzSpa7wHiFa1RxU54NLX
s/oYmWTca4jGH6l9ElH60DKLegWUVdukCQ+0Z4D2IZVyk/E6Pughtx+yRp/iBKrlxsGAuY5+7nIW
dJiBpGZvo9/6lYGSELREOYmJRT1dkpVjzTpRQQ+beQ9N4qknK8dh39k63Ig76fKsLu4F/nbNsT9a
SAot7NXmsKkso1Lp+SFJi6sp6p3jRHFJwTXy+0ymB9o10zdeie9JjwFDs2v9otdqwxiv0x9CXIql
tVrOhy+yaZe308ma2AzlzB4MD8l92GN2Oc/Dz0PnoRUrrKA4WfOM3jLIYrl+SobvUtZuvOsrpXFx
6qz8IuVd3HojxrA1Y+TsWDioezkWXwkzMTvFXb24EtF8nfuG//n+BVtHxMuv1wqC94xq+DGiVnFZ
VApXNplHHuJC3jZOEn1pOa5WCjV6TI6idgAbsPfSOyixlHcqESr0p2kIr9QgCT+IOGO+sDH9Kke3
vQMLI8SoJm6jOxOSecsdrFIr/FbGJVVEokEIMvTrKWfMm7KiNUP3wNOi/sik7I5jHSpEtRk9OE6E
ubeDUTfGVtOnoqxaPyxoCWxj0LC0dTq0QSZMlfpVkXYPjuL1ITbGG/56s38rgvv/U9B80fX+76O6
Q5Imv6qXL//vvyI4hyr9G+NELFq3/wrelPjNhVtX8C9cw8sg4PuXcjn7DZYDllfAsyriebgJ/1u6
nNHfFHddaDESyYRHGP874dtKqkUqLQhuk8B9Qky4OJfL11vrPOkkOuXOltdQwXLG9vMQC+e7aRv5
EHMzP2RuYXeh0v29gwaYq2yKp2CsWf5ouzFONgz+yqa9/B6J4I4SRFxQLVxrAjtpFEdkdNRZsJRf
dQITKds8LW/ErDx/8DQGVDqlOcwp0/s8yaPEdyoWhF1WbOjoXdrwlx+iEWAqHA4nnlpHf+HMeGi8
np5D0+T7OIoxMdLO7emXK/JGKPtCVP8vG74sQ3GOCC5xlHDxa7jE5q4TdmwIz06YR9Co5ejtKggK
zLFy/Szs9HFyuxvBvDlg7Tz+OVUNOitDqa7cNEsDnjX5oaB1f5wKKB+6Zo6u9BiGJzN47Ni1Sb4L
i2G6cXNnOmRVLQ6UxO2noqsK47dF6u2Faeo9ZMy3gtfV6Oe/vkwjOCdsSQzA6r28WdJ2rBiEUGfH
mJuqd3Yyae5LmtzWBuqSypwQMPqulbuqRCUjTgJuh53oYa+m+hRH/V6Q8MA4xnIahTi3PKSpOk3l
8NRJ6VdOeHQYNHKcu/cP5PWxI8+iyJg00imO/3j5q1kYlXzsOn2OmVufHJ15vq3qdsOUv7kKAjk4
F6U0I2uEYgpLVydGn63sZaBSNvu2VdPh/W9ZtSi9HMGioQf9aWR82hWrZSJeQ/4zZ/Ez4p/kQ09z
N0Jr4jQgXI7y9kPTipocuE6Ts22qvtx5bGzuYk0aTMmFq8Cg2YaNmAia11HvV7NblPvCs3O68Tvf
2A0miAePJhFmQkvxcs+zvMlbrorwnFaVs/ccNJEy28oN0/LWU8M9FNhwAjFUuX7RY9WQKO6c8KyR
8J2GMqluakaqgBjZBSmVNKjaFErUadUeZzPpwHY1e/LqzHyRLLE7x0jMgW/i5GBL8yNByHIaJzM/
pp2b+W48dIHtXX7rVa1z6Odh3qWVSw+2Lwy0RjvyobDzdM1SVt5uHPOb+we5WkY9WBO23j9TJIz1
M/aPhPl43Vh8CRK/71SJ7KhdY4K+zCHNMFUYxFpnzZ1RZe2XZS4+Oil1r3sSOYFMsi1bvriOC9Om
8PolchYtKWzoCwPkl+xVTpHQfdpFzxET0c2UUIxydAi/0SHictvwMoBZa+7aou137+/IZaCEe7+s
7HpoIhCAJaDCfnmhOj73bhKn0XOhIQVFPfdJOSkAmdC56lJ3SxTvMkv/azUXdVIXHhS+/IX6/+t3
jmXG+YBX5uVZE3ilmnf9yNH4XBbtrqor6KknNd9wHEvOt9rcJXJdUu4ldnjBG39ZdIlbtVd6+hwi
ebqPk0oFhgsDYV9Tflaxp/ZWmGfez/NRDuOw8WIXw7FeHfaE4V+KQwVkleCkdM4A1VWwX9EgkXvm
X2NSYiqyzbbE7VZFoJfddaEEikmEUJ4GFrZaqgYwJnOZeGdnaHqMFahb9xgB/Pk+1H18qvl4q0at
TnSsv2tvth/Cnp7mZpI7L1I/B1Jg9gN3y0eesK/9FM4npxZfEFepw+yw3rcsG3Y2N84hF9nPTHjJ
PRdeHVCTYUQ2oC9kkWFzI3v+PBNL9pWXdr61TOxp76ibpC2TvdVNdTNTAomJ2d0L1T/WuddclYWD
kQdlUnyzpcSYXCK7qxIJzmFqK4xpbdI2oGKG8gW1ZMPUvXEjlYTzEhxBJAN8cXn/WyUnPlSTOhvZ
eAc25PW+KEKMc6gLzLpwNZhwRbE1G/KNG6k8YJR46Itu67p9J5URqXjlemfOS/d2Gly+o8o4pwK2
9Kq0Fsobc13tkIeph7Ae+40H8caVhPKfRgil8fz5ut+0kwRd5HmGexJz4vcF6x4rHn2gRVluRIYr
XOTlSmq2BAhcE/xJF8P3y9trkix1PRt7ZzeZzaPuSb/jCSe71m1BJ4zleMhUA/UZbXmQDWXru91o
r983ca8DZSDBHPgkQmXlIvlfBSpT0Y6jI0vnnJeF2DWdKm+LitbHrCkmP1S8uWZzzm+ZTTDaeeq8
Qx+X8akldbwBdrxhbHHoAGjgwAGVran5STaISZaVOk8tzY8CoanvpWV5n1r5sZsJ3b//4W/cbVDj
wH9BZMmBAa+ChdSOYjCG63OTTNDdhWr5IdUluXW4dY95atn96Lk/3l/zlYPFZwlkYXBmBIZoHUeN
+djMgo763JIYGouJ+dZMmd5wWi+v8tKoMgI3Ar0lnCmu1erVdmrwiqwbk+fSqQa/nGugRhm3V+Po
uh9D1bQnyr3pOipq+LOmTY4xZc51lXjdfYH+jv3gjNXWVb+EmJarDhcq4SHFkqciSby86jkxgBzL
FqFFb8zeBR5ymw7jvKNZmJ86ackx5hzqHUmd7OpEj9ftSMdj3cV249jfuO9A++EEtPAQT4h1yFyW
NC+iskyegf3HMNlxd/LKanhA2hp+VZIN+2RS5lhK4Z1kXGTXZhgocKO4O75/GV6HNQxTIBSgZeCR
+GeFxqJqRtgU1smzdNIaI7+7jP5e0wipcJvHoDwtAV/nN0UUP3e6L/kW3vbazgokpEIg4BPYBuT/
F9ZHTOhyHbxheA6zeg7KivH9CCAw0KKtA0Sn42l0wuG5TnLMGc9mcwTtv37S1OjnNBTTbT8N7Vfp
etVDJlj01Fsy+LrLm+t2hi8cTFs8Jq1ud8aNHb93Q+UPdmpOdc7mICskPaZeb3yTEQzRzpthB8zR
3fBfr02KEICvAKEqsjyJ1SfSMo9tSUnxXJfhtKuanB11ytxdWXvDsZ3YtLGnr983EmsEqhhJpRac
fXXLZZPPbaViHGkxJH4DKtuRO7HY8FCv0zGFoIxJD+97ySxfOrV+8RtunZt89nj5bF2r/aiW16zw
GGKEedrz1PJdPU/9Hqin81DIMTrWSftjTBj5I83y5Ep3Baao6zY5M8nDjd/22nsiQ4dSLYw4sp9X
UVZZ5E5XMJM9syTiOxOV2a5sSv6BVJh89Hffj1AccTLiBKwG5PXy/ja8ryZWMvM8W2Mex6asvvc2
rX1dVJj23urkA2Vdf0i8WW1Z2NfWTCi8XMHxcBa3uYolRy11O7M2fwZBgD1FEgaCq8nZk861GPk0
lt/TkPIAkWP5owNZYqe0g+7gltK/fcGXZI3h82FLPEKWC/nLTahHGaNdVppnBwXUgA4hVGTdcqeM
V/ktqczGlr/GYmAApQuoj4kFayQrpylZkaeGFVDV5fP03Mk5PbYF6W463qJUp9XwoaYjHnrRoFOS
pcBWpqL2SVqzWzXl6NgMJTKbGNmxiQvnOqkmRDbpCDmDPInuWg0lvgR6gUdZaLtLi5D4nu2nG+5W
zYeqHpON73kdA8CKY+vQq+MprdeZfFTmJKRFGz+305j/3qZQASQi0ruhbrzjwNpmN8tUb0VcyyZd
+megBpA95NhH/Lnu1CxKrZM4zNNnOMvsMcypui7DgRxT+VW73xtimn3hpPYmnYvhPjWq3rg0r60U
CsEACTUc4IL9rm5v2zEyemmRP8M/djthAfCPcTVs7O1rS4BVJJ4l0BjUK9a5sy2Imt1aZc+CtDlw
uWm4ydJKHVHrajZ8+ptLIXIlHkd10SVrSxC7ahr7PH/Oy7LwWxXWO57yT6l01cZKb8RWLnJzgToZ
7C+idn754LzEcR1ps+J5jCLougAbODh9DbGHkUNEInMg7tT2nx1V6YPtbPfYZxPkjvox3jeuSPae
8caNFPr1aaKaA8DA05QjuHJXSUSSTU4j0gK/KGy9YwEML5g9ZytRf/1SXFwUV2MsmsTnv9RXfzE0
iobUVnQsngddJbeDGqDEqCdzaMu4OHmilztQZseNi/rqXMEsQd3Cc4GdCwCc63PFpcrnWNtn1Jj+
7GUTH4Y2Y/sparuP7/uS16kYlgJDA0EziBqota52kZBIdyQr5+e+yJP95HrDHmgq4O+oNtcRCuO+
M3eYkMqn/tb0cwRkRmwRRV6dpH5xZHiUKIGyV7+BLXGpDgV7HhWDrKUaJj9D0XrjXb46SVRqMBgT
oDFBqQblkcsbDBioNsTh1fPAmuTKaam8JZOFmjl150OU6vDU1VW68W4uAzFEmCg0YV+JUgt+jOLu
5aIZFWPTa6/9FEn3lvbph3ZMR7+I6Tkxxc/3z5Jd7uNfi4E7ggYHhQPF775czArbFbSK+k/FjIjM
V52sfMdtsqPrcYjXl5495rpzdzVYUnuvoeIhQjl0nylHXsHJDDez20Y7koau35sOgqTx0B6zomuC
QifZvunt8JGq3AuQO0GEyFh9rGUrg7ptpw1f8dJo8F++At+iOSIpeHYgIgJ/ruxNgifnzOHcn23l
FNeFk4GGiDtyF+Z1gY7NhO09Ow4Bd+piX0ZASTjj7WlIUBIRMlfnTrFkT4So9kanw1678KFZYbIz
Ubk59vXY3ONK6+t8knrftWP25CCA3eu6xpBgETZ+ipmHN6hh/JxSbzrWJuTPLFV1AGw8/UN7IOz4
3YQJl9So7FpA0fdGRw0GAcSS7pOcVIepHjEPkAJXfP+YX50ydgZNtsvVWqLgdRE770Zqa63689im
6Dh1O0jajVjq/VVWsfZyAIjycGmRTxMUctbUKRbGhdeJkJztoBm+30JsbTJi1w/l8Hm2GUaTzok8
1I0jT2Gic6RANkHYkyc+Q/5x2xZNcWh6t9tZrqqNX/d6DwRgYsQRuLgCSf/qWenQaWzhjvhxHkY0
Corhoyh4eRuPd90++7IHKDkrUOXg9lBnunxQJgUzKuklOesxgtoWotGdGPrG73ORP6BUjW+lYaz3
nHdVgH2pwbhwtD87FkJZkqC1SPZuEFaa5n4vs3uUGcaNnbhMZpdjAny2QAxg8gHGdlfvRMTJQBLt
0HOWSrlDZqYDJxnBqaByCGRvMAqylvGxd6IfusUzef+WXDqqv1ZHMIXCGArfS+3pcoOqsIyd0o3Y
OddTet2rCUq6ETDKIp67jcN4ZUmBVyFmdQkMKkGr+cp8h101N1Vu+BnJRHEQPYUyVpmbgFfgEBYI
yzc2dlXYf/k2pNAI4tDS7gHAWS3IUfWd4Ok5IPpQfLGF4Fek4dWDR1tMJAaKsEttMS+FfX7lODP0
7ZoiPMx9lj1mWTNthARvfT4wBQUiGYJKOMrLnY5J5iTYHH5OxsruAIBDpg0JkM/BldqZHsN4//bJ
4sYD/laoKSJZWF7gL3EPMxhwl9WKn2HgwxvEhbhD5UTvQdoqtnZ6ea2Xth4q6ItPhsHhiOZWz0yG
vS6GHne4b0v1MAMY3g2j88EdI3c/i1Hdx6Qiz0Sl6sDzHHKoXsMCZKkWQE3zOytxCul3zOAB3XPv
SArJtYluOaQ3fyPeGGi6oHuAdnK5H25exNUcCnoeByY+Cm6mu7EtIQBZ9Rg3i1rvoUhLtSuHOX18
/ySWnX61Ox44YuhblKjjrE7CQcYUCeNR2DrGDmPGoCeo5+bqb68CAIMgGKQa/6aXl/7LeUs1i2xO
HHHWXUz9VANAbeM82zjqN74F13cha6CO7KLAdrmKmuLUi6NcnltglXtRmt8bMWzhwG8YJYF4HWRv
DvQLKNjlItRpSqpHK8/Ujd2riDgQn+xLc+OCU/3h7+8aOJXggVMYJrCdL5eyGShBfMZSnYkhRGtQ
qjS86Dc8/ht3D5gtzgW3D8XKdaUCqVeMWVWTOCcIdI5zpNSxKFP5YbRjdmPLarotCSrVvPHIxnnR
F7uyun0u+JGIygEogtmxuvdp6XbpwF1xpv3kxXsSOhYKlEUXfctz3Hpwh43DAwdc75skGdJPTefo
j0Cu6mu3SPQfCInruyp3vWcaR40J5oGG3xzTOh8iLquHrsp16ztGHTpBUFNPa5WEgcnT+XthQZMN
iCTZt7mzhu5dmxQ6YJkLXADV2urWmxmk6OshhRMYaYa5EpVuvlHJAUE6idQ3ZtByr5VnfFh7pKO2
D6t4183V1Phe08k/wiRU3716QE9uO3MMAYlkZ/ltHCcYd2EAZe5y2VflnqrWrW+aHBB6kOiGfBN8
UD+gzV7J/TRP0NdMC6cLMlrWEI+Os/bJii554qKvBGp4ZfgY8vYuLrMyDzpuDblqOqH+AAcWBZik
asc9AsYxOaZzBMg4pW2GgfVhmd54Mhs9P/SSAYKWhna3WR1Wxq8BljfBRIz6YkdcSzSBMA0uYkJB
/rEcsXKYD+28b/OJt7u65Pl9jUjsuPT0QMGxFXOH+X6yee4yDQyqRgU8Poz1CHcqp9B8mwuwgzqU
x6IrMzLsX8gt/zFMHcAuhHUwvq1x72uU8JJDXvWmCfpinDK/9NKUA8gqG3jIOSbJiZE+fBqw/bnv
ZmY4R4Pj/vT63DklPC0flhTlClaVFldDZJofPCx05POiwoj4yRkYwXD5sP/E8nSCqnnodp+qeh4h
8Eq7/rOetDylbJLUl7xRP7I4n2/51NaoMleqQ2xWpgNmjXQmQ9ie2Pi+pmDi+L0j6zyoRDhfiWGu
UI4Wxj42RXdUdhLsZFMk277oQ174xdTYz0PtMBUQtNlf5xEvJ38qZQdSQhqhhyFnYf2F4T4iR6Yd
pscUVNaBcpoGE0LAhPk5lhPwNJrkrPMJmfmzrprsYxjPs+c3aSJuu4gQTJaxqcp2wp30A+uqMEBz
RfyZFgXvfPTHuYeoM2kfAL5u5VU5z+XP9y3ZZXb8Eu3A04MKgOoZWQoHl5bMmQdnAIwJGh18y6ep
tKC3efXkgK2Ly+9n4HXteyOSw/vLvhFiS1TageWjQrbUylYeIVdtNcWhDM+uHuVdnYT1s2cclvmD
bH7WjcSQ9bJP9xEKebtq7OvdkIvwFBVMfNAyMXumK5AQauR+eJL6Oit5suEZ1zuDWiKsuELlUrjw
vutco29CxkuTdedMDsl9FrX5Xg+pCsTcRgF6GuhHhCNbgPNbi0o4ZMAHwBGB7l0eB0FcpklfDIh2
VRqkTGFMT8Sgg455It5BDebH++ewDi+XjwQqiBrlcghgXl+uN1Sst5NTD+dwro+NRmY/pTYC74k2
J1CBNhwau0SC0XK1RBpwZaj/AfYEsHi5XC2Ma/kgh/M4D+NBuHO3y8FmfYjLZDil8AxBK1uMbvIS
iPkUaXiKkeMFYcNZkFZpvetQug5UnHt7/PB6b1BqDJyySPdxkrZ3XqigI9xbu+EN3zgUkBaW6OWl
qLamLYi8bb1YJuM5Y9Y9DIXQjzRmFI/d0BOrewi9j3yL2/fGyfAlkgHqijIyONCXWwXkZcy72oxn
r27qk9WOcxrA8PPBOh13aTcUG4H/G+stHEK9NGBwcOVX0dOQ5V3L43Y6R5H7MUlZjRpoJIOs8q4j
YZuN1ZZf/2t4gYugl0nDALCX7rx1J1rRzfEIhGo6t43T7+M4jgLXa7YyjDe+Cd8DMAnRO8C/9VSL
gYOWnU31dDZdDRELaYvrbnQ/wh10N0jRtx7vm8spnBU6zyhobavbjXCNqChh03lOmyIAz2TaS5Cg
r6xT/QDwVG68pjf2ECAZ+DSI0gD8rdmL5TSMYzgbex61iA+gKENQQUX009+2EPAOyoOhBosM33Z5
D43r6BDdaPZMOvlN5v2jx4Y/Izv9qabBbOT6L/Wn1bUAtZfDHKGq7L2i90axVlMFzsi5ULbfsSzF
4BHlzPshxWxqq6r4NCLi8h09JFfDkGAYieHTTsUmCto84UFFZLwziBHe34N1ZgHAzYO1ApSI6crw
lKsqoJfkTmMs7c9ONAyHSqd81zlEn0gJl//+Uq/gh2UtBSsJLhb6VsT6HaIkJ5Mk1P25Rwjug6rt
/F6jqe92rNxqz9sSVAU+gQHqDZAi86i9nkRbHcO5yq86ROLH/5OfA7sApB5lINRAL48/pyUIiiIe
gAc49dXM4HpB0Bjvi1hMvp2BPbVDyUG9B1OPhZPYFf1c73pq2lPSm3GDMvUK6n7ZHTToLjd+CR5W
VqoayiJSnQN4GPzqGzKgw0JOCGU90BB2LpsTX8SFwSDsXKNbJxnupyT0jrVOEcvakQRN1ezV3EEe
HhXcQDsZe2jnXO9lJZ37vjX59ZwzqASh6ykA8W/a9XGc+V1ejhsEoXVut3wIDDsgBU9JlHpWjrf3
imFwQAI9s3xOg7L0+H0mkGLFcUd8HXuQkEEJ4Uak4vz+ifK3LjPaMhY7Bd8CPPDyRMnAG3jocjjD
dFQ75HXz7yClIjyeFHniQwqRm0bIwyhre2zZlB1t4X1J0pB96Oeqei5lqvYOQsJARCQ5Agt2fC+j
ct+MKHVr7jjoRfBwc6Vod30Ti4NbD2FQurLwZy8uP+m8136Bx4aqU9L4NG76GwrGoc9VPO8rV0De
rLH5o8MYhIJaazfiutdmU4CQxVDQR/2L8zWZJIs70GXHxJ6ltulh5uWIxDORG+f7epcFDAYA0qVR
ATHWihljm5KMReLO50iWfYAOT+WDfGSuagzb2TAZb3wQW6raDGW8JYRfWSfMhEfG3BFy7sHjPLbz
UB9yXYS79+/NWx8kEQ0vZG2Y56Vl/legKEJRFpl4Rs8gvGhfouvJnyvvURd0c+Q7/qZLJwB+NNi3
aLJHHILY9HKljKsG9Y8a6PtATySjdeDS4kNl5bUL8G9j816/Q5S2KQhhoGEC4Htl2oHs0iZs+Tlz
M+U7kcXYdes2d4QC3wu7lJxsScrnnMxbGMvraAErw9mhQxl8AYDpl585O02PHD7mZ2+M1O9tJL7R
mJAfTuL1O0+pccOSv3F+CEpANEalFcD9y3DBX4C+VhjdVZHlZ1IQuiNNoo6JxoQB5rj9p/evCm7E
6yNE2IUeO4FbAZRsdYTUnaLGpqE6xzq6aevK6H3SdNFtVwKsQj+IUL9Paddmgcgc/VR2YI3sRjpk
OphH11x7LASnvLQIQvtOIOhFDiQ58AGNtnHof5oYeT1JvwCujT41Cg0ap1bQhu64QP4apF5VARsv
itSvGz1UfmemmAdRUo4uUAozpnvhIKyAExXc+hrj4K/VmKmPoD/Cd7HK81tUGs9dl4CmaKMSaC9C
VVDSnVPVqvKjCouuR3NCLNGqUg8fqzEv3SAasfE+Ay7V7tw5Zp/dkvLpSk2Wfo5F/XGUU4Zp6KxL
oYNYOPmXVGRpf9RoNej8CK4035WtBYe+SvDboql1rhhazBs/zrtkpyqFdLgn3QeZgooPzMUO7CTg
wn7vEaj/QDnaeRynYu4Drarwk7WZ5yF/J0Mc1CBsXZO6RDgVx0OIUJgUEBxoGnDyG5D7oc4ITIvC
5eSd8OvSq1BlSGQPKCUD5Bpk7jh9sDUBMCfnpFownCi76dELDjpjmX2hvXW+wzoAgEMbWAV7mrsn
ms2w+6xyx9aXZRZPvsfS4iv4QcBiFtxTBqWdnS8GFNDfm1pkaGpzE2b8HJ4TjKBmbj8Bvh3BfAd1
6omQKbrpnCg/Njbqnlqi569UOWNzbGNDMWA9Fw1ANzHO7lGD6pkGOfgo095t0Zb5ycxJHT7I0Zuh
qRdN8b2TDm66kdS8YUvQOwM+Beq08O/regYF9lyhg2Y+m6QNOuVWJ5Nl+tDF3DlYvDMfhSu6UyTd
eNqvHQB0D1ElACKNmBGZ/KUlqRNZ5lPseOd6At8UagsuYsTN3ojX9mppdwXwulREQW1bvelKzKEz
lJ1zRnjWXQvPbY9sLJ1AyzreF1JsRcKvDRbWQ/yLNs8lgRMr+ziWYawSTH07Vxq85bBMJn9o+X2L
JsPDlr16Za6wFMpdaHjyFlewWoqGaA6dGuWck1b9L+rOa8lxJcm2v3J/AG3Q4hUEyZRkZonMOvUC
KwmtNb7+LuTpmZMM8hJW3U+3p3tmzE5bOgMR4eFi7+3hfego81ahounJVktrp9IYLRg7wYe4jdpj
q7f576AMMs8xBs2LzVJao6Wdoi2XKsnycyxn0Y+gvyp2fuj0dYQJqvRSIz3gtWEVPTW1P93BCYDQ
r/nVjqsfurMeGHe1WVLk5HRv2jlaqwlcOlgAP3mFyTLp2whBjJJLSRSoQfCKQGDidfpMoRKdgpVr
c2GjeQlJekAAwYQQaWBUqetosFrzRQ1D+D1aGm6bSVX3ZtmON9d3+sKCGBWqL9oFMC/OCH++YU5S
4XfOS5x2+q0a5IlXhoDOr1sRwFVvG2guZRSEHWS6mwt3/X2slDlDYvcJjB5dDX1X7qLmfsyyZocL
nraqQ+PCRKBhOwcDg0SK2fDMcJJW2ocC7v/tRyyIETQuiHbpiy1v9LsHP67qJNGCOnz1wx4sf2Pl
/gNZzsQU1EgvAsALyzOp+hnqB05Xfp4h0pZ33AL7s+pIUESuf5TFCZ1GdQvRBdoJBH1GFIlhd5VU
cuCHBaRGq57VDfyqoNqpc2kUXij5kbYt066V75oqcII/Nk2TjrfcppRI5iNS4wPVHsccv/kiKWbn
RfSsNkDVnU2TZH8ljfaLgeLS9vpql6rI6WoRGnAWeQAAxDwFQnoXS51szgs7vRon7VcKFHhhNjTV
S6inEggGv+o1WghOW2xMI1KZjZuDEluJbc9PO/RlsIsgXwEwApg8PQFm0TlR1KrQg2U99PQ2bu50
CfbB9aVeKNqcmhEqRLMJ8CTOMFM5JZ0qJORcC9dxb1Wq8mRJGeNfR7v+nKXgYJlfPXtkLJabJlF4
KGsT4l83Vcepiu2VFEzAri43AE/K00jTWeW9Ejeha3xl7iJZepFUs9jxX0sfdZnuSxaG5UNqzs42
gZLkRVFWb/KgY2arNI9fJbUa4SLHjBQIhmAl+bz0sSh7L34OlKdMT/x0T+rK8eegHxeKizbsEygp
W3+Jc6V0Ykzy1NNyyZEHbu3hFwhi51jqg+kRJ+LzR13b6HaTuq1jD3/sGMnf3rpAvLkOzuv0ZxV+
oJp0mGgD9drgUi7NvBIq3sqtEEVjlh0hc1yCFRIDQCbCgxJmsBvHqIRHIGXxJ6mapd9qpJbTNqqU
VAYjr8TonrW8t502MxTOz7u9Jsdd4JahFjuuqjfOk0O791kCLWJ5TRkZrhKPcrRt/dFaqTZd+rkI
DfBh4LdQrTYEP66EvmXmiR2/alNiH+aZ9pw0JcEB746SwgxARrOk5kMT+tGdMREwhFOf3emylbiJ
qTe7opLLvWzCYTa6Ot44c9R37ghQYeWiXzpV1JxR/aCbJp/riE0Wpa5QHe2XcpoZrptmJvVQtTro
UOq/B6Pf/wzHWv+rCNLWa5SW2N1oRgCgsB0XrQzIukZBHYd60Z9B1Zc7iMMFSEXbinKXdUa6muNO
0uPReWkTqJRGPuReoEuIixZOuHKGBbLG37YI4t4qtabOzp0e4khCssrpZv+llO3sNlHrgG5vM2zg
UZjbqmuzTVxkvluH07xvAiPbd6kfHMENMFmbK7HXrHzYjEotuXIPS7DJQ4S7qUZ8qDp1clMimM99
Zbd7wxlkEBEyfxl5ta1jddImCLL05bpjPXfftMo09KFkgO50ZwW/WvZhISOfkrwmgCduBiu075Si
+HbdyPJNTh+qBehFrGmBOwdaKnwzXfeVURrk5DUcVccNg8zwqHt2Xq3Y01qYff4oAv6hLcIxwAkA
wj3dHzWO8kkK/OS1VELTrToU+KQ4rx/qrGi3MnfjRiKmeijKuvYY7SLfWf7YU1LsFDfEfW2DOTOP
UC2VrZ2ZjWcFcbBtNMffG7THPgbyvMqhXwJ/4etQ7wee5gC8BZQv+CtKt2lQ5nP8SthoAnj2o/RL
No6VuoiwD8kCN6mOYCvKV6PjKXZlJ0lv+7oZAcjoUwe5Ry935ViED4M/+Z+MwfJDNzfi7AN+ZKQC
aszJSx/6zvOQlcmjNOKHXHQLAbTlahl+gFchQ91PKgl0baf5D7HjV9lGKVo0b4Kmib5R38xCwJcR
x6Sl6K7wjU3PySLk9vgTd3aSZy3pdp99rHW7YtBKOyn1xmzHLqVqrsKb4vIqEogH9LFyJe3+kqsg
B2qTtv0ag+3S5yQEw/8DGl0C8dMD0BiGlPIsxq9GroQ7x8hqr6Qq9X1IinCL7T9F4S/gOUDxqEFR
eVlg5af2JF+lH6ZLMcQf0/S0qow8G2Wkja7XzladxnElEb8Q+NPSXBqAMCvwQCJ6vRglay6VuEW5
o1Ep3Ey28xp21vSpH/qw2lo0/B8h9EP8zdJUAvIjR2j39HnqrwkAKueXzaG4jagJbX06DI5wsfmL
htNWUv9KYaW+zXVZ/1TYg7Mrh/LOhDx0R/xhPEEbYKyRHfyoQrDbkQN+Xe7q+nZWjGArT1w1Z1QG
YmZEBCmLxtt4mL+S9WQr6kFnbgiAI88DaARyMwUVwNOdsgGWj2ncooGQET1GlLeS2R2yf0fEfySx
dix/5R/b+tev9vFb+f+BJO5C1L8invbr56/6W/vr5/9ZdH5/NYvi75uIXP6L2/9eVm35O/8WxjW1
f1EOhGpBqLdA6dmNfwvjata/eHMWLRY6JFwaksZ/a6sp8r+WXFZb2Pw2/8/SuPy3tJrCP0Ep13GI
6jj3QFf+RFlNSBT5A8SfHEfQN7B+UYE8PQoLPixzyjx5lJtoo9jtNkgkt5epC2aqGzif3n2tp799
+TVJ3DdraBstqnF4elk4eHM0KdIU98ljIfU3dachnrVSzhGe8UVzF9dP6wSdYejnbxf1XR4+9lUF
VC7TH1F5VDdhNmQbGsqr0yr5Ku9eqsWKQQNjQSrj786mnGS2JfWGnbaPpZGWbtIZ+raqs24/dGW4
rWaKsnal6GsB8vL+CVaJTgAHEBtTtBLhSm2UR2UBzemxIQZ6UPz8d2lNqZegr3Nb58NEGKEHt3B2
Y2+aS1AkZWiPm7w3/3R6yLJ+VO84l9TMaIGJQ/QcVRskerr1Y5tH9q6YmUjsa7XyRUqs4MYf2mDr
pKq+0yPN96AL0o3LrHA/2H3hVXKv3I5jkmynVEvuLWNh7kfEG/lUlUiA9F+KXC+8rhjg9ledvVcy
EGFuZOr9vUnz6IMvhXFI47loiRBs80FGpOz5+jEV3fm/17e8msSCyEULNd7Ujgmd4Nc/EuLWO80Y
XgsgSy43mApl0Aa7GJWq566AH5/5VniAUAx0safo7YOr8hR0uLaWOn0Cc198odo+PfloZnjmaNIe
KPr29vrvFV56fi65CPkkx36RGjGElzfLJ9Qc8DCPKFOY+8HqrN0Iyom69OBsjZrm4XV755cMoh0J
Ja6JB5iW66nTMFL4QHOiR49yFG3mnFnkY+tdN/EG8zo97Kc2hBxZa81hKg0temy22WHuGfTabID9
bqUN58JFSXirPtR3hYeIzsrqzr/mIg+DX6Utwr/FuKmUJTMYEU9+jNqdNYcPUU73xp7uJzRiry/y
rUchLhIBSZoXyCpCzBQWqbZhUieTGj22O3MffYg/Ocf8wbzjvCtf4ofMlff5w3hU99au3MFu/OU8
Os+H8lDcqkeGh+vdxvg9MDrtGK18fSGc4UDxCd79LuFAJUAHowqmwqM23E9KAube3Ep1u/eHeRdH
TNQFIx6HK1HJ2amC8g/dzEESisYH5LvTU6XPUqX6XTQ+AsT7rSfT3oD4tPLFz/b2zQa5BTA17owm
pBhK15RyrqHcbVaxq9j1xuhwP/rTmPy6vrViQZgC57Kafyypp6uJ4xAkdY0lzUXj+Q4MtffDYIh7
c1yL8882C0uEnvAHeclhqAtFrgAufGouauQxXSHNH8CYwyqdvvXza9T02zQGe26tVPuWg3lycN9s
wlhayp0w44WwQU9nze8hYjw6KYUjgMQQtLZW+Gg7H5tU2RjVyrO+Zk8MHKRWc3oFe6FPiT8tHvs5
3wXKb7P1bwOnfFSTFYOXDiOBGZrehEbL/zndPlntrbEyi/FRGcLxdmC3N1ZqzyvH8Wzr0Eun8fQG
YaSE4giONEiLLh2MpjpYPeNRQ1gEke05UD3gvbtBh1pOEd4ihLNSwTr7mm9mifzeYMGyyHyfIfjp
Y1xVB8mJnmUp2bU+ftxqtpVafEUe0A1a9c9XCp4XKaylUQPUTrgOlSUpaG6x0gqSCXWhW5pyu8ZA
306uN76aPXdGftc4t9dv4dl1J78FRQOpa5GIwvjpLmZR7bRA+aZDpPsezO2tX++tWAHenP+4bkmE
2HP/FuYOWgkKjyz/I2ylXaS1Hmqz9qg/Skf9bjgkd9Qw1E8+jxXT3fdQpLe65XbyRjNWtnP50+8v
49+mF6MMgIBLKXjrsdAm1WkM7XEGr82z6RkUbyfSuiZDNx6L15d60dxSo0H9mD6PGIYy1CHSxkDS
HgNb3sTDE1pC+3SY7ukqJWpFlvS/+dXT36u4ljG8re2dMWEHzQgZvah8M3ZvS1+Vtbn24j2Hb0B4
t/yLSw5OR9g21SpbLZLR560Gv9t2xcycnQl28fVVLO7wdIfocxOw8x/Uq88YeQtaJlKzIjjkSEPt
8qr5WqRJehNPkba7bunCerBCAE7yiF+xhEe0oMefzeEcHWARRY8hOCSvD7W1Up14r/D6IIY1FEHU
JQF9K+W/y7ICZVqQiFN+DCUNObvQ1j7Nfal8j8IR/Kecfr2+KNFfYQ6SBrxMQlsYrGJEptd9HM6I
VR4pbYNPCY9DprnUS7ypUT8OpeJ2/cp1vrBA0tS37SIvJxI6dRxlFc5VXPXNUdPSwm2V4dYIZgYM
B9Z91Vsfri/v7HSwPOJM+rQagk5Uzk6NNUWR0zWom2OLO9a1gZG2OlrSjrEy0vbsbPDYANJi9MmC
+OPpPrXjJyXQS61pjl1a3EfdfSY7++srWbMg3CZE5uJk9LFQWYDL5KOdJyvO58K3WlgMHGOVwhVf
63QNZdFbah+0zdEieJPkO7W5laI14QOxl7kUWN5bEWUZMqWZfSfBiv65PFqyO78mxUZiPMxzhMqZ
m/4afK9YayCf+VXBqBCbomA1FdTmmyM4XXh1krL16XGBYVt7Ly5cJ+4uokkgS/lf4qvYOFLV2Mt5
K8aSnLR40n1pcOOEwY2IQ0kt01GH/uf1kyFGOssXpcHl4K6JOtS3nto7jxEGSoqA0Fwf7WmjVq51
0OKbBk2NwO0YZ9+teMGzBH4xB/gBWY1FYRnNhNNjYs4+gDzDqNlA46Z8CmbG0mv3833yGOznfXKr
3Tl381fp5wBw/Vfxen2tl27Be+OC89DrDFJFj3EZEqdWPCGz6l23cGkHQb4BsVjEhhmrdbq8zC+G
vs+wwHvihQbqMoiraoER4Tnmgz/lX4s8WnHCFy4FAgK0yBDFQ6/hLHeioGervSYNx1FRmNPSPwGn
emiUxlMKfdOrA6VDfVcnX0c52ZqF4w6DAWNkJaI7v/8GdXaqMogYoRclErVghvSTVUfzUVHyjVX7
XjveGs7KYb20VF4cSIHAwZCwPItWa3uM+PTTUVFdn86NstE1V/1hfxkPg1t971/qz/laD+H8yWFl
72wKp6ZREuRvhoCVwa+pUTrIIMbmFD6Mp+uHZ6kdn0YjiyQwmCDebTI4IAinp6eaIyqapTIfMxxN
75qVm9me+tP62qdunnnNg/Z5XpM2O78TpzaXfX13/32kTYJEnmaGdYCHHl/Ldk3Y+S3PPQmyhGUJ
z5um0JVPgZwcNUpF2n31OLrStt+QL95Lt5IXMWA+2jN+KSrc6LbeZ7/DvfPJzleu5tpChSewacqA
JGGcj04Y3anjDcDUldT0LcA+W+hSIlmgZvAdhIdiVq2kg4E9H6c7Gcb3vngJf/b1bVgArnaHffrR
/nhQttKz/MPvXOlZeo4P9UvyqfKcren6991KWHFW6qB1QUGF2QioNwL8EXsIM1VYqzIy+Zi8UHWg
NFduFymej5rkWn+tpXQX7+Z7a8I2JyWa2cijYO13/9PQbo1q7zQA+1ydqZmJC7Biuiminb+SiIhS
TcQEp6sUNlYLbb3TBuxmv6MPxi7c6V5yaz5Z9+HH6CG8nytXfh1Xruq5n19sOrAzCH1hjAvRDrjx
cAokbMq/desh6W+y21T7yGOtrRgSwTdvqwMFDlqTU7WwM07vZ1cZBa+WOR3HL+0u+mZ9mn8498WH
JHCje/nzVHuQF1A7M8G7f1nTRL90ZRZ6Fi0bOBrIup7aNiTfcaLJn46zarqjtFHntajxQjxAUvTO
hLB5lp6WFmC06SjfGQxUHXfT7/Ihf1D3zV1+G9/q++Sm0rfaIY9vo9JdkxZZW6DwXE9DmKlZHc7H
dE4ltxylXdWla8p7F42gjLsEx1Q9xGEHdooCac7sgaOkcx2GZNNUK3HNpbd3UZL+HwvCMqQMiYYy
xe809cscJffpZN1UmXxz/Xm68A5SKUJlh+iGKqOo5R1FHUokixvvnIMz7brhtc63UA6uW1k2XPCh
CzSZZ5B0CCS6cN5nu4qLePLnQxDohynYdfFnNLifp/nBkfTtdVvnse8SLYHJole4jCgUzrc9x5MS
O7lxUGMHFd3w8+jcytG94/s0KEe3bnNv7tdKDhf8JOgfYFqLWrJGK0vYrWpK2jquug5REuWmnOfb
iWkSvi397qTbyWq3WWtu0zzf9fX3XrU91GnIdNaEPc83kxYaoFzmO4AzPaM/mqEGfDCRxwMk2+le
nawdtX/m3VfNp8aW1toW55HNMm2ARsoyc2BphwkvY4kojDSManD0SUXdsdW3BeoqbZrf2qm/D6lX
TX6MfFx4awcf+rpjUMYa/PnsktA5AXEJkJHnEGKxkHn4fUw7NNCdQ1TZ3EG9pHNiVMFOT4JopSF8
0RT4FxvcOzA8UYJJy6txiAjWD74xG9s0RfNSbnzbZQZl8qdHmEz7jb7JmDfSRrHHkI6tHHWBPB2H
eXZlOkFj+CsaP6Nf/CBnPRMIj2G70mI4uzWLySXPX9A9dMgEl61XmloDJJiOTYWOjpHfjI7iRbr2
RAVlM6nt7dTM+3lYG8qzXIsTx7BU/ReW4lLZgoYv7B/jlqx0dIb62KuVupmkvr93Un/ejmGounEs
HxDFUG57cyp2173EhcOLZcoOkAeWEVMiOIKOFwDHtGqwnOyLyLoxmEAmKaTlgRF+p7GzDWJ516Md
aqj73rcV1wTAfP1HXFg935Tnw+HcIOEguMW0qccptKr6mMySjOxOpifbtHFKgJpO89OUjQB3VSpP
vVKvVSXOJnQyo4faANcXt0VqJ5K0jT6UuyTt6mNtSFHoOqaU7gsrcY6GVeSPCqjQe8sJZ2YyTdmm
BOLrDu0MC9FRKFpYDuP+phDoIMDguWakCdMF9M2b7GxUxMFmhnp3m9Tm6FplVu2vf7azt3f56YuL
Q7lcXcripxEMuhBzWKd+fYwGp9uCpIq8UTKdlRshAt7k5QtRuCPtpcmAFWF39Kqcx9yhQhTHDmFS
q5Rb0+i+JEms3Pf2EHn6PD8HeVpvhlizt7FdV3/Yo337BUCfgb/QxTl7yuYoR7HUl5uj2Zfd7Vyn
+W4c7HTlc55ffQqiyyWANL4UKsV1OkAWbMS8jk1j6lu4h9m3wc+djTlNw8ckTTpUabrohnm5w6Go
9PTD9d28dAm4h4AZcTtLU+B0N2t9qNoOzOtxiHV9b+YVxLOiZ7wzzTilHOKd2YMQlXRp2lw3vPxh
wffgzhf+CKbZbeEY2ZKPSlMymIekpYPTOVq1V5uh2/ic+40Uy9oNM2B//KFNWBFomoA65cE0uX+n
i83oaimhFWjcuu+S9BgN/gbao6ekL0PwZ4rbvFKCLWF9I4O2pa701aMTZZvE1u8Zt31fWGtN/rPP
+GZm6TQigIQiuRBvFXNgKx1TQ4664Zq/AqqNk6s8dq/XP9zZ6ytYEU4JGt5tK8dETX013hSFtYn6
uzCYV5Lrs7OIFQePCD4EQRRKqKfbQ26UMKIX4Yyh3pnzzaTdjTU3f6sUT+3afJGzYI2iJeh3Uk6o
PDqv36ktqZ1SObVGVvQFSoORbpEn0m6vf7Wzq73YQEiehiwIRiCRpzYUlPaalg93DHVmovtN8jlp
Z9cGUzLrzcZXCsToJvU2rwPvuuHz5/XUsggvoTjUKbNTyeRHMFy6IrohTtpI8486iz4UsoWWQ+Op
prRtwdx2sgfDZEVue/l+J9d7+QWAn0HWLDKsYkTD624nwVgqR8dKd5YUbEPndYIe32XPbaCtvOTn
8f9ibfHSi+wJdFthN2uCU2bFVMoxHRVvsMx9GafbJlS9oY1f9PGLn6pfwuKjAeV7kBJ37pBOKtKV
oObSkSKAQyqDtpPyNiH4fdkvz5QiiVHvOhqz5DXNVy2LXKv5KTdrshyXzhU4DSIoHBY0TCFsmxPH
juu6Vo7ax5ghkvXXKrovfqb+h0o/AvG5fpYurQqorEI+wytMa/L0EEeyMjVJomhHtC8/WLN8jyzj
Y1tnX+rEWrkvF7wM0m3/mBJ2cYyjMXJGVaNXo35AFmTXteP9OK4JXF86mkvSAkiZSIZveLqiKkOV
gXGJeGZkEjbwr7/4PYIErd69aMlwUzFCbuUbnpdkyE2J8mQ+30IGF/NTJvt2CJxU7VFGcfRLOimM
JK8Z/Kep4bQJsqy+xR3+SuXE2lqJXmyHvNv2Yf+AeFDh+jJPlR9l3lxE1ePEHIfHMml+IB0a7SOj
6V+vb/h58Q/ZNMAdMo/KGyxR2HEEQlXFb9OWV7JfeIH5X5XTltuiZa5kAJt9oxOK3vdQed1QbuVt
apX9dqrmDh0a9DM6JOuYao+YVpE66u76jzvfu0Xhj2cCASqiBlNo+dc8D0OZpURLvQ3Roo0fYoSA
vN4Y561mSgwyjcuVdPANAHvqyqimLRMMmYQApF1kEDihygS4Be8K08b6Gthd+HNI2vTjNKCB7lKJ
H76OmeYUm3nOsr+KLtJMt42lhLIw/ZuPY2VHB1vS88YtQJPW7oTo1uckjaWvZSUrGWmPBS5Ympzo
qxYpc+kOHBLHDXxVfY7DVgYaGarz3RC3xrNeqlKzqRkVbCN6kTJEHmKQ/8lG7YQ/PKozequm0Rxy
qaScqShR8hfV8yl2E1uyvuqxOjwnypQgPFV2w/epMens9lmcfZIpa4PXTc3+BfBI9n0Yurp38yoL
juNAO2PlRohehZYsgAoe4GXUNnwBITqSy6ABOWJWR1y3F4zbSUWlKWw3TKq7fmBEnyIaEi77IMlD
o1UY6mwZaTVIX+nR8ceV5Sw/9/0REa0IVyanzlP0OVYMGQwtqhVFU6y86eIXo0BA7Y43DuoR4qFi
qRA5FqXNlbg/pll8CELkbSMnRnSYqSZZQnXt+mcTF0SrFaQjt4yZA8iziToDcQ6ErUz7/hiFVHYm
uWw2jQ3e/7qVs4eM8ioFFvIrGILIsgifrTfNsVekCJBG2G/rZgjdvrU+tNWA3KDmTv1MO9LON4hD
/eGpIM/CMOL2qLAuxFYhEbAHc2yLKiO51E23qHPXqiK3t1eWJ569Nyt05ylv8Dl5Pk8fGvI5QGxa
TpFD6j21O9pK5BYgeK5/xPOtYi3vrAgnPI58eHdmQZoap0joOf4rvYe10UgiD5j2MFaWFBFLpFBi
Dbkz5kEO7Zg8sfW9NLaOVTG7bfuLPu4mmUumhug3pTPgu+aQF2tyNW0c+SfDTSmtXYXzY0PsQ/eY
9hu/i3bR6XedspTBAbofPo1SuskdE43e0psTIFJqu/ENfVe1z/APV67E2dMD+YVBuIhfwwZAqVE9
taozrGOidRQ9MVrccHbReGegpaTfZq9/up88bRQ/FlT4UuAV9lPP6kZRcyl6SpVW2smMeHczQ10r
/Z3VV8iwSH+WSVTUcBeA4+lyAjO1ohQy4RGe6+jqiaqA8hmmXb+QTQfUgXm3dMo7zbdmImOJinIN
WCceXH7BW+ODiE+mAiaOcM2HqGKCqdIee6DXKDZlA8raWbESVK5ZEXwMw/zANxdyexwdGNkZAH8L
Rs7K2bhkxGDUxPJNqRmLM73GAdLlSA33qAUmz2Yi5+VnifnTu+tHQ3wDli/GY4m4IHLBkPGFI2gR
9NgFesRcQivfQT6vmYsi1R78/GhXNVW14sDOlkWIhfwZIQ9SF0tX5/SMaKUeG7mmVMfA7HHNvyvj
8/UFLWdZeDcxAFqZg7AIyQg3mdjcLOQepnNqBa4TEcfQIgpf/jsjwkkf65wTgIT6MYKEH1evw/yx
staEEi5/qn9WImwNs8lrRCuJAJTiK5ptbjRPK35e9HrEGCffSnizsio0ETbXqiNCreNt1rg6FzWm
S+367fYPx8lTiBGsLet9h2FhyKudArKqjpn2aZmEUAz3FDBWro3oUkUjgqtTSiYXxMv2lz9Yz3xb
6WjDk6GvmFnbG8EFLKNgWihJSMH03zUAh9FairB2jJd1vvtYWgR/laF91ZFplK6UPVnGJ8X+/d+d
YuEuQurOojjFRjCBB7a/admL0a1UvNfWsRzBd+uICnO25p4jFmdQzRSgWQyCXG1Hr2yHCDgd5iZu
SoeV9HYEYT50K31NDv7MUZ6eXpH6lDYsoqzU6mgp8U1lDdASjoOKynH5/fquXDzBvJ7LAFf4oSLU
U26RwDJqrj2pxdamV2MMX61J21rOB/8PhV//vpLvbAm3xY6gX+bFksrUzqazHpT+s5mF3vUFXTwC
74wId6WW5Cgd1MWPoW6ZajeyLW2U/yT9gxvwz2cTLkw7JE7dvFlRw02J1HUjqS6mN13+50caACXt
DQqRNMs1YT2mpNZOI8k4f7Pc6Ex2IF92GbV0/atd8M0Uk0ATkdAuGsDCO1Z1TeyXdVMdNYeOMck1
EtEMrXMHja7qxl5LNy9sEuaIyMHEUZQ4a8Gh1Ec/fuB4V3+hQ+UmWsL0ld31NZ0VVd+S2ndWxPM2
GmlKMag6MhBxyVwO5VPyHE+uzEDk3q1+zI/hs7qWeF5cGmpASyRFR0NkIydtpEpq2LFfTur5/vDL
7HpPT/OV8vRFM+/qD8JzbdlUyOlEEHjE30awXql0SLqf1z/gBSd0UuMQHmxVV5LWkLAR+ynDkJ9r
5XPTomudpSuRweWderca4ToxMXro2wZ3NyBsoNLOc2d7fKwH9UuRBp5W2HTxuj0N6Q8GU2VSJ77r
LW3fq8HKQ7u2YuGNsoqEsuqweKi4ZSao6mkt7HVZ3dur87PPEtK30/luzcJbpdhJoUBRqY5NiOSf
l/tu+6n5YN0kn/10o2UefbAi2xQ7/w+lKxc3/H5bxZnTiSKlCbrKeMg49drUd/vp+frBOc/NBBNi
xNoxfoS6RXVE7MD50s2u8j2p3KSFc+Y5wS4zVg7Qyr6J898DRSkmByjEURsNL5ke1SgBXprvWuk/
8lz/7JoIvYyMBO8ZYSlSq60e3VVJv1OSl+vfb+VyO0sA8i6MybIuqJu3HWJYpdHdM3zkVl6bonLh
5T85BoJ39KVG1QuNPZKzYa/0tTubwVbtBldKDrUS7K8v6eID8+67LTv4bklKWUeSsXy3HtHyMfHB
AO/LufAc/TNzqZiP4AMbWstp1o6F4Fb6+X+MgmPHrRzD4bM9vs7NCtlCbPv+faHomS2aQks/9nRt
DL7N864lPG/zYpcYsksp2jUBOVsOM2/b4tDNr9e/5mWLjPIjj+Y/4nkv6NNVWTrzfpaO58fxQ5lP
mzxHP9KwPyBuvanaNbDRGXD871X+Y1N4DdogcgYzJJfOdWkzaF9QBfZsrUeWPNoVBcIL6q3iMIbj
TlslsZ7tI2xPkImI4NJ5orQkPHZhYZlpo0rGoS3/0lJmHcHKRZbPA1u//cMPK1gSFuk4sa0PWWAe
avnJr+RbrWGBMalqG31umaNBe2F33aIoCI8vPl2ccNm1yRxMxcekvvfUu+ZFnTf0zEZUVBoXIIlr
3QTbbENH5sW4m8wPNrSh+8hb62ecdfjefgYAHig0jARCF+z0EFdSPqf9zM+IXppvw+/aq2+bD/XH
4Nn6UG7Tb91t97F4wjgtNG+1/X1xg98ZF96LaRxm31Qxbj4OlMzRD1FcLd4wh6S/b7zsadynn4vc
HX+tyYecn+rl6y/Y22XApwqC6XTZiZZpNiOszMNYe33vOqE3tV4tbaN267eu4amP5soRO/O7gkXh
3ZfTiXGEBRaryXlW80/KzJD5oPdq/2VmoMr103X2kpwaE9uNspOHVdgs5xkWGAqWtlV5oyOvOPc1
K8L2pdKc+3XCkoqGsfGobNK6K5Qf15dy5vOEpQhOYACZrGXmckDDbK+iDtzlzo1Wj1vGFHpmVbtM
6VvB8F08liDOORiIvtA7PT0cdjXX9MV845Davpul48ZIPCm9C9dIXpe/3z92BBcQpanaz7NtHKIA
2pN2KOW9Wq0kDGtrWX7Duwd4KNJZaQoHH1p8SrPOQ57VtSFY5caKQzsPbN826p/VLL/knaXZl7Wi
oV92YKSD/Oz8aD/mshs9qLfp9+7HwOhI187cbi2qXfuGwlvPBIlRrumDH/JmG9aDy4gFBnh8vn4G
14wI3kKrlCBGKNw46JKztaNoF2e/mljdXrfy/3BK/3xBwUVIMjAcBn0Yhybf9vpRKjfON/snmY/5
KsleF+3McuUGXz8dqix4/6IBwU0qYByqYq859ylTVyAcIDR4fWVrZgRHMU+lHqYBm2QE5QYFSlDA
X/LRU501bd2zcPPkDJ71umRoWLE2sVHoWkaBiz9aiOF7NEtkaRMWm/9uWYKfaGVJLhKbr9fqP3xT
vyur72T/m6HWvOuGzhNlUEw28R56tPCGzpjZmZ5bedOMxmGEvxf3m+zDiEaZG/10es90P6b7NSbd
4npOGhyLwYW/Dx+ERrdI99InYOQ1veGDozHqBflf7u71NV24U1hY+oS8wEguCofdASvOZCwsyGHl
U7FLm91UIMpnJcba07tiSoxxpMzs9RCS0SEz401ebWO13mjR7/9qPSLOwWYQT1SBYTnIauEmzLk1
m3KTWWsnfG0twnOoxuCatJ61WNaw0Wk8yNG3ol8jyFw+cABdaOkuREOxnGU6c4bkuWwclI/ZYdHs
RymCbF73DOYql25duczwRSrnP/mG/1gV/GwxT3KByrFxKBZo0qfW+GKuyfBdirs5d//YEM7dQoCa
LSZMHECqPRhMN97mH61D6NUf053tNV7/O/5m7LVNtlO/y63r/FV8L27+q2WKKFfdB16hVJNxmJSO
/NTxSE3T4vN1I5dv8P+uUxy3ViiVn+Q+6xyklylkcvhff/b3Da6uTQ4K5HkR7hdlshle4bdRUHVP
TTynHmTBX9Ior/EMz3ZrcQ4L7hAtOGCIZ1AUG8CgkjZK/5RIuTx69uhLX7UxNz81NPqOuppXMZOi
u/o1TjPKoZneNeSIYzC8hF1XbWawzJkbDQoA8ylV/y91Z7Ybt9Jl6Vcp9D1/cB4a1XXBZA4aUpmS
5fGG8LFlksF5Hp6+P+r8qFIyBRGn7xowYAuGHcEYduxh7bX6H4pZGMMGIEaQuAU9rV+1IkIYaSBl
PbopNFuZm0p1I9FzXzYrnuwyApi/BbyvanGpgH8sKT2cViuaAD2pc4jC4XOXlZ0rqjIln2mFmwzh
75nMc+VGLb3n1zGhD+HVmHVzlg+8lrRpXjpac8aidy9KL/oNONjIzXqoJw20mb7Hcvd50Iybj0/H
0kwx7kw0PesnIGQDPeelM8iQhlLKcn/OHSW+y/Op2BRNgiSPH4UrPsw7yzqvKGcQbkbiuYVzMSYg
KvvJ6M++Dedo6HcvElcK3abnRpuOfpt0//DZn7/t7YALEywMaHhLzerPVE/CbZ9Iz05q9q460oxV
1/4/DEYYjY+C4XTWQJKhO7pcScUuTBHIQ392/FDdxGMlnky//5Inlv+7rro11pKlqzYPB8MR+GzG
A0OxMME8L6qZBFl/Nix4gbSxbbwAGrhNmse+J+WlvbJ7V04vTXQA6cCpgmmjOLQEmwWGURehZGvn
xPoTacGTAYNnXOiHWMZz81VvMOw7tU+PoizudXSCPj6nV/cDDB1lLzhEQKjA/Dyf4zdBi1PZhiTo
sztro/gx6HVwM8pBs+mz5otTaEiAFqHlimKNg+mq0YGvvhh33oY34/a+2SfjoPHVQvk6jPouNLS7
XlLpSC3cKW/cGjBuVfs3olcAwQ4arTjZim1YvhDoekH6AIoFUSQYVJcomSqxZSmaLPNsxLLt5ZqR
uX09rhXG3h2FQ0PCUsd5fV2JN1+qsLvV3KR2RuWn3GephqhMTAfHx/t4Re030+pS86MXFNZtA43M
ywW17Fxr81aKHocB9UY1tW2x8XtfPqFvl+VumWbmz0zUtDYkUY7yXpI0yPgVVlY8B3BkPiL/OOzF
2NwEdR7vpkAubychib+fgH/Etv7KRV7nf5ol0/qv4X//yqF8joKw+a//7zjZsYL/zRno/Wx+/sdL
hvjb+PAzffk//2tXvWS/wv84E2Jcs7DzL/9mYZdQ9fgX6lwzGdQs9/Zqy/+mYScQ0P811xEIgmQ0
/V4xt//mYZesf8GPBc0hDUsWST3Epf6biF1SrX/Naud0MhFj8DuZvv/6T1Y6eMnn2QR5Vi9+fst0
+Nr+8z9x0Yz1JRgCFPt6ngFrLLzHRgxKEwE3PPZR6+9K3JO7phdAZDuuZ1z13bEdmn6rKCjCQrU1
3bZZnm1VOU68vrJLVxjF4BHrQHijh/JOMvXIbackvS1NuXSHMGqfo9SUPJFNX6qh/VyO0c9eDO0z
CiT6XjYI+iSJZoU3m/Hvz3z7WYvCHZ+FHeCdpo3SnKW5lt2UPRJjOXdhOCbFZN/Afyj/KEjYQJEl
7V8nKhNtBHUUnnUzGgl087W+tgXNMlNgBjrKK5giolzIsi8vsBmZjtAKRT5OYbf7ZpdjdqZ3XuSH
Lpa2mV0NO2Xw5RCtHDX4pvgiLDad7Tdf5UnJH0Wf5WC9zFHv3SZ3pkMaA6J2IRzNvrXoM/+Coic9
CS1ub3utthDplA1xM2g96I1wEje0Huj3VVXmuZvkaIC4TSuG2i3rBAZiNXGQVGokYWGE11Iji7TZ
63djhWmyg+t4Jl9buC9VGbajUlbDMTUc7SkJmnJCLMyRWjfX6/KPEoUQrnRJ0u8wfYCOht7XbweD
Zn61dFwFVBIItDEV31HR1LqVJ2IRB86z4z5xHeF1ROgAZvvLXRFxJJykV9SjgLvlZ5aESUJvWIzA
TDnq32k7MsZtXGnBSQTFcJt00NZtdJXyK9EvmuwSYTHGt4/9FeDK5asyz8tCxo1TQp8izu0yhKqj
2jHjqu6PVSR+NHPpq7PX0bFz+uvitmNP6Ivj+/+W+MRSvX2lO98I6HMvp6NM8LGpqh5nCKkmVzbC
T3FZNre4FdOLEqrSNpxksKZpIlW7tGjS5zTJg2hjIktjshadcCd59DsPFjx4mFNN2mvN1OGhZiUN
JI4lHky4QD1NGRsomjP7MUUTK9tAr/hzNHIIMIZwBDRZK5H+SR/s9IeVVj8ig8rNNoygradLc9az
yyqvR7k7dgHXC9WrrZ6BY7P8zcGLPZ7hZM2Beuf8YjYwvTTA4e5TQbpco2rq1VyEg3zk/W2+qfGo
z1rYmVExWU3aSHlU73zKZ3otCnNjTa31yQzLFNoNJLocr3/ONlolkt8rFm0+mJdbB+c9p4OOf4JT
usIup1XXdRP3hTMeswJqZsmf1GM8mqnnq1p7k/bytJGkvr+Z8q7/Mk05YnLCsA5jEqffVmYyG67F
TOYWEaipwCMDslq4mAqipCIrJBkto5wapp8YARwAGpskah1hazy9nQhygbRHLo8/iOIq1c1rFjAe
jLzYxiZ3yW3HwfQ+ntmlq0/ZjaON+wefFDBP0NILi9toSYP6md89WnH2s1BZJtsI4w0c5nibg7oS
ES7a816Hg7Bz5j9+5UFfUmdIrV0FaI53j6lafuMVkPdVdQxFBQ961sWeKJ3ICwEzya1eHDT5W+n8
RaqLYpw2QRNT1agUSvYa8mdpR2bGG/KppLicuT9p6f9Lg4EKXG/Kj/Wgld/1IQl3qaiyw8crffW+
kj7AcYF0gjAH33QJfJMk1YjbMlAeRxlCza5OpG1dphCS+XjeY0elWU61H4Xlx24Nz9YPkfbZWqB1
GZLP689Gz6Rsim3Qa7yM7CYHb6jO2vGxHZxhb9VZset1ud5aKncjtOyHzrGOdm2Kg0UHH60inX+0
7Pgh5f91c98B3CBr3bTxdX+N6GkRBM5zIwB5lVBmO6CvWkSdlNqNVk385NHJlH4TN769ieyBhgS9
jtw+jDQSBxT9i7AxnmJ06DdQihr3NX7UWhyxNPmvM+Es2DiSkI8um2z1IBuGVNaSRyVVkr0RQN5H
I6Li2d5DZ1DjTI1C3BmpTlEQ9Zq1PVpareXoi7CQfFarqUJOHunMqFytqOXtIGuItqdZ+dkvYR2O
MhqxIEuBeFbqIWnSsp2NEvPagb2yDXCIclBh38JnhmVnYbSGWNGHbJDCR6uo6IvCWfeKIWsOfqvl
j5nIci8IgdVnkp9tsvZ7bjTfa0qKQ2U2n/t6ss6CdtKjOQ3Trg+TtSTF9X2aKU7n00xlAqWd1/P0
JqhsJVJaviWiRy1oQ2/wreqx16aDMZjBnSJ63p5Kbh+EaJw7EITACpCnXrGe85F8a9ZVpkCLHLkS
i+CCgODygbGjTIRa3sPNr/vU9A35SQ/GfEvY79/UjaK4eeuHD3ZpFeePjcl7WwMqhqTQzNlFLHQ5
MJQBRpBOPgOXRr3TWo5HmMbRBgmfcEfuJlk5C+ryAXv9Uii9cUPg6QWIczngmIi00SshHg0nAZnh
i/6mNH3DDcrUvImacnSLulK3aZsE7tyguKkmO9r3cja5rVRKt4Pc/yiFaHdjVWZbo+uzjU5C1pNF
rnt94Y8/6jA1PWNovphVoewCUwtWWLjeXTO8WFJbs+yvsXTkIvqTq6iNHtW2jbZSrE1elIhvAlFe
V0l1ffPxFs0rcnU2TNjCyaPNz+xixexB9ltpSsRjGVrPtJ90+yK1Q3riwr9y4dznjraGT7x+XaH2
lGXI0InfHLpsF4GpEUdTEspwkwujIrvhq9/kOX3U09gByhvqiMhqIP7Nnxz7wTHyh6iPmvu8afcV
mcet6tYSK//xKlwvOg2khCoy8Li5lXT++zeXNAusLpRybIhSD/ZGz60vqto9Tk2oeJOfr+n0LDJA
vCGsgE0pguZUoih8jMvh4LaPm3ZsosdMmoxkU0EMBMGUEaiyWw1T9VvPlDM5690kzSjRRKV7NiLx
WG/kOpz2XSRR7VGNQxeMxmeKuslPlttYYw96ncXl0ZjJ8enEnCkNIV9eOF3EA2kZ9ZMAgZ5qp25Q
ps9N14c3oZNQr8jIyKeunuSJ5rZUFAXhXhRvc4u75imm0D71Rtc+KE6S/LIpvpCxUxAiimuz1T21
zrRjBiDxPjCl8TFLDPXbxzv6Ssm9mD3tCDabSbqFms9iSy3bzwlBsuAxycbJ9Uu73CYUMw6ZM6mb
qFU0jwhD3aRtpHpBHO/9sdfuxnocv5m+4hzGXtVhdYkPVTlQQWxF6MlKQycFpR0ztCxXteP+Vp0f
tkFqNnWtTJsIe+oMvu/plem4eWfoGyLyF1LU0q1RPdnIEX+CubjwdD0evDJB9jTLmuNYxRR546E4
9GVq78rMTDZj46g3KqKKe7slMFpZm6s7T2cDUkJwNNFsLBuzp/nmtKNeKgfWMEnnsQhaV03rwsuM
KVqB87w+K8sdIM6iFEaXO477IiB3glrJlSENHmurHD3dKKwbNcsRmOMt8ip6n9wiLpttLSnTJ8io
NBhGo/ZEE+xz6GfTkX7G/DZxEqDZevFTtdLPbYxqNO/sszkO3/0+DbdTkG7luuz3pdr4e18l56R3
bAnqeeXKI3rlfoM7hKKMEB79U4ua0OWi2XI7Vpwo6azVSBpOlZqcnSn8d9b1Iov3YXoLEwaDCRl+
mAgowS2Noy8VJL9kMz1HERfL7yy82mAgaNeyk143NDqE1g72ssKzU/loVEa68v4o1y8CM+ADUX8C
v4GLe/mhcgMCcxiN9IwyxXNU7CngS/7oWn8JHTHCxtrWVnynTFuHTuZqHO610tn3Q3sswj+BGm0G
4awkUBbAz9lcMiPKkTCZzYo0y3BsKtFDpa6Unqeg0Q4aNWlXGSN1NwkdCAsauXe07MrPXVmmGJ06
22eNOW1kH3lA2W7GrTbEndfnk/gtUfS6HVMJNaTAgK4TsBQOV2z/47MyPyZEL7TYAH5eWk7wDnqp
xHp67sBzbsceGevIAWv28TW+ipJYFjLMpOMYBo6H2e17c40TGWoY5GjTsx129T5u+2CTKFrt+WNr
rwx1/T4izDe71/REaPxxcSbCLjLlvHfEeYrSwFNHsNuBD6F8ZKliE2vy2o6/82n/Mx6A7sUDqepC
VJ0ZxWeR2DeR3WEDtOaujp1DqCvbQguPmV3cJlqxATHjRtKh7LJ9r42u3ZW3wbD7eKHnr7s0ZOT3
51eELD8ibMue8CBtGngsq+RcxChAFwbJLl2gP5l34UE1Y3zEyG5c3HxjI6RhNc57b3jq6VQ55yQi
4fDlPhsVEsOlMYhzpOvT3rSq6pM/ltbR0vrbEBo/uANV7djrUgtERGmBnI79Q5pJwX3W1QDkJFSl
b8e4Ug6BTGoi86GRl4oxODqNiO4bxX/+eLmuww1YmCCwgN2Ehj1KGZfzzQvT1zRye+d6oo+WHQQb
3gnDy+CI2wRJNu1qSzrldr7W6/xOrEXugszNTCFE8kCbbfibG2ElWc/5gLWCvOK46yFi62x9+tx1
6m/ZDqavjYJitlbJ2kY4kY8Ug5GuuNPXB5cZzCcFOWRqfEuvQy0H+i+6KTw7df2UFZV6pgkTuqEs
y1ZW+SrfDUMNDytRHV87t3Qs7uQoRF8Wbc5QQ34QFtwRkh1rx1bK6zsrrR8KaDsewq71CtgloUn0
ggrEH3WEh3aEXvAf77kiw5ZAJKEQe72CY96svNpb5tRqY3TW0GelWz6uH2wzNh5Ve/oWVfWhMrP0
k5wmYqWxZd7RxdVUEC2e0fG4eODkL3ccUoWytNRanBXfMPaSSduFo3aO9/HXXZs/dnNOL5AWA0z0
GtG8+Tqwp/4Ua1l4FtXQ3Tgi6DekH4vtZOqfamVcEWR45wxh2XVq/KRhyTDNf/9mNL00454+HXGW
Suc5yap4N06kVUkk9Dcff9f1U0+YbFNaB9YIec6yNFGpZT/U0GSdu175nTc0VSu+Wn2BNvhXMjby
b+BOa8Id730cg8L5qcB7BKHH5cflZZSqvYB6RRGadG9q9ZcAZt5DYsovH3/bO3tGop86K5wXBDDL
lqcwH7qp5m0+lZHa7YqkMQ9mRHuG2hd3I+iplQvwTrQ058w5G7goM1hhcR2VIvHJNanKaQoz62io
SrWzw2h6oOhFwsOIaNYU3SGMreme4p19W1LC+ua0hVdFpXVThb56qAJjosRSWcGvtmmGfVsMf7Rw
iJ8AlNSbdIqjFcDOO/uPqZoPGS6Ew65cboYaQotr0mJ3qipL94quEI9Srt83Fs5mVkk1jRhwWn68
L+8uFAgIaufkLMmfLq7s6EdF1rSlejLibA+E5bapn+P2jyapLzhUhyaEJ3r0XT1NkUB2GlcEcDzm
t7q/r7PUjY3usz1JDjbG3Oi+chB9u2JTrlcFY0JGZAYWWTS2L1Yl9SFpgp0rOKu5fG5b56nuZe2h
VO17Xa7Spz4rwxX36tqKzXEq12EOLsjoLs5OUdSI1ZZ+cCaRJtzcyWzo15V2//HKX6euoVB4M8wy
7ZDh8fe5aQVns9ypVePFTnLbGY7YUMT8ZibTt8lu9mkg3Vf68BcaImtVnNUJLFbWGKNAizonOHM6
dlIPbsiIHNklKNy1hbrrnPgoJc631L/16fRMnWlNOePaKOCWcNqhksB2kYO5PPC9X8Z6p+VYn1KD
SAteynRs/ygBCuFp/fXj5X5NNl6+TXOi51VCgKLNVV0vaTQRRaocnLVSPMkKTlhSQHg+ZqlK44eW
7/RRVH+IXIK7ORn9XZFL+67Rzeyg15jiGGVCCAh1574eA/mPaAoTPaVEMoVb2OVLUfvk2Nup/EJ+
oa8hNwz2khVDc6jrQ3onOWEYez7EkR7Uh2IbBSosdkMyHoUdOjvVGOMH1U6Knd+l5l+aVCabphj9
bxCd+fc2m7Riat7be24U+hHUF2E1X7orvla2TlxE0bkFFXVrptMLeLby1lelndap7a1hdSTgp4jM
lhXkW+rZyudCK1YyxNe+KUVWwmpCbGRw0Di9PACNrJPwrZTwbHAMoTWP/zhTGe27qo/viXJKT2na
32nSyH8+PgzvjIsDASTImmUuefoux1UhzwyyugvOAfKxrsDRf8xbRCP8UT3LOHE3AwThh0w01grh
8zvZVup4pBuJ23ApKO1ejpxLgItLagpnWaV2B7jxT+Onwks1NSk2ZUCHUJH0/q1TSF/koXEeR3VU
9yCywUk0Ybg16gh4UKGfhG09frwm73iw5BWxr6RCob2FoOpyapEELTM5IuckHPVnQS5kU3xVQQcA
pUdyOh7iT2YT37cm0WavpretFb/UULwexzhY6x1+xwLPGRdSnaiYARSf9++Nz5XTzF6Z6NwilhgP
P52cOq5sTfHKKbh2figc8rTg/JD7Vpa1oDyJSPqib3VK8/bUJeFwXwun2vddZUYrT8o7jxh6lkSr
pHAxdEssrppNWmSqvX9KSbdtY6cTu6AMMre0zM4rtbzbJIW6xpP4Tu6IC87qzcpzaE4sdzQr1cis
6AyjYx/CQFevdGNT57D55Xr0HUCw5aadGe6TdsT8ikz1PdpqH7XJDg+wFZVwplaWs6mbQrpVZAtx
qMKW/9St/mXl5M12fmGaQe6Rm+Emws0nLx7cqZfKbpJT+xT0ZnrI1dIErjyJTVOp7VcMyM9M0Yr7
oRnlW2Zl39glstKiDX+tzGMe53IesyqGTjEE35FSwPxevTl2TkxbUVP6xbmdsuKrCRvMDQGkwBWr
em+kwOuZBGsH1fQ/S/rYbzv8eK8bh00hDZmXFuNWHYRx30vQzzZTEu2GAtm2bBykuyQJ10i+5tlc
zJbsA94isFV4nW1ISy9nqxhkzXOMyVkuh3YjDxWZ/0Z8dqbJ2QyT84+PMMNBt4+dxhnDsV4sTkyo
ACxWCwihWwGKcUp3g2SXnl1lyc4Ms9rj0U1W7OWVIZgHBV2NEaAVwVp6CBVH2IIzMjj3ZGI25KYT
FErSceUZeq3NL5ZyvpVzogAufjRiLpeSuBVWPrlwTnEt9qRJSGtnLpwJbtveOBG0BYHmpcG+b1+S
7i6XboZYPnXdZzXPqbMUd9IQewH8QEPU7/NS7IziMwKzrh51/K6vTPYKN4Xrwp3G68V4mUCUFgmd
KkPrrExz6dRQONhaaQdJeSX2cxz0DIwuPiRRK3lj5TxZY23cdim8zFniU7uSBzkj1S9bhwhc+83K
7bmycWgVsV3sFvEyLOOLeRGRx/0wjsG5pZq+Cyo/OgQESTe0GsDnbMYHvaAaTMgQPNiyEHuUXXpP
78N23wCjCtzGtlvofVm0ZoxeAqqRj6DBpv3H07y6NTrv20xKQaJ2TtjMJ+7NHdeDomqUUFGfRkrz
uzT7K4A6VZsy0N196n081vWTOneCMwybhTdPgmgxWDzFeIvEcYVkm6cq109WNKAxKjrcxqCwbkOz
Vu9mf1fPbXEHW4ZMr7P8l9ZGsGRTb9x9PKHraA8yTR465KQUFcTsEgJgT62DC6I651avnf3Q1hP8
BXJAkhLw0FMLNcex6pzviL6r+96m/9/KS1XyaMVkD8sh3UMH68M4W9bPNpCgX0UpkQ2moasqt1ob
+O7o2H8ALUP3/vHMr7aNiZNCpAaDF69chal6jMaZIvv6eQr77TRE1kZS80cKdDwXFID++WAgNynI
4YTMA15uG3gsuq0qQz+ncTzem0aWbfyMamODqsYB8gd1ZbwrK8fHkXzR0TTjlnJWLsdrMg5g2rd8
HCp1bqFCBGZ18pqVe3cUTiGC55xEYHuXo6SpWZR2ZepnKNaGTVeUAHAcrVxJKLxmqS5sKRaADCDP
qIzoI5mly2GASwuoGwfrnCpqdy9LTfs5j4Pea+veeLK1TJ7JqogwhDVBp0+afauIdjI8S83tEA32
yvip+yCBNnWoxE85HkrgTuHo/7Ga0fpmj7X/qW8rOOCCTDYbd/ZaN0lIDodQTu4ztxsqe6taefBg
xWn8GdA3QJ9oqOvKhbKu3mV+RieJPOYx4riOkd4I9IDdQOLnDUjO4qcTdodCJo27cfyKht8pUMPC
LU2IuzeiS1SPAonPAwgEM0b/zcoVqdkW8aDsfD0B+14E0RC4nZXQ9sSzFazc4aubwEtFEyCIQMJy
BFkXvjFRyxS2hSOf9SiLtjU4YNj3ap1ZJbGnUWhYOZyv/dQXGwquHtmyGX6Jswxr7eWGNqkRd02C
5q3Sybe29V3ptB9Na99HYQJMuXIDcVvaP/JwfOqT2FXAeZciOWgQ0vjOhoTpVtWag4rQkWS91O2f
RH+hKEytWKUuHLlFmewaqsqRL3mJ+qhRo4DM4K6gkJSRtEulz3Y3NnD8K4+wQO5yJdvKieQ1/Up9
/CoYmL9y5nMBqk7icNmf0eK893JfIEw5dkT6alXfD0GZ/I6m7vlj6/LuSLRK/F0YobR7uZ59oIWd
HerTqRPW+JUi9x2HOruZmibZfjzSdbTJR5FQnpWuaJG4aqECEaj4plNOp9wYnqJa/1UnyaNtAgTM
u/oQdbnm6mPzJ6qQTzRqNxHJuedRjsPeK2wS+HK5cpiusTbzjHgU8SMhZyIkuvz4WFUjeZQRSw1r
q9nErarf5GoXulaj+4ELXK7YVupg7tNEse9Fl1KrMW/rlK4FbZAyz1LIlnRmYT9YWqF6eZ9UKwX3
Kys580vSLIlrzRyxy5cTzGWCPyu3lJM0OeLGsEs8wLg+r2zM/JmXdwoUHheZnaFOQmvk5Shd7zQ0
YajIHBP37RS172OezsS46fFF3Sb07e9t7py13FEPZhING3+SwcjRoLI3o5Bu1aZorWMX+r/7cEZE
RVHIVsZK7HaSnq4co1cEymK2VA7pgOJJBI9sL9yYWOiFoodSe7JMXsHOEdHe0iNjl0J+WBJ51Mmt
Y0jjMUKlwy30Wt4TwUNWn8Fs7QdadU6gj9qnWmVipcDSKUMGwUZVIQ2iVO24CQt4NialTTcdBXYX
dcRg37WWZLlakPFJuU7aTE5g6NXzdO9o087J0vpXrNaoQgMF8W9Kww+8rBmbfeYkGXXXnnag0Yp2
pBHUG855vw0bUXnDqEa3FB9f0jFq912hNZ+isbd3SBI+2qPicBALJfrRD7Jzaoo831HQH7Z+Zzzw
at/XmnD2rQRt+8fH4bWpebHANKXA8fAafOKhXR6HIq4iOdaa4WTmKi+bYzTBY4DGaR/4E8D/UvaQ
NPlSK8J/oPpunSJdR29VNqNzNZX2SSuIOtvUivZlONT7CWmWu6YNaemog+GhAF9yN/qx9YLMieaR
8JddpH7rg0P2deVgX0XQiNXMzj+/QP6Q7rj8kM4cYmMMwx4lnV7ZhujFeBzfbl9livzC6fpVNhH8
lM3YNbt4qJQ1pMJ8b5YLCSofglj07mbG2Mvx05IaR41m6UkVwvqiSDW4Z2uwb4cejxQHZNwrIio/
t0ZQ/6glopQWGq9a8Xs3aO01wdrX0vpiNjRmAbmCJX0G3i6M3RhoatcWjXWii0/cyGYJztWeDOve
HManyW7ljtk1cLOJTiPVLuqfKa2ov5Q2GZ8oONTPWuebbopzeBSV7DyWcZnfjVpmPUh1ms4ia/GO
DrHUtQs5pXHdFLtmEt3WHAJCG2ekZ7WoQ6rqqV4ZN2rUmD9GRG8+ZUVROCtn+MotmdGaoNDxzsml
XZV+cy0g5VnZ7UmDuhGao1qcwNyIPQhgZVOVfbWSGbgOg525xkwaEjQ1uJulPkcPwL5ANsI+KTBT
7qwim34QQATHyCmQV4kr2ROV0u44/d1eH6YSam+9+92GVv4TFF61xaKqGxUVp5WFuHpASCBQAKcu
DQ7oOlIZO03oGRpbpwJORXoQc/OmUPs1npX5Gbo4WlRN5mCbWjFhir7ENGlKJmQ1mpyTozbHLlel
L43a39LLqPz1sW16fyAiRRKIICmWhVSRhkbShaidwimfHSGqzDeWH9b7olbFSmh+HZ3Oij9kX6i2
vybJ56V9E5ujKaONtprYJ6kb099ZJrRHYlD5u1khXOOIKbxPxuibJsHoOJT57CCmzqdAHg0X1pn6
hyRJAmRuYR7GdEx5WiTxzcyl7kBzetC5GilFOoEM5+XjFbp6y18bhCltqw4HHwN4OeuxTWwERBv7
hAYGlIOyUrtmhM4ZCNyuv4/t0TlKRjZ+nsp4TU7oKuXC0DNke+6sorl4yTfX5UZIoIeIrt1OYiv3
T9ZgyV4P+VzVmKEbj/5a9um9j7W46nOSxzb52suPrYwg0uJYsk/cztibOsn0uiILHthWdBfpzgvv
bWpLjWuGw1qG6Tq05HPJocMIAMpGZhaXgw+VcMI4r+1TE43KJzmDtU0L4ZmYKjs/xl2r7KLad3aj
XcFHHtj25BmJkm8yrQ5QrylxG4Kyu++NilJdOco/6B6iTSYyJzhepjYlgixDlm6iI7KNG/l+MtAY
M0TYIZjKqxX6I9IjBjHrdqKR89A0ofXakRBsOQQN7UZjsuvqajxJqHcGJHPQkBJS06GBhMp9l0q6
W6CcMLmgJKNDJUfRbThBcGJMdA/rtn/jZ2VxI4KuOQpEzjZ52euaS4Ij2qT2MG7MVtaePz68yvWG
0hM/I4WI+ulHWQpJIianREkbI0EoaQZiRh29jOhEHaN0QpHKaNR407C0d/j0n8smUTaiMSMPLpzu
Bl/xU9SoYhvSh0cfawtOwE/7+mj5erSVFXUNrHBti5grGAWwjyTWlCW3lNKZrVRHCdUvmH1++na2
1SZ6uoMpevp4Va4fM4oQ0AbNmjO4vEvCnWGKCnA/jXZSpjPOKiDV3rIOjVo8j6ay4jJdvxcMMANH
eTMBqy0NrJUPeaglBnKTfdg9KHVjbNJukLx//EU8zmwSqXQgOEugjzmoOlUESTuVo4r/1bWoGKbh
X6GO6IHlgzz4eLh3PgosO6V9TDkInCXfcKmkLWJK1CknqafOabU+JTW/b1f26RpiSJKW74JnDJFE
0CELf3PMq741iQ9OchD8MNoQAP3oQ91fy41wZbO4i8ZB7KYhqbZQeOiPahh/+vhLX/2My5eYmt4M
E8GDB9e01NVNhmbqlXLSTs0Ux1stTfrDlEX2uTH8R+AU43c68ngSjCpPviiFWW5MsvaDQ+d3K0bt
WKnh18gY+yMdDO1dOfbDTmpke69B975zCr8+B0oeuOGkdzd+0pO46+q7MdHdJqjo067VYmN36Z2I
ac1JAGznWwscjVvRwexVQRTeikzJ13yv2dAuvhlOFuoQvNNEy8sguQrHsnKcVj9FaQv1vmUN90mO
i6XFiXoKLLv8WknOmYwUFo9KAbAGxeq+f7zwV6EG3gD9e7haBNF0py7SmUYIu1CVatrJpjnppjUM
lLRpr7zLU7v14KD72RhNtgOtfDLLUVtxVd6xREiJzXU34niAK4tnMFdUEfVWoZ2S0LhXu0ZN3DxD
hVqvgCR//J3vXCUib8cEo0X9CzDn5aOnWNGI7H1un/J+jP4KnOxH2YXyyil+7yKxjfiRM6ERh3i2
iG9cL8ksZElCN+EEvTQNNkkvgXDk9ZuJFikh1eLekrocmqrM2hup/1LG9O18/KHvvEQkheingLMK
V9NYxG6xkDS71VLnhNbAvaqPD+qYpo8mWevNWObpvSN4ElOUVz8e9p31pYlhzvfgT88EMZdfPjV1
pJNtdE55Giu7wgmUbVAgc/r/MAr6Gth6DisY4ctRUiXtwqr1nZNE4+k5ieR7TRmSx48HeScmoj2M
+z2358/1ksUSGm3g1O1g2qci0c5UCRFEpYHnVguL4r4w9fJJy/XxqFvdFxEM/5ez89iNG2nX8BUR
YA7bZie1AiVLtmVvCNtjk8Wc09X/D3U2blIQ4QPMYBaemWpW/MIb5CcjTI2jX1v1MdGz/ia2gubS
Gs3GA7c+qCol1dmLBis3y1rCdUtlpGcELgvXu/G71NXNbVRCH/SdvIvcSG4QCzN76OERV9BF8nV7
4y1a7yteV4fhNejzzP9ia1e2HCixQlah4xt56bM+39cN7pda/FTWSHdn2Z6i5Ra0aR2awxEgsJr7
LYgkLF+mJBSyPZaK5VlT/prEHXAz9CzyPvpE6/aHJnXdxpW0UAaDl0OVnlyYxiuKdvQFFosfd7ES
1JU0ecRm7WmsDHEqnAnZqtGv7hUzOFp2pdzqkcj3cBXSg40fzL4Hx+DSuN8y1lpjT2ZgApE6FJVZ
pXWZFclS0ZOgcj23RWYc5IhHCiP4KP0e01m5rbOx8JrMVv6TnQBbYMAl4xTvnWEAagSBXPuiy0js
qP6UHkpdDh8LTaOUpPGu//PBVCGr8/sIVLj4lgTfSKSVXKrElIouzEfTye6Ttg03jsBbAe/6wVQJ
JLnA50cL/PNibQAdt5FCt8wL8hSP1zDEwyUSzXBMx+Y2jNNsbzTTeMhaWT06WvtcTxg3Fbrv/Nm4
Id7ZljyX2EmzMedwULu+h3wJXT61kBSvH5X4Joim/KbQDRIgSkgRcvZSoX/3wxFx4KyNT0ltjY9C
K29a6IPf6qCw750CIRtyvoq0ZsQt+SZQ0/TitFtZ9frWILRAY5/CDlD4tY4sDd9aihTTm1Rp+h3U
6CflnYLrjb4bNescDtHnRKmn7znSVxtb4q14cr1ajD3LCyPrQcN5iayR2kmLemcwPewddtRE7ppS
K3axg6KWdJmmX1X6X9kNv/LI3gFQu8nM9mJTkNhlE3EedBZMbIbo3mrqXWffRiaiArgC1Qb6ks6/
yWXOh569i9gCEFo0uKibXK9nGOZgA4NQfwht/U/WieIhTYJi7+hdePPx1lnnRHP2AAN+DnfgXS7i
EDmIaiktesTmFVQHS3wQjn1i5YcawMVhTtw3woF184qxULYCe0OU6cAcuP40Q25oiDSJ9lD1vk2Z
P9VPUiLg9IrE/KVmjnExyyzc9XO8b8Sz04QfHiiJ6C+JGUrYlkfWsepK4eaRuRU0rETHqPVAFKcW
wQaZIUNzgPh3vMTtno9aY3qB/wAooKiwix/DX6H+KqXKXqC71MXmbZdld1igDy56PLtY/dkY05MZ
1Le1dDZtJI9eJEjHUjHsHPmhUu+F/WR2IG7DhERc21dO784qUAMo3KE+N/mpk6ytzf5O5MeXEEVj
wKsSMiwFV0nup8zkLwps4Zewmh0LpgpHt6gtngLfjvc1Wh2vranULsJUxakupA2GzfpOIpPAFJWG
wVuuuNhZiICpThCZqmf2QrkrEukJc/lD2+v3SleC9hP954+38ltusDzg7CqAz4D90BdYhASB0phV
OARkw0Z60Y3q0NGoCDGIiev6ELefbND+ugQkXRbHaczcNgQaaeY3aZl/CWTTLadPg124snEJ/btc
93eRVHjjcGji0LUb9ZxoWBbh7Z41nz7+5e88JMwVvCmuERWs5NKLq5RzKwtjTfVIq4eHEHHVT0E3
RPj61IrLW8YDb3XBwdAl+VTXunHwhSr29QQQ/eNfor9zQVPg4RhwQMl9l0/aoIoMT7lUR05uAneg
30YYJxap+hiL/uDEn5ToKW2jvS2F5xJ1TA4RSIHxIBnlgZrRoxMe1VB67Iovg3QBOWlUXyLpVBlI
1tm/hPxgIKtXPGJ88mIG5bl0snNvqV9EdmPKEv9K4FlRfej9B79DWg096V0QAoRo4l++apxKdXqC
U/+cZNh8GA19kEmyvmStcz8rB5C6bHH437SCFzuKPPhN04UKC2Tj6/vAzOdktehkr0KcSZe49id/
Z8ZfpaF3W0IfYT2O0QsFv5pmI/YWmsDY6i4c/kza1wGzqaDzqKYNfXgsAljzMKnzTL5pbe07En3m
zsqSJ/QcvAmLsuZzjraQbJw/XtB3kgfEJWBGkGJytWlLS0d0YxCVq9rJ00NjugslFckDssXHtPDT
o5jU5BTVeX/f5n50kqXKB4wep+MOPnW7lww5ubW6pL0Jg87eIiusUzQADESS3LRIgJlLGf6+i7Wx
ABHsDY24RFgK7oTZG2fFTuzdhC8Jxd20+U4gOh4J4rpfTTaJozFF8s5x8pfcT4fXrqo3LpH3Lk6a
vnBrQTHQuHg7IH89Af2g+nqUQGkjFlIuta5+I7wN0d3NnacuDcXJNPEF0ioVjBqV5osValsqi/Mr
s9h1cE3REYKJzNSYi9e/k5zIyDXwHYEWnxVkAsAIwNi6ncJwK9BY0/7nMgtFPXIaFJdXjBHDN3Kn
a/zRq+2xuyC3dTfpZXIxoK3dBzECeWUPTQbr6fBbAJi2AQWUsmG7cLrlFU73WZTwKhaaaO+dTlV+
OFJgndUqMJ/kcbLuNeHLG+/Kuq1OKYEtDXaJa15Fy+/6ULZKLOyydAavldMLtIrBEw2N710oq9QD
hbFLuKF35mDpT7U8hreyoHHuOxjdN10cXNBHFDvVDseHukoHT0kj+6E3rENbWM0d9kXlgQzqFAQ1
+gVZGT+2jfQzMBFm2bhq34u8ULtAtAl8gA1g5Poz0nbSwa+12kNUpXtEEvw9MB6vm7TWdQp9Y7D1
WSPqIk+mjwXkyVoGNkD37NAoS+1hkFrFLSXN2pd19fvju2a9b2H90C7mTiHr4UG7/qI4GqMCKGri
+XqYeaVdfxqFY9xPcfHPuf88EC1S6lrYAciLOh3Md7/T1TrxrEDKzk7Z/VclziXqReT2SnyXEfvv
qjj9Zxkn4OoGzUDIK0Bl2X3X39flfuxEcpp7wnKCL9pkfFPH8EUvYsAsjt2e4zD3jx9P6Xrd5iHh
AWiz1cuKS+fDyrbSqck9KbDNO2R/1LvG2AJHrSO1GQFI/kq2AV/UUq+/S+61LkXlg1gH6Mchakab
mmseHSwzVXeDqg47KenijWO8DjRmdX4UcqCrkQwuAY+WnQU+auOFl41Gf+IJlj7Vhd4+VJH9w6n0
O9rjCjVobbzLfUocG+dhzQ1gLf8efv55f13zwoqkKYrrwpvkatelT35yL4HK6ju8C3tssWTjxU+7
sw7cPW9/5nZHMQ3toCp7LvGELYzPJbF73Jym8q7DQouy+ne7qB6dQOBIpnwKnS29xvd2AvkWam40
7SFQzX/+1w925Cwr7FGUFIxRkG58Rz3YTr5lFPfeVqDjQv7DE8jlujhZsgxF2gjlAhmcOLhJRMjk
xNmX0U6z3Ri11aM16VtxwDtjIl0Ee5zr3ObjFkuhlqNZT6aRenN73wT9qhv1J0NK90IbD1HpuxXa
zm33E3GJh6h4Th37U95JLo/3BSOAR10LT1m/dSbWtzO4hBltxNYEyLes7A5TPrZFrGRelPdfG9PK
qYjI5s2kp6hqlMVmWryeBBB43M6EQ/RguNiul7dQq1Lwza2XdHr2NU6S4FiV9vRFjCqQK1XATU/0
qH+Ia9W/aXTnU8aB/pyJkmjIQmew8sGY7Rwz0D6lTSZuosKafqSOEb58fCG9k6rMAHouXuIjxJPM
xWWRCwMgWFUgcU7wcq4t1b9res2sXd2MXwenefSz+ljllPh2imRmn8sJW/ScfGPjDVgvEIktLycR
LZg0apHXExbZStAnNehFuUKdVJN66djWTnnKC4NuoZJvKbWt682MR9AxX5X0qJeNKRCHZZRDyfJE
h428mpbFwWjs6D6t9GNjD8pd3qMr0Ioh2m/M+BzPXIeDYFBoiILBmzso+uJMqtakSXZntV4sZOMg
slo9daMhXfwahkfa9NJTGAxQhooGiTQovd8EfwpGQhjeBDR+36fOllzOO7uV/BAgFKAoNsHSYyXG
b1FOadp4aaOaZyJZ/2IYZbanS5d/A2zrHLpk+PbxPKwvQN4KMDFz4dlAMmvx+jZj0Je5GDoK4aSk
thJb2PmgefbxKOsYBqTSG0kEuVP6j/Of/3XNRiX+H1VSlR5iGTX4wbQ+2UohP02hIzb6re990Mwf
gp0LQIA1vh5q9r8ZbdsvvEEQN/hgWqgJVdPGO/vWkrjePjP1F3gFlyvztlSwgg9KOpPJ/kNU04U2
xyS7IYC6y1LDdFWcaw5FbvwsRn247dCR++00UNo1iww7qeLs0NJFOEhJWrumMf0YiIyOveqLHRR6
DS2BBJXqwkwPo9Tpv/51JdhXpCUQhsF+UjO8np7KbKwRAIX/gMU9dZoY3l5uZvWpryjffjzUO0kf
QcgcUMqsPVf+YinqFElf4DClB9XjR0OW90lUnX/o4wCXcmE7u4Sb+6zJEs17e5q1GJt6Y+PNQ/y9
TBq2eoReJlW72Qxp+bnN0FpVZjTNA/VO6djbIjgIZ7S/dHYizn2ci3Nn1LXXhdpd3mGeuDUFyyOt
oeQ03zCIHHO29CUKS4zCEoXdWw8tms+3va2WN6IMjoM/S73J0SGLONWhpk/k5vE30Zr+jdRB/2vI
Nz4VUocXUVKGxzFUXwc/68+5UNrDx8u0+olMDYkf5XC2MY/yfKD+OptOEMAZGXXx2Dnlf2HfG9Rc
7OpGNuLc0yoAs5rI2tePx1z132Y7MwqpxKgEnPxjMWiQocUOpzx6TDU9eO4DB36REaEgk9DytAe4
18iphmdJUxt3qKXsDgn11I3NqTDgQRVbCcHy2Xv7ORhz/l90QrZ1PQctUAIgebZ47CXnZ6Q2r6lm
nPClxcKrzLuNPTl/29WenL/9r8EWR5CcWVCut8Sj3gr71keHG6QAWrkfT/H6kyAuzq1cgluC8tXL
qnSBOg6deFQbJ32xE58chFV2K6x7zgoZ5cZWX17xlDkUgIuEMZw0lHkWV7xKPUf4GV/VB8bPydDj
GyNuCjccpa1n8t2R5v4NKSov1/KGz3WJ/K0dxCPmIbaxy9Du2iVDp007ksfI/XgaVxf923cR9YLq
nZ8UefFdfQyTkyse9oDSuIUWHTV77l4JJAT7YZjcyW8/FTGoI8rhMHGsgxGMZzmdjkUa34/TCL+C
ojh2SC6BzQ5ZlWOgBXeoyVxEEG8E/ctoav6tM+FcnwF5vOeL34qMnuVHpiMew2JUIYBk9qepUbND
0aFDkcui3+ej4R/0YtjKO99bExpdBlKOZLP0Aa8PUBbbVYXbnXgUqaHvlDbSbkXi+7tA1rN/JB3N
H0lneP5OkCg88ddDSZM5GpVAhisUVorH7WC6ktP3G+u+PqTzKQWSxzYjSly2Nf0wlpqoC6LHAl4j
zYKYMAwm4fHj3fXeIeVpID1jayFgMv/5X3evicghFMVePPqO/5AEfudV1GQvpdQPDwIdtZv/z3Az
TxelC4xdFg8ywB1MTwrOKDQPhEjNP4SY5cGR7J9qog6HjwdbvyvMIPVx+mQGaNll/QO5VbWIBplr
buiM3RCFv0u5RKqrjfpTktqPkVr/+njE9SbUkFpgIt8qzKBer2ezm9QibPWeNrhugitOhuqI9Ge7
67Sy37hdV5UOAjRce3SKHVywM8z6eqy4MyBUZaoBZEM7qrV/HKiC7ge7ho7cNxepb6S9Hdo/jfxZ
DdTzIO4T/TEfPofpY10BOdQvChhmNaQcmkxHIQ2qW1nZZ1wXfOyGmqOdaChJ5Rs/e5Vn8rOp71Gr
nGX6APjM2/6vDdcXwhwc0ksvxihnF6Vav0ennNg1jOx9XBrF1wjFwJ3ZNOaDInfdpVNQeYksp9nY
+e+sFUkOtFxSD4NQYLFWRtVUZhQjzo29mXI7t+bPgyTgtALe3vjo+Zuu31trdhAApsDlRBqyaDch
42+UTioNXhYGKDahGngc5Cr7+vHmWx/l61EWH5QHRWFWfjBSxrTBpmsqBg62coo1mlp+sGUp/tYx
XH7UbMMGNR1TQVDp1wupSAjv2FU9ekGmHKXafyls1XfjGlJhiCfApey/SVFw1yp3WfRo9peo/CSi
L2PkGf6dOvwKbM+IHtXZiHV027JzC/MRmJyXFD/q+GddXdL+v6AJ8CNGgOeoqv/Z08+pRcoejwHM
2W171/rfeuTFR+fi2Oi5NIh/vzbFYzDcCedn72iYFFQwrs/Y+7mO8qwZT9L0IssHMlupf2oc9MKi
k1H+cbqbXvmCbH5HORLzjZ0V/pEcNzfSXRedzVln6GcWfO2leJdFv+inxyEUlvqHJX5n2Z8Uhrzt
64QZl7G+KOrXwnmwWxBQ6j5DSlgCv20lN/iebEQ7q9xm9tEEaIqKMXV5ygfL+bcNMYTkUqAHW1qU
raN8QYbf+NU4Q3BbqmGAPHyq3ECX0O9yYH07dHetLUeXtzB5sQtIK2a0IJE7Ct/zKfvrOKfxYEPm
8nuvqTC0FPIlKs6j0fzAQoJCUZj8pgmY7KfE+KXg1CgrP6KRSl+2awHilFjpaZdOTHdJ/WoP/03K
b0c5JzZ8Dumh1X9IICtwlL2P89uhOUa59VXP1Scj/WENdI9RxnAp223cCusABogwuSnNDp7cFdXX
kMPQ6s1E81QB/1oLXyQqp66ApHPUMyO7RbN/pzmlsTHsqp2rvbXpwIPO5nCAHBYhuVJmSJwZw+i1
OosUWXV5GibELxPDb056BCIP7eFOeRWaf2rSLHmOW824F3lSPMZ5p983beu7JtDYf36wKctgF4je
KJjmFTAyj2MjTDCm9WoEaXPEq496l9kuNbNdOQPRPr7C1hclJi/cJZT9NGdGgF7vJtznA3kUOaMh
eXscizaDADtsgSFWzVEmm1eaq3+W0ETweHF0LOi5qlKo0NpT6cbnRm5ugDLjFfrcpSl7sAtppRlu
oEiBGwWgMyflZ+Rnv8y80HZZVT+jNXqq4sTtBjj32rTp/r6OXGZmHa86dQsSp2U2KCL+uBmRN6iN
pn+CCSseiX1Nt7OtTz6mRs+0WbQ/H8/9+j3kf8r0I2cKGhlo9/Xco7tRmpTHZU+VYGc3TlgfuyAf
Dpq5FT+/c8Zg6vNYGTQTZ4rL9UhTqk+hFABdsJA82wcCaCPU33bnh9NdEJ4orPm/eqP9/PH3rTCu
86oTd4AkAnANCGx+P/+6qrQ0B18UJpPXwxD/kgJUvKX9lSO6r4xeRlHbC7Oyx/iGPF+XpF95I6Ff
JcbCbbQAOAW53qmDlXpjwoLfyUnV4RvVx98//pnvLD1vKrcB9ZAZ27+IFQQOH9FYm+h3aH4OuatW
nrKyNh8KfRJuL4zooHXtVgf0nbWnEAIKGew1Gc1SXzJDzq3ye4UVIWueBsWm4o0nBHCAbmOXrXCC
rAJsc1CQ0G9IoZZijqM0AtWyHXAramTulU7GMbiaPidFPIG6dBr991ij0+UUyRNdgJ2JZea3wjGG
k4624rdqiF+0oKuOXaNp/xylwU0xyef4eVQsljQyFWf5sB6KyqO9EaCPZEi7YijSjSvuvW04d/ve
3pd5nRfbMCkLwDNGWXminkAWJeF4ayPit1NKIHSNJunHaCgPstqII8GIuRdWjxx4VnnoRWgHgFnZ
MW/lb1DPJjeZXVjGeBi2fuT83Fw/66hgkb/TMWQmqM1dnxW7acFhm23uNe2rQPTrovpVddETo3/N
MmAzWeBAhPRH427CkOexwYHlIKdF+NrK/aVP/9l9Uptl88A3UFmgi0aGf/17rEZFLtyoCi+EmvZZ
N/riYbKj13QQzqtUR9ZzN4Ldl4R9J1Vh4tlmaP5Q0QzFhLD/GomKvkkpJ//+XM2iPsAS6ZmQoy+f
q7bBAKet6aomQVi8iDoPj10WT4ePb4T1o0hrhCcYTDraD2A+r7+9BcfdlEDtPctOw7t2Eij/mqO9
sfvnbbdccTxgAQtQBUA+ZHHvJAlIB7nMS8j45EQQKstDaRvT3pRCgPZD9I9NknlBGYt6NMGjBpj1
+qN6wy6moVBzD4ex5lZuZYLA3troJa6vNe4ZGr3ELrMdy/KoqY0ckH2bBUIdQQC5vH7KByX55aDC
+PESraTj+BxKT3Mbi2d7lj67/hxVmUIrkZza4yFDyKNV/LNqRSczqsdTji7Ef0WlnkXTjN+7YRQu
UNfWbVUtRi1ae4msbEujbIWZnX/QXKCaQxzEoOxFiFM04DAivGW9OuzPrW7s7KhQHBgDrQ+hOY1l
N0977TnkIO9zRz7ITe/sJ7ltv2K+OLM/dSenYZ/3OydEu8ZBgfeO/9bexWnTHaIeUVzeRqP7bqdR
u0NecnzpGke+qXNRuXLSVNMu1AQQuiTVfn482XN4cLVT6egQnsyQbvqmLO71XBftMKH4OcqeXANh
0cNJIAeYO5dWQSskTW1x04HIfMmVQtwIWZrcj4dfrzUtUiTTaJbrM/ltWZizk7BypihRvGRI4xff
ds5FNA1nP9GOoC1BvHe1f0Ly63tWRLFr5J25t7B0UCcs88apzzYagatNzs+ZWUu02rEjWDnZBIrZ
0GBKFY8GfnJJ1CC8G6EA/ihTfyvnXN1E81D0HCHesb+QwLmeeb8Nm9FwcoUKQz49SoZVu4NKn/zj
CV6Fh4xiY9VKXQa2BGyS61GgFyQhEveyNxOE3URt0rOWKz2aY+PgcbSq59IwukOJ6PrGs7fiCdAM
orBLFkttDarAsnwNYLzsbKepPVydsZZL4/pVwilkP6S9els2yni2QuNrJgNGjPIA/CR2f97Yhvbz
aOErS0O5wz4k8J8TBMfPRYflb16V38GtP5KpyzsldprL6AypJ4U17zilmT96MnNOEElUzwXSWUdt
wJq1L6RjAUpin2SG9I3WiXocO2fLeGQVa/K5VGIhrPI3DZNFIJ7kwukwvqb7WFZIo1LD2lsTnp/R
qGAWoDkt2lZWfNpY3vlqvz6/jDq3aYAT4gy0ctS0JjtOO732EPk7geyw6i8GVUCp6IBJH1pi61KP
XTU/pdUL2ji7vr80EDKk7DWIwIenT0Fd7+drttB16p1Pfo9ohFrMGmhnKcLPyvlR9OoxbqJ9kj80
oYQLwhEJ57ClA6Kk58LXsLNEbEc0rq3Hh0Bl+kO0D+/hnQex4UpNvg+7/hhZ0RE23tlK+gNc3D2K
eCkQhbBC9jMLz4OeHeoo2c+BYhL3bsJ/5huHeDg3egDoE8gKGGP7oBnVMbPxxOafQS/jBG0f9UTs
fekGBPcpsRQ3Dn7K/JpBP7Wqeqr98ZRSJ0FEqurCiIcRevzHi7BOgSly0COzyC3n2vGyLZ2ZtUy/
qpI9v512hTThwYvRIPptzp2kjYE3MlungVhsr5pJBf8FiUecF8vLaFp/JK3MbxIjs/Y+bQoXz+rg
IME62NeVrd2Tvm0JC690L0CUI/1FuYs9w9W/NNtwYttXpESlzGQ0+TkrRHmHUqtC4bCXbvUpUB5C
ORG7EFi30tv6Qa4a/1AnmnKL/fU3YA5eZtEmnwVlSneKo/7oa072qKXT1su7viPBGdDmp9RL54Fe
5PXtZU56o9UjeKmCisF+TIfgOKpW+fTx+r03ykxcoGFD4En7+noUp5CNDnJgC93Pxk4sRwzXlFFp
+3iUd546ohlQa8gjzWWxZVBYtVnoy1rdPmKFZF3ohn1T8UPYVan6e5Dh9Gl6ivdjd6I258ZVjYiN
FU0YeAexuGV+lY0Ydd08IDkFJUBbmfQJfvYiqsnTyqgCKS4eKyfTXC2Pe8/OUO7ORGAcRRn+wKe4
O/SA/NwsJ/SSkF92Rdw8fzwv69mfoRzMBzUXKOjLaTFEMER4v2SPk2P9cHRMmotAzjeewdUgOnB4
HDCQcqLPvGqUZE4dYPgRSd6E8OYdnEQqgPWQb9zGq2BqHgVpQzY/JCUSgOuNFAm2qaaMkifp+XRo
kq44tGbenZ0CLIRth9GxFb15I422dQIjKG1E6G96CFePAb5lgENniXLKM9Q+r8fX1CnTIqM3Hoxe
IMiORetOGXCsKfMw2JN56rC0qBXuHEEV3x5RUBPpf6PTaTsRJ9hJIldWq/HoIorzNeo6wESB1GGx
WFnq4+BE1tmm9Xwb112/G3F9P3y8EVYPKNkfvC7EvfCdmbWAr399PqRp0zRG7MVpqeypPmVwqiIK
Rn1zqhRxY4pW3jqTq+cT0Rne6llPliVj5a7HrPShYhpp86Q4KbkNliaPfYR8iDXk+i9LaOJmyKlP
K9Nk3OOJgdelbxY39STs04jEo/vxDKyiT+qTHAJ+DFEhPeRFNcNBZ98vxFTAt0APGKsm7WuJqPAf
aZT0jdO/PhA0z6DNw4bmLVllqOFg6H4sAVkopSw+Wt0MWUJKcWOUVfTJrIHUhYkyryqtlevpbeE4
jNQKIs+32uwYhXihxkiYHZE6D76UaS++xrkfHitaXxsjr283RMEwD8V5C67jnEVeDx0Pva+3ZlN4
bd8Y+yGU23tcGCI8CKNjrg/xMYDbuauSML+x8DnoEGx0o0zvfn68pOsrYRY44sEFREMhfokY861e
p19Tp55hgBVBVqQ5NYblKtHYPxXROCKFTpMn13tklv1a3ZiF9ZEiqUImHwDlm9DHIibtVZwiJrlP
Peg14S6DNHXSW6PbcwI/RV1sHzIl2vJVW9fkAEBw/9gyWQ01lmVFGknUCaEvW33g4dIPBKjFgUiv
SPdNrAffAklOz6E8QfLPkT3dUfYJd/nQIskemPF9VsSqmzdTQQNSk78bRcuhj4tYu9US2fnX8zaz
q5HFgGFN0xVo+fUeiaass4thkB90Sf1Mp7yj4qSj3+N3G8/Pah3AaJAEAXGhTAuvez6Nf1XLpRTM
RJEz0CR5Vpp+s7CezHLkJ6oq/uKn/lY/ef7/XT0E83h0HuYC1KzAv9j8U6VnFe1++QH6abMLrUG4
ZpAkG1+1uq7mUZCNJteh/Ez19fqrsjjxEYzr5QdJStHCxh/uRuXG3lFmnzYqXOvgibF06CxvfDYu
ksXVWAxCSdOplh9CU33WZnAtBi+xq4OK+q23Q3fqavneL9RnYdY7Fax9uYurwDkFKR3TbLD/+/hY
vylVL2cYF4EZDUtzgdDx+tu11q7E4JTygx0U4z4zQ/+AHEh0UXKt3SWy75wiOYzPky9HfwoTd8wd
vOTwu6NOGsLtTeocMNWqT1VgNTvsx7OjT6viZNpJeUZt8r/BTMIzEErpJMfGbz+Oi31ZqSPXlKTd
Gn2cPogpD3+Upj++Vui3n5NcNW5boZtemTWKy32OBavelXc8ZM6LkrWbDjvz3X09AzQyAegQb8Bi
w0P+egYsK4+iVi1gGCqtuTd76ON9pzzFkeo6eW/sGdPc132Fdp9mB25ZSeVGwLDul1NWwK+JqAt0
0Fxuvf4JvmlFapDBB1Ez6aIZ0l2rBfWhrKzhNkWv71KHyY9+6qLbTEZHEJPJAu5BpOG3EafiLkmY
UC2YlBPutN0fs0n0vV9XmDQnUPCjIjhXBDmniCf7UBL9HHplkO9qOy0updAaV5ZQ3nenEVblNGrm
feYLfWfnqXSnaEqJ52LGXW+h2ySyx4933ztXLOIg1MlnTR+E25f3STlIRdSWMSybUZOOOmr0vqnV
iG0IpeS6FE17l0pOta/i6Zz003NTJvtEw/5W7mrjJo3owxIENv4z/U9nT1HDa+1e27hd15cePxIe
CGkVMQYPwfXq2AFYqsquJfDienmpxxDZxAT2UmSDUxFVNOzqTpM3Xrz1zUellqYTJS+Hh2+pvhcV
0lDMnAyvDILpGd2w6l4Oo60W37y3r/b+TEDSwGXOmiCIoC3eVTScSz4CEQWZ/a+Oen/Ihz4+NH1U
Aird9CFY334UFRDpIoyivg+sYf7qv94P2+SmNZJR8aK4QOO7qE1qIu1Qv+a9Lh1Kv8KdQBMPY62o
N5EWGm6cox2vSkO9V6NkeAb6thXarVZ3/kkIehFbcLHRULn+SVktCdkaUdNBgu6Vv1M3SYv0V5oD
VQl0WXwe/S0x9tXavg0Jqh0BH/KcNw3dv2YBk+jBHHNf8UZhBG6D9Ok+GvL+X0vAKCHRs5yFXmkS
URS//jBZRro6piHq6ZUSHO0psV9b5NvPqZRrzx+f41VwSGTGMHSimEDYYosTEhV9hPQwUnpyFbcP
Ir5tnQozQMeREheBIU12abEfVBTfLxCFNwZfo2Qw+noTkKQaRLtliYuYYruwhdmkXo8E3gn5Rf8c
G1ZFQUJRIG9icSUf+lJ+ke2wOHR1ouBUkHeHlKL4rugN3w0Cc9y40tdh+/yjZvgF1GViiyVv3Y47
iYc9TD2h6fUNRW15n+e5c4oxR9nFNI1uOln9FBqDG8sRyk0iPvtqslVWXePB+BlUR2aJG9IIEonr
TaABq8Tkp0+8rFTuR1kE9+htageibMBMSpnvE3gde6eV4/2QYfCdxNlGcLU+X0QVpA4kD1QTVlYZ
6RTEPC0dPPFWf9Z1KbhpIpSzpLBo9uh5HRKt3DrS73w1WC1A0vB0ZIxy9Dng++uAJUh2NnWaJ95Y
ZBVSrIXzvQolHOmamNJlb8vAO6gcRFTM2KR1eagHhyLBx4difcqvf8QirkipEcVV1SaeFAvpWJpS
dEjyKPj8z6NA8KfHQ4MWIv4SIpY2jiLFaRR6ah+Cs5MVad9nEJk+HuWNkXr9UFCGoWUIdRshQGqu
1zMqRlkvmzELvcDp9zzmuzT+kmhiD1/pOBivjvoYGZdG+6L3mWtF+g4g7c5J2v0oYTfcPlj+iCaz
wKtQ3jXihzrFD1p2MfTfbaBjGv+shp/9AWeJGPhl27t2DdSkTM5E5kc76z9Dhrqzg+5LUX3P8Uk7
VMVPFI//fb0gAfIGgm3gIVgykyH+tEEr1MDDV+XWTiUVv4h6M+KZM5blRNoACZETnIkCy3gbndmB
CKUMvRjx+nNhjJbrw9I7j05+DCUrOGDTUbm9HTmuBZ7unCWqsgN3UW+s6Du7c2Z+gXEGP0syt3gd
aoQ9nBaNEa/vIo3mBoaD8lwh/XjfrA8//DL2zXwDIFm7vAWL1ukCYWWBl03VSy9PznNZW82LxEWF
E4qwSHHYwJ/+eVDC6f+xdx7NcWtpmv4rN+4eangz0VURA6QjqaTLTLkNgpRIeO/x6+cBJXUxkWzm
qGcz0zGLuhEqSjzAwTGfeQ0oFeJ6wFvzgN6vAFH5JvJCo1jFFyNmEVeAy/FgcftVHAntgkj0nNvp
6YuSEjORpKpYakNwP94fldr7dIXrFGUVMIKaHmqfRHOsF2baSwuWkXcVFEm8fv9FX6w4jhcTowJO
AmgCYg6liuNRrYQ+WjGU6U1t3YyZ60g+HodajOpYYmewDMZu1cDTTvc9OFyx28cC2Zy6dLuL3N3k
1Kr06LpuLhBvsQ3zrg2+qYXl6MOwiYaNpOBQAwUMflaSrZTOt0NlJyVbxb82LMrAnlbd6aO0GkRw
61WMzmNlB1yrVpCs3DpZV8hltlK9qJHMNKroIQH8vBxicLNmKQSOX+MY1JXd5v0pmTKl1zNCSYIK
HY6zxoS8ASR5PCPGyN4Wu6C7T7kcNoWIN1qBIeRGyESF3hw6CrXRGsukUc8dkS9R29HQ6N0CRiJo
nzwdKCUcD21aiT9yKcX3iGXKdo0I7a6JtdtSrr0LPFxooXnMtWsm7lIJ2d5606mbsAZNnugDkllt
IuPMqweXGaABJ40Sa1VwZBoYuO7GBOut3v30/mSd9PuQlyDzNyfpQVbRid1j33uRr5a6cEfqvUFI
Jb/MgEvd5H5cLYVcKzdCUy1iTcwXQkcAM/SiuXRVQboNzcDa9DUuxw0ldX2QsRxvJWU3mG25qDMv
uk3kUD6z3E8CvQmxAykfgxJOUJofs02WCVbRGG2p3LmSR6Igq9UKMkH2BZT5N8FtUCJDyMARZTfb
eqOp2YVuNQ4KxO6qwKrK4b6iDNH36pl2xfwoBbZHZ29KYycWB5Xi4w8fZaOQWVkv37mZ5y9DXagW
jee7ZypHb44CTQaLM3j4dGmPR+nz2E+7cbLTGIJ8hQUf264o6ov3l8SLEsvrVUyRDeAV8G7lJXOY
3wttIsVSHQvaXShZxUov1cHJUXuFEy0+oA5w2UVKtIzMeK9POh1D1SzTNsyXQ4/wr2XW5TJL+mhj
pZZ0ieDK5xInH7vxd74f+Mglm4dQE/tFq6TZJXV2ndOBDAh1lcKRPclfpqpRfLTcRNv4fp460ihE
K4qzmqOKiYF6Z43yG17VTlqo6t6M9NhRI6NYhqIZn7m5TrYzE8Es0FHgcCUOfVmMr2LIIO9Gq8Yq
8I5YZ6mt0Hx3Bqe9CJaU+a96J9v6C2h+N/m3+inYuWeusGnJzL7ChLAHuDOVI8kSjz82Ysu17Je1
fAfgcwOTUy2Nha6uJdKF97/3CWHs5TVBXSBKBRkdpPfxSDgvmgm7X77LP5prfR1d96v8QlrBtra9
pWSLq8RR1vmndmncaWvjUlyka2/h28Lq/eeY35/zx5CPH6PXmyZoxUK+QynY1pCDi7VvSr4uZR1U
6Zk1Pt9JxMrgWqbYi8gEOZHZK6vKVE3xUVzrpVTbGqb3qUot60z2/fYgYKcp63Exz30uCKiK0o0T
wNMBjopZEAZLUKzBmVeZLvijdYI2CRAIev2TfB3Xz/G0aZ2PnOuYpzd64+HgDN8aSejMm9j57gLB
jG+0BpLbAsycI0TjucVz+o4TlvBnNYey9py1R3F4gIvK6IUY6TAoh2zKsM6ZV85GAew1oQzw4J3a
65TwlON3TGIqPwniEzdUcJPGHoH5bmIS6rv3V+CLNMarufw5DjVwdECohbHnj8cxSuQxwPYlCDSC
P4prs1l3WX4np9oPcdQklCn1YLD9AcEo+HTuYuj0dqvlQb7EUEnfoFdYLQrJ72yxlQKOyHqBjCCA
zk7xV6oYr0n+VkkYLEQ8lh3LM/aSEW1DMbIWVlGvBoVSe2YJ2pmsZhYQ/XwrekP0sSZw9lxGYYA9
7tYpb1VY3t2gUvIt+VYahFAbNZ/AVj20KnNJNP9sQ7+Mq9Il4hQnqqJFezybA2BIAy1zijKVpB3i
JA4u84a0rlYTz44L43OVn7OFfmOhgEoBpUxRjdedoxYilcukK4L4pjZUf+MOo8mVD0XqZZ382/f+
f3hP2e3PFVH989/58/csH2jg+vXsj/+8yZ/SXV0+PdXbh/zfp3/6H3/1n8d/5F/++s2Lh/rh6A/L
FA7pcNc8lcP9U4W50MuYPMP0N/93f/jX08tv2Q/50z/+/p41aT39NnTH0r9//ejixz/+tjgX/u31
r//1s+uHhH+2bh6S+d9+eqjqf/xNR/0DQS1nJP+dcP+cP93T75+Q6RA5slcAX/39V5qVtc8/UT4Q
SiqTZylmOLQzGLrKml8/kieaDXgt1Ak5GeW/fz/T0bT/6zP8lTbJbRakdfWPv1/AaP/ar8jXwWqY
eAg8HLczv/l4hXkvCJLOY4Vpeb03k6bZuKUSPkptWZq2p7Tp50A3fGvDXRBfdGNX4PPbK97SCkMN
p6d6KDcBgs2DD5+pqCPvPqFgea/ANbsJE0v+PMD83Uta5X4DSqUscWGwc5oV11ImDu2q91JHGyL1
4Al9c1ULrXAvyIWCTbHbHyS3Dkfb7MFy+6VRfHfFfkVJsL4L+ijCm6NUSUJktc18p9NG8zKh/4Sz
QI1nRdB1xUdNB0b2X1i42+B7mVXZc328So9X+/9zy5s2/Xvre/P0UP7466KKH9Iff03/235fZOlD
/Pv/q14v/pff9XP1G8oH6rdTdwQcJyfKxLH4ufoN+QPWHGAyWM243HGv/sf6FzT5A6n4VPslKacg
MDUUfm0AQVM+gHLlpma9UmhiG/zJDjg+2idkDek9moqkcEQ0BDPHG0BXPThrCWRFQWumnBsj69Jo
vwkRfs2dG2frRhsOXEHnKo7HJSzGnaCWVDOmxhEKNHPnIKsGCZFZbnjZRlV5m4uVhfBI52afOUmS
hzj1hXtg9tmyNdy6Rr6uH1oH/W4pcpAQWvpp1kIiyKWrsNEJ/qdu+VXgp7G0KmMx+4K+gefjbmHm
T0rTqCQZOUL8A+Hhs6934n4Y/eJZCBH3jscevyCpQTdQipqtjqzq97RMDqUq5Y2TjKaAtHAgC18G
IQ3wrw3WadrACtAVwohW7kAUaGJB+84XXPHGQPbn50z90VXx33THTTiC//xGAe0cVHXyUP3adUcb
bPqnv64XUfsAmmhi4vxSf/i9wdiFH2ibcMADvpkujFcbTBI/THkRla8JlU+/nN/3e4Pxs+l3UdUA
LUK/FgbRH1wxL6DzV1cMHjzsK55vuvtQdHmhLb7KAXEp9iIqJNKmyCvlkvYMboWFkBj+Is+1BUB5
nEdTNwnKlRQqxUq1YhwrRWpdrdJ9TLiGMluqxEcg4/mFr3u3yNUPDsrJ91as0n9osTO+LnzZ2reY
BH9vi15yNKwZkHdSh/RCdatt1nbRT6GaP1qV/7Op6vIhDh7Sv+ymfHpo/sqe/9rhp8VnC75X89vh
KML5vyOkoQLy3gq8fur+ch7ipx9ZGjwcLb/p3/1afhzjnMIAEIiLiSMmdNGv6EYzP0wrbKK+EmjQ
+//X+S6ZH5DsACwDxwfh7heq5u/lJ8sfJgYDJe8XGhJt+z9ZfqzjV8ndJA9q0bsCxs0a5Hifh+6Z
adSe6uXufZI/diFQ7s9+diZLPU67fw3Be/LEIMZPsC8C7anBV3v3XgnEZZh/qS0EWa0HydvX7TlV
6llL9OdglBgmlMu0mU6IQoHVsWsl4R7rTt8Zrq1i2RdrFH8MvDHVTbqWz3H633o9SGHYLRDAglmf
lVHEsJZyFWGu++Y5+5Yd1J3v2WcHOa7V/HwtixiA9JMGHLq2x9ewloedqaSae5+Ta7SGB9C9dFQN
y0LvnNHHG++DOu3UXgBfy206G8qlPeeB13bvazF1BPWQx1/0PLfxy8au9hww6jidenkvuqcwnmGz
ctTOtbOMss/yDK/vnW9iR10iupedKT7NFzhAZVY3HWr0FviPNAtgOqw20t4fvF2Objw4S9HTFkLT
LV9t/F+Jw+tEYRYmUUc7HmWa1FeHuFrIZjt4o7dz26Ur2Lry2b3RV5OsC86v7w81n7JpKNJdWAjs
XDA1sxeSKg8ypOX5uypvSyeKVoWG9+r7Y7zMyqtL6eV9uJFIrSfFUvL34/fpO0VJwzzxd+UPnF2G
3hnyVZle9I/ZhfyIBIqfOX5vy5/p2ICV7f5MGwwW8PSOJs11DrkpvZvm4NV0ysCC0lrO/F0bHwa1
2Pldtsmk6HuHRu6ZN52W88mbvhpqWj+vhuKqoobQFf4OGUZ0AIx7qpE3xUr+2G+TP6qun77V7MtV
ZasZCVyRnaS3F6U/Ol59jgM037xMHMEO+QAgJaqCc8a2qIMvtOKStxEhUQzalRbQLQDLVkvSxk/P
nX2nm2v6PpQFOWgnpO5UOnw9eZWm5IMie7velxFL4nCtF9Y5dYS3BmHfgjOadHEgOx8PAiibJnPJ
GZH50bMgbxA6PJDAnlnyp9uKJGeiLjNx0ELm3NrQTCld+7K/K2ot3KsS7DLfcAX/Z4J8VNh5fVC8
OQzMRyICoGAnl6HYD6UCXdDfmXhGDGNhOhIFgzPv8taMUbKYQgvoCsSqxzNWWTGEFN3jVO3KZRNf
+zEKp/45G/Y3XoW0CckIslOwxnO0flKM+qhBntlJsSNhKuiUqnCutz+PjjkJKG2/GmT2KnWR5KCL
GGSxvdkrG1m1rc/tjbJQHW/zeH87OsMC0NMiv1Svyt5GcO5qsO/ePyLefE8I35NHoUzaPXuEqNQz
38dPeqd4lE7qKLv20nr5fzbG7Lz1qziwXLHgi6nxxsQhquz+qIE4HT6TgMO/3kI5XhNDCErGr/Ng
19VmufS1ZlGX5Tll8benCvluZKSA08+rBV3VZh1FsmCXRuUmDJzRTzf/lYn61wizi7buQ3p/Q8sI
HHCV6Dl+emaiZt2q3zP1ryGmu/7VoWYYjYXxRx/sypW8Rt96PS4Ce5845iJ4cnHBvg8Ot9+Ndbe4
xtTosRNt99501D9S+vz1EPD84FlQwQFYd/wQmt+1dSmOwa6JmgsPy0tPyP78KJrY9L+HmMvoeUGR
CT4qzTvrxjSDNfZtq/e/1azb8eslaFu/aHvgrzOdU69mUi1yI3Q7hc37CFl5DQF6Va2zbbTVrt29
sfz+9XJjLPiO+n28jVbyJluVa3852D/ef443V+Wrx5jdu34SVl4QScHO1HdpM4Wx58CAM6Xc0zed
LctYkpBXiIxgNzjuGhv4pypCJsAZaxqchqPbsB6W8TJfg1abdAdNO7vxVuf0et98T0oTGG28RG6z
9xzrUAh6FLt2nl6su6ZIHigWu0/vT+b0S47jpanXiNjxBOagETI9xKtvWueNTxyvB7sgu3aV0ImF
q6FRnAy6/PsDvfk2rwaaLR4pRdk2a5lSsAgOlTobQvOZId5coDKduAmWQv113vbrqQiOCjfjbvuI
8dNKupI+e73dboxlsRgdxcGNykFkcdlceYvYaezGvus2/qV4tfkv3DEE9GhvgT3haWYv22AEr/lj
Eu7UrLpWwuS6l7Ll+/P5IiFx/OUm0NKEnCZoozg8O9f0rAnol0VoyKWt8VSNQruTwr4u7QwMYudo
atd/bZHWe877Lv4yjGgpVpESH3K1Dbe60sv3qDYHlyUkfRRYBkFJ7Sxs3e9YmhacjmOWwHIP62Lb
uKH43HvS8L3VEzGwdWAl207UUAVBz04ZndLkXLD9shWQvkNLdh8XMsYzeEqld3qqiVtZd/mzVo6K
5SCln8FPinMzsgsRV4EJTdtXUDKk9NqFdQItThnV+7FI/C0MCh2Tn56uyLKHHpvZZlzCGpK71sVc
r5S7YKHiyBXbVtNrLp3CyVYEwnf2ZTBFICgy+0tEHFYYAEyju/b8/keYoYY5KNgy4LA50qmITMX7
4+2DQEsMiS609pGOomFVFFBwGjFWbKGwhG1TGuoNe1a4Svxw3FYKT4Q0h/X5/ac4yRLgYVGQMhHB
Az4Mrv74IZJUzdMgCNudrLnXQ36fqdqzFQ92519zXfzpTSYhqjihFqniExHMcftjEER+13sig4m2
IUHoOucS9mIpe7SykdOfmHvQmpAjZXaP30fMVdlLMjVA6l1hlQx1nH/VQcD+yAa3rhxTTcV7QSmF
1tZ6pZRsPdaMyzL0w+ckiLzbxioI7OQ6Qo4jFYa4PDReW4VO0KvGJ7d2yXdpfWc/XFNOboW+z5/r
Rhd/yNXYfBuQ+bJs120VHCy0vuqdpDFzVNTGJs1RbdWie72wtMKG64YSaiUhkeppcnJn4m99QCVZ
8cEyFwgJab6SxktkBOQUq7E83XplWseoGEmRtu4DknG7IUz8Q1Y3K5LzD9IRSxEO/lRXPJ48Qygq
vy7aYC+Y+bAVTZziRKkpHcAeWUanMMYx0aiES9PNRKd2sQPyUu+71xXd0rf0c6oALwr2x9+SjALc
JOnRxBc8eRy6Pk1RZNE+EiN4rYmEsrTrmhthELHOrSXvCvRG5Ex05l2Z54bdDEp2UMSwkOxebapl
VZjtdam5PXY2QO/HLBZ2mFH7KwsWEsXAzti5brwSuiHbKq7crMS+kFbxoA2XnIt4vnfNuG1jw1r4
ndraalgr507ik5oD6TloExJnhUyTVP14yjvUwUqrlsS9ZcTTUZSp9XNrTi5AeSbJV0EmqF/xwhkv
FKnEXTaLa/WuU8DBbEoR+K9Hyr1PzaF8aPRxuB2j1P/E7SbtqyFHTHRAmGlwhqxDHS9JuJsHAhMF
meM2k/YDokJ3WhARTRpJE211EbUAeyxcV3Qw7zafJMXov/jlJNRNESZ4on3s5Y5u+o3o+EJRQDXQ
o7Zw0LfqAeRWo/eUu5n1WYhC69avGj2yMQiXayzQjOiL3AbFd3rcbmdLeS5+Kqij7johrLdyROPN
bnVLWLhxZKjnypgnleDppDUoHQGVlkEVzCvbg6EHhdt21r6pLKTGaj3Mqm1loRlgV3HT7pshGoIF
oM08tMeGKiGSLpWprscOfhF4ebf59P6pexLQ0GMCwEkzieIWBOdZjDhGag49pY32VRNaG64rbVGn
hnH7/igzAOu0n8HFgHuY9O347zwHEz0pELQgSfeum0t20TX6RzcEkI5QyCbiqnGg0yaDp69deZIh
GmukrRI3dYJqAKrjd9ptxR5cvf9Ub7z75CSP9ShyT1M+f7zis9rzNQTX033ameaqrDNtOY7JORWt
03iOrgmQEE4ySitcO7NUHdUsyddpC+9R1KyufB2PIlPw9I05Je35EO3qrEg+Sp6hLrtY4LsLgbJM
PC1xGlQOlnje93ahjKnTxzKSRC7se0kUlMWYRPdmhRtw0/XJRkc5cNNUCDG1Qptf1VpROCbWf86I
7dCSSCPANUs5BxadIoOjg3F6N25s+pF0jTg2jqfQMz2tQJw523ewNReVbghOpYoUmNFJXr//taYj
fz4Uk0dJj1VET2N2JdQjy1Qtxmxv6nV4RRdexwsMPk4fIivWxijbJG0c7S3JtZwceNPF+8OfLBbe
dPIxMGQIo/QgZqUKXY8zd0CNYk9gKji93mOd7gfNmbbUTABmCsXYIXR/2YlowNCdO57QPA/EKrfq
Yp+PDRCZGj8uOxrrcRkVur+WkwDFacoq917i6tzw0hbgD2RxSRU2chwPl0kDPxc7EekyrnvZHqPA
eA5w2nWisejtlCja5/ZOAscUPXnV5+k5cf+TMI7MmoVOjY+EDBuB2YpASCAFdNAWe6tvRkfSShjV
IpRIrdJ2da75tizUZybtpM/xMiSwt2lYNHRnn8ZXXJ97eyz2ETgUVAVQmzTrUVnCOGKO8GCxOV9J
d6NYOlPTfOtlofiApQVVSxlu9rVqmZa2V8DwsaJEsk23NuGNjGO8VMs0X0Si2uwyU87PjPrGUmRu
KfrRfONt5+G6WCaqWElKucfSGg3FPnAddfDP4SdPtzbpNOknaqsA41EkOl6JGF+oNfY60h51pxA5
Hf+xrqf7qIvcxftb63QWUT7mG2LQzP4ytOl9X2XvjVe1ue5ryt5L2VqWFbpL7vpxPQiJ7uhAHRaa
gEXP+4POGNnTTmOJokxG9xvqLIyZ41FlD4FXvcuEfRj0wHIE7aLCH9a2XMhBNRp7GCJIfrNHc2BV
u2ZhIwByX7tqbrvROd2k0w9Kdk1RHGoHVSnos8ePUiqVGkBYFfZ+TWMLQZfnPmjOWY1Ma/H4/ETj
YlI4xA5oMkqYzXKsiAmqWdAwgeVZS13OkG+RvWChZGaybEPXW5+Z4OmpjwfUIPGzTsnrYNifUN4H
1RRErTb2VaB/ywpl7bllZIeqf9e7OxQw7IqqU4odTJBGEiZiaBRGxZmtcvrSKHywQWFKoOKLjtHx
zE5KocTkurFXUktDFnEYL6HsGHQFsmGSaRPP3BJvBngwraaMb9IumFNikpTri9vS3PuBOEgLiFHy
1xQsxW0lj2FrY/ub3qvDiJZkrPTa6Ahy1vkrN4jVHzX3/h+XUye00AvQaJLxRK70+P2TAh8uQ8ut
vY40tC16guCMsfT8/pd+8fE5/tITHhAwBWxrgENzk+OhFMs4cNXkELh5S8beJqwrM6xh2o3S6Ghx
W19gUS6p61pt1M6JCmOI7KRKM3qpQahDWDfbRzEH7uqovt97C1PtrNjJwbCRYJr5jRhnEDOUMvoy
JuiW2FqTU+P2Jc2DraG75i3JWYpWb9n1qMbopbXoZKQTBq2PoGwN5Q3CaqW4qGPsbkmng/ZCbkK/
QqjSFT6RQsupEwaV9TVQBQWNXwkTDxxPdCSPhKgQYKGM8iGzRhDcSO2Jgl35bsqTuXnjLbAN1KpV
FeLja+eRZd0MMtg6hz0I8drPs/tYLMQf70/5G+ts0kxnMYHFBFGszepmvtLqVVvU+cGztGZVWGLu
WBioxjYiSYqjhlaCHnmcbYwwvNRaULtemEeHwq3PtfVOzy7g9aCCpj4lTJo5YQeT4MTIpTw8QAD0
rgbdg2+p6uW5w+QkO6VtSOaNDBZgHb7H7KYVtUqUysgND51nhJsiEM0rD+NuajeTqDBKaBvXDKpl
0Aj+vdR0hs1CO6dIdnqYTLg60DRAk0DazRlisBN1dcwQXBcRedjSzO4PXV+K10lm7ZWhL8szleA3
xqNmDvkDOhQXwzzkzJHUhGLXB4ckgtwu+F67GeXpJoJJttI8/1w37hRgwT0MRBfG8qSDS2p0fFqQ
4qM3ggTioc+SejNUdes0leotwbbrTpUWuAuNHZvPynS71614lbkmOrBui1KRCaK7N4J01/V1deF7
QFlDkoYzfbDTUG96whc9OvBGJ1MCS85vqIyFB1PiE2ilBZyK4R1CPXVTT0Sfvm0KDKPPluXfWOcT
vBKkE8nyJN1zPDdigTEyvgThgZKVv+kIMldUFs81/F+wEMdHqYk8OXVwMgDirnl3SvfFXm1NHTCB
QRlLF2t4xojMrTRKBWtY+soqbw3FjiK9/DhoTXSpeaGxSH1RWXQgNxbvHzPTB58/DeQZaL3UhiHM
z06ZQuqLUkjT6BAk1k0fDc+6me111/uK7Ol1lbWP7w93GnISByKVgRwZJe2T5j20xsEIsiw6dKOW
X+mCp90L5viFEqZ05sVOk0ngj6SucIOAr3FZH3/N2nO1JKnk9KCN1rfIE+tbqzPi67CD9VlKVbeU
XKW7SGqpWgRIrJyrtZ1OKxkDtQBMLHEZ1GdryWzMLIjodB6M0RAvk8mAOBd1WBqJdg57CB33ZDAs
bGB1ASOZOu1zawEdVwFEaN3ykLNF843YBspCNAvVVrKwSpa5ioCsk6VK923UBkVcu8Kk7lQ0YfaQ
ZnHYXBluHCfrLmjlZJGPuGjaMl7KO8nEN2CQhNFb6soorxQ9wwxKDjr0DmQBELzY+MpSUNP4Wg/4
Egu51GHStp36HMbUKlopx3RPx2jnoY/A8NuoEZHTGnDCEVRDbdJlLxMRLLzSDL5aWTM0a6MD+9eR
FT+aMmprtole2m3fDCqOZJEVoCdvhstEV8rSqWOj+6jkqdVNgcZw7/r8Pbslxb+30lDZx6QZSGjF
bnGocFmyU7bjwp9wbJdiniLeofFqFdrbWtvYipbX2A11sbGrMq3YGlqjmSsfOZfW7hvZReW5SBMB
Ne423gw5nwH8PZ/Y9umbXBhNI196VDr3WSG4zyTA8OCCvhEh9hZC+2WUGnpOoxbFywYvkxH8nNEn
Dn6T/D8ikBnoN1hbe7aIboW4jqS8yx0vq/3GESHlYTRWDz4BZtYZa0ug2cRXoD0AN2AYb0ovEr4W
Zi3WTqpKbQOAqEBAlkYTnhldFsp0WrRJiYZ+my/bRIzw3SlBRUsdKdPPo+bqqBe0JJhIx8Sufotm
Gv2SvApl2U4tsWlt6PO4ceIOpruLyNfj3nZb7Pw4qZEAb+Q+NmyzlYR6mVGLMu26K4YrF6eFx4CC
7qPbqsl2GDwfGXGrzPSlJnhpgWhDMqp2lELVWzSqhneB1UBraBM1OHBH4CPXxubkjGO0yrVFcJli
LJeRm7Iw0q/x2IQrtI7GC2jv1ZIjQLv0UF/YjxausR5ecQt5VCFh9L47Dijj9NdsPhFrjCoqFXsS
rEsXQWZEpTMmZXBv0dLbyeiQ1SgFjt6lD7t0C9RpeAgpoeIwPvaJuQm1Bg+bSjBQKfWaQVpVUpo8
mVriIidPfX1fWq7FZzQ9/65m431tItf4mjdmcSvUQ/zUNHGMBcYL29JTsXmDF2wtBL3yHou68j7T
shT0hZmn4u0IqDmzqwr3l06N1lJcZKhfKED5HPKu5JORqc1VoQ/+2ixyv7FVVHJMahNikDhFlQ+f
soFsnimKRt0pfbWKbE9GcWywBno6PXENxpN5cZ9FsvitqEqr5O4PyvuiLNEuKSuCdHvEOGpr1UFZ
O6E5+qtc1YV0Gdbqshzq6DBA87rOpaATEKv30HENpFEK4ThnPSPoXfAtFUz9xhtT7zHF6Im9L+gK
ng2oBvGhrRuc1fQvLt3wkpBHkChCCGP/jS4qOfto9rnd6Z4SLso41i1KWVJWICIftQiA99nwo8C5
4KrtQ3ljVh3TMBQ+dox4gnZtIH6MOlH/4ZdmmgIbbZTPojJ2eL24rDyPopu27IW2QtbUy5RPAT+r
FpaYWaYTxHqzH3vC/H3UjVLnVLU1/uilSEKAz4p/eLKVoX+v5/nO8mJjL7rV+GhovUrHDUKHU6dt
vB485G48VUkp0Rb5+NyiylIlwnUbWheWmKBCAgPih07fYqEmyJjLoAE+e2qkFw4LW8Zyr0ZYXvDI
bMCPu8VlAgVUJL0LShp+pjRkdu+1CBzK5iA+y23h3hKtdTvPFYZPiVQMl1ZKtG4LnYvKZk99jjKS
XwxPIU5UTF/RYDnaa5z6eSb3gjOxvvhkbow8opcVCBQSv4TeQh1Ze5xxaAfZnJPhXWpGwUexCzNp
wbdLTTswa+RYJayRzpRvTgNB5HAJFSzKbi+MhNkFHtaCVERDcXD1Krn0Kg3NWdOMF3w6bFTxnlk0
XTtsGk87F5W/VGOOgyIL/SBydjqUOrKIs7ZB2etK5A1xc4hIrkPH5drd+CoeWVEja91CzDAmojRb
w37vh4ErDZE4hGIFJcmdOMXcvnLFaCuroRzbnUapSYyM8YG7rroYjMpoV2knIQ5FbbXMMObV6huL
Y9pYMCGT2m5XBofYq9PBkWXiz0qCZ29T9Ebo0jd7HRUslN4wjOipIqNjI3l3jR7r7ZnCyikgjVmn
PE1GBKCXBHSWK6gqMqEW7iMHWc5duwkH/a6r1YfEUsprDVnVZVZmqaMUabAOla5elEnSO11ioIaX
hewD3ajpbdXKR7VruT7jIcbvw7BseATyNRyYdp0DnF+3TSgvUWA2L+rey++p23iXKvXlM/HgaeQ5
1WrgwPNpkYWyZs2FkFuuHyytPLQjsxkNmeUEPo6aTaJrZ2ZuCi1ny+fVUCdBriUjyOMJRnnAKAVf
tQChVWvEJeBPQ2mUHSd1QJl6H+2EWYDbi+h2p6KWHlwhf+haq7nxTLNwFEHQnt8f6Y33ASAEi4Ee
H0DleQsoBxbfeIGeHcq6N+ye8q6tReo5xac3RiGCnRIigllqvrNMJHBDs9CRXDj4PVdcHbvETrr0
pzQG/af9ByqVKL0Btpxt7UEUXLrVbfEp4qZwskYNnLwGgPH+jL0kca+XAOAWJgt9fEjc8MjnUzZm
tVYPstt+yuxvi8JGfdbOHMPJ7WeEYJyzYIr54p4PN5s7Xc8DNOYYTnQ0W3YI1ZxgKSw5yxkrXF6K
drB6/w2nBGb+ghT0AU2gDMw5PesdEAiAq4Gl+0nPrZtaITJX8vAxjponocrOlFznK2N6u9djycc3
gRvirSurQvupTT6q2vcg3L//Li89+fdeZkqwXrUnZKmjitgzfVeWXdiWXS+aZbu4eFSd2Man0Ln3
nTVH20Je+Xa0EO0zBI15SYDsDdkj0kTOWeTnT7BKUEEyPZWV/hAVqSg5bpQNlPkGdCAcpNYxWUZc
HUQW5gZ4Q2cB1j9qNBg+sCIxxvqlGXGRFqsxPZPEzkxo4FfwXJwvxMI0KqElz7JYsQx8V8iK4QAP
tP/SSHVjRxqprCH440VTqC6mI4p7b2SBQhfHghCdyS5+FFV3M6S5vkIqtbwpivauk6r4I6IE9WIo
RGwu1Ci6f/8bztbIy6NOnG06TAiCnIiBjuSXRHV6f7BGQ1g0QwG6pCe1fH+U2apnK4Nl5xIhqYft
p8+Viyu1VQSkv43DQKx9FySC6ER51TgRZbeNq3e/3Kb/iM/635RlPbFD/nOW9XXQPB1TW/nrP6mt
AqC7DxSQJlmniQZNr+s3t/XlR9zwBtYGIFAkNtURuRUlaJSnJskW4K4ix8hvcqtkfaAYB2yF4gpN
Q/A7f0JuncGyCVnJCyk7wf0mdprQysfnyajFhhdbQn4QhamY0vpi6S97RbmMR7IB2x2N4roOgNzZ
iTxQimlaPcRmWZbW9AJGjFuCHpHqAH3Zjx1iwy3pAebwCHIYuu2H3JBi0ZXAWfNqm1ei/wimJdq+
TPf/X3l/4yj63sr79JA2D3VzvPj4F7951SLsaWoY6GZwXAMZ/L32JF3/gN4WMqtTKZWWM8vrl26M
gHAMBykQJPhdE69wapT+XnoyvxB+MupLsB7BtnOm/AGtfyZ7CGnDhNxFqAZiB9FceLTHSy/sZCPK
E7PctVqvfzZdqp2F8L/YO48euZE073+VxZ5fNujNcUmmK6cqVVbKXAipJNF7Mmg+/ftj9fSMklVT
iV5ggT0sMJeBWoqMYJjH/I2s76QJTkxnU4SLYk27adtUPcRNn1w3Rap+oySneiOF2Y0ktfWtkVjz
h1B3Kl8LtfkDwae1A6NWbuZk7r7/trr3f76yvzPTVlfqyw8GawMugB4yhNlVQBZSrwAzAjwc6Nvs
Z+M8b0RZQa5SW2erZNElrtCLLuvvj/2yQkDVFqEPqnSvmARJa/QIhsvto4gd+aTXzgcznyd3zKVh
04/2pzTTy6uuyJK9Y8XwJnoajnjOZJQ9LNutJHGbdmHrJdmA/7zl9DdiwNCg6bKaWp3duiU2BFt9
0q1dgtrIQYvUaf/+ki3R3PkMwEeh4ssjRC2dmsL5N6aYaPL+591jYlDJcfKeGyMJY8/R2gwZUutR
TpoWh/H+8f1xX7UkaUO+JBu0t4H90Co5H1gaE5HPxdg9ApTqryZUwHdqWMXXed/1VzhZN+5gSf2h
DINhX02S5CNU0vq23VwyhXnrlzA+bUmgWjwF6+QnQ0SjCrK6fzQKo90nWand2NEsbmISzv1k6O09
JTdl27Vyc7CMBEhVmwauXlJQvbAmb3wMulWoNTmUjxf/u/M1qQDwKXJRzY+klD2tqgwVjKEfnmp2
0M6asvHYjK3lxuiLegpR0R2nKd3kMUlUQNnm0MvCfhjSIfsEfkS9zdpenGwpy2CMO9qlHuvrw0aw
DuQH9D2XzasPqOWWkmUAzh/teohvraiunqMqB7pVxO1tpA2QT8bG3PXBVDwmldlcmQLza+qChbKV
y3TcaqU5b/lj9GbA33yQYiKg9xd02bznmxuqCOeSGxFSMTIl5+sp9WGth5TvH/W41XZJhf3SrBJf
Jk56ibX8qhtKBLHYCnEjc1eC318dJBoEkUM3Tn0Ute4Uro0LyOxCu4St0aHqpnoJYLejwPsFJ9NQ
lj9S/RmtbdxPSbZxqqaBka7EaouuhNKPWyusDfNaih3lk9Bq7cf7C7Pc3OcLs/xCSNY6EsAG2k3n
C9MajTF3EUK0KC/Gu0YE8zbSRbWTuwkhYJHg15rN04HKauFTMrwIhHu10RdJ7SW0JhlDZHJt5NLr
WdVneFg9aoowvmQT+MgrYCCt6paFLj8C0Z80ty0QAQMmp6cgWjOqMb6VZDB2Erk1vuaQPQq/w5b5
oASVkbkjur9Pmp5Zzw4mCq41tsY1MDtcds10QkM5Mu2xAMcYWc9xY+oQoSLwqJs2t5FEGgMNYo8z
JO2hASBSQa3BzdYd5lRBp2IUw+x3vTrPXlsWee6pwagfhVMblRsCae2wFevTH3Q6nB+WGraBG0y4
OHq2nbZHCx7kDExNmX+moLZKNxxMtfYrfbJjjDO6VN4BaJ/pk1dVJrZOVy3iy0Ne7UJh032wBbqV
GPkuKMw5A9m+UcRS454wNkTWoFeidhsi9n5Ne1kCTYG2W+bmQMcQTSwTOhK91WqpHwcxYO2irY4Y
5sY0Qvow9XWl0egYN6oa7ESHQ4tfp3MiHSpjSA6D3DXltlbz6EPVFnbnDepgyF7RDtmlVOgVpYg9
DR6ES8+gDsWlsrr4wkJvB9yFrEczH50NTULZzXsz3gqp0r+WcE3u5YY5z6VhPCKBGf0Yo+zvebwQ
7aBTQ+pMiI1sMqd5dSaUsozyqOysRymv0506V6NX0JtxRViU+9xSB//9M/jqcmI8gj6E0RxUvUAK
n59BC9/rCfVa+1GS4mGfRVnqG2VobSmqXyIJvrqqER2gPsVFDcgW+PpqKO7YRDLQ6X1syghORGSE
21SCyjO2arjNVaAZf3tqPGMEjsRFhI1r63hww30YjLbzmM40zeZaNzm06U/EmNULN/xbM6POZ1Hq
49LlzTxfxFoHJhbkcvA40NA5yIMT+mElBXvBg+APTTBeKq8sYcnZzblg8vWluELAh4z1qpCdV6ls
xU4hPeqZWu4RdtM2AuVa+tuc0sLkRcOMyXLrsZg3dVbrewwzqgs7Z13jWbYqMEUQ5pQF6dGvUVSB
o4i2KSXjcYInkSG1BajykNa13Pgg6+zAN8YcN5Um0OlJA+N3Bq9jE4Yejq7a09wZMRzwirb6pR+2
nNPV6iBCu2CAeQgxc1ltNE3L7TSpA+fRiHvTG50AAX2nOCi1qTxqkIuvSxFbrqMFwpcli64/nnh3
wozMCxvwdWBOPLdIHbDtSYbI68/3BbdfbZaxnR6zLpeeg7CNPxulo3+oI6370bMYk69MHUy0Gruk
b2rJNefJfRwqvmU7kvLZaZ30FHUZrhyaEZ4SKa5hylsSEHrkuuUnTWWCfhxZVuKRqlFflqecZa4y
XQu9GEZB4b5/pl7vdPY4Ck0QEZENhYdzPqO+qbqR8lDwKEU4DlRmqbn9bNI0jop+CyXw0hl+azzW
jX0OwwC7v1U802uZKeezGTw6aoPbXBv4MYW2Oc4/NEj+Xtg4b3yvBRLIbci+QS91XUqnatqqEZ4Q
j4WtZ4+l1sUf1CCE0oD9qlf0U3iI6laCG6A2PoLfg6+N5AVarz633My3YQfyMwbbtctUI9s7iWkn
buRQlc+D0GhRI27tA8rF8yar6hncYVx/Bp51CZr+1pqx3dj3iwweIef5N8oJHeReikPCvBDLMzP4
KpL5RyvU78AkNu/vh9fPByuG1yoIcLI24wXI81udOdEKtR5aQ3rUQHJ5Ra59jYYKIqahfXl/oNf5
ERfsUlBmK9Akont3PqsBjbx8MpzwWEZ197WeyvmbZkxD6GKrOkjeVGNb6BVJ0MYk2kLMbqh05tdB
yZ3ZzQFyVBfYuG9EC/wggoQlUCCJ1FeHW8fwMM6rIjxmZmPtLakc7ju43t7QAPaUk7bbdLWc3YDs
qDa2E9gfSEuqCx1lnUmf33TAEYGCLQY4i3LQelGiJEEbOoqO9O2xCQE+tDHi6e/KIVDJwZOKUiNV
IvKXNcu5aLEFT+sRIEqKpH9EAObHwA4unL43tu0ijUoit1gz0Dc7/8B5U2KmoNIK6dq5Bu/cPgLt
ov5eC1/pp5/vb6eVYcASZ5F78oRS9cIGDV7j+WhTYaqS3VTJkRfbL0K5oDA59pg/A2RplF0Tdcad
ngla2EEW5MkDmHg0IBv0Hu8HSpXyBr+B6SlTK+de2FL5XS0q/WAGXm3VOy03W41gGcy2B5eg2b//
25fze/7RaY8u5biX3iX0iPOfbipCckBxJMdWbq8Sk94vdLanMtOvZSN7VhWs8N4f8PUhXwbEr5ZF
A8y8fsaMJErnqNWS42CPMUGFFG6DrJc3VSCcC5vgraGoOVJsht2ypPXnc8sKI8y1XkmPQzU5bjTa
pj8ojeFOSnaJkfTWUNAbHbaAifb1mk7fqAmC2C2PM/Fv4s91Ge7MJpUOkaqICwv4ohO1/mSMQUVQ
4T7G/ed8WmME4lvTu/KY6nX/YJuN+hnPE+u7SXPsS69M2g9N9NJtUkQloqJ5akEcloCp5ClqKxAH
YulJlCx7mjQ0yYYmLJ/TdNZTL5QSIAqowzQqLSKjJg6ch+4mqNJm9tmS2rwZ2ri9L1Kj1DlHegKV
IOuaL6ZUmd+bJjChPmijKDzRdGDEEkwncKuWleGD1NXWIYmmPLsJTTHeyG0IOmQOzYHMbmpMzbfQ
/AjhMkYD+r2zanqxM6rTtUzX3vJ4PO0HqA1AA4UaFN22SWRUtnWzqr9IuQ7fXA2i6CtWlhqUhqRs
sk1tqaVwUSYafilDqPFs1f02kaiYuqJ0cNiV+ioLvXyayrtGqlpoR7AmCO1DIRo3N1Op9uPEaW+0
upNm1AvG8S5V6qdOCgLs3Kxpus66Sv76/unQlotp9XEBCMDFpQ67mC2vCtSqhtFoqjTVMQ/zKHYV
9urgIeiBVvFoGFaAA9ucIG402SZkmtFOvwdmMylenTXNQymagRtDQ2N/JmanT1t08hbEfBK5Ihjb
Ay1T7VBMYXXKQmEgwFzEd2kTlVDJe627E/CSs01na+IhNhPnuUUhovXUfBhAeepW+rM25Dh2S4wZ
bG+IOmXcWEOXfI7HTrqUBr3Qz1YrQTrJWtAlooS5CH3/3nVOoMF1IMSao56qzrNRdDzDDSTt3FVE
VQl+RRyxhSIUEdxJrip5Z0oDws4aRX7H0xWsq/IcCJyXOTnqEsiIBM+SRSvSL5taNd1Yk790IzYB
QND04pYpVcLTK2J4N5nxpnFTKaWG3WWhorl6bhR3HR/ArSFzmYf3v/rrSxhKGvnPIkaLONw6ucRa
ObGC3qmO8qhKW8UpgqtIEc+dpFWbyJ6sayuFePP+mK9vLErj2lKxsil10hA5X15kb5rOEW15VKha
+3XVBFs1162N3AzT4/tDLffs+Zckq1uqiHCxaECvicuNQPikVJL6GCowB00F5yBnHOcLefMSIr0a
ZSlXKssiMs75hCggG50R1fVxRErGb2X7Q9Tj1xwGQNSibvqIGSmQAJGOm/dn90bqSl9KI39GzIo6
9/o+nhS9iuFktceWsOObbM3yrVXK0e1kIVSBQ5RyX6VdtjG5/PzUTO07aqXOzySKrH3c5MGFB/3N
n8ORoVG79NJeveid6IgeM7M7Aggdd3qcH9WmAY9n9MP3qYrY47I9PdilUmwbw9J24zyJhzxI5Su1
iosLge0bnx7aP2JOiBst+gerFM9M4AHro9xCj4ekktdDhAmKuIT1euOuMIgkAR2wkW1qQqvNXIc2
lKdYDEf0c5RbORTTM4qABM2obXebpDQn9JSkEAGYUm+vcn7rtEGTKYq9Wu57COFyxkNkyngOe7bU
N/YBNn+Xu1EQz8991ra9b5gQ47CgryPTnye1BZssTblvg55WfTUSVbpv8sZ4DmK8y9VOyh1vnprk
Eol1DToBZIYAC3Q3WUOOhQb/KrLtFVvoYTyNR/CswU4VLa9m2mr1oY7mbUcdZ1dobXvDF3ma8ed6
ygu12pUwntyIrtg2D5OJkkVdXo1BIbZl1CpXQxiUPnjg8UJC8YboBRto8Xzm4AM7WZNPnUkxYyjv
4zGUremU1aPwgI1mmRun+JM3bSL5qS3v5wS4psJe+Qi8WTq0eAxc1VbofFAjp/sCprzbvn9k13ff
sobL2eDIgqXDZej8qqhEH7WGWUzHuohCt6pjcd2rAjBTP0X/jaHYj/BcAIIRh64+VygNmolo7nTs
YwwWK9movUEL8l2vRc2FC3D9iiyzou+BdiAnbpEOP5+V3AHeMyCPHJeX0RNW1B4xRLa9MKnFbZGl
9q1iEtS8v5TrRGsZFBYmav20PCDYrAbFKa7HakUwaK1nIOhHzW30UdqIkHqUXEeXSsyvrjcGXGAt
ZO0oJAFHWWWpqGlmXdt38jFvnWmrEZyMnhFiMVeJRvfVNKh38tJMmPGm1WahPIkGHwwUeJxb3HGb
C1v8jTVfKEyLGvyy7GtOeV85GKhRxj1SrsTkIu7HjyU1B3cYcmVbN+q4McZhurDmb90Bi3g9+Emw
FPCsl1v3t0KJ3ehaqlb2fDQCSbqeHaNwUz2ufeT+ul0Ls2yDrFZ5rJoiwwk0lY8trTefWlJ13Q/d
rUS749podPmhr6TuIMnVfEOkX/q1edGE6o2jRmOMLgR4C7TG1vEsKki0lq1yPjZRnJ+SsleX6MrZ
NqKtLhy1Zav9HgCwM4gyiJ01tgbl5NXOKJWRC1jPlKNu9fOBLsV0yCY0PowMQks4CZkcA7+fMUgv
WSeuXzkCdVosSLMgjEXrbz1JoCQytWdnPppikq+6Rp3uEff59v5Jez09OObcW7gUI3CC5Pz5R5+Q
1CPFzeRjUaW5L/i/nwpZz11HL9Ot1lbjVVPn4i4PO3EhwnlBq56vLIxfcvUlWkQuYq0vMomwBuKI
vFU165Pf2ZL+MQcwDnPE6VUkIPU4bfx5nuVvRRsSOXdlPw5+h4AHkk3YN27oYcqyV9kC4tU8RtWT
2kbGfqT133hlOPMvQdi+06wSivpcTPOvUYVJ5lWQH5EHjftHZCq+GMac3dsNyIUt2yCEKQ+Z8pc+
G+W1A5YEYYNF+djtjd6BtyIP6oegTeOvfSjFhyYG5uDpdBtP3WQgkh6TK37IHAuuigZ6pb4QXb/U
Tc6WDImJhV4J0k6nY7QGANuZWJpyZvqUtHJ9DYtL7v3EKMcba4qzEI02xBU/SDQwcqh+ev6QW0Ui
e2WQI9GiIfrUe+Ocl4ar12Dl3aCTis5D/eeblPc48OYjNDJkVmLJHYui8JNCjI5LZz4vr6WuA0Ex
jWECfi6vxccZhYpw66idAbkpCDtXMaQu9ij9tHuaKuiy6UWdXCixvhZ9gt6vLGBBPF4oKK4F8Usp
H7DO6uonS4ui66rK+71iJGXsJaFZhFxGZYkpeNTXd2Q4yT5E0Q6Hld7EiFqvJal2S5gnkddMkZa6
2pyJfQjpaJOJmq+L1IVi+HAZplu7RibXtZy0rHxbGqLvOi2qbmM3abIVM2UULyis5kM6KJQbc3PW
uy327PqFvH1Jy88/N3U/ur3AMngDuQrODyetjEqkoV0+CVE3W6T4uHL4ctFVEDv6jl1SbnKc9/Zy
GOmdCx6xvpBCvippw9tEhB3i8OLkCfFh9RDrKBK3vR2LJ8dIh31a5vWmtLp0D+/R8OfQ6A/SkKLz
a6u8y5lWekNpJg+RlU+79++p17oyyAD92asCjbEgsc7XQshjjEZdOT5N+dB9sZTBBjzXRUYKrdNO
Mi+sDFpJo1qpn2d5JkcKrRSbcEtVBYJ/WfeQa8Ly5HTK/vxI/wfa/E/A1r99pMVF8Mzm7z7unr/F
TfEPT6b2DL25/NW/oMOqDnQYRQ1IQLwlnNy/4JtgNOU/QGhynBddBJ443sC/8Juq9gepl0nrgEeX
nvzSuPknftMA27kYBPCXaG/Qafkb8M3zYBMhXux6qLHQpCaUQMB0tbOA0NfE7sV8Z4ylhJN378oN
qrfFCGwEZZdLrYpVrLmMB8FtAZ5C64FxtQ5uGz0fY8WJ1DsEvWAcoAK/UWNkHlph3s2D+lVWshIJ
iC7ZScF9nn8mwyT8rdVLR2qV3y4KxIsU1aJRiAKDhS7o+ZEq5xxFprYs7ypqGPWszm5QxKiX5mN0
Xbff2rwIdlqMAWmpU1VoGuNX2A6PBZG7r4+9cVdY7UNfkhvm2nC0yjYGz6krH1U92HeJXG5Drgu/
brRmIzqEFLpQxIf5i2pWmFzFQ3kBcQA94uy6ZD4464H9XpCJIMAp7p3PpzLqKDfGWr3NI4+WaN+g
F+pqzwY4bzzjdfWql/d6dqWnh5Bab7fP2ocY5Zl7pzokPeTkvSF55s8S2qfbNLu2+tbam1ndNHA0
U4/51qCscNC6ncqbJN7agI06WMm8tMCTfGMTHsza1ywvJI5x3CakZe6axVb9YaRU/bZm5M53QwKj
ZB99Ur4CWZysXQzPZLrVUdqoD2XmTR+c4mTCWtfK50K5Ms19bx1AMhmFH+xBOloVqj++I2DN7hTS
PXunNds88vsePULfGvzR2GZIsvEG6l4E2S72q4/9fRNuTdvNHqon64v2hZduCl0LaQZXbsnjtnn7
KbVdJ/FLCsGU1m8EQvjf8bWEymq5yqfyQfrk2K6MFbq5HXEGlDZT+zx2G6H6ZXQ7a14HVMytA2IJ
P7+u/OBrLe8NByFndzLcNN9RKDEUV71Nbq2D4VuPWGGAIwt+tqB4QK5h5nAdfuerGY8ts0r2k+XV
iNAcNRfpyp2+i3YJqL/b+NMc+sGEnuYhKV3nw3DaBrfOTX+NsrHlGsfyuttmN+NnR3H126LwutAX
4Fy+g+63vemq2RqH4GOm0w9wU3j31W1Lb2DcafdCchX0iXyUb9IPzpdsJ93MX/Lvxa1t7PLKR3aI
fpKn7oZfaFkHD9kNhrs3ziHayH7LS+NVX6eDvR1PAEc8AMob5nhIOVPUgDYpDfacurJX/Up+OaOb
/ComUD4HYXvGVeOG2/KaFjGHb75PbvXSZ0G/FDvDiw9151eJ128VL/2RHlCtTnbOR/tm3jm3YjMc
nJ/iLrtzHjAXwYsju5u/cWybTUiMgPhx48b3yqZ4KB7owTi9P+rUR7wEfQrqTUTN/+Bf/t8z+J+8
Ce89g4/f8JP9j/3P7Gfx7f/9x3+1zz+LFrvcF2PQY4P/HZ54P779h9cXEbnZzxd73cVD9+Wf/ccT
qf9Bod7A6Im3kIoOckj/eiL1P3iWiH2AgIIYerFn+uuJtP4Auo8o2p8waEhSPG1/PZE6zoW2SfV/
kbzhlv87L+TLzfmvQBRWJQXCxcKGKjuPFkC885sVFYYxzkvE8NNIZNuWQrSa+cUc1MW+KRSRP1E1
rsrvYaqPsJYjFMXEd02BUr+BYR1F2oU8aPWEQg9fRH6B5YIfWd4vc3kJfitV0JadUtspOjeLLIgC
dt03XD6YWDVw4rSpjJ+RGbC7aFuS8PUgZGfDIS1pFykvP7bKoJA2o0k/0A0ax7pQvVkFzaCniUtI
0xbACTpTuMOf/7rQyUkBBRdc2SUqHQmylFq9SjsrQqOgm4TUu0XU6BEkd0tX9dnrjAytiqTIRmdL
7VOyHpQwtOVLv+s81yfGYXORM8HDsCGR4oN5/rtU4NGFZKLqXxhZOW1mGSHcGyl1ehNhejRybctt
THWWdbeX06I+jQNJ7CFVnNgCRo+Wocm1PUjTbJGiF7Xi6+bUJsdcyaxPmAJB2/fTJokj3WuE0bdu
FSgTGsQvh+t/4J6hIsn/1taTZ97a/5bmt/ycf1pw/+8wqETU+71r6FgW4fn9svz3f4Xgi/Uw9VRi
I+hJy6Xxr/vFcv5YCPqLsReKjS/Evr/uFwXTVP5ryHvwm869tyWCeorPBkEswm3WErv/rRvmvNhF
tZccADo9gEgKiQBUV0G4lcaJEcWj8TTapXMDDqE9ODgz+EVihh8NttZeTeXiiKAnb3aZOuVeL9Tx
MDVSQ7dFNH7fzUDQI6WZN78t4/2ft9y/50rxy4jVyVsQxCAXpli1uvvysZLDMJa6p0COGj/o0C2q
zVq5hzefboFAXMITvlqJZTw+B0Ux6CI4452f0kig3DBPoXgK26LfZANNaUxtLpkxrq70P6e1YMmh
FywXgrVa8Aj8hYLYoniqrDTdYMACTrKJbGkXRM7w0e4xu48Su7vJqVL6ndUKT6qb/v79tT0vcPAj
ltyL1hpdVLBzbM/zucZporeBY5cnyZCmfQuA6fNUT5lvQzb4hP4l2kZYTN2rdSk/NHqg+e8P/3oR
cL/EdnCBjC14qzUaQNKNdlYo8Z6KDkxqUEJZQFjJvtcQiLsrDUv4vQHHQ6vb8S4Z9c8999uFt+zV
50bkg/wLBzc8Okhylz//7SkruhQ9LIRHTg3kAs/J1dbvGiin7890Wch/PeDLQjMKzSkL9UFOGOHA
2Si4kAy1Eo3dqUbF66DGKbF/1Bu7JgEP+v5Qq0rNMhYkDUCqnGIaYbCzzseaKzEopT5Np0lpDb9N
uvROKgPtIPNkXwnViKijVhHQ4U76bA4wnzJ0wfYx2fCnIAzAF8dAai8IHC67+Xz+L1oapNt4dy4w
xPPfpFt5neR9g3KCJn3tKfhvmqDYJ6PxMGYS7MxK+/OZ+rfef68XnEiJ0pkBsJp2yhr+rtqUoPDC
QRBqTLpN75iOH6roZ0Z5bF3Yxa+GItYgMiPooBmC7MVqB3W1MbU86OKU9Tll81i3/NkRcJ/19hJ8
5jyC4NMylLZo9DAerYk1trqo6qSKgqE/9VKRb0fLka6C3iTnaQzjYzmZ8kaxMJOQyvyij8b6Ay4j
A3dGQIRGNYTf8w+YdH1U6WkznnJV0feIIki+2ZbZVjemS7LRq3rQyyTpt1BgJoyjWrVazzGMitiZ
1fEU6MGN1aafFQEYCBFOzQVi+P390/JqYy6BIhAdzglPLYt6Pi+rUq1MCPwn0rFCkx4Rx8JLE6uF
yplXN3Ms5dd9YV/q978xqmJQR0fylTccqsv5qM08p1NhRfJpTvPgezoUzxoaVxR7VGkv9S24OSyf
fr0/02XZzo4gAQaKIjRZaaXBGlo9OPwKXUAFk08iDAV0zSD1Zv6B/d8ehT4dAQk4Bgs199XrWQgs
oY0umE9mGzlYH7adawOB374/yorE+HIQWDfQkkQr0ALXPqXBVGqiMoR5Sir7luaJi+OGJ3fVfYZ3
gWiAgXzpLIOayj7KTqMcbhJ52o/d5CLMCDz19P7PeeMGWCIFKvTEY6/Rr0CQKikrc/Nk0yBoY/Br
5SLEV/x3Zg3cgKcSOj6SH6ubHW+ZYRZTZ56iyFfjA+AW7Tq+tR8HfaM9sAjqoX6G1R3+gNeJXcTf
n+Tvg69OSqlYC+SuNU+Fc6v3N5Z1F0YXSoiv15EcGmQv7UjY8WABzo+FoMEgYxXSfdLQeNnR78+3
AF0FwmdG+rf3KZuUg09cSX//lS2QNOS6HqW9c6oHc9ikKmmsWYOYfH/NVg3DZZ+CiFdI99gZRPBr
oIgC6jYGpeecbFvgshZlZfeTphgioEFiASMKYPw3sG/n+mpY5EgrzAh+waKWMTNUxsTyAGDoXxBI
cxYxNDNKffyKih/gFrHWgV6AoVqgRzWCj0jUdbsIEY4Ah6EUeKmtddO1XtXivgG0Prn4i/gA16lw
Db1Uyns8Kdkrrd4Fsosvn/ML9db80kX3+tJh/vCayMnpINCBO/+isL7rcNYG61S0Wbmp8kADII8O
7fvL/CqMZZW5u5e4nUSGZtn5KAXdjUa1W+c0BdydaaAUguZqaalXqhMPMHL0qbvpB5kKX4AY/wZh
nvwCJM58dbsCEV8KIsQ2UDPXWcpM8t6OsRSeDHCqh3HsW1+V03QvDWWxSaP0b2cpVNoX1aRFRAmY
1xqCV+p4GilNl57olaS+NeuyZwIF9//uwjIK/zxAgQWTvqjH/B4cq6MSoDTZwjDjpQ7dUKuMbTLV
wT4dhHFfhKK5DosiOGj1qFLUDqsLF8LrD8v4S1oKGIkU+OUZ+C04bxA1yGarSE/w5+K7qhNfpLpY
TLsIcswcNcRhHEG7a6X0uY6U8MLpXRWSltO7DL8AXEG7oQm4mv6YDbYURWZyyiLdHWRpx/PaXFuh
XG9GbYKhHIU4Lk5BctNrxA1mPWf7GuTohb31+hCBZgPSRvuXpxU6yuorBJVuVBJfAZvBGXu6rnXV
vmx373/rN0cB60oDDnl2cojzUYY5dOqa3vKprLt802bjeFXJiXqhCPbmKNy3QAdghaHhdz5KhlRi
YdhpejJRugRQFVHdz+G+vz+XlbjZy5cjlqPRJ2NqtJQCz4fpA9EFQsjJaZJSu3FT7MgkA7x4G7aG
18f5/RxVg+o6k+58KnGkv81yJ38y80F+lp02BrIRjButCH5Z1ih+WZDlEBQdLKdyJZAsv5RUUnf6
qM0YZ3bNtMni1PjaBvhyB0JB7Oj92bxxCpgMaOtlNku6fj4ZdQxpJQZ9csrnOtv1OH95IwKY9L4U
hRabqntSUH4HEvpQiekS43FV6/3HUsLvopKNXNsrbfoyxwgRrkhyKrLG2LB2idtJlXJoZKXbppWS
7CZttPZD3cvb2hiMu1IE08cxkONtmAbRf+MswNRGgI8678IEO18Lk8qPM+RFcnIy2Tq0clxuB1RK
L5yF17c5zwmxwcs4lNhWsbJwrLGBmRCfZntIkaYbo23shPkhzvP5ALl/vDDeG4sM35G2KQBgWE1U
QlbTsqjYC7lpT84gvlQW3aMyUg13UMzpMI+a+VnpxGehtzTUSiQPlF6W3VEW7bXWlOmF1/RVVYY6
jEwERpgJ1IoK+Gr2QPqsLJmK7hTCjKtRaujaKxKlfBM6bbRj17efWLhia4Y6BIYqCk9RjHju+5t+
BTMm+eNX8JbT+6A6Q767+tI1lsR5qlndUjKwvT6ru0+EpyFyD2W/GeS+dvMilHZ6kxfbCZHx712v
TcdAUn8WTn6PDvTHyWicCwUzS+ND/JZF8RYs9ZUF+USBhXhj+fPfXiQFz/UitwPx2eK1vwn7Kvls
ti0gpwDNCNVtEMkVLmxIdLunYTJuQzurP5v1BD5ISWZ60FOmZXd10QdfI6WTWzLOzLg1rUhrXTGI
FltfZG3RPg+Fcsz1EdF4VKzKD505I0NPCC5/VkP8dBFHx+GvdkpFdiXNyO7boVUeKLfleKlqsX5U
20obUXivZclryrD+GsZZ9FzyomLYVyY0Kee2QL+bNG1ywYomGPcaQf1RDFLxtYBbc5psZzRglpUw
lnTMyJIFzR19U+Vuhl0Tpc51OZrFbVM24bPItYJXyVDL79o8oQivRNqPzpI0zU3SXP2uCTtuPNUc
9e+KE9YP+oxoB614AwENSD4EszN76SbutOi5cqwc/NxAcK6hPC7c2nGaIwqb00gltnJw3olmKfKQ
/U++yMVfXIv/gQ7Hh+pn8dg1P392t9+qdaPjf2ULg0P07/UHj734lvVnPdKFtPTPHoYDIGhJuqlg
cvD/pUBIeP8H+FhScYIlyItLxfGvFoZBi3RhodLDXORDXhBGf7VIFcBHC4IesWv+2kLn/RsoopcS
6m8nk6AFQD43J1QrYnBKfucns7X0qjMqo3vqswDjzak3r0ctGB+NvNf3cQ+vvmjHfGeGTXmvCq26
wiK0Appmzvct9MbrPk0zL4uKHR4vkWeXdXrjAE06KspY3FgFMZ+JofBeh5x/jeS7nPmV0QY3dbRP
AWEGl3D/57nwkuIT74KIojBOeZ534Xw6st4YZgBa/NFIMWMK88LeJLb9jAq5dPjtI9//uUS/N1iW
WOhfC/ePkZaOJE0AKm4vkge/XWk9kPtkqHrjUc0zY4NPlc2TIxC7Mqr8GlymeVv1FfeQkymXTETf
mCQjkjcRXKNQ6azCtAhOyGgvqihG7IhNMbfhdRbo+k1omNOFV+3VUGwylK/QvgNLuUhenq9nwr4R
jsjrozSY3TaazG85rjSeNP5/9s6kuW0kTcP/Ze7oABL7YS5cQJGSZUm2JLsuCLvKxr7v+PXzpKun
WwQ1RHjmOlEVFb64kpnI5VveBfX66+v5i6xwtqD0qoCxsg1plOPrs3i56M4DALYmjBttFWqOJGia
Huavdzn64RUAHsx0NyaUTaSXeuOVG/pRK9Ddim8D/1tm/6C2tq2V5iYc2tMkFYXCXd8bx8ygHJJ+
MrvwecRFFV2zm7RsbuMsuq374KFFsH7TCW3lxZM/9nwyGMrg3okcj3RSX7bDnHGKrVDgQKolg+LZ
alMQfEoRz6kttviKrRW5LnajDteLyj0FILol7Izz71QOo53ElCk+00S3DrM/zjcu7se30jf3iM+n
+5gotrkV9eoOOU9NOAeMLHugnDyVHuASD4+l2Gi5AU9nZ1MSCsrc3zXCz1ZO2wIlJ4chi9OBysHl
Q4xuSS7RUBNAYW0UnztfK27o/yQ3Bj2oQ5LZ20lD61+YCWI4gWtugtqK9o0f4iRnNNU2xrLjvuxy
7Gemg+iqb9f37cXKY+YL3hlcDF1oHAgWF2g5VimUVT/A7i4otn7adh9tTTG2mN/VG00fxb7XwifF
Bh5xfeBFtsaSyIQQdXKAxQbdmiXRT2tnSw0tZOrx2JjrvNnRowo39pA/Vs30Wuv95zidpi3kMVXG
T9/xHNkNer2zkXzbBGX3EA6ET9OkfSva8pB04gfsXjjDrvEd6b6dIbNmfOIJmL3rv3wRKvPLJSbo
FzsRajf96UVqrpQ0eANqss+VKT74s3UY0nJXOO594w63cW4g7oC+imK8at3f++j/o5T/4Np88xUu
YM+v39I0an7BuzwkNnN2+RtQl/y7/wpYLCASsqKMBgsfR5Zvhh9N+5//oVAo+QfcbAnEkHHEfwcr
SNbKuIZ+sOS1UsvjkfhXsGL8A8kRDVYFtzpQZVoOvxGtLG4BsmqyAZtcAoIrOcVFwhcMdhdFmto+
x11MGF7rWXo/5pGNlj3Fw4M7qPUmHoMg2cNE7b8DsILQ6qgNAlk6/BO/aqv7dNSzJyA+86Ehf1x5
L+U9++97/9cPBFWCvBzIN1o5rnxP30QFw8hPr6kZP1dx+1BqojvhSOjMuySrjJUr8fzi/edQtE/o
bFD853udD9X29oD40dw+T8pU4MRb4yKDJ9FKC/oiQJSvPyJ2svcFQI0O+fkwwwwRrm6z8IUUujto
VkWuFQ4PI+CGLWTgylOHrhw2bevz2KWTcz9XyoekTm/r0Dc3lhagD9YlM2bqofkpc1hxRXOTHTZ2
iWf7T4ldlbcJILibOKCdXeKleYAIgw0GGm9r9QKZgp9/HeS2iay5LVUKlPZiySYiw3rKmvDFRpb+
L1zF9AdKac2WIIu8PCrdTdRpp9HIbFympvKAEuM2mBJ1l7UmotvlfEjhtSNY9dk0+ngPyyX6//sp
aqdfwFEZO/7PWdRThz3V+aUk/8J/X0qW8w/EBLhE/p0r/X0pIccuoae0R+mucxSkgPo/LyZH+wen
w5UUCQHpmPfyX/eSoXGRUUZVQWMSTiB/9DvXknkeJYN9RYubbgIpFEUoWXc5PyO+XoTqFLszDVWM
LrwuVyNrG3Rx3X0ZjbZMN/2M4WrrFciu1g8qpQDryXecGN3ouHanh1obS5hdITmfk/FGJ1l/Q9jS
Fpt0ammjl36tPiaFW7xQOneMTZ1RaSLXTyJzX2C0Zj0aoen7HggGJSw3Wp5Di93mplKMeNFijBQi
fxeDWtlXleiezLlXqeIKRX1w8rr501VbZXooMYZH9mDEo7dvVE43gFTLOFB3GOCNGZ35Ret0WUSP
qent1AHFqQ3t//SDOfgDvvRRRJ1mMFqauXkHgW9jRdCuvTgykyeFmljDT+hLSLii16yjSl0nNTyr
mVgqHJqqXNu0bh1M3UpF7L1vw1mX4aMU815KYVRK3gvWzIYhUAQxwqpDXVM0mkv3FifVOtq92bUP
f18mb9PCRfdD7gVZQSeR/vUvLefFXoiolRtaix9hrMSY1ok+ABwFHtAYvqsiwz9mbqMqvC1ynDv+
nN1G+9yXQ/NlGtBxhQPRjMPKCsgb+t+3Hr8I9WbZhiJW5A9ogJ3/oiZQ5jgIcvSOmhjhiJ0BTXvX
IcYhtiZuTPPBjoew2Tup21g7UeUYoOeZHaz9DCGrsW9/hyS6cFAMSMlU5Tma57/DsvJuVlJ/QqwX
PyxrV0T0cT8meYIZdRK2g+oZvuJXG0qbanI7Bpb+A1JRtdNGRViYnJYCZbqgp2HJlieAPICvDCvo
3k5Xzn9pre7bT0arD+GnASEK/0+zHxsIA6poB/P3vIEMQNJSpFNeK4A+if0XlWc1dsIponCCLGHk
FH/MVISzvRXq6ZoG/XlAIQcCrsGaAR6SKLhf2+1NQGHmus/u8FHWDu0R20kEkSb7Pi4ylKBy8O3T
djCzdE2qfHloGFVq7APQAmxJgX0RoGfOUJW5FfrBxhGQysKkRF7AgmhTx+6a6trFDHEiJ3rkuEiy
KJnM+bYI6AqnIkkJ1HwrHcudBp8fKtaU985pqlpT3LYdDcs1nZTzWICFpapGNokZKqJKkPUWw9Lo
cvSsCSzM6gJcD0etSR6wZqxAubt+86JNdeO1mVXyZv3rVXvnfrhYWYaFRycDWInOXabLMxoNUyEw
m9wY6jxXW80cxg+d45Q434M//PP6aOfJqZykNHonNZdIZ967xSTpS4p+nm1Y0rOSdJDhSvvgd7oO
Ry91H9DWVKVB6nwKWeDt9aHFAm0kB0ciFiquhikctnzLD+v7SSUiiL+03PwRPcdt4hpN/tTU+Zx8
SzFtaVyARfzug2POdssuC4gbUbRSUjgSSQkwCx3+prWgPhcJlYsHG1eB/MPU6421VfMuFR/RzLMw
oU4pJqIK5nZzMT8ORTMWB58PnD0WOL23njVoE6lx52M2+lS2qjWjkWYp1iOmldH8U48qJLFvVMQY
J41+gq3Oz+igKP0PetZz8DyAbXbcTTw5cfLBGCJh3Efoy1WPtEwsSFYigD68HVI9sG/RD54maUE9
OP52GmAs3DdBYWT70cE+eULLOxIzVnJaHonXWClaqz+6RoBuG7Z5tps+h/DysYodg1kbd6Ud4pSA
1fQ4f+kcEaU7pMpymPBJGVjGVrW7UHGQp0yH+LYNVD28r3snjw/WVGTGDf+PwEX6XUHuq98mjIzt
Vh62/p0IjFoKMGkuV0ejWopT3Id27MTZkZ1rI1hQjubo7tq5z0xe9VBRcJXqbOGbe8j62ag/ZNpI
f+ZnjqTLUN9g/J4qCITquTsJcNlGFdrbTvcnQ0i5iSk/BlggOT9ctIC6Z1EP2EcnllnaUNkQrS6/
K2ZZCmz28BWnE0N/pd272qA0P4hs7BZk3xzGP1w3TfOTovvEJJs8iytxp4y4R1WbKJjDYocLywgs
yWhjOI/G0HTFVsROnr4aAl1HaCI0ok6iszL3ZgiGjKwxAB1xDPNeUe4tdQp4fZTcDZtPgCmn/IHY
pfxJ88Rxn/CLHUJr25WAc740hi0dza1URSjHSsZJ/UBUGImnKXddHZ/RqSk8vROTw8a1IvPkoMkc
IShM5wYqeFmPN4Fr+4lXgjjmd2lJaqMqnMWDeQptZN4iNdPcfUGzylGIjoLOmr87uQKsZFPyyVBl
w+4Wp9dBa/S8vWsqEWrWocwj1Bx37pCEYJScwNT2s9KimKk2+Xw7WEhOHMYmS9LjUPKujNvUbqPO
CU5OoJg2jtOxa8SfbVvPupc5zGeEFyrEBcPjqDdKyNZ1INl6Cbp8pbFpVDWCUtOag169irYz1FPR
Bz1cxN71LQTv5zE1i2GDTCuCWBu0VixrFxhIIexqfTLiI92DUtm2ZWmhXD0qiSoeHGtiZcFZV7Px
XdSBFh35uGG5x6OgJQsL6gRwUmISkKrDMMZ/jIIKtWdWRdXdY21d5nfz5EBNtTA6ibZapCt9tU3E
UNFp91W0FqfC1rB/HWwt+ABDO4he7DQKku5DH2el0+yBVhTttGVzGOOxjNTWd76ndeA3z2hZJZHY
IMWfjhOP8YB5KxxQ3w2fm96IohvLaMqhO2XUB6xjn6CuF3h4ErS1+FhPqeLXGzVr7eIRZ9KxUXZp
o3NTYJurGenXaRhE+4rxM/INESpp6ktmdypu22pWjEel1lv/g+KH7ROSvIbx59TS/1x7EM/fYTIo
6jdctuQvdIOIExfhmZ9jraM4vu1Vk1LhAZ40xybDRXe06VKXo71mGno5noS4gZnhdSD+XpbIYwnZ
7vrJ9RJ/CG8Q6GxuClstAL5ySc+zvtZgOH8L5fzQEtYoy1OtJRxeInkV3+r7dnBcD4M8Z8tuHL0x
7OctUL7mzukcDbar72CwrK/B+RY5wa+hpQgdXSIuT/AXi2e4K4grUjGToCG2FZ4Sropxi4iNf6uq
YfWqWj3yPHQCzW0JXx1yczZkXlzFCHFaBYzq6y/zeeFIvstAFFTiVwj99CiWRD8t0JXIGWL/ZzgF
+inuNHE0JUz8+ijnn5dRZGfRhKtPL0eaqMpA6E3gaodBrJtwLX/WSGRqeJs34bQrUuLKQ6WnHfUW
P/btlaBjmerARaH4Bh+MTyzzsAUGw/KnsUTpw/9Zccr6bWrkeXKohRpLO5pwgBYYJS06lkiykp/6
U3t0fDDOX3536jgeoalN+AMiRFuywkbTqnxHD2XgE/okZIdyDOqs2+Yp5a8PFfkhSjfQGvVqZfrL
LY6BKBKhSAlBqJDVWPnl36y50INJCKCvN3qPZukGl/upRXCl055ybsfwUDQm97KYe2vbRmak31yf
93lsK7c5VE3yFBvEFdSdpRyfIgKrA3Foe5OrqTepLqoT7JHw3s8JlFa21ztjUdihIyTrOPCFF186
Fe2sx6SpHjG2excQaW3QhE0eSiteE7W8HIountxO7GUE5dTFqiLI3INJqRQgU4Ed7pwxTm+DQsE2
UtXbNeHx87Tk11XBA0tLiaKV5D0uMq8J+2zTzIPg0MQoL8Z14m4BatUbUXb+Vndy1drQCNNXroR3
RqV5SFpi04EV5CfnGydwULymsqF4qYnmTCHEcLQsQHFiVMUnKLZIEio98Krr+2XRB2KykheDjhbN
KwCzMK/Oh3VymzAEsPGhsFFmO2RxPxDYi6lIN0LLLM9VA8UPttpcdEj7p2VWbJtJtdE8UOsY8abr
P+fiO1MakSLp+MOQhnKHnP+aoOv9oMQuDSkHTcHroUvr9KXvpCwBHqHt7y75r4uKhBedeewfJS7k
7VmNa4BMomuqA55nfe1FdAhwFMJD3piQNHPsrPkLixznn0Tk/5HhdX4ts+R01iUrFjYLtR5e3/Nh
DdQux7Dym8OQjOqnWBfDk4rnDw2ErlM21G6stRHP7+RfI0pWKIUSkm0uw8WOVhNN0TvCv0MwaHtR
Z8gbKbF9yEVbvrKpv+B9nj9lbTDeBYRzj9e/6fJG5DNS9OI4UZLjclpSv8bSUNPK8tsDtgbJtyQF
YJZERfM5NUS/GfJG83BVsndjnIwr33eBxJPzBtXOC0soRbmLLvH5SvtBrgRhP/aHvgvmQ+S088Yd
M/fPeu5hAEdGtkVQHJELrYxQ8uqGGyuxrEMCFGNnR44CWLmHyOkL+hPX1+Rin7ONII/yKSHESRm9
8x9WlBaPQ1tPB0WKkLpmVx6UZv7WZ/3azXmx+oxEtwUQrPROoyt2PpIZVRmI63k6pFGN7hXCbyf0
7ttjEpvKVzw9mjvNgjSq2EHb7H9/kha9Qqm6Rs61rHwUGMPVxuxOB6pqxHhm36KclgbfMGp0/ro+
1EKCki+N7LokL4Axp1dG2eN8moYChyHWBu3ACjT7LtXGDTi94gDkMTlWqdVs8TpOt2iPB/cjQrCH
toktvMpq9VM5T5Y3p9WrkYlyG5Cobd1Eyz5ASgh/IHuwduucfxGibekpwpSRZuTwX0jxtYjgMZAT
78wIZO0pVUZj/kNRUoULIPCTj3ZpN09Zr1qFuXWnYc3VZDk8VyucA8BL8jmF07pYqQSfgz61zdkb
Crs/5kqZP5pV/y3Rwv5ABSHdNuHgnrB3WFO5PX/gpFwVA6PXhQMCLLtLRk3WjIk1hqqHVWb+V4qa
ebYL7Vodt5lul/gEGVb/EtEuer6+N86vWzmuTKgkBhzMCltDXo5vIjJNJHh+1ZPqdZEjDhTdxS4v
RnFIQ9SVXbzWjv+L8fjGHGySK6p+5+OVkz5S7KGUbvp2c2sDxP6gxHRx6jn+HmqjunK9vjc9Iavg
mKTQ/bIWVwma7FjjOZXqWUbhfszNmqythaENoqooKbuBxVt5pN8dkXItKmoQw7jHzidYtPjHg3xR
vcEAzqK6lThMlA33eE7FSEEaa/pcckf+u2nx9wfkuyFpC+YB5Xb5e958wBQv+WYsBQtqoLoVhFP/
BN543PXW5KzQdt4bSof6xmCEQggong8luXCdIfBqnFE42DfThABtAdJvn/ijr/zWI/D3vLgdQY1x
fUkU6vlgLT4Qk+FEmhcPo3nXmKFzZ1U1HhZU656u78nLeclCMEePuJaHcKmunw3Ypg2xifkCDIG9
G7rJRgUz/Zw01ZqIzeUxh2khSZCAzEnBlrFG65pZGWuW6iVWU+5NozN2dRCjCTGQ7atmWOy5XxLv
9+cn5cf5cnwitDbOl7KzwkHtHcwloALa7qb1jeLzaAx6eiQuytYetssr1ALaD7NKNoW4kBZHTrhd
0od9JLwI/9zqo1bYWJeh9eQARR9rxM93aYiB5WbWc9P/VA24DUcrE35nlblOqWgyXykAsZiwmQjU
dPpO88SsNLTnMErJy7T0KgoB2zK2rb2BjPkKBeq9Qcn0uGx03i7gNeerbM9I/poDg1aWHe1lCeAY
8NrdTpGt7St9MndZN9W/fSSpY3DwKVDxaoIdOR+Uxe1Q7Bt1L4qtLz3C+B6+vMDTMqf5eH0TvTc9
GSixfemXwP48H0lporHTlUL3VJ1gXORpdyRvIkZMk/mAL1Gz0ZVyzdDvnZMJuhdlR0QfOBXLzDYC
PxCbc6PzOk3hrrWQe+uqOblp0srcX5+fXKnze5RPptJQMAGKMd5iz0Q6hVzFmjQPMpDYhpGi3w92
NNz5oxI+YX+6Rsd5Z2rsUEnctyU2ZCmdkVlFrwwx44ki0Hfa3I4PRpj9lVRje3N9ZuflNHmTEgFK
xBeTk7Zli/IAvaMhSbpp9lBCaL+oXZ61GzXN45WX/XIYKg9U7eikoWiGt9L5BnHnJhvrPMAREO1N
vD0LSkxbUQj99fp0Lu8X6iogagiSKCLxNpyPgz3iqDSxgYlz6rAnuIg8xJerv9QwK7e9j0oA9a3e
i7HHXXmSLreIhOoAEcT2DazPkjc6O0oL0XvWPLSEFA+Lkp8OvYE7pRdfqSNau+vzfG80KpM0KLGo
gv2wuE9y8gYNpLDmjXpekXHZXbBvZ9Bdeprapyqa7OY3R5TVdfSvYW1QHgRQvzgCvlIh1RPMrZQt
wpPA1X50wj6NFtpztKGHldVcHgBG41mnMCYd7GmvL9LuXMt6t1BdVFyUXj1WxIQHJSt8LKZSJ/49
90pZ6WUwIl1kiTQsAJZYRJNUtQhbBis7ER5E6aogHrvqNPfBuFXLwlo5c+c1hX+Ox70sAWFUmZdc
OydSae/2SFuPWmvCCCinx86VhqdTl8W3jNcAK679o2gs8wt/qlZus/cWF6Meh/0D4+5iqzYJoROU
EkxVgnTcUk+NvYn+7iZpcQe7vk8vhpL+V5wItiN4DGAZ5+dxdHsf/APmR0NjTV/7OC3Dh7LqmvgE
YDF5+P3BXDRN6NojagYy4nwwHcSarkUGYVKZx7e+k+R7t6BD2rrNmsvtO/P6xQqkTM3mxDHifChI
Rp1RWUa5n7WwqjepG/Rw8vxCCqUNVf7Hb0+Mh5rDx9vDaEgvn4XxSWf5AME4ewEtdY8syXlJKrRj
2zA3Pl0favmSU1ThNQA8w74g2V6CAVHBgXXp2+0+89v2ZDXWkdTC2EsZHWjHWGyV5Vys7MeFehUH
gmqOrIZTTJQ0s+XdEjgi9mnRN4g0VNODYrJNsERHLXge6O9CsdZubdH5Hgg41d9Sqpv2maKlwaZv
x/xTijHFsYpdbVrJ1t5ZCxhKFM6lTpCU4ztf9tFN2lyz6eWjiJ17+Ti76bYyUHEM6FLdWDAzvLo0
0Cn6zU/A/w5FFMJjTLGhtS3u9jY2Ah2kCHSU3pzA+gEqNGpT34LZmo9qW1N00NZ8Ly72sxxTwgz5
EmQC6vJ2D3CoD5Ni2BtTmvyM9M71GuKFY1Gqze9uZjkUIHzIJrKBuow49BhyqTlFw34wTGWTZqm+
jbFtwMzOTlbCUhlVvA3b2EzEbZRv0WGD67bsFUZAlACAQ+xpDMW4j+263GKHPKwcmffWjqyNEEqm
iBcS2KGOU6To8Fi19ao/jSKpvD5slBSufrWWrV1sSTkj2engaAJMknjhtwm9bradXpXBuBeV0Heu
OVebCrDOY1hG/ga2luWlXZf/7iUur2+JppPTI02UQdebKkIEF17T4m7cd4hf7NCJTE9cP/huiazy
fnvv08ThKmDv09tdxjUCzmHeOZRyB4H7JdpkY7bFTdhHODpqPxeGOh580tLv10d95wv+gkGCN5Pl
tYvOY4jKpF5rwz4y+596V2gIx+QOxTVjWik5vT8SqEg4YJREfqFM3yylkeWUtU2dcxapwc1sKdwo
2HnvMvrnK9fIMhRm8zOpfw+1uEZsP1R8I5+GveMk5V1sJ3m56Uu/2VoJPKl48sMHpQ/irVIXw0qA
swDPcaHLsYGmg4ykVs+2Od8xdexEdtnNw75F43GjEhIfXSi2D6k9joCKs6QvkKNv0K+zLIyYLWdy
H1R8LT+q0OhveSjiIwYn5Q7zi4ZOcEkHnFRWVVaW6J37Qco8478meTm85Oc/0yd5dA2qjHutbX9q
eTp9xtnXWbkelqG6XAueU6AbADZJyBch0GylCWUbPnnT28mp5Pb1nNrX75w+1PfaOGkrpYaL6FKO
h0AalQaSA7QczicFpKrkUu0ZrzKE17R0tPXOQDufx37nOF3jcX8E22YA8J+W45qMxjs3FMOTvRKJ
UXL4xft7s8M7Y046PwLIVllj+kGrtF49NJYz4qRYz87GKdLuY2u2pvHh+hl+d5mlbzMWNZQgl4iN
GXfVsVfZcmgtdDsyWue2aW2BvHxa73rM6fbXx3tnj8NhhgEon2lEQ5bCbH0DohGP+35fVlWKAHdj
xT+odJqfYUOM7aZPa8ObwOD+1cdDvyvrKKh2impUP4pJg+yphmULtQLK5b7HZ6XYgI8udoEzOt+u
/9DLK4fNQJJI6YnvcaGp0RR9Ri267/eiJykt56TU9maNAusWWpzur8Tgl59BxhH0DikEISG1VJfl
sOlWCbxtrydqj0hTOH+Fn8Et47fSuVbRVi7U98aDScpeI2ClU7E4XVqZYig0O/2+D5IeohzKTCmm
11GXb3CYdQFk8Z2KlUHfWVL7V5JPARrG8pJV1hq01Ds17vZNGSWHmfbaqxoAtvZFEK9Zl1zeUZgb
UlUgW2Sa7LXz4wyCbnJQ9J4g6XfND9EbOnhhe3i9vkkWYjTyxj4fZrGOjTHUgxXN074HDLVr7Db8
otUqDhApEfLPSm9s5YOG9yuYZqXvXoGH6rscAO6+SBr9wELTFL/+ky4WmUhH2i1SS6EcTkn0fOIp
+Z1eECd4mt/g9wTq6aYI0a2byDRXzvLFJqKs74CuI8bn0SK4Oh8qQK8Ojbja9Iqo7x7AlBn7IFPL
jTpVebWZkm5ceSDfGVBTIUGSyqF2Sh38fMBwSLo2ROTNcxozv1P57i+6A6fHcUPzQ9jZyrjy0l08
CkRwUvOQcJtWBit7PiCZW9rmUyw8NJqKjyIKrCdsDvWfgQELZZOBC6Uoh9v9dAo6V81umgin7Ovf
8yIekaNL9jSNKNnAXewwgj1XT5Ne4KkVVl9zmpj3qAx1X9SmxSksGeNg13SqBUlDVCu7+3IrsZZo
Tvxi2nGGFtmNHQ6dgaW58GipSE4TxgR7pHu6Y5AhBraymS4eQOaJsjYKZNQ9aIct9m2pI+5jzKXw
+lHJd2inK0+s6M9sCqKdCa3uJh20NcGu9yZIz4CjCcILn9bF2pqo6Qw8RcIrykm5TSalGXZV2tjm
lyLwVWflqX1nM0kZLgE2jezqovA+6q5iGkOre2Sv0c4Q03g7Vw4ceE0vP+nlUHtqkKQfeohr+PGK
4sf1jXRxI7JRwKJCwaKnQdQmF+NNhBHEsz/j+K55s5VkaCHb/nHGYXzlMy7gXSwjMQSblc9InwhA
2+JSQBzDyOq8NzxlVP3XasyHYxMZ/pcmSwNr13Y+GV4SNmm4T2dzLLcFnO0/qDrbxsoveWe+aDRI
zQEuQrKGxQ8xwSQ0Jb0xb0wC86UCbXbs06ZayZUvryQJNOJ2gLpCsLB8uK16dNqczMxL6+inISAX
bVSXLwtiPLvzHZDxv/0VJRWeJj8S04Sei2OiJ1bQk50YHtHCnyFeZDtTcdb6NnIrnBUA+HDEBC7V
Mx5h+rfnW6VReDHmtjE8YzIDdFWLEv/3vLnBQjFZea4u1o8KA4xc5gLEUSrcnw/V5jWpHTxFLxrA
am+CAGiQlTv5g9YUj36c9Lvr63cxNcZjU6KCihsxedZyPFtErT23Gtsz9J9VcHE7YP/oaBh1rfsr
H+viTmMwRLkRvZBlVeDX55NTEN0omjjWvEnk06fZbZvnLJ2BJetzeCI7oxFfzGs28O8MKmvH6CER
4OFVt9ghWafUMBmYIeDOElNgV721Cts8cL1ae8tt8C81ocReX9bFoKig0AogBsB8HvUI2h3nM02A
+unUdMWr/gmzTkw5aU9/dFdStMVeuRhksS3b0EpdUwnEqwkvSde2gXKqo6OzBpVbmcvy2YMJldSl
8msuwY39pH6ajmszWTwFy5ksa5VFYJqlSGPxKuxteKdJ4bqd9WfwuX0WT9c/zCJ8uBhJnH+YahSh
DW5WvGofkxNieeaeSOnkrElwra3Z4iUVKAIVxcCa+R8wY92pn4bjmrrS2hCLwxTBMocpDIEOPuzW
2JE67hXv+mL9Qvu+ufguVkveHm/eyEj49KwrplF9q+6rgwfmINl0z322sf7Cajb64h6DnXJsq425
plz661xeG1vu/jdjZxFlzxae4WscHGrjpoFJiKBV025qxTxpgvayeW86eKYdNV3ZKCYlTBXr6tu5
8fjNu8HcO9bnNEam2l453Is782JV5Jd588vURgngP7GHQvt7Njw2+deu/nR95d89ENRINRpe1EqX
vUQRdmKICobwk83n7KT94f6BkptXrCQQ7+6hN8MsTkMxxZEbJgxT/Exuij+nL8pxzapybYjFSVCs
stWzjC3U7YO93KbTZq2LtjbE4iS0uiK0GcDPa3cq74ITUvbHtYL5gr1EjVxe6G9WanES6tAobXy/
5L2Ru5v+Lps2U7Wpv5c4VeqY/Knfr2+AtTktdn+DXpXSZuz+4ud8q7zop/yw9vEX4OzLOcnf8GYf
2yBOSyVmTv4f5Z04FH9YD5hcjieQ+O1L+GzMm/ZLuBL0r81r8TC2STFi/M6YiHIpr7huKuXW/Ww9
/99Wb/Ey5mWQVm7K6g378ebvTacfrw/x7uMrU1D6T1JJfbGv0UGZs6ZIxKtdnwrlk4Pa4jBv9OHr
/22Yxd5WSbzSeGaYMtxDEo8p/ZZo5x2uj3KxvYmQpH6dJH6w1RFTOt8KrV13Y52q81e3ccJ8owHE
evRxhu4PCkLMhodQRxJ6Nk4BN8rYpDkl9aD9icu7QdiRD+63679nubi0p9AGQLVDE/L6W1arpmGs
9bj1ta8OdgSbRB3zj7VSKjtTVLBo7XlciaTkKr59axgP0Cm5kSzh4/K7ON3zjCaIk7jhH4GZucbG
jyMo4bZvTyvX+vLloKZuGgh/0I4gOLzoUHejHwcx8NavfQMQPtyCq+jUU1cosIq3dlk0axiNy4WU
9pME95AwoF8sg980CO0oqNPyD73K8CUNRa5ugRghB4xo1qaM23JN/Gt5wMlnebKoXBD0kmAvW4tt
XCjqjIzwt0Yo0e0cJtFHS1H9D6Y7Ox9RJijusLBwVyCKF9+PBJCaNIuKBCP6p4vDmOmpOipzHXzz
KVCik2kVB0qoaxZKF1/PAjfBk0xrG6lTehPnh0QpHXsIMy3/ViuVW8Jd7YtPbm0GxmHGFMS7fgQu
pyRrltJwGrFKuBWLwZxSqp5lIvtWIhlzVyPq85hX5trCLcNhFkvKm0ixHhoeYN7Op6T689CgiWk9
a9pcHkrFMj/0dqTd2JPR7uBPTvHWCBLskmGGf74+wWVlBDiEbO1RHqECI1PrxSVtqmlSKWHgPFch
TwLOgKNTf7NHrC0/5EXYWRvNqSNpTjxrUf657vJcSK2MIFF+YFipdisLvmCwADeVMjMUyGmdoVSM
pOz5WvAU+nadGsFLi3N4h8Nn0ti4+XZtHzxmc2DbtzWlDW1Hr7LGfBkwh7tRDXbep1pH2uoHFJhu
8re0yuDXbqzwlyaDmzZWc8Iazix3uY0Ue7algjfkN5MBwHBNb+TiuBOl0EkAOct/KMAsNk2VusWE
IpbxPPUWYg6mE023/ST819rJtN6re1Fgznz9O14ceOpJlPFwMIIyT7q7GLNm84bUdZznUmPR6On4
GxpC9glTOP2IrmWFM7Jdrby+8lucXdjQtqX8M7MlwaYZdP6tBJ41fhIX/nOJtou1rzEjTPcR1S3z
Zu5axz6kg65NiO73KiRrZR6Dg5gBfK7M/fL4gEEBsUz9hNMIlOL8ZwC+8xXEGpRno7Lz+WlQWlff
DDWVhmPYVm61m+uhKvaFOk/2vkBgxX+8vvgXV5KELoN/l0grug9LZoYal3CNqY3iBgYWZiuqeBw9
s5L6UnmHlPDKGbkYjrWWtHIAlbBPUHo9n68T1Mjo6HbyQrsstTd9gw7xRkFYHaka1n3lhrhYXQB4
cMeJrmRrHaT/+WiQM+vADDvlGfzt9Jh2erctUz0/lEmAK/hsdbspjcedAcVs5bte3k1Awbnt//4H
yNxiU4855IzaSOsXPayV+zpzMTbtY/e+mDpzy6SNW/TpxKOGg9K9oYU/hdZmKzHZxbniNROAOKgB
QhZDSe189rA4EkMJKiJxHhpoPZGe7EsxJH8NKHmdjCr4GtHw2l/fT8slB8MKOpfqIzGQlIdcfGDq
8TKa6MyXuizyhyboischG4z+ccq6+ecg7NbaZcCF4ns/nP01mbqL0WFTSFou47P0sA3Op5xbZZX0
zjC+UKBz7vw0yrvvTSnAy0WgMtUN3tXIsPM0DQd044B0XJ/8xVcHM8OrTtwpOcE8Tosl9wHqQguN
phcEMRUNE1XhnHKU1ZKT3qOzhil0Ot3njSg/xVVjnfJ+ir7rhT+aK7fb8hqXv0OyKSlXUwZmJ56v
g2Jqgzt1lfpSNa2PiI1qlfUBcZS0BoQagBTE1av8vcK9rVMGpgkD7gEcwiWlphszFUdcUb64ceDs
WqN3P86V+6eTJcqu9zl619d6ubsZjm47LhgkHNC/jcVGS8x2Fg39iJd4jqj59e3wYW6i2VNcNxCb
io1OVwT69/VR5Qd8+2zAMgdRAjgRIqTkey2OdZCYemkTRr3oXd7pu//i7Dx240baNXxFBJjDluwg
tYJl2WPLsynYsofFnMkir/489L9xswU1fDYzA3jg6ipW+MIbZuWkXx17tq69iW+Ns6puAoxGFo/i
+vkHRHgHz4oksLgnRy05LTR5vAjZw/YaE3B7Ia9a44AtCUqBltLeXv/8jxS+62e6oflgfIkz1YXY
Alf7yZ/NUOriGpnk8nAyFBG9T8+V3u+WVhYgNmyLLjW+IMdX3VtL690NEyLamcMW1TN9xRFXy498
DIore+XyOAAlXhnUv4VjoH2dT9LoAi/vBlP/Enexd8BLyNNPDRGHHzawxT9bQ9FfAZe+MSLOCZwC
tigB4bY3OGWlnnWjHn/xZNYdhOv1h8Aog70/Sz30vGa5wpO/OA0mDBq2yQrlxyhji8yOS30sZpQh
v6SVmR/bmZJSOS0SGYiuo7usu/u6Gl7+8iyAjIRqQsLEc45H26abjet7KX1k6L6gqap9yHLLPljd
fA2UfXES1lFgOznIXCBVsmXSiNjL5IDB95fAUP1ubnJEszKprlyYdGy3J5siAWcBrDnd+UuGgDOW
C9r7dvKP0FqtvxPtrNU7kB9N9kO5TdLpKOvpRuWE1jCCeQ8tzO7Ll6UdnSJBpHQ20p+YsXXzjTvl
fhxx18pChGmpUB7ItcIMftAG8eYM+YKlFy9WkApUtTTpTm0Q2oMatJV5C8kzspZJFB86qxpSEZaq
691jW8uBIlcKl8KIprmVTrZbZbhnFSnPwyojrgW+jGG9WFR9jx2YaVNGKeou9EtdP+nd23kZGom2
f+XkaPqgIDEuFSwdux6dmyH3Ks3bIanYGG6IGqibeVQlh8RBx89qi3tMOgL1mNNvbCc4Kalqsr3T
dH52h0yQrF6S1KyqT2XjySS99TN0W8tocnWRFOFcqjmWISreArtpObRFgyqDWedOJADyjOQ5Wu8m
YTE5TXNLVcNIvy6p2VYlAqdI3CMWNtXSHciUKI7cFLozLx/6TvTtkazOz/6D6of6A1lmM2ofhDMP
lDzbrk0PrTKS5FUkblnuk7w1jZs0qBePv0nxDU8TL4g4kHi76X+V6jMcxGQ+TZHTwET5Yi1B24QW
LE28jpNqQeQ3tmWP5l+OIEPYWfWQxWFuybLf22lvIDnm2dmQP/aGyGEEqCGbgVhk8Etv4tjqx2e0
AuPiWwKEWd8HKsidp6wd+uCbrlNkUZGRFkazIEaY2lbLJimr+NYwtepXXjcIpFaNqZK9yK3JOTgY
OznHICg1fTebneo+1Wj8lceZUFcea2ry863EgBq0HwSRdDeWMu52no9+cITKcD7dDbHV2kc9qHE+
bxurr3a2GOv2lPLq+p8yXxv8l1nMQbuAiQc/tFd4zMZRghC8c8Rvq5BRDPJzPBCPLVnk+B1SXPmC
Bks483cnuxENQRxGguS3TaEtq8mbQ9Od/Kxls2d6sh8bqIx1GIigh2qBNOJyohsV9x+mcTCTb6PZ
2c5xEr7X/7OMuYUbDCShCd5VNi3f49RADDLu66EoCeo6PLhCCm+d/lnaTeqGwP+k6+9tr0awouor
G4yIq7ziQWtH26Ek4Y4AsUJEhju9DO181k0r9EGnCuQtRNd+5if4060ia81v0oaW736wLVU8V722
1L8a0vzsduDvdZ5QymscPUp8B9XLCZvvJDTZflU4Ib+HpHydec5cRnputN23OSUqLnZ8OitB9W/x
qvqxtqWHOXCeiFH82/CT8DXT7DmBh5V3dhL8gMcj1Hd7VEpIbDDjfj7gyKMbD2kmivi2MwC4uFFV
92mvIkQig+WXrnkAKyE0A1JxwtZzBt5UA8sy42Yc47b8WdpOlfS4B6WsBHLF5EI/F2Pwk30psbr4
8f5LcfEaop6MFysyReRhl6JxTCNNMHbXkLbvSj+09MK2orxt1YOLe6EX6jjKXnkQt3EN4gZw8rmw
V64zm3bz5M+oI05NqxXfUuk1/U7EZtAeBi2x1KurgMT99/4Mt7ENgmGggRgM+hCSNb8Tgz/CqDIF
9xG0WctwUxBEg6hb+SuDFOnfZe3IbWNi7D2WfHJgIEfs9ZTx7f1fcDFh1HDpyCA0zHsJ4H19R//4
BQBT65orJ/9aI/37NZCW/Kl0v/to2s1VFN8bYyELQCmTHGcVKVu/9x9jWR1o+rn30q9Dnno3Ve0o
c0c1uh+xuG/8v9Nj81bAzMqtptiN6AkVtk0sbNqz5iqu26/GVAUqQlc4eJ6k0z9NsKCPllaa3whw
MxOd17z6+v6qXvQ1GJwSAuHCiqIj2dhMNYEb1AfEh19nOYnP6KJRuDhgzSXBv5baLCC6xDnyYrhH
mK9VO8cKUTpZF4MXmYutjI+jJzR1pVq9cfBYl8QjKWA5Vk4YlPrNknRFYsRV3OpfkikbrQTv5VIX
ZVT6xCRP3FZK5Yd+prhAKSddvAYzctn6L3HpIf7VdMC20AATep6wnE3pxzeUAksX4CMaQmhU15Oe
/+15JBumlm9x865cgC1KPdAqZBLxbnpRnVG5x8JrMvNmqgNiIGIjeS3XuMjEiUohriEJtpKUKICs
B/aPLYo2fAH72NFfCuTjrUeK7qbaQfbu6kOisC8uwgkx2uJomlqfGqHHFRQ/xTU6rIfW8VL3+P4+
urgfcEsjTNaxNuIJ5Sed/xzV6Gbc217y0nXC2xt5pkIsCcajkxqYNS9yPIjFaVYB1/JKZ+rirNIu
AndPXsBNyH9vCvR8fC2p/UK+kJARaQKUkuKuFoGtwhGqdfGXVQC4kwTQ/IMPDXhvm5YX/dQtBUHv
i7d42S0Y4OTW7QLtOZF9eusOZn4F578u3J8JOeMBX0ZvD2YBw/qbhS01o+1FrroXo0cfFB3usfjS
J4Vod31TYRPQLQ56LFYhrhkjX64ryQ91PYqYrCtH8fyLTjRv16tevTgJXr8neJ9a+SCTckl3Xpku
8ZV1fWNDr08a7LfVBwg9tM14JW2xYhqn9kVbjX0+Jyltl13X+GV1h+SynZ6oDehzVCmHAKMo+l7t
4JKPCW6CqOJdKXRtH3SSPvQnSJgovVA/9tfF+eN0FVmBB+c4yZcVNL+bcQu87azH1rOimGrWzftn
53KlySsQIaFmDPKPEc8HU8KUvujm4MWf2+afqp6Mp7R2h5yYaomf3x/rArDExGD/OkBCQfvROtvM
TLhlH7hDq70UfRmTUXmO5uHJ3OVdQP+zgtI0f6yI6ot7vBGxN20aKPNf6oYm3n1taXHc0/Yx/aqn
BwxtwDjUJCD6fTbXMj8VgNTmlyEgfP8Hq8O/JIDCq9HXdvfae+Lmo/p7vlBIecYoKffV8zSk1i14
zfymD3SicKGyKxWVi2+yqsdQVkcmFTw7fY/zofq4aPBG142vdIg8eWLrNd98sk15h1iXq+3e/yqX
oxlrZ4hyNhOjSbL5KFbRIqwpC/errWXOV5kEYNVczdk3de1fOWfrGp3dJ+j7A21eCaYQ5ugPnU9s
dmZbb4XrfO0b9HZJ8+JdglvtTZE3y26J8chN2TW3vOrpPl7s6m+fSYZH1o127Vrf9Lft1MEBipQl
jf9VkOgktKKCMiPC6CUpPiL/1/SrLs4xQihcoDQJ3HVca7OwaOX0K7pde/WdoY/scYEDPcTxiSXo
9k1WplfAO9vx2DWr5BGy2LyDJoOer26WiGDGXsz8MZruE9rC8anN3OHzVBWIyzvjlafvYrTVPYZW
wCqfjFqBY56PVncoQ9KsUK9ejxTfcWkhre+8CqVU06uTej9X/nSt1LgtV4GBcdckIFilWNe25vmY
+di3E0Zd+msQiPIJgnF5hyNBc+VAvDEzyt4wG7kTEUnY9hni3E9K26/0Vw23+S/O6Kg94hL5rkIS
HtVXrfn1dwcQySiuFt7atZkAo3ZzBQ9LGqi6Ftnr3LjI/AUy34/jjEh92ix//dFo3/DROO6rCMB2
S1LhYm3bvH8tldseMYeejuQ8DzXx6cOsUIv/y5mZyKpxa/JO8TfTUjj/XsTIaYMN7/xDTVMWdpAP
DjFSCpFbueVfvmPwffjerOTaOiBo2WwN1FHtjMVVr503VEfpY+eeoPZ8jySQ+vL+rC72Bx8KAW8X
0QhUB4DLn89K1KY7W4szoHEf5C9wbTEn8BKcva1e3rSQrt4fbhuEwQbkeFE2pdDNO73d9I6+AHwI
EvUae7X34qS6Q3FO6VMctoOnyv1ATSwNVzxT/Jf3Jd1NCDL02zhyPEfbNqs91ToM27J4DSoe1JAg
UeAMBQVAjeNV5tjlqq7S9zA8kQdZmybrn/8R9bRuM9pz68zcJ25wE1fZ+J83DMtXH82cf4a4unZ/
XSCY0R2ggUv0w/pSXtjOjtqZzA0htB+Nn/nqhwtubrnVvDQRRuTnrSi7yFtmLJ32S9vlExa1CQSg
skkqeTsLR6AFMyZsxrAe/L7Y9WOS4gmTOlOZ9ncp74IZGnqia7j1ICFdGNhM2KkHVidPAg26fDvQ
mcGEpB4/v79htiu5gkwQAecFoE2OK+0mKdE7oyhmt4z/m4UxP1eURm/yYMYl1XSzb46Bm8f7462n
+M9X3YUzghwk4MQ1RCI4Ov9y+lBrwmxa619R4R8P4ESFWrtkx4y22rXcfPsC4FVMmWD1EV7vKmxl
z8dCvbD20M31fpjCHt1ftR6kKKfEczxo+W6IqVHgAYIjyMFMHV7DCBVCy1Fh0vBUyyjoR1ViIa4l
qZXuOoBi9v0S2O0Qcv36+TUy5EV9A5LpSjGhjgBxGQTI5mbn5ZRjLur8dbCDfvplNtUgduU8ZpMk
+mltbW/JTs9+jbGGWoPq7T7+GOt9Q0UTVRoU1kue++JaXLK5UKj1EFcSA7GANuTtbZzgCFsTojb6
5wq34p1pjcFhzvv8VlXlEGVd4lFCk9cIk9sU6/eoKzkLBiPfkJ1y/uUwRkkxz3L6Z8QXyoOPn9tN
XgbNCd3hMmqdabwjgBgPNrd25CLC8qES4hrafXMy1t8ACorAc9XBMblrzn/D4C9tJeygeUYPr06j
3hcGAiDD7B+9tvMf+ziR16TF31hsioZ4sYFEWrvBmyEBB0+1qozmGf0966mcFErWY6ZeZBz0CDVw
5SzCNo/vn8g3BwVqSUsPpARVmvN5agnIo76Y2ucizcpbSRPkiBdU8qAliKysYu4YDabT/v1BN9fA
78VF0QgeJZqtqABuXuDG8WuKO333XGVlGzm01nGVHTFpbgrtymO/PVj/G8ulWklbCorqNo7JU62l
fWK2z7LS3PJ2oD6hh2Ve2eJuWbouPpR2QeeQY5Aaz62R2vNOCrNNQ9vXzD40WiNurjyWm5vpf/nh
+kJzB1IT2zKf9Un25qSX1XOCW8+DFqAZgQbStQh4k0H9HgWWPDcgjzKv8ubL9kbCjYBBybOqZvmA
cvnrUmjqE77ZcoexOCLDQ9Mfa5k2NwAm//27L7ymwNSK4eqx4vxzc4RTLfbSMbaTZw0q7keeTi0K
qmU8OQkh1/tDvbGaK3ZwfZ1XoNfWjoZ2k8o1p6ie0SGwaCWp/oOZB9n390d5YzVXDAj1CPCt2Ptt
Irm8yIQOCb5+zgx4ebnU2ygVwt1ZgfT2I+JvN+Ns05RufI9Xo0Y19v3xt/cRisOrtgivBBjfNdc4
P6d5k02WN0z9M6Q3+UFHAkeEupXo+W62zPpfrLjEtQd0PYV/PNZsoBUMSiKMRiewhi0mEgxHncnV
YXWcNO1OTqjE7Cc0cn8C8injHUhi47GEsf+KZ8B0W9DVeh0CWbwauH7+yJlGciV62D4MvOLU/4lS
UM0hobyIb3us1r2FHs/ByNr4ia5sG9kJHvCG69D7l5q+r4qFeqphV4dBr5xTW/rXXurN3fX7N5AU
/S9TR85mc0vr5RRrcKHg2RaSyoc+juhNL3mYy6tAnc3O/j3U/2IzohfQTuvd/UecWw+aKVp8ww6m
CLKHif793ZJip/f+ztq8AP8bhcScsBZ5WZb3fBRNBaVPRIsUcQU/RCYijTL8PA6anth3sVvYd5hp
XRNdfmsVfyuHYtRCQLhVBXKhfiQeN+5B8aWjIS/zE1rhSejMOKq9P7/Nyfk9P4pVsCZQI/YRKjif
ny8KPegQgkQ3JNV3jWZpkeGl3S6pm+Qe0u01GeK31hMkNaoj2JJQv9p8NUvg9rXaFRxaSEUfzL5C
DrI0xB4UbBBZolLh4Gbp4f1JvrmeNFlXFDNacNtEszBnl/w5wADE19Ow6WnvS1ML9jpOgleGemM9
beCFcNttGpwQKM7XE/MYZY6tNA9OTrMtrHPkJUJ4AcE3bC/tXex47ZVa4BsryogMR3sB/PBWPaxw
02VqyKUPUxyrHdHhciSr946YObb35iz/nak5XYkb3lhQtiVjwX4hCNwec5rVtOL5ytDp8zhyRzs9
TJ4vQzctuuP73259Ov64Z9cNyrygSCE8Rmtzy3mpdeANWSD0g4Wn5iGz6mpXqrjaWXXerj6Ky6Hz
l3ovxHSNb/nWJLlHScpArRENbO4yu/XnMhkKBOYTUewwdujDzq4Quwn85f+xaxCBWmU01nL+Fo8c
kPi6VoZsflrHaMs3CkTLMBYfTNnhkaz11yTn3poaxaSV6QmbiDHPd2mGS048zFww8bpx3BkZa2GL
4ga16Z/vf743RwKwhjA3D9P/AG1/3NIp7GZPB2d4wES5NH9OAKzdj4YmdSOczXh5eX+0y9MHuW99
lbnM2H5bHtiytKYFvw2ZDAokB80Osn2CfM8R5/H8RCPmmuzJ5ezW4i3hHCwNMIb6Zh17BJ2x1i7t
wyB158bOkZiW5tL86/pCPr8/tW2ozkFYxwItwl6k4oKN/dl7h5ATzp3JQLNc2F4JIEfI9tWdvDzv
wjjx2uaIB3YaH5weK9FHtzWzrIjUYBbjZzqrrroB9eP8tX4dSw2EhQbLKmSGws35j6qR2W0qLUOk
LxYCbjqvYhYDRYQ1unPmMS72dF4w0/DGJDNu31+RNz42vQcYKahsrAYz65//sbUAC9eGEqNziDMs
pXhGfPNUStM/4MjaRB4WMNH7A15eRb9v2TU3w9OG4uj5gHmygOHzyuAwwIg9DPOYvAh/LG8Ra9P3
aaN1D4UlRDiJsbpyx19q/nJOQSRQJcXUZq2ang8N9soqykHhqyFrXYRO7PTR2GDGkBZD/X0ZLXVX
lNiEJk7p3gOs0D82Y10dq0VNn22vUfsiWK5pTFyuP9BvEDurCk4ATW+TxYy48FqJWxEa2ZW8c8xu
2GdzW97Jqloea8f/+P7qvzUcmT9NJ3BD+JqtZ/GPzw1umqduQKRRQ5bxU2PiAx2l/pjVoeGNyx7I
bZBfeXsujzf1lVXmB+oX8fRWEoSP6dcGiJCDlcmyCyFC43XbSbc6jEYQX1P//k30OX/q4B1xKbOz
qMuBWTqf4WLQMbVjXtWuS9qd7dcqdAGEP6t+KXduN/Y7Z8kwDy7y4gc36AsYI+D2Cn1bp6Jz9P5y
X4bXq6ILJVAYoCtFcw07/ljuIvMNNRitif5l0R/zPpizCB8+WV05VJeflXHY1UDPqLFQUzofR+/M
ccwlamNJOcvPhe4ld25uFHcFpg4hKOAffz0t2CbY09CoX8vjm4PUZdRzpY3LR6ZYYxy1nUdfVvrT
+6O8sXGYDc/Cqm5korp1Pqna7+N6KXUUxvLU/twrmRdhkE1AWstmMMP3B1u/xGbbkPZSq6YwSi1y
a+Y7NxkIIkOg19ZJ+V1qgfMdnm1M32YctG5fO73SjkmLj/iVT/fGLOkWcR3yrhMKbhsqveH1a8S2
pkXLcOdIu01CyKFN1M2a/s/7k3xjmzAWvURS2zXa3WxH30CySdnoizmzLE6Sy3KXWrUdUo+Qewn6
/kp+/+Z4qyQvn5HDv33ZO99V/oq0P7jZIm7y1M9PHgHLrd9k9s5EiWv//5gfuTtR4Gp4s/VqJKxt
3bafIScUqbsPTNxMqgzP3GxNxgDw9ddelDVcONs1vNccboIXKvZr4+Z8i1rZLC2/8e1D0y5ee6jL
3vukATpDX0a03R5QpmeEiIDb4HzrbpA7yCnBcZmR5tVLA+uM+uqVc7Gf+ElgILlw2VUrovH8Jy3Y
gLQOzjcHkP0pusbmvC8Votk5hIS/TXsZillDgYaHAm1j83bJtF0SStz2ASXc+jGuB3WUi5L7PsVL
asSH9sp2urhNGQ+YzioaR8Gc/un51JyEIl+FQvahN1v8HrsC3eFwmY3+GlX3Yg25BciTaDSu4DZ6
zucDZXahvHrMzCNHMz30yk6PAOTNPTf51/d37MWUViY5OSAv1m+W7CYaUr7WwbxlE1j4i31i0zgn
4K3y76rB3Go02kFjrBcMEOltgIntvInJTuccjUqzin2Cio8Zh0IBprvGhr1cOq5FMnFokdCTLgrP
CzSTXlW9fxS4zL2i9+neiHKud0amT39togJyC+QnQtqIQsLS25y+3DNap6IcekwyGzlPvQX87WrW
vbD6u1zXxOPffivy2LXHTr5H5LrdFWM2ZJnb1v7Rdme1R4duuRONfa2b8Nvi4c87ZQXpUGRe3Q+p
mIG6Pt98o+vhyQKRYTdpExQdy2jzsr3tpmpwd0Fam/EYjoPjTQ+cEJbUxGBLHGEvSeuESZSbh32Q
IX6gdZ2Xwy8v8z7KMxolYay6uT1ADTD+bQan+CXruP001Uht0KGynhyR2TnxcD7/g5fJcCcy1/w0
qaHXw3go0RyBE2om4ZTGzmuq4GNEEOr0B+Xr6rucTL/YNSj13fUp9bydZ84ZIq+tGSwn6ljcf5ld
92ZYerOwQtdr9Y/xZGKfFZhYaT7q1diP96L2LLWv8sz9GVgdfq+mtOVn0ebT9wLgLNLVHgWSe5BZ
ogm5fJr+Rjh9/Fh149QfhsLTxoPrNMmyA8tZVAd6s0UTxtANvb07mbHx5Ld193MaqqI8orjr78Ui
DCMEU7NMP60YZ8sdoG4XXqRtJdMQgQDICjtqc5nlu9xOVVGfhhJmS5S6yumyG8NJB8sC3xvTod+Z
QTYUH8oOks8+ho4uflm2GtI9IUdrR4meWMVtX6vFj3wgy0aHNo/WNiyeDeocekyXNIcCilOBVoSP
jKR2CDqZqtuq7JX6VYA8bCi+WcHIRTTM89dReFa2hJ4ftMGxozdhX7ng1wN0thWpbnDGVnIjuFsq
nOdbEYHJxajlGO+TOK2O6Af0uwKySR7K2F4OA2jRMK6WBF/Sstq3NDCvjL+NH3DVIfTjQHCZUF/Z
ei6OS1fN2L+me+Gq6tR73XcxDmg0+Fpz8MzqmobAxdGjQ86dxXO2mhEj+LqZr2MKmS/SS0+xVdTi
MAVm0R4W1ZrOvippNe4WWSTTLcxn07n1QOT2+26ozDu16ENw9JRjOkcPAsxyGEWji33TtLofumaK
i7LZlZ16qTrpyRCYi9IfqkHPxCcwE/jXWSVB7eOsYv009ZbVhAUdmoZDbBcfCwLw8Wsfw/PZm81k
9jvXy6hXOFamvBABiV7HYG8yxIdirKpuN8ZmmYWTFxMD0cQo22+wAFoPx2xNoo6LG+JnKNN99iHD
Ueje0OoGRUgukx/6mIz2vm3StHwMsNu2jlOvS+PGTM3sP8NOM0CyekNyFXJfpMHT5Jn1c0cT7htf
qnAjY1yWB1DuyfgAlnbZT1PTJ5+mrsh0JBCUSn5kDkqaX2J6d8t9v8zIeAur8RDgmQoP94syA1KK
rTMWQMrouukpUWXpH2ctqHJsfpX1EFTGnPyEsVceyWTFsMvowQT23kGaVAvTAWFgGbkObpaha6Rt
O++ypC3Ml6aPG1XfTImU9Y3f5EtyRHYxNlDOjwOvD5PJXZyTSVYKg70NmvjJmlPUWlyUOX/2BHTG
HSUzIz7Wqg6QqfXNvNiLoLHiyEbVZHx5/6khadscPfokdKHWggBSOyvH/vzodTJZCWZ+dYpXsmAX
NVRxvANurhx4qVUoaoUOx749YHyOdKES6r8g5lp4qkvBo55VuLaEXWui8t9T2BluwPAmP3S/lI9x
xRO+L0Z4gBHKTLW9TzgQsRW2po5tap+q2URCAv2nD+zxKY3KQgdeX8+L0fO99Kp6GrV4qj9idaMV
B5SHYJLr+uQk4JFKq9WjeNL15H5sPSML+1nHjT7SZYmjRoXNZ/agFXDE9mVT+GMCDq+S/ld77uzl
G+IrvvNitnn1w++k5UWDbQzdrZ/E0CyHVLdmH5Nlw8wfg1mM/q9kFtA8D4PbpfNj7+aVcZqHbNgX
5WKmB6CLQduyTJaVRB4eDd2/dPa8aM5h0IajRInklC7SqQvuM2dGbVA0TbJLlrFaQkOmsTikFAAf
bbMKusekLEvxzXWL0Q1L4PfNbTJ41XxIY3ueH0Qe1xgQsBkBhSNAcYJZqA28nIXTzR8nNA2G0NTV
4h1WDgE8eGowH9tp1fYJJJBtfA0G/XYuNV/caQT3H2k3Sz8L/VZNHY+kCUc5kq3Xp/9kgK0gIxdi
mKOp5fTB79GQRdoVeV/oOzq2CKKKvM4cALC+A25d1LJyI3ibyxTCxwdNGvrWXCzIZ4/1OEHLrRL9
g15K4b16i6UtN+lsVcW+l+0w6SFg7TT/SMjifFFN2WWfqTsvO600Uv/kpH782ua58VwP8Wjcsvz6
vGs8lb70nJ/4htY9HznFBafRdsJZzKOlp6kXTm6F9XGtYutFdBbsYymGZMfTaTXHpCuX+XuZjIHx
odNSb/5eB8Czi9AwVf6oMpknIY5h6nM8+F4amXo/7bB2oS3bj3kJWs+s5G6e6ph9LBII1JxXkZph
jhhK/s9K5frX1ure+pD0xsIHTyddHtyuLm6cSZvNz96Szsl9N/kBFaN6rJLPwuqK1DxOObaHt0HL
7h/CNumttqE7b2TFfrGncv68GMr5ZfOH6HTbMD7b0EoMHlw4WRlcwDLmmbuJG0MKdz/bbWdHaVov
6XdvoXvzdRJgoQjLXby376SvpfZJLtJHxcDIrPsWcsJ0M9egEx5k0HjWHUoRhbHL+7QeaUpLOMpy
8VWwNyu4Nz9pn43BHX+XQ5iKJke9173GOw7uHOf1DmyRsjCw0JIlqoADwxbKkNj4dzQaK993nWu+
6oI+wOtY10m3k8UCGEwbrPaLDQd2DktXWfNxnky7ioJaJnfDoLL5oQXaoCg98brs897QbqlmaIR9
40j0HA5NgDJEOOvlcNBXSykVuRN0JTAsefWQTsXwT1MGpvYf0ZdVAnQQVX2ytGQyQpXqxs9Yl+k1
+Nk2xMCzZm330/1GcZ1C5SaHSO3BHLWm009apvL8aCxiXsLMozOnQE92hhH1UES0T9fu9+31zrBU
RQhpLCoHgGfOr/d4BmIgVe2cMsLF8qPfLm0wR5RE2lfLlNJ9dNpxQS8DUrW212DSK2A0BbeZrTRn
eQpUz5Hx4Uf/58zz4kRdVY79EAonkN1x0UT3Y5o6kH1hP026BzvY8O/twGvMXTEOw5hdKSv/bqb/
GSlSfKTAg3vGepsCi9xkzDa5WKZor598o4ux0ETRIL81ByNod2XbZQTMVZd8z8vK/8cunabYNwXY
ySd/1VOJAkXf414r40RfkxrDbsKK/rN4Jr1K5YKwOZRtYvbC2muQ042vXdanJ7uqDedTaWf2V9/p
0YE2kgATYBei+DX3gS1ViHLgalBHhR7kJMKXW4ph0INbFLGFkgD69PUhL3X9YXDJoeu+LT+ks54F
+94e0iQM4OVITHe6b+1cVsjGlLI/af78zaar8wv1rRx3j2Ie/7GH8acvJvOa0+dF4MBPRRLIhKvL
q01J83xn2fRbW6+bp9PkznM9hYhSpFUYpzWt6FCxobrIT1L90dMnVR1WO4L89v3NfXmkwFWuakQA
w9ZawPrnfxS97UHSBRWufuqpdv5D+6rfNzgCIcaZ8uSouCB2fX/E33Sn8+0HkIg8hyoxje6LqgNT
7WtfK90TMI9UB3xRV9XOH0ku7rzaSv1HXHIKPRrjxD9pJkWQOWxn01siY/AyYYbW0Abex2yE0Bhm
XZ6Pn9PU9VN8Q5yyDdU0JGZEBJs/uvxX/djmdKeuzGHNLc6mQFlrzfj/V+y+8HsectRPHEv5p7hD
jqAmIPpABT64bxvl/RraSYv4H8prJZTLUSm/rswZtAzZMdtzGwDQE+ZA4bfOvdQ5tmkbTDcoOIz+
U5zPufycBVbv3/tGYl5rM//eiecz5outlHKDMNdDRPF8n5SZpVEVQtGky/Tg3p/8rjr0GMXFHxMa
ok9a00x1mDaW3YVGVzvmB5k1nXOw41mUYdYKfbzh4yWPc5qObYnEcuvkR1WY+YuKTQy5rBSZxoj8
pvyvY47Woc5QGbmCQtymyJSeKAXRscTu8bfhzfkk4q5DflsvtZPnDoc5SOLvk9PPv3hLnCfewng/
G3L4UHWO82t2FnGlsGddnHYwxKC612yB9+QCW2uOSV0uasnu4HM1xk4G8XSf9w0iKxOhR7FTSYbe
v7Kk3XxCURIN5ThxuieEEB0ViTorvG9W7FTx3vQIcEU0LoUofvjFkDzMnvCrQ7aQckI1rbxOoRRV
Tto+545uIQsMvgkxH/ug+9lM4Bgr2xYazmI1fpVhKWv7J4x6m0xUza46xL3h9vuksWR8R68qMO+G
2Zz8cO6yWvtW96TK6a1tTa4fUawKdBk6Ro8pqy5Fpx+v3BfrJXi+9fhsgLWo8aIpyr/Ovxp6SQEl
MT29m9xY/R9l59Ucp5a14V9EFTncAh2kbktqyUH2DeV0iJsMG/j134O/G4t2qWsuztQpe2agNzut
d70BJ2Zv7u+1bpEPYOfVARwgO3l0xX1Vi3/Vk6vdE/DWf3//JbYzh0NylbpiqoCuEvLS5h28qk7j
yB7GU9nSA7orIu4iPmtcy+7p5oFqGkZmq6GptQjVFatS05OZVmqx/59fg144inA44aYLAeHtUEzL
IjW3SPoTjkWtsZO2MwVDrWpTYOkY2PoJlkI7CyPVD+MkCn8ei1tCyD+wyt9fg5FAgYtgnoNrFSdu
RqL1EsC4NGlOMlpi97DmYi9+N7qte7f0AxzPNJrG5kyJ1f4wm97V0X6b1UPeT0O7+MrYED9exASC
12OvdPuhTcc2bLXGxlq1V/W5P7qjOmR7Ml+7M/4+5fQ94ht796Os3BNOZREaEaeo7zsvbiXFUdvU
9t4aFuVARvBQ7t4f8S1Ezs+l/77+UA5XhJGb0l4iUVtixalOimv/xLhDGcMsyb8kTV+bN5qLV93w
9VngB1AL+L50/DbPyrLeLVLquxME258TIYAYVhcitXZjM6eHegAV9dPWcKp9W/bik4ySJFxSMXwF
kRvvoMTdXHvb2wEbPdo4elSYQxK1ttV7zACasp2z9qRAfE2DHsdcJEl50weqBYQZ6Dj73col/cMx
eDvD6BMwCKj+1s1je91mO7HVqemHU7qSBk62VdTGcaz0bjzKvNdH38TrdkxPnarEystMgGP92Jjq
EuarFuV1SQCoXj2Ajsc08ZR4V3pFe6Ky0x2g0VYbfpmlLqe9Yy9FdMjA7Xt/sZHhhWWeZ/ZXjMMK
ziyjTKX1QKBILi9k73HoUtf2r4pZpUq2b4TQq2Ac2ar9oshVO75xw7jClBh6GFYI9xBArgTOzWSo
JQa0ZTxWJ3S0/cOcWGoM2aSriyNmPZ7r98Rex2Frdc2CI2xf/yRia3L3WpbJOXA75uc9jt5qmMLy
SIM6s5PPRR1X83FaNCUL61k37kYrGm4F5FyxtnhxHIWoMKDgr/24TbXUl3T9E1m1J8dh8j52FYf6
hzQBGNa0uSpOTa5ZD+rSWtFB0QsreVRGM++CwbDzaT+VaPi/vL+E/7GuILIAFMPdod18Fceot+rs
5lAg2DWN+jTZI+TJYTKeNK16HBo3eZLSi5643ut3rYUxi6/iz1WvHNbpS9zClrzxbf+xqhANoqGC
SLrS9jafdkpEJOVQGKcODBmoZ7Gl72jlcjAbmvyLSu/5xhOvmPLwLFfCLA1SNhZUkpuSrxpGBIuK
2p8Mic9UIDHLnAKDHApMpugG1aXfmlLvnrWM/9LOrUBYQwW4CKINBoLWjS9yPQCrveWqpOf2Tw26
eRvpmFGs1nZ7sjrHTu+Khc5XqMbI8n44sUzrsKuEqdyodNZR/Wtb4YYAywi68Lqi9FUd8vbsHHVn
YrO06Q7YczUG2jwsH5W56RFpeCmecu9Pun88jS6MQ9+cEps7y3qX/6uuIp2yNCdalCgCtKXcLcWi
LsGse8O9IYrsv/cftmlM89M0lBBQy2nksuj+LIC/HpbP9mjV+WLukNi2wIa0RehFKsYNoPv6NzF1
YL5Qg2DpB6P67W+qPWtyInj1u1RUi/wwapg/fJEDnWxMz90ouoG7bAv5tb1D0UFO8VrF41C63qf/
+lmzOiZDZGX2pWQdaVlQLV6XUx0OkUudx84nD1KJx/gOC/SxaYNSn4cx9Iao+KGsPJcdTZ4k9yPJ
zBp3wly6pQnbMl7onJo1IX12ljV15rujUuna4f1vst0HeXu6+DjR0BMjHIKe9+btR+Brx1zsS+fZ
4omOlJeBI5qe8MFJPiyVLb4pwxL7S4RzxbEuq+JZ1LV8rU09626UHuuX+Wvur+/CK3CVX8W2NMQ3
c3+YVausSjN5LmOn03yU9HaQFJP2TbaJ85JMkwPg6BU3KCCbZc5TVzHH6kljr42RbVsEMTN3BDmO
F1eW0a9oSMTHSHGX5YdSNl0VFqMp5xsuBf8YdZ7p6ng8oNLkENpsLaWAUgM6r15mvo2H8hoS9qk2
q9IVfhkVOmHehsjtQ9TFouowfLSL+iveHnIJccCI2x3APEnjN3aDTfmwjgSkMUw9SPjm3m5tLs31
YuKFNHbTRc2XXe8Usx0wOe6knpkW0fVmeR9NJjsRAHhpHBPYT7dyy7Z8WnY/smw4l1cL7j9l1Nvp
mDt92ufIugmb0GK8EGtCIA7Evy3KqyEj9WnpS4kfZzu2Y9Alc5d8imCBiPsSLYKKT3aSY1wIq9wS
hFCzHd1qX//pT/81R3lBNgqQXZrHlOi86NsXbKs2cnK1t+EaNNqS3SO38AiZFMjcZ18mqlDOZjuP
0x0wu7dG2QyLowVZiwfBRXWlRwoCDAB6TjCoTI640ijKF7004u4Uyam8WypO3f9aqCBm6jcKyD+s
PSm6vchiGfntMGQacF8Z6RGun2bbv4hJYPa/l3OdumFR14rbh/rq1aiJ2ZL7SZs98Rh5ZZ3jbh1n
BKjV7jhf3Ka1AUOUPul3LWZMcpcVsaXcV1FqtQHGBPKjNfapscOUJBr0IBFz1j/QoNfNS53r8Yzp
pJJJ+4ke9Gwh+m7AvmxMV4cjXqPqQVlyVXnmrYpXMCfa+pIPWgRWIVNuyGo+i/uhmR6g6ZviKapK
u7sFf21X2fqtNMQ+JtJ0DzR+W6nUSgUjzuy1i2zkeC69SIA3zNhpllmtiaDE7UQPc5xy5D5mDw/1
STazT2YNHTVSQz++v9VucBXeBsMCmi7c7HAI0raKrr6SZjxUZvOMceyj7Kbk6IE8BxJ/y4lFn//n
mmV01MaourHb/PPB4JJgYixx9pO3U1aRZq3nZd0+T56ZHGmVCd8podPxx+Ipc2flFYkof9gSRHt8
/zdvb3Trj2ZzXZ2ewPKJ3dgsl6QumAvTnCBIdxIv7BpSDMCP4cYGSGvywMZ+zfiYjpoTLGqdPiMX
Nb4UXnZLVnw9BtAKeRkdGiPg2panr9AobfFAG54Hh5luRhreFZhxncU4YxNjNul3IpiSoOht5fP7
Q7A51BgBUJA/zDWwc5jN+tvRL2qdxqqolIurRVO2L6wxmc9pRmRICGFwRgXaj5pf1ZV3czP986ve
blb8VtzekGEaq9Xm5phRU9h4Lc4+z3Jt1ABWG02xVi+zqhXAMivXsXILzvrFmwgKTzyzXF6myaLc
6nF2z5IwVaZMnqWC49KRYkhGF53tbvqPtK5kzn7PqBTlhxlqCp3MTMjk0Me6VwWTJ6PijO1m0vh4
vemzb9fThIHz0mo0qdHPnyoZVwKPWlbhDmsR9YNwM30OhEqUUqDR4Iffgk9lHepONLYfoiUx8z1o
bTXugVSULPOjJh+6j1zMqifbmJdvETtgdLGqprEPE2SPEoUzQm5kEGrWHTonNZtg6W08fTGEVp2f
S490IYjhI0X3eCAWbA7YL/G/NZLMforcWJzLjMbrYRae1QWVrugDQ8WA9fdt33ROSPpLOoTOiIdO
IDrdhhlA26p5gb6edU9lhG3KSWLybwT4wbh0UytrjLQySEqR0g2exJTvnXZyn1GGOIRiJVH7Bdus
iSK0y5bpq2UL69tayruQzYbuCcpNaR+GdBTYkHApEkEiMfWDvKrKoytKRX6WeMwc83TK4FHZRquc
peSK57u1nJOdndH25ZgqR2gcgafhrPurlXRVwzGvdAgw8dyYzTdXxo79tAqVlidozop2BxXQ6pJg
9px413EjMgJuccbSHBtZqh8yduCs2S9yac2wFQPH2+LMLOmpqo3+a2tjvXpG/1mAb0AB/I3YzMUp
QsjPejVPrk/+9liGcVnVXqgLSA/qWOhFuBSxd4SPRJEUqIIuZOAlCZwF9GLufdKkuGdY0q2+VV5F
P1i6S/aFsrLwQhxfofHYZLU02KjGEB0OcPXU7LUyusw71EtdzwEtWjh1beV2HnIVK4mCdpYyG3aW
2XrF3WxMhXrnauX4oylEnIfYVRJLzqY5up86Ck/jPMT4tKIrS5TGr7CvdcSxIUR29Yc2xxO+Jo75
0iMPgyswg9mRMS48e35kIhTie6dzzXmIJr2SdwrhZJZvEftUH5yB3EXIhjIXJ1CG3vqI9CQez0uj
Wp0/Ton+c8G0h8Ula6KEpS5cK6dXi2WpHyWjKHZTZdYH4UhT+6jAplnivZ0m3R2Ep7LX9+ulhhuV
cNRPE4li9BU1u45Qz0RWtc9WJ27xICoha2VnJaC3wZLl3WU0q6x40pdhtvwhF0p0g/V+vUkiaaFn
ziUc/A407+0mCbsXFoid9s+QXvQQApy7y+pEPc9qlXyqBhJQanoW/+uBzKJb63q0qyt6ujVHAJyG
vYFq6zkvaLQIUaQf3cytMAboAKkr1rN2AsmOHjF1bG/xEK8PJMtCxErFQX8RtGdz1xau2mGmalgX
JvOi4Z3kTgM5IDYLFMlnapuHJJrF+ABrEBVX2KV5mvzvhzNGFxpcSDwrVyHo5nC2O7FAOk3T53JS
uRrhMJ8/dvSl7kzRRC/GqJpHy5jTo43V+GXy0KwofarcqEA35RfnI4sS76+Vrs7Z7G1hpqydCk+r
xHNhCS2Pg7xP5/jA+poI14XGqt5ZWms7N1Dsfz3VRriHBTUo9v9z5f4q2gsBdmsWS40xhZpcKs1J
fvdRuRxh1RePakef5UZt9Y/L6GrbBsUbZSbFrbEptMcasVhjYJ+CS3JZHpVyyqcddC/Tb5uqckJt
SFz3YW7kZywpsgN95Q5SLLe5Dy0Knqf3LyXXs89WacyA/axun5D53663OoHuWGta/SzbqvjW9XVz
Flh+BZJ2+imngTMFImZXkJMy3Fh1/1jqq8MV7iqrD7VzdR9yOKWLqamejaHLHsbBUMNJWsP3CXDZ
nwscXkTWZ8/v/97rz21xAWLoQbk0glw2F6FCa5S2muvseRzgYda4Y82+IiuR+1Na72kVwTB8/4l/
fsfm7mXgLKchhGV7uVrg0m65LXSVecnTBXprqVQGaIbtJuMx5mTV0D5bxX7BLdvY941ZEm8RRYnX
f2E3UAiKd5v1PO7jqrkfzMLIHsAoOJSjSF9eeHNo82wuYklwOpoN79fsiAGKbj4TNxFokZiNzh/S
lrtc+P4Pu5o6eAtAjGCTXs2T4ZK+nTqISyp4DGP2IhzczEOvs3DigfJ40OpRPTpeWnW+A0QEbbB0
bpm5bxAKJuuK6bFrcaOgv7fN3cuzXhpiqosX00rkvlNUpgw3JZS1RROU7ZgfSyU3Hg0Yifd4oGm3
sL71HHrzUel2AJXxn7TGUdms8+yvbQMLVA22cqs+s1qkESgZiYdcoUfr94RZ8gXcyvSbRXW6Q9bY
5ccB297Cx3DZ+QTBQNA5FNbn9z/H1XJi73I4+0AjVumUuZ3ZtNsbpUBDnOVp8WwgWDhivbxE0LpN
65jlY3Qel/aWBcPVesLNh6WLpS7Sch388+04LBDJI5Bw87khdcM9zaMhzlEjIJNXjZcfJUTVn+//
zg2qy5cnvGcdXlqPEIC2Hc5E4U4wTPH8PEyK+Ng1SvVMUGh2SApu1+8/6npIwfqh3q9erJCOruxR
4wQSsfTilzqp2y+V1L9KIjJOJeW98IdoyHe2Umf/a5HOLRZpKkUqInJ8czbfsaW/B8utiZ7TzohP
1GxugKNZxTUvsh7shvTPpuTa57OyxxsA6PXQ8mRk+jR2AcSY3ZuPqU/VlBdD8lKBzRwRWcGF1cY2
foxa1Gk3zkEaOldriIYS8gucoVhFzN23j6uYzNRQqfPM9aNpLxAnZMNta8mFRF8pzO636iDV/7ig
qU1QHmgC2JEreObb1TDBdF4PWewF+15Dt6HXyi+3afJ036WpeJKuJ6K9AQ+k9RclI0FIA2VK7rHA
7IwCv0qnd/1u6JOOTn0SNWHvWGOKIROyjDsptWp44jauDdhBuV7xkFtuo1Jl5aY2PZKQ4iKFUpC3
HgfZlSktGaf5XItUfGqyAmc9N01psS4E+S27eFCbnxobQh5WdtbGwZx1BnlF7NIPXTsgbOFirUIm
Ssr2t9uZ+OHOQ1f3H6y+U75mcJyHBwiQ3eekrZRXtxy6n8WiGfhGT93yZFt40gfxmFj9WTUG69mc
xPITwjDFp2hLzc9HoOUAkU9V+Kmuk5VYEKT0QRo6KTUENMzZfS+y6nmItKG/K0uc7sOKzkRQeymM
tpjmU+kPvVjUwPQwOt6p9rTEBPPOaqC46FE/N5OmeIch7ur/ZObmrIoCgeqhcFWZvJRU7srvVh+b
6gkCdxZyrayIBvWySj1FwCznOCPSxQfY7f/jH6jrXDLlT88epbEz+yEtfUCb8ZMi50Ynkqku79uO
c+EeeZbh7lIZDVk4J9rw1eBMr3Zot3ACAMDrRujOcLtJl55TLs78uR3qQ2tBE9bzqrIf5iJe6J6q
9LmeXKqlae+q1dyeMafU009Wl4kmjKj2pqDTYqM4ThN3NT9JytEJLLOyjqRLCQ1+PbIFfyBnyzxY
ZIkMHwjUmqzAXnpt/OxYTR7d4xU16uNu0aOUoCPqLa/+JnS4OL7VxOXnAelaHs7xOBzG2U2Ml6la
6RSGXmDwmXEVTXzup7PhJ4RcRAHGWssUplXlvgLee/bPpoUhG2Ir0n9qYtPD8FHPnOyEC3NZhXOv
zeZZuCj/7uDhp9+JVlLsfRWnCqX8aAxjFY61zH7GHFNfYmh730RRitZX1LrcQ8LyrIcsjd0PfYvQ
Y9dEMnJegb+rOgS6mx1/0WsUauSHpYmfIqpKUY8N1i82/767DJacHgYFcmgIy5imwcDmNvjC7umK
pZWhvRYZKqOnvF9sbGKd1Laf3QjQH66ZAHFqySE5Ugyyi4AJ5LIZ/KxPmnnXYXCePpqtQdKs1yex
86kaJ9xHfaIlE+nzqjNZgLaghRRYiVIa+2mUReVHHcSoY50y2Vg3uZh2jtPxRnBDDOsDASf9a1vK
4edKevtVaEzuACN8czp3o9d9K3HASs9lNGbV3TSXNY4Ps237ZppNzl3eCUvcqVOkrL6TZfpqDWUn
fkWt25tAAoNuB/qQ6T8bdKzRMa+xZfcLwc07lPUMo0NL6AvewcIm1UwtpDAvsPFrO8jJS+t/El4w
5vdj38TLSzZYhXYsmxnLKvpZSn5o8klYvt7XKCmYj+gfXE6LI+5WE+3Fqs2xx0jGHAOjNK0DFYb8
GEKdMib2BgdPRXV0I/NOSYYsvnecqDQZQT0j9DMTegSCV6Ra2Eet+UDqvTNnYVZZabrnumoDFJpF
/YpGOJX+YEWoSX30AMaCo5ZpzDsl05N9yQXC+tQb0TB8GCPgtEBobtnCqbSHyjdj3f4sowYRWGS2
7YeBUR2ssJlh/p+MOtGWvT4CUvimQsDZfrKsepd1Om2EnNTdPoDjntnPng09olhDakw7IFsOwymt
ypXOL5H67fg/0JuDjfr195pR/Juo7PKToWndcBw9PtBD1M/OhIRCXTpscirijkrH6r7XIwTXB6Qv
zshdqi30YDZqI7mfe1XBOCfpi8kJEYBV+kFBQOZeknpq/6uklyk+Lr3KbwWJ/oiIwbOaXWNEzi3X
my1DmSsReRbQyLkArtr1bTaLU9c9hJmxeXHjhEjDTpbuXdJgLBDm2JH0hW/Vnf1fnHvpI2CXoiBB
ZDVqpdrSfhqg/+2Q8+dWUKTMJAL5TPFbc1ryTsgqqvvA8nqYWlnayrMzp8L7n29ZCDfW6yOXHagO
W4ZebDuwhLSkfRE4jNWcV4O3mwrN9RVbHZWdaSdjmBZxW9y4gFyXEFxYYZMDytNkvGoKea2qMHB9
/WKgKuRo99pKHPrBhUS/TH3Cjtv3Ug/ScZavMh8a6cslj6cbb3F9gebqrK8cOjR+dAiMt5egBiC2
kJVWvSzoQX40PBf2UyKRp2H4GiCrUu/+10stUmqqfZCLlV68JbOYhjQZzdl4hg0Qn7vEyupQJbbp
abLm7nmElIisuRpuWWdf/04eC33GBmpD9quuf/9XwbS0ndC7WBpEbnlc3YgP2nOkuA95sYgH265e
/vdfSS0EJIz71HXRDb11Lg29M57hQXbfpjmzfDWLh2CCPDQHg1V2x6ZRb6UIXZfEGNZiYA+Qtrqc
bQ3pqhraUjYmxYs1UI74sddgF1KJ8bFL3R7Z/Fwrfk93Dd1g597y6bmez7DYYI7B0QJquKKfpEIt
Qc5G93mQNSoqWKxQtHUvDVrDSrpwyM302C2Ai0GNEumLlJF+C9v6xyvAgsQLgqJw9dHYQnh0E6Zx
yMuXfsoVf5Y5BotSKw3HjxuvpkW+lH6sSue19BRvxDrAGm/4KFxPszXa54/DAbm55rZ6AslVx7xx
uhfKHONAU1H2WDRp5r0ZZ+Vzp7flp/cn2tUDvZVz6vDRTQ4w9tS387pRu0yBzq2/aMQ+fmgkCkWZ
mtY9nZ3mHnXIeAN1uW6kAhxCK8eTeF3EsC3fPtCpMHVFfxm9WFXZNnSQ7J6DyoM44g+KEld7WaX2
J7m4zkfTHqC664asHhUIhbcsU7ZERW6WvAq/m02EdY1EYfMqFjrHJhujF7McJL44Zvnguk2NG0GJ
DEcrynSva6USyliNvhZ6RHy6hnl+Mg/ac+0uGEm8/y3+8UKkT3OWrMEwa7d5U1HOBm0gl/3to4ZD
wlmlFfJ1KHAbDFKyMwmyjbs0bGAyAY/py3wfxxoFSe6xGiy9Vn/0Y33LoOxqRWCIZK3OtH++FR3Y
t0OUR57XtFpS0IFR28nvHMX93pOx8M1MFuvMZvE6W51xRK6v3uVpZdU3hmQ7PbEhhDBL632dKujn
Np/Im/XIKoaivShNWif3SFra4smpS7c7ovPCsdapLRSB73+HLW7CQ1kVSPaQPtJX2brjlnGZiqxw
3acca41ffU/VfOj4U/2gq5wBO3sS7bA3pGjaG9v+dgNm/8PQCs4YnF4Q+u0GpA4tlDUFIB8ai/cj
6oX9oa4Wzdxluie9nbVkytcCiwcz6OxuTu7e/91X0P5K1ITbgBUO/7KSO95+bRh7bYvCOr5UZTN9
n3QFKW65iDowuiL/igqrP3hmrFy8CpfbiZzfT/UwLr7LBfwWdnW1T/Auq+MlFpvwpleo++27KE1k
dnAdiosm0vl+tcnbUUVlxwg7qZOhxa3tD2TcRxiRdOIQuUv+eWyXyDjeGJP1OX8jpTwekNbDW4lj
CR3d5kzIUs0YiBW2L/OolnftPIsHs50c6kAoSj9bXOy+OybZw2ScKr8BKGP0xtaNTfp6WtjgWjCJ
2TMB57Z8Ni9H5Z8Vo3UZRlqcgV0OWYUuwlQ/tWq/OuabA4EQ5CqWZP7qzqDv3h+E6wXBYYi4ExsF
5ACQet9+iwFfU7Ku1emC/Ya45Nok9gRIewGBENWBLGbljiG6da9eB/btwMOgxJASnhrx8eoWn48U
yxhrEQ+Xrl8Gz7ej0qt9WVjKHchOdnj/F17tMzyGseXyo+JvgqnK21+YwhpoicPULq5aDLG/RpIR
4tpF/6WTGu1j8nxvVA3bjXX9XSaUDhhja/SYvnlgJ6ZOZkhzL+ayeMdpXMoPdjKl8wO0i5GkCSP/
TCfb2oHhOqywpUjcGx/1Xz+ZXZ2LDmx1xDabBWZWs1a1aqNeFgyvoj2Y1zg/xAN+51FJdsFdQQuv
uNEev5rI/GoI/Iwe/h06Jd9mmOGXiC6f1YsVDynOLD2RckArgxmo7ugYZ1Ak8QoiGInArKLk1/sf
+R9jvp4lbOmALVysN7/Y7hvWTNkaF840kgmR27Vf6tXHN+8xGTpyemWHMgGlQjLgBBEit7v3X+Bq
Sq/RVzTu8N5kFcO1fvvzaTaQ06To+mWh/9OHZlor5h2JBorfelGc3phif0qhNysIzFojxg+uFkaU
yOnePq5LSkynEGheygy/v7BpRmLKQ+K65RkqQl8dho7obF9ESW+ghrShZVZWPik/IJMYBoj1OBrH
oYRnFqdeiiGtNxaF4Y9mAnkpaMy6E6e+m9XawR/USvb0yjLCITOLKql2Btev9S7ZoejGzcZfbBit
RUCpCht37BIg8bSuR7w3Jje1wslaL/29Z/aP6TiRy/T+yF/xcVlvdNsoGtlL6PVtrSS7Me0rukn2
pZgnIKexumQYUJnoenDkIuyH63ySkoI0pHW1I8RCHszaLr8PbjK/Yh4zHuCOqrde6upsQSezMjfW
2UgO4LbnlZj6aCW41ly0ErD7kCpx652JHRCDFhRuqRwY8BqUEecJb1f3ulAOMbtY+pxpdXnL7eFq
k+dl8L+DD0xB4OlbdiXct6Rdpmq56HqZFPijJFGYztM8Bo5WWztkztInat24URD867EonddoAO48
7vbOgUjKwe+l0i4ORivWnWK3Nlz1KgG1bpp6VM4dtKh91/T9jUbVPxYj5xm7wHqiUXGuf/9XRT+1
aDjh9akXyGj5f3brLmHSKvoIechTbyUVbnWca2UFe5EHUt9ys9+eZuBGBNIvo3qJ0Ix8jeEIDcFA
XVYC9BVJCFNgyU7Q92WYDLWj75pY0rDQyqy90+AYn93Wmccn/HHs11HPDd1vlMV2/Clu1bC1+2ze
yZpuxMsAQTsJcKdJnRAvo+aYomYe/SqvSy80ZVogHmnHlfuuzX3q49HpiVvypy1lAJoyUxp66uqO
Bgt/mxigZ3ncSKPuT6XEiPJDHHUg4wspie0eYUYaPdW5CaxJf1yIICoW+2eNQkuecf9NHjxlwcaq
z/Xmc8m75b43jMl+sLJCvVcnr1AOSI7gWBPZM8tTbRTjt4zAoGKXzoqyj+bcKG/UA9t78Z/fwwWQ
dD92EVRdm6mSZ0W16NDRUYoWefex9xrtMSvshj4NPabMz6NsSe+BkcfHtuyG8mKAvA2+BgCdfEZB
Xt7Ql2wOMs5s7ujIkP5QYum1rmvqr6nLFdxLGnqd55xRbnM0wEu+kESmdUZoO3QCibqLneqzntql
DOWMJtDPlEUYN47zK5sCXuRPVYb4g6qF3ePti3RW6y2TZWfnLDKnZgjKSnbytbLgYAZ0mXIsC2en
pXmQdvSo/bIbbSdcSq0/z3DI+5N0295KYDhi+6NxolRcv3xl8LRWCypDqO5vM40n/Lng8Jydup0L
jGfiqgzsCL7zjevBZidSoYK4KHagd1NwcHBuRjXBck72caSfAbeG7otaEdpNV1ZqIeB0nQ0ByojI
2i8t2o1P7x9PfyyU/zqq/zx7jbWBxMbK4QXeDqQ6evhIDp15wojOnCD2QyeNMAZLEcJjYiik+JjV
TpLwLhiEoaHr8oJQ6yKSbdf5hMj3U6BqWYTna2/Hrwi80a92Y+xa+xQWMIe51ecnMahwdHVc++Ch
whBXQbcKoZxgjDVfdXcgxKnHfDHMhde3ZyUi34h+kz6LyDfbnK5e2ovOT4ZpagLNK43HfnKxfi6G
bI7POBC1926C8dsOO0gCoI0RyijNKWbhq+iGudyLwp0+YG1J1dDnYxPvY02rp0+IPNLP/QijNuwx
7/upODBPzlVnJghOusr96aYC/xIh2vGXiOhe+Nx5OkodOPbiUBEkPB1sR6lPRWXh2NkLnXo9Rzd9
xFENZQQhxfCUfdz4Uvdcg9cjY+7Alvek3M3eCdBJaQ6ycbS7vPaqlB9ojvPuxhfmA779wMBdnKp0
kf6YAG1KayGBPfVhSc4Y39QypCUyHE2VRs8BF/Hl2OeT9uX9J14vTrhpPBAYeVVhXs1nOqAOZ26W
nJsqNYdf3ij1b7iuu+Oh8PS4JmZo0TgqmqjUHVJJYyfAQAkvR/S4mUUD0i7xBUtwFl7os2tqfJ/n
qTYflriyptDMKt3GlstLP89KLdMHK3Yr5zhAKjJu7HbGWhW8HTvUiJBYuMCxdV3lAAh1tjACVpKz
3tZ9dif7rKw1/CewtPa9rs7uEl1G6b3XDJUHQzyrEl0EbetMe0muAcr1MY/O3AJ6fVe5fZV1mEzq
6heLrMlHC7wbu29TLyA8SB3m6AMW1PPHpsZyZtd6ZrH3DHb5ewxd85d8SbXywJJREbFbNtmZ4dTl
0+xPSoZnY6ClpLT7SWcWfw5Yx+1B6rwMs9n3v+2mjmK7QIABZEstQcuJrfPtdjFo09zEveedHMjn
v2vXsSCapljfaWb0pCp8LX+kUQJIk5Terc9hXH0Ogjj+qGBowvBlNg/3nDle8GV2T5JCjYO4zySq
gs7Oyh9OUmXxJ0qqwsGRzNO+AxlZ6acOGwH7h+XKlAAJXJjGwFZ07Tv2L33f+qXmzI8GVP1Ru9ey
fM4+AQVCV/ELtxiHKUisWvnMIl3warIiET9ETaKmIUaUbifDBc3XHkVE7n2OtcR7dKPF6JjVbHIt
oAH+RtzpvOoB09kqP3ZT2/yYtAn6xI1q68+Yv52la3OI5Ybej07GdlgWK2M11qp1moZaVNgb4Izo
PWhWM+ygtDTd3qCyP1giK/NDYinilXBPD3tRvGWbpcZ+Ckr/76ZN7PRepYuW+mWvAPd5bYMoIAME
K/cOjgl6qNVAMVkg2kwdnqfWbXplV9H/5AZSokFDqicKDlvLzczmgAYgFiGKPM/+ZgkK+xetmdzq
g5uncRc6XdbxBS33/yg7r924kSwMPxEB5nBLdlKw5G5JtuUbwvJ4ijkUM59+P2pvptmCGh4svBcz
cDXJqlMn/GFCrHNMYvNGGrBFnxh2FsbXFMnn/r6FdAvMIxrnKhi0eLK2JkgMioG80jUAKe5c7GWh
hsMTopm8VtPpnaPM0Y548Jw0ORWgJ4EnjPYkK5QSqjr8XiYMs7iw6DBMW6QczeSHHRqIXTScHOUF
FCktvrYYE+Sca7gToQk6B7kwb0K1sFAq+W8cpy7ChhUl07fPj9Z7Vbz+jg4DCqi7eEYAcD4/W3Gm
WoindNpdVi1zVTuV7i/SVZH9nhu9yH5rblJEfquF8xZV6CneTtFCc+0dDsCmc7RISF+GU6N/IdFO
tUf5jsxOZGu8CFT4FyW6HNW8n2Vs9c6TiFKuWksdaoNbfY76H1WTOdHvOurltoCpFHpbr25MD0vc
hNvfFfP45NGqiuFKACXAQBKZxs9fwQfRhd9kMgoDVe8iY3D+BuARuZmbe9OdDSaygVLkdV8NxTS6
L5w5Xb0zZQ+ZwOu7uPmStOocD1d+wGUmZmA+uwzUaQhZFywKhj8jI+9eu+tsGu5fUkwzv0iza5ER
yEKVlkKSI42FpvIsd58/+pLJn398EjA4FKSCjEHBt58/epSVtOW7MrlHrnJIIfgrxXHUM0zrVKty
rkTSNeOeME6DG9ECCG0m+23dDmstVRot9Po7TeS9pBRyhSEOYZaig0z8LsofXY0NQjAYQ5UGCEkp
FoFQUbRdrra622yybmqGu3pKxr2Lx5fpq7NI+mNRFZl+w3Yd8gyR36IVV17T5QdiVywC8wzFsXdY
SwWoWuomUdwrd7AiXW2PoqEKF3PGBupUwnLgMrD6b1pHvLyy8AffB34Lrwr5Pv5ckw+YEpWj0ibx
vRsl3Qi0kt7Bi9oJNLrBDo1Wf20kfHkWmMIjSEQWBeuSsH6+IUAZdXWUxMl9m3iluSNlG8xNTwod
fiWbduNHVw21ChBnE711+Ac1x8835HLWVhtyUTFD1GARBaKNd74+FZaToL3g3dVdkdyO4VL0E1bV
Y8cA5YuehXN/Jbd4b0WcL4lfxaKkgCQSZ3vtj8ucOKtyVThUu5qDwNTI6OEIVU82d4payvpHJtq4
CdJRgkqNkKYDYlNYkftVE1P+agtNhMhV9whrP8FKReFVV6fcvjYs/SC9tRBRBzPEABuVjHU3V1UG
p/JsKe5rLyR39Cfcmuff/dB2D8qEEoov8xgeTLqM79Msqh4X06dFhrkNtceoqDBR3cElUtp7u4Um
4Nt6HikPXpHZQA4m6HQHZTSsNyXUFBlvOr5BsRNO3osr3YXLs4S/PVFFZ/MCpVkLuRddXc0N8+37
ctS020QkIIV6NY6UAx7XgKl9xeBW3MLWLKprzPJ3JYrVt7a456h6eYkIvq22d1RG0tWU2LkbkmT8
YbnA/QofxD+oY6caBNFjblUX4592cduF6+siQaeiy+wjJhQ2QQ9OZXqaELaW3N5dkf+aTRCBLwnT
1fkbTgodQEcl9srXup6Mg2WnvQgRXo2WUh4Xb1TVPJeWTTDOeQHA2HHqZtsMnjLe1xpEkN+yVqpY
PkZD1DRyGyl9Ugh/qtKSedPQ24VzPxrMgJ97HA9uUIurzF2To6DnE7QX6DSGYY2PMmnxi2PaUclA
UbQDQZf752CoYsx2ldsYRK/Pj+1Fh4Zzs/T6F0ID4PB1gHQSpwLeV9PnsGd1CFJXx4BD6kr+XQjE
OAOAUuhC7bQKKNNtXDrFr6TUTKW7MnD4YG+BHlrGaAx6mHisBg4pgtNLP0Dcu0TLfKN4DZWBG80q
uOrGHPZzY7ubVFrIQH/+/B8sDA2O/QzUA4DYGi6FUialiMDyAnxBl5LCY98g+6jkJygSXGGeJ/cQ
Y67VRe+qQqv9TPLNVI2oYBoXNnZOlJPF9uF8tyC7HSeQSW/L3YTmaeaXmdv/UcfFurlHON67DU13
/iLbomi3YTOYCph2E1HlIU7cuySZ3G1PlucsLT0t3M0ewuxw+70c2W8Vbc7vYZoiBtY0+dR8IXHV
3ENIK2K6i7wpse/6yerbX9mE7cCD4qB/dZprM/3VjzUdE6UekISxQhS1hy0zBiT2N42ZhkW/QZ3q
muzt+yV1/lYWZV4SWu4w+Mz6ahssgwPHKFQPQHWZQIJmki83RpsW06lGqOYbJ5YUAWEO75m6oHxF
7Lx3xw0k4LkBHs2QotgXRaL8A4wWxdrPt8oHv47wY9DURG96oVKsm4g9mIModGECZ90MVw9RiyG6
MbWYGsObU9fZC61svgxRZ4cvejXmJNgYhsQ1qkSQDZ89OMDGBpGr2PzVT5WMzb/ezPR+SXWgasEV
4xyd38GtQ2d3hL9631tDcqu6CXQLKemviBuzZaPssWnGltYEZl3IKzni5f2/lJM2cDx9kb1YI0KG
qZ3THh17vCga919caIBxOjI+ADzowCjZVWxeSbEuu92YbdLOJQF3F+OENY1Gd5JKT0I9v7dGePZ3
XRbG9sELB3cv4+IIs2T+N0U/zUc8eHq25QCsuR688qgiHFhdCWBrbPD7K6ePR5IM1/Kywwxg1a30
rGnvk7lXpjgABa32G1pt7oh6jDVq5lcLbbPHDm1cJUCn3sqO3Vz3uOowaYSV4Q8QcCOsG1RAjE91
OfSmjfZB2CovTaaY4ZEopEQ3DZJh1WHRgI6+zgDT7Gsps33xJQnC4MXREV4YUmSw57so49LMjTpu
7kXhpsnPxDCi4gQ42EVrnvnsrQk4uUSynHiJpCpShZAasnj4JsWQ7mJbwbaDq0tDcEShHV4g5Ezz
JyCmOq8hHP3iCcR9cVIZ2aFGkc3hzzDtHeHXsOizTVnl7kvsUNn4tTYR7pl+hs5eKzLYC4h21LGZ
bVDVN4dbq0xjGIFROC5yBQnpQbtpsX7KD2EX5i7qCLolftr4KfUbU0lVa8tgt0QKJ4wobWe9wa/H
sooufxBWZnjMmz3zZzgkmnLbjrrdnJRstJe8zIbqACfIBdSq6fGhtWTMDDQFonHTsS9rXxvMtvUr
lenzVpsZqdzYCJqGh2jUUA20Mp20Dl1TB0/2luHaLztl6P5uNFyJyse7Hb5CZqcueLlmcDPlu402
PEIBkSHRSv48il1ceKg9LSUcWTOgCms9krFQHrfwkxH3il1o3Vtk9fDeQliet5glKaikRWQdCwzj
WvS8KFBYmNDO0MChtUyQON9WbVQxC3GBQk/zArsuLSU6NPag1//ixRA3t3GtVc5Bos1dBhOh5M0a
Cvt1zupUtr46pt70KiwqKKaDCZNFwktcFt1NauNocCtMDVNav0Xu+i3iCrlmgrhGPHK8ARwzVnuH
sjMtXEEU9DGdjVwvkntPofmx15LJ2RiTBUvDkOE90xqE2fEWxh47zIZsn9NAiQIz0QyfXpiDJwZa
6leaD5fxj99E9ga5moCDqNkq3COGobYyy/N79nw74flimgmY41I6942AdBTgzcI9jX+IsWtELd8K
J/ReIYfhwakY5dB9+3xrXdS80FIRNly8KZcKdD2oFq1DFgNw9N60q5I2QJLjVRI1jnuj2mTOny/2
zj89yxVYjbIH1WygUEwsVrdxRrKQpV2J50DqVhEiwTV2RRh+qClYQIwVA5qWMfzN0sxk1AdTN/AK
Ni4aa6ApcqHU/VcNHkZxR6ItEETFG8BDr9mkVTH4binmPLpyBC5OgMuQmTkkdEkImaTc5ycAsVGm
dN1g3Tsjym5dWjpPbtZO0tfhWT5BXYf0loMtfiz6yLkyATWXv/zsdbmL+sIynyCxQnJk9bowNke8
GxrxPRvGLdIbpdGqb62plpjpDK7AoaR1jIgxf1HBPdG3VtwkVuiPk8TNxoFVB4uTzwGrkWmb6kfY
gLxFrTuVX6psSOVxkfyZ9hAaM6Q1MMLSA4kq8nGo+5EWM5LhRhS4itfNKVI7aTw9qapiur9TTaZ/
zLSIMXnS4z4NtNyYokBniv4cw9Ua/QltOWeL0zf0Q1yGWu+uUMdSx9mrbzwYRADOY8A8pl5byYYI
o2ibSVUL8ap3pbwfkgiEgp+BSzS6QOD0cBwNDa7vld24DqtEBqKChqCGs5ige6tL0xhAXWbqXNzi
W589tbywr5XezhjvzI66BxXdneCq4qxlLdZKFF13k9XlOxh+5UGtMKwiXLf7yZTa7aBa433SaQOx
w8XF6PNfevFDTZV/lqqDJI0sdhWGI8ShE8jj8hbWvHVwsyz+p6S7fZjgK20rXS0fs/QvFbmIfgty
xWKkiNAq66/WpGdQDmGjDLdZjWJBPFZ9EKp6EcDuHw4a2YgfG05/ZcevoxGhAQwdeEySMtrDzqoh
VSUV3Gu37g6FOefPloOKoB8xLWj9RqWFf2UDLN/3v8frfTVCEQ7wtIFBxp+fbaf1FEZ4aneoMGSk
8VXEqt+hWFVtJm2M2J8emlV/+yl5wqUlAqCBTYdbyPmaQu+HusYz5gD23vqOJpOcN5Ur0uLBBJiG
2ZUis+e8JcW6svBHr5aLkPoMiMmCCDtfGOUFD497rTuUbSM3zmCV8w66d9z4QCica/YWF6+W7iuz
1MWfYRkOryUgpA0GqaDYvcnNMdqMqZ1svRxhJTy/32RFfv/5AXnvNZx9StaDbMGC4KAWE9Tzp+ty
b4AvOtsHiWh2httSPYkO1PICtv8Kj8wcAqeb7fnRjqfqVqZKZd9nWJZUX+tcUmjXsyZ+4pWix0hz
KQqqaq0BWiSBAahsdDuxXl0tU3/VBLRxq08IPW3soUyeiwSO2pb7zvMOsVvoRwTEELpMC+QC7gvp
2cPBi7M8evGmGfmsXdGGMLW3bDgz/B2L3NJ+RcyBB7b5ULbzENRq12a/JX0nqO61sKAf54lVR2hW
lvTuiiIO26Du8u63jpxcfKei3ZbtMH5xxPeUOre7aYBjbWqc0sQNBnR9HRjmZBHOCbL6/UACvC1c
YFuBrA0Akvrg9GUN2sHQqHyKCO54MYkCmLLT9/LZSby0/PP5x/pgb9AP9OgZeSSW6to9VtFMaiCU
AG6mUmjzsx4lGhCyXP0zjHLuHrIp1a8c9Iu9zxx7kYygcUMqY62l7724J82zsvgmlVr2AHhUkztg
iupPJW7jcvv5460zBmxV/j+3MNDpJmtYnfC8LFsaBxPwHsw5DZoJ9AsRxh83boiZKSjMals0CFv5
npJfY7R88KCgixY1T2RHKK5X2YoVD26YQ3/mkI8hsAtdvRVaZXwxZ73//fljrnMTHnOhZbogrklP
UIw8P3EZlnIUadI+cI8Mfq2XCUYk+JklV77dB+u4AJqZ1S2Zo7MWBNW8BmHnMnYPAq0E83uv9oN1
m0tT7a5FyItbFiEThDZg6GFVQChZRcg41rG1wKznAHo8fGT4OpxU4SKikRfVjFltxrDMG/rsyhBm
tV/ewZtsTVpASBxTwa+W1ajVO9mPxrFKPLHNUvw8baPGvlQaRnWAM58VPnWM869SRObh84+4Tsjf
F6cVuqBGISVhw3r+FU2EANOmCfWj5iGlBQ3cS8M6aNy5lzcTyq/GU9Mnw350KgPjLcUqvnhQcjNM
hS31TkSzO22F1Q4WzXOME78kTT88pmnh6pvPf+gqZrz/To+5EVUomECaVee/UxNY+GDyrh3l5Kjf
9CJMkiBtxi4gWGfFRroyfvp8xcvPQlub2c9ySS8SVasV6b+pQB2kfsSgbBaPXTE1L5GuZNNmdHqt
hS2maq+IB0fixnAa89vnqy/31X/uM54XnigDQf5cOuvrNtnU9kbFDEA/dov2eTNq1m8ntPpAKZCb
UzDw3EBW9XZNxpS+Uez5yr64fN00cmkqU0Ev+lXeKjPiKU3Q4rNxFBUmNH1ZYYhp5fqLhwywFlSu
2c5XouYqcr0/MH+gWkTZjvDNaiOiCNl5mMybxxBznjFIHbN/UcqEpoMZ1/rXz9/u6qT/fzHGrlCu
eMmUdee7CeM+VW+qwjq2E73hh9FplX8Rh0Db2DbU8QuuchE5WPv3DA1UsV2N/znw39z1M/JKEyVn
rx2ZU6RvigIMIqCJ49yaCFRem1Z89IwgaBdtJs1b9KfOn1FHe2Jowb0dmRWR3SajohztPlQfkdQE
nxfB7dqUTTdeGTheUuvYswtnfwH526TWq+tPj2Jb6mVoHisxe9gkmICsZdc5VWDFxrgpirz5p0FV
Bsq5ghftbIktbC/99fMv/PHPwJtr0fsinmurT6yUKB+NimMee0PRUD4z0p2NxjPqYqJQ7rQ2sm/t
ZKp+T1HsPgBTCqGZxtfoB+tuz7LRAF9wO2ocU5tZ8vlHwBO9LWtuUj5C09U32oS8zx7NDAHuRsTo
Z/ZAsr7O6WgXsFxSlFm8YZiXgBJlB1jJ9XTlsvngYCMNx33NVBgZ0TUJ35RmkaUyNY91ngIFk3G0
Q3Jb3yaOl963YSWvxO3LY40AHFkQ0uWsygzm/AVECfwdPHfDr3MN08BvZF59VzNQ7QUtCnklhlwG
TTIRzpeJ8Dx5yfom9cI0Uiq9So/aWBXdYyuT2diPzdBvDFuJsL50497ZFFFdv9oYBv3w1B5Zqyul
yOW5YyBENULwpsN3QUFvaTAqpTWVx7Jr8jd+Txckw2DIIC1zd96HodDv0hBfn883/MWHJU6z2xfh
TDpGcM7PX7TGpdSLAU0HkBNjsWMW68OkRhW0rZpdxbD7ymNerod0BIjZBVAOoHXdWy2R8J8AhYbH
Mh2j8KY1uuLZrICXoYkkmnabmuP8d9Mq4OssyQtdeiBE0HViXSD6jxCT6x0bq626m9Kz4n2dOXgF
V1YxDnt1ts30ymtd95DfF10409Sy7KwLak1kMyzJylycMk0XePtgYiZ/IMfkzs9jM5rJRjakqLd6
7WVfaCBAJJ48TGYXhe58vKnbWtbbfrAj5crButjrCBfhAEERBUoWbMkqPfGiyapgk3nH3Gm7l1Ri
k4Wyk4u4ECW9+djXKdUqU83sWPR5QfHtxFcIZh/sAAjsQLVU6MOMJVa/oNfyujSmSZx6fLdudRHr
r2GJrKbbSpEGqZaJa6PS5W88S4p4ZrQzFhVegLBohp7v8THECgCVD++Ikvqs3JVGlt9kletymkds
vlN3rsxNFEPrCWgTMGD6/IhdxDITjQD0HKh1YLMxrj1fPtN6gPTIap0iUD7JbkidbN9UqYj2FoOj
K+fr8lnxvV2ecwHuWEzYzxfrjTYuwqFOT4mitDcVoOvn2aqNn1D0fngIxO3Q1AShjuIQkjyfP+fl
3bl8U2RDycPADJnrtY0S8V0HidBTggLONwR/zT1uX+pNOyjy1Y6sEuE64AptqIDLGYr43xGJqiuH
/YODtygB0y2DEb6oZ64SwsLGyAcJdudoNLiKSgbCbfsUj0KxHpkHIAyAXDrZSwyBfjGKHZXwYCpF
OvpaPSQF9kyRfi8HfZ6vbPv3Gvp8FyLnAagAAsR7c361DYq21IveTT2yOK72LWbbVr1Bes/p/Uyq
E7bmuA6HuEYLtbtz7SauA7xzmm0EnEwcXFxaEPZKhjAJkOlIkJorx/w7rmaucQuHRzFpjk/o4SZM
BHad443/0oPuv7boyc8nfAGrIWAsVVfbCLrC25Uvv/RX18+GQoynEV91rrHVS0+SdNactueE2a4i
sdgznMBGmZdOktNCkI8Fwv+aiWYD8jJ32aTD2HBkeu+o/TUviot71LSX9iFQQdtEq2Hd8+64dhwb
mvQRAJfFeDgzxDdha9LZNuogej93XcBawpbJ0+cv4YOFudToUMF9oxZZNxxsVPHLkBB09Cyp4dAC
beMHU4C03yMQjtFaOvfPkYiUa03+y/BCRqYyamLWi3f9uklFIMA3NxvFqW0tLUcNX6sDINK1hh/r
mFxptF9mpovfBqqttDko8tR1hedWQJN6lMRPXZaJP2BymnTf9onRPg7K4FnbCWGgxQLGBsKYgz8t
n5BRU6qNoaW1sWnUWrlyrj6KOpQry3X2DmFYFw6KEK1Z93Z0iofCeam4zR+6UoWIpRkInCJ4XvsM
D8ebPDdDCDJKP4K3i9r951//XVNsdQTe9TAWTi0NsjUIGEAu5k6t8I6D0hXVjRkrs+tjyKBjCQRR
cd7mcdmjoxenEunE3rF+CKtB6rAys6Q7jKVShC+hMbWhr5gZfsTAqyPw07XzqGOa9RVWVJT7GW2s
OginsXiacFOwAvzYrfYBPa4p9jszF19mEWV/nI7Eg2Z3YdxLD1XXnUiNJH5y1biLAjAbLiKNFsJZ
TBBSBKURPg7tW02T2dbqgD/uokqJpyCswVnsrbJV9l3mopduhejtw9RVQ2+D5E0Z/060qKZ13uGx
kyaTkQRNz77HWqRpsKG0tCbyFyQleB1vSFSf/Lb4CjC8n+5baHLDpiuVqL5VtVk1fhlWZk63TWvq
03bEkwvbjMgtQQbG9fyI3afxs/IKDa5OmsQvn3+896pu/fFQvubmQLwNhsEqC+67MrP02g6PrVlM
/0zFUM/7yFVsG0BaF5tBiWcDbJEJgqCfN27evelcZQKDdC/PdmnTyt6Xfd0+mEizCr93y+43CpR1
HKRh2VRXEor3mcvq5y4QAI2an3qBn3x+ycfFCIdDeMoxmou838DShF1UinBSWduKorte77P6UbSN
6u4VIFUSU56BSqbJw970KzRRKarkYPS1r4ydam7Z2h2jpSYR/jwY2tscquwDI1OrX9qQpE9Oribm
Fn1PddxoLZpjW8jH+aNV4eS+VYC4sHCTQ2JDLlSv2eV9avJ/iLLcZDXvy6+ifqq3LeCFa+d/yWjW
LwPGLzUiEMvl7j9/GSoNGbyNvPDIJNtQf3HRYTTiQ2iMBCOqqTJ/FAzHMAkepkJ9gPjr3XqxqpS3
EKDUwQrCHpvUkq7PtRr2MtEFsYE/Fug8QjOVwPkPs1vHLO3JKE4pA3T5aMhofk2gqcQP4IytAzye
5so9fLki3VjabiT2DGBhI5yvGI1GCxjDy0/QqHQVCx/mrlPu9NIXzcSIqbyGqP1oQTSACHdMJ+lF
L//+P5xvkFI0+8OmOuX24B64AbFjmTrGzBVAJ22vNmHVHD4/q5fXLK10QLTc4x91njOh5N6sddUJ
FfHG8k0M0ZvMmLWgy4skMLocqUXJcOvKspd1E/nNMnai64d6+TqtyGF4uFbsFKfBq0PnIUZ8uQwS
b6z/wZQIEjIj+NlDOHmZ/M74IttgwfROdv7nT//BC+fEU70xgkEZz1vtqd7pY12SwZwQAcOYpgHo
RjyMXm0TlnVZl9WVdPqD9SC5MqpB1ZPZ27p2aUcxKOg4yVOJRdA+L8OfXgGsCzZSs8enMDp9/ngf
XOY8GqNYtg06gxeGmQWSQ8M0GfUpxI1A2yVTBIfGRYs8JEk2pp0k34i25DiaftfTT+ZS6sssPkGM
atMrpfJHzw6hh/D4DnVaW52qiKDgE9HLkwjDYS/0ubo3Us2YIXCWj7jmggT+/Onfp9vnoWyh9pFD
corR1VrrcTCxMpEu6EBgxibmmGGkWm80yEbvMFcOvfREdtLFk0GwtIqPEBBDCKSPKiKBhU++O7QA
sWoXlWy1UAwU3TUHJjp6lRgRmikldm2YGOuKQi0CtZuBR3SEkQiKV2e8Gn2Z9rtIqhAJBxfFaaCX
ZWN99Ubnmsv5B2d4QU4wcAc7zHFaUtr/hA3PTBRjtNvsVMsue1ajzN5BX4YKkBjDbVXN6Q333s3n
L/eDwpBxyMIpIVW0YbetLs0cMnUhw9k5mYh6nvicoBn00fhZD1Lf20qTfGei3O4ir+NNC2FXt7Wm
KXoQAmTK8S3Upr8+W0yJdMx5uLMW5czlLf3nLUxeGzsNApAnEWsp5ssTvsQ5xlsjuFJXv69SZOyu
ZA6XW3ppJ8OtYYABnvqCWRNXQ5r0qXPKoKwoyKuj3spLmF7iBKEO2JxyvJJaXVYnrGjgjLg0/BZ1
3POHHDBMAffGimk4z69R3JpBNs+x7cu66Leff2LIFPxtZwcI2WbUi5b7j7DFc56vFlppTZIXeURp
Z+5+RWaLuAfkewDFb7RhmrHZCeisPYKVbazj1TekKFKLqBPmCyc7834gJqc0qs+Jqqc7REcVPBTC
JskOVmln6h/OW2OjeJP07qZMwdL9avUQ108rnAGmJTj6ygP0dnE7qpgQghVtybcQUx9v1BG5hWfR
GsJ8WESYU7+y4KzxIrSkM37RoIIHcTvq1USe39O+yzYArJTpFm8O/Ysu8sbqAvSaVLT3TavTqSgn
T39RqNG4CKpofKbG7WcsEE3cN63cCHd44uAEDZ+zS30lCZ3vTm/0D0tCnx4k2JSdNYxRu6kTOr+b
gfOYofsDMNIXijpGUzDgWKi+wPZsVT8l5QyDapDz0VVqz9lmlte/RSbWlhvXKtXHvB3UJ220tMn2
rcLsw5skKavw3o6EC1w21qxj7oZNgRZgpn23irSZgIFr4dekHGEv5hDk5aY0Wv0P+ahlfCs4huVd
KSycWuHQ1W8zfiG/ZEf7bN+pWnPHeVZQkEE0YvbTtJziZ1kycDVwVf+BJ2R9jE1RTwFzpPCUpzSk
HKtK0yDvadNtyjpr7hBULZMgrkfnZCPf/y0UQ/+cOmn4u089LfPpvhf5Ta8L8aPycu8PrUkt3KJg
XYsniPSzEeQpdYCfod5gBPj1tNlDYfTh8JCoQ/mG5g1V1KQltH9rw4vQ/s9wHkHJQ8eDa6JfWG1i
r1FbZOaL5m2GJeLeRVqU1LjVuVgQ4R7mRTuKRGF+ceew9Y7gELADUNTcvnP1aXih3VkmO4jYxR1p
musF0saug1shQodliqf6aM9F227hJonWTxK7wtKe3Nw5ORiOOb6KrM1Py3HKX12lD+kDDxVt5ql3
u+0MdP4WfHOu++agdsPT5MKT28wzhvVbGab1nypEDZN0Tx3moAydLnvpmB7qmCWUCOCbfaM5z7h0
h2+DSXn7BBt37O9cNVXqwKm6MNpHOZ61NGSmXm7CupzmoILjabZQCqyWbc607ZdsGYcEDcPDfJtg
EbkcL4EZcBy32rjpGLdjrDdGGrWYV6GBHS8AxSBRa7TGbb3XfvQFjgevWlWb+qNAs7p7Mnj9P+jg
lP2bGTl4afp4EOjlTSSy4V7tNVn+FAMo3SOj2BmZqkFimojHeOP87hqRDP82UWzaDw0KmPMuR9tg
8ivbbW9LNfZGf6FsGHwitEqttPEeKzOU1l0qpDrCWumh2U0S2+1gmAaqpk2IY8gDYodWfst/mG1b
TDZGO0BbkfZkRq60SD6TKxzckIrzW26lEaaBatXeZHM9kGu27TT7GehH1bdEPjubaTZr54SKnij5
vmnjbpRcbfqglfXwKOd51m4of5S93SeWt4dzCiatFTb+LXE3xf2u8FrcEfU6m5AfRs1C3NgzKLTn
3qw8+cDzhuVLAjGTajKTKONptW5/hRMhtK2Zt/mfVsFA5spVeZEwcGsD41hADYzdGYKfx3WDdkmF
E/UEsEa3jiHSoyn8kBAtuB46w605Q8zah1mYXgM0XFxfDKqA+6IYRroN3nf59/+5owGhCbenwDvZ
WaH8k5biuaVlEW90TMCaK+nfxeVsIW9Omcj0b6nf1o6JqokDE+QUF3GKvtyV1Zy/RZQ2tR9OlnXS
WzldSXAvs20GEhYjd54MujwgivOnm+ksIRimYyiDxvMWaVD1IR7L4h94IdqDJpvxVrUbY6/NVj8F
6E+FtT/25o/Pb+11ZcWQG8gKvUuiOq3xNZo6ZsqZwxfKn/TJKHXfqJiCaV0ZvyllluykmlBKzTjX
jVilDOg3yrz765EUPAbchOhdwyzzLrh0eQn4Ex+x7Ak2bh3u1EQf/yhZx5QilVy8t7iQ6lfqyctG
qoWyIAkpT0xBS71z/u5xoUNZiyhxaoy49DMLs5fEqcWXuqnJDbxKqx4GXMXdzdRkzVtVhoVPu3sC
VWbS7P3bvJDztYitU+uQjEKxO/8xCKXRMdSL8eQOiGVOidYGKBq0SDdYrXP0WuUav/yDc8UMkPoO
rBCogjXOF8S0M2edMZ2sKoP/XEfWITfS4dvUluE1Uv46eCwbjAE/7ZBFRxJW/vnD2YmrhMIV5VNn
SV1sPKP1UI+sseP0nKS9jzopvzKAzP98vq9d/tr/5qIsa6ISzDgfBhRTkVV6Hw0VanBSr55cSGLh
Y1gU7CcOYvN9NiKxr0Rfik1eUG99MbAR+v756usXvKy+WFFwsIG/MfNdP7QV9hXii080gdCIz4vS
OSI71t/YTY9JzeeLrSMXjn20uICOkpEjEG+sknxnThPDhvr0pA+tOmLjBBUf3CIeo8zR9DdTVFF0
ZcmLcRqjfMpy7AKhvyKTv+6BgrIc0Anw6udcMZB89hdBLgMHpMJBhSitc3EAHTlo30p1JFcnn5+9
DYAZ460UOqNP6QptCtDJclDMiVS198WYuMkOrK1+bxmhzQVrCKUJohx5OCrs3tuhe4UQf2lg+vyP
qojx+wSy/DVDec5++vyFXm5ZHg6ZGwqnBXe85jN0SRgP1DLtcyvG/LRgFe8l9cFz2o5ToIyNfTfG
afTv54tegDpZkAnSwlSn24MYxbKj/3PZ5Z1wq9ktymd8x5FFyiW6VkHnxOJOWJ1j3US4eG8wp8yh
ZU/Scm5drcL0qVGksUdvu6+g/nZTtaecHQ/eRJZz0CelHU+f/87lsj8/WIsyKoGK7BZRxHWzPrYA
xKR1oz9NsqjQSaZX0u4NOGJXguLlEWIdj9dKDU6rcS2Eq7WloN9s6E993STTrpidfywQZ3Gg9SpD
jr9/KIIhz0MJy+Fdn9c8rcwGTbUnpVDwrEpFEd04uGVNV+6djx7qv+usKmQg7Ek2qFhrUAvULlQV
cAg+uihTuGHqA5Ds88f6aDmUrVUDSCHMnPVwDtMmpxrd2XiKmX6TslXxnWXF2W81SotrvdHLfUHj
G2T5EndZcg0/iJOidaJYp9II0+F1UKrQ9nu6mi9/+0h09RcSznI+4SKsrpO6VhF2ZYb8LMZaww22
a2euTWZtQZxI/e3zxS4ukUWAZVH5YbCrkqKsIquNIKnm4r/4bJRpJzdRXnhvFH7okbudOd2DEouf
rTip/p0hYw1XDsBFFFoWB4AIg5ipL/f1eTwALGDMKf2IZ6omHAM9WNQG9D7X85NQZOG+rdLiRgvt
+ebvHxpZATJgwHAL2fV8XfgwEBLhlz5HrQwZ5eD4sy2cTjzPGCg/l+j40pvoVDv2Tet/lJ3XctzG
FkW/CFXI4RWYPEySSFHUC0qWKMQG0EAjfv1d0H0xZ1xkyS4/WXYPUodz9l5bun+9mCFgoIyCYgzI
HZrbi9E9Mu40q5G4qXKKpdZY4F2bKu2H3cnm2KfdRzW5q09kHY+tNS8t4l74Rm+vFm1nnApkhY+A
lX3tlI6GaHZTH5eoZ4BhBJv3b+7VVwJKbJVercQqcjUu8V6mC4CTrRcJoG2iBJUTYf8KluajCK4r
tjTN+FVtt24ssUhal1tK205L1lkxP/oZ5ZHvRIJbUHaln5By1w79rVtSSTuYvRvEW4vGFTXW0ZVS
7isnmE+llzllWLpjtxzizFFAWJ0G+AmJu92Ycuqd2+UkXVm2j76fNoda11uDcDGtF1ExLGSswrXh
VB+qihO92uPKhx9AOJ1L4H2b/0izDjLD+3f26kHCUGXF8NjRryKJy15Jy07OU/AGHhdX81BjTN43
g9zJvXT7jwAc10Nh5qecSmgRtn4g3m/fmXExE4x4afsIV1s9pmkRmNGYdZ9J9nP63fuXdb3T+oOn
x5RE7glnoz8MiX9tC9DbZhwdzfaxX61o+3jqyoM32oEVQTdR7e9AV3m36lsWZ59affMFxf9C3XyZ
KHYYcSfgO1TLklYbvfO0T7MupBl5spsQDQyJTeignSw/88SnE0GMpPnbYbd2oHcwNztNgQQCE512
8l7irxEf6Fmu5tc17AIAzmqYYJt8SVHhE2+LzBX9o+F1AyQ/olKg2Tf9w2S29fNses3WJhN7n1N1
/uB1udo0r08PEzFfIhXyqx26EQiZxIQxPjYptTwggg2Nc4Jm7T5qM112e5Emy0fxC1dT+vo10jzE
OMQHilDq7YvTS59FErPyoyGNftoD2arQpDQ5WQts18a7imiZXdkVf72UMC7tQ5AK7AYw41y8sG3r
JFlmtcOjaZEoHvJU9VNqLUcff87LwPmYUGTX/KiicvWZrLtD3F+0a3WPHdzFZmdIpzZXAI0eq56a
JoFeyDjCYNBKsYtHr2y2738pV2d6epYe4hHAeCweTOsXV4nWCFVbNadPM1r1cyZpRRvpmN9Q6bvN
2nrv2plxv9JN7yjUOYeeS76T7dj93ZvF0gXcitWLPhdyZypmbx8yeJTUcRpa4J5gW7HzZg6pu8AE
glB2BMxGLoDb+u/2lX/GtOkqkdDENgUpwNsxAREKOMexRgKWnyusMChb0WW16d0s+u/v3+eLx8pY
tP/JKnERkv85eb4dy5OOLMm4DYAu693PcRLxtgeATjiON+sPfzsWKZbcyNWKwIiXR1uRlJqfeGN6
8mMH1O8wOTDE4Sq3G9X46LneH+1iTuDKMIGy9cFpzXeCUPHtla3gRBcyenxsysA+lMHcPej5LDdk
Dfkb0xTd38VNrOOxaCFKpu7w5+z3djwTRJ5dBIl7dIIy+DroNYiaTJFX5fSslH99bYxFV58TFSIV
5+LaDBNL99IvzrGSztfMl8YDS3Z3wnE6Rq0zDvv3h1tf8n+dEv9/adxJliz2VGx43l5aoZIekhnh
HQVqkA2QIjvUHL3eWn1hhLGuzYdMqAXtVFDu48ASu/eHv5wL/ozPtM6NxS9DZe1iGylcKG2aKv0j
CbzpS+rL8pxUk/5CKUG8+IOm6CgGZhFZTuXfCFuf9zHC0pNYbP2Dn3Kxxv3/l9B9pQ7lruTMi6Ol
Y9FUnqhhHyu4zBunX+afwDS8XQsI8Z5SX4E6C5TwoYDn+vr+Xbj+UjHggkhnyQmQQF1S1BbaEh0b
OfeoYQg/ofkjWzwV2Revlh/5itfnefm8WU95oXUwCYR8vH3eAhcPByOGaiq72Y19Vm9Y7Ai8JcNj
787o/N+/tIuV9M9dxR/HfUUzyDFhvfR/7YoArrVOMRu8zsZsW5Qw8+7sE1YaGZ3ebtqZrnDEXW0/
GPb6Mun6ksdH5WHVlV36dZDiwDuJJ/voZWn6jWaVCN2ln3aT1ekRpEzjg+PC9WWCY2BPi4GCXS0V
5reXGSy0urRktI5DaZNqPWbmJrBT9TmOq9gJJefAB603aS+9f3evXxyG5TBPT4ArRTP/dtikivV1
vrWZCIdsbyTSOfodO0HyDt1P7w/1X1eIysenpMS6hTTi7VAcbeNuUMI+zrLVf3d0LJ/jnJIQEffu
MoUU55Zbckfr6W/vLOUQDthgKNmGrTFHb8eFrihjyP/B0UVHdStNkEFRpQXOjRKzcaMhgY1a380+
WKev3p91VA5lq5QNs9vl1XqohjrRDz42KNt7SDwFIMnEHvXDtoFHhaKw/Q9GvHqUMCB0XlbGZf5h
4n97nROBxLE/mc4x92aTjJRKpIds1uMwLRv9o20IBTr+d2/nAbiI/3qcF3s+ejkmeS8dyEzXGj8L
B0PIsWldIDAYj8YgnNqgCEKk4K1zh6y30f/xRNrhuLI8ddSrYYqhvGcOUILBHAF8oLJw28hcqJoC
y+foHHZVLuatcFT72avM+offOPZLkq96Zkuf9UeW7qmLTMDDGu7nZKTfmjh1/6BbIhbbZYiFfDah
oc03o9Ba/2GoYdpuvTRonIM9y6rdzHYcm98Q9WdDZPu8m6fFrL1yZw29Xm+GtlmGr0j/TOsLC5xB
1IogASLUURCJsCrK+KlGEEYwaEXWz7Y2jORrVRtasjFF1t81VlVxLuOC74bMNZoHxN/eUcuniQ5w
5pbeNhts+aVk6/XDM4X3RdnxQiyeFWiHsU2s3ybxJ//oztBpEU6+qkawrmV52JRQJ0NFjPuRn2mj
pGr6Qm5ByGb9Kem79GFchOne+a6AytBigb/3Mj35jIWleKnYKoJK4faFnt0Gpzx2VBpZZArUEWhC
XzwZRoX4eixG+xuo0JaipWEscpvMsbL2fl/RXReT9rOVdmluR006xmaxQAyE/Hf9GQi4D6xTtEGI
zq1szpk3B3EZpoU13HpDgGgihxHo3vox/fCIMqlGIJSbmu5tmo/c1gXC/5detkm8F0OR3rbkMLeh
7jfjzyJxSJ1F8tJDSEm0n7lnkNeC9qt8Scoc6hIKglbqn7SyAajslKIsHzgU2to/hSWXUycSP/hn
DAqR76bUlGIzDBri0lE2U3DSmk6/oTaISqGbZ4kQTU0TUBwHm8d95REoEwqzKe2d4dassK1u1Hsn
RXR2jwUfJeAgB1ToaJ6SYj/CK56izE8y/WdjDHlzq3tg/LeSro77uwuyJI0cErH6+1ooa9kmlnB+
gz2Fcce80d54HRRaeiyqM5z72JnQyfnuUhc7DyrYBjpL3H/Vy3aajchWln2jPNrHfUhlXY6Es8yT
9ipksHyyCVhaftBRqOdqK+Je/AMlIlcv5hxrP5pR8fVIPDTIlpt4rkvidtQCw4awXWrISd32taIL
k+rJF5laXrUptHkoz95c1STJF64+F8zaWaFHCrVKF1JrLrQvfI1IOUuzHk4jxhYw7WnXej8LZWoe
tf3Ba3ckQ6k5CFnA0+ci1yiMF4j01laWcn7qZHvLQ6lGOGOkfKHXw7z2RbnDYh0msKcPiDMN7+R2
WiOjOpvL11Zm0qZf0khtSxCrHPhtXamewRuO6kRssjh4hUoBg81O7Z+Tuh7loVoM3O8siGMTNnCu
53PZS7v7RT0s634Nmt00D2nR0IqJyDsYmoOvnNqJbNG3x4ocB+pn8zDOIeBm+NFaMOqA0pTmNDfU
BezyvhinEj+1Zc2/INcG06bMmLZBUc6ZhoQfRPSWO2t2D7SEbX8DNc94btuxesgczfV3SetPdTib
tZORFFfkfBjd0n+pXHJYwWDWQRumTdcnt90awgQMSIFRNJC+mzTUKXQghNG9W5qxyJXdoc6CYw5m
4KkCPO2Go5fwBwJr7MLecxN0aDWvyg52d3lqbXL3MDe45lloa/SBqFSJMIjmU7Et437KN7OS+tdA
LFq7GYlVgjuWTT1FRC8TR99qCY9UZKZRY1kWIMzkRJr2XhIPYN9ImbjfKzH59+Bh6I52dt+juynt
Id96A/fhn3bMp4T+RZ8M0TTUE8xXMJWA290ptsKWalaya5y2T0iabLMxShA1EYfH4f9VowX+eyyT
4J8JaeKj21rSidbTbY3CKZh+DX3O7GPBvDznKkk/L24NOH4IRiaOMk2Dr5o2WOXRTPVc7mE6Lcec
15ReW1zHz1NSSjTQfp99nwpPv/UkBpSNtjT9bWoWfhKly9wPW7/XpmMQdPW3UkN8HI6z2XjoqjWF
Ny6wfrea2YHpdDspt7FoKEH1k5f9ImGkopJae3WwJmyWTEKg6LUUFIG97BYEWsGeNGTYJqodNCPC
SsJDWjpV3KcpCZoAacz5k0miSopOzOnL+yAtpq9oIMtPeRZny04LXFnf27nU7E+WrdE0DNk0x91x
Aqn+W81r5lVrFbL4VE6Lc57VSPCsps3V9yZW04ueSqfYYa0OzB1g2vYmXZt5BPIq+66bC9cIx97F
CTesBai9NBb3xqsQ9YYeMpfHkhrwK1A+Qx6nxRuBaMmOp2IDvufYbfhl1MN7EJFFulS5k3WiDWGs
mgrxVgy9+2AN3NywAAl9C1TLtllwbHE7OKP7NMaNjr1UOsGJxnjibNzOzsWxjeXYHS1Of2pLumKv
b9s60IhlynukiWXeyRsrG0pM/26WdpusJj0xcjq6lKGbKWe8dYhXuR851MtNrledTklVrII5y81u
yiAJpp1fV651Y+NF/JW3MSrGFJI3QQKjUHkIqqL77AvbQwHrZ2W+nbShf+190bwoC/bXlsqtOnCq
1Wn3CIqWYZw6xSeRxU2PwFwvh9DQih5vQ8DD2mN36D+jgiNYii2gcT/Xjcc+i3jil6AwveW+Km0f
BWpO6l5ocG6pwqljC8OKU9WQX4ns0UK7MJTHNBQYPz07q0ao+6O6VZrf/tASfSxuLH3sXg1BNSlc
arIAvuiixKc0tJX/bDmd7CJjFMNrrhlTceyJQawOptHEyZk/YQVRo3WpF3Zm2t/7dM3zs5924y9v
SPBJpq501FejVkWzTbpWp/RaCss44F1dk5qWGeRlZhvK3GeLrz47aZ9nXCDnwk1nxb5PyGHcxscC
2e7d3DdoxtO2MPJQsQ+2XqFJqGzvL2ZcbGTjDtug7pD51OgoXwfWE7Wr/Qm2+JhMKDydYnRhbSZe
8i2wO9R/tDfMfMP7PASRk7i2H5rY/9LjVIs532u6P3th2+syO/fGXNkUUK24OpTFmG6RrDvxvvQ6
62uWyqXeKhKDiFXrZ/ZlQbDMX2A+T3KfTWwjt2SrupSc2KeBk9MmxzuIICg+a5k2WrsEJaQfNYvn
P+SJgWaiQhZ/2wRWnZw6QyKftmbDLg59kfivaVDhk4OmP7g7MVV5HYk0jSXrq2+2m6LpeepBnVbq
hG8K55qDsyN9lkiEWrySPY6hCnHjxp3Z4KHOR9dxKMFFsGtvXEPcxsCg471sYkICszrO8mMBFoMP
ccT/EVJzhNtczRmCMZNktvqzazvGeEp56REwVzJ+9JZUa0NTS4we+nRQ/yLvqMA84rAVdDxWm9No
woHux5IPoChiOHklbg+yNCm1Yq3V+3LbBQneig7V8ILQeWFLV0oQ66FNTjRZol7PS79xs2nQ15c6
F1T2k2Rb2X6q40OvPeMB/1LR4UcTWFP1QIHFmp20OBfTMvmbaemKe7c26/YshKk2HTgtQY5Nrfh+
u2aZ1KOj+qDb0PbiF3iLI54qQebmo94Y8RhhOFN8ACbWxN3YajVZylaXGkdO971RhFPdqOnexNVT
HE1nFkHY1ZAPmMDTZpeooR2TEI098o8V+sgu2zMhyIOXibvn2m+nlkqHPyQbYyjzelcSqRxsO9lr
nwqK69Z3P+X/HDaYlOII46arbRrQedqDamyDrQEzV7Px24ZhZW+K+hYObsc2RZTaZ1kv46PfBiUS
AdmrAoIsQEatVczfPptT4E6aquobektmcbTtASW8EdQ8udoY5/4OvqMXRIgAmvHW7gTbGQqNufbA
zpqtl5PIyvtCvoz2gpXair8vo2zvFMh4tdc6sGkf2BL/q6pAb4k6FOVjTsAXBQynoBbTq8Q+ohs+
LQNCLBOhbBT3mr3Txfx7Ncru3y9k/CmKXB59gfIHlMdBoeK7eHvSHsGgSGL2rCMdCi+/sfBiWhvB
Bt7DSjSjtzdTHyickbbSPMUp01DYjIN5KBytNXckWYHkddmTPKEJSdJtwhTuhdRzs190GXgKrpGk
N3qLYG4DtsN9tIPerm5g4Rs/KbBVO3NO5/TWcwoenqLzqW36oQdQ1WkcNj83Xp6ZZ3MaxQRgASz6
drbLgZvRFXlU6nV1748Dk2KokQ43fS8abA5hvfj2b5otsX00ROo/6SD25ptaTs6zq0B1hBVLyG+c
aBwCAzfWsp2yF63k9OUjNZnoVMioMjviXWZo8rgB6hIHlYKb5O9JZmzUKfNIujuCc9LVjvLQcp7d
0ax2BjmAxjad3eJpDvw+fWq0eBYbjoQAEu0ePzWrg4o/6DZclWoB4+AJQvVAa4NSycVbQ02tG0Hm
pSctqOzPY2ctN4XITFrjSzlRpk68nygk23069Y/vvzzXVRocM+iPqEih00Fy8vbdSTjZk2pW56dA
uSffE/Er9P5V8jZmH9mXr0pQIGzxPK0aM6QI9qWuiuyiScf/4R6njLbfrPj2AMrOUdMKDANx+cE9
/Y9KPONRvaQphsIXLejbS6NV39ALiJ2j2wTZwcyW/EFbRpK1y9adv5ot+Uve5MmzmfWkig6xxx6w
Hxr7pOPhf33/Nl89YPQ0hFjwkAHjo/W66AqwLTQDVaGlIwtyOLRNb+JeICINBSmiRMGs/73rzX/y
NI69D+qN/zU0PAyeL0QIB63529tgNElNu1B3j1ay7us4vuzYKrS7gD4JW9W46r953KazV2jD7v2r
/q9HQBsAUjLROwhF/yTk/KtYbtnoPoQ3u0daItDyKml5IVNDvBIItD6iLkKS8Uh5xQgNRa5uCKMR
HK5i1byDd1xOH8zO//EKAoPk75XVSDPx4m23LK8ZEtgxx3kZun0zVoHcaJOmn/qpbDIqafn0kTnt
P27/yp8EfoXOmsL2RVO2C2D1F/XoHEGBmxtADMl+dIAE4yVJT6YxT/uuJT7KWmzx+f27/x9LEbo4
5Jx825bNfP32wXcwvopiolMRKOXvyjjJf1B5HYhZD7RjTybpGpCxiL9/3ei803pfPz0+uvV+/PuR
myJO1voZISaQFH6UZWClu8HErDaa3lhvKKckkY2dCwrxvAQfKWT+63avnSf+MgD3Xg4/a9OiPMCj
x6DA9FfBXjv70zw+yFF5VdSlbfwzyeruULGLFx8sxNclaDBRCDsQxaDZQwv09tIr7H4lBQ73WPRU
GsJcMilFHNTJVQ26scrDHL13NJmcmNxscG/hSZd/3T/hS8ZcQMMas3hwOefV/WAFXeo7RxCFJmpd
mRyRC90UXrV8oKC5/rZX2BNRB5BbgdCal8TEzhshRS7MKz013WFnVfCLWSF9CmcitUt5M4gSu05L
GJu3C2SRy08BtfZ0h2rcvxkHY/ioNXcVFkgIZECAJc7aVVfDpP/2Abigbw0yJ/1j2khnb7Zs4kOb
Xf/eLYPlPKFoyklXnpYHr5SqPPc6IQVnu8JecRZgLTZwrKlYFEbWbjXRIZ//yw+S9j4vJdM/8yF6
+YtWZeB3LMF+n5/KZqAe6+bYrjkLbIzEM18Xu94OYMraDwa9+iAYlLYhXh/0GWhXL6b/pbM7+g9F
cXKEoaVh6ybmXesV8pwmSbkcuzIzemooc54eEh2n4N9OBwxP+wfemEGEKbkYbx+Jo0uTNdcmqWrE
86oqpONhR+ON8lJpyEOOpxLBCKYFnHbu8OX9G3597fi+/2zGoYSg3b3YGPPkR3OhE32Mk5bwGbOB
k2TCQYuSLhlPmCDrY+uqUUZS7/Xf7499lafKogd7DrYaO2+ET5ezgcWxaG7EnB31uZqfyPJuq71u
qImTV067Gjlj0NxMlURd0qVCxV9Hk3CTTdMPwqKQQG7zxlb1UCXRQixj+cPwp8Y8kxuV6PtCtNbB
7Yvp2/s/+mp9XFeLVTVF3261BF18QE01atT+7IYtEw5eihTfZmJXdqbT/hqmwP4o8fF688lwDveH
0wv/XOqmjGGiPSvd5lgmQO5tCqu/FXyLnaqMLg/fv7Sr1XC9NDpJK2ViZX5eXJpekzY31Uh5ExvB
ZNGj2cImabkkPxpTlm2HtkvuqliMH7SZr+dJ7ig6IhqvyESZ8S9WhZW0wMw4GMc2EMN0oqpqbpVV
DbcZW68XmXJsbQHuY5AOShGHea11r209UHBG25D8rfAHtx/6MFgmVP2BVV7chWbWKLQoaR0NEDXP
uF/He9tKrOAoAnuo/s69qYOgQ9jMy4S1Ea3q5ZUTzDE6VY0Uh+IWSkdCuFvjkPHi+UfNRLJAVEeL
uXzGclp+gBW+epF9Zllwzdg38SbxC95OOytGN6s45B4XdyrN0OTbubUqelO1Ody7jXf7/st19SKv
wyFZMAgi5gh3uc9NSAGeqKkNxxbT96ZRc/6AgTHfT2P50f7q6j1mKNrpiFZRSiDhuthPOjYe92yp
hqOZ6fle2Ga8zYGNRSKh1Ekqj3knjET99ZNcFY7089f7iUl1/VH/2tQhBfEUguThGPTV6G/Syi2H
aCgxQ4U0Lu3ykCxSvuZSTOXx/Tt7NYWjVmf2BG24KkjZ27wduaFa4wFPXI5IyOJne0nMT5RrTWdr
xYPenebMI5uNSC6AHbCgYDu8P/z13f6j4+J4DCYXvODF8tUL0WqcTuwjqYcBBnvdS8PSLuuTGgtz
W3TiVRrQ5d4f9PptQuW4EmHYPTts4y5mjGwqtHxmLT3WWVOcSsMZrIigO6+NNOpL8eH90a4+FaLN
MejA3l4NZ1eWzDFIaQgYXntuZDMKiA0NHawkSekfutX4SmWXO/zXQ2L8XRV6KGdRzV68TllFxJNf
juqMRM+g0zmW9N7KnA0CuvYpOTWJVB9c5XrP3tTIAqpFEHbwJqyW8sutIbEkVcyL1J91cs2NfarA
4B4bRcPw9f1ru0oQpViEYIoJDzcJA17u8lpa/26e4/qHyFM3x0zr3CrKKN1mv5Jucr/4TjfNQbRM
YwbAA1vNi877K27pp+QPdGnH7GddeaMbEi/ufaTHvn7Y3jr3czrjTEqovfX2c4L9AKct6fVzIyhO
hiYG6NBER/DJJxHtILr5gyLM1eeLxh6V08rMNxDnXHKryEQEkDsFNG/LafJOnbfYd4S4/Z4MI90n
sWv0n3Jp6Yd8GPP9+w/i6isKvLXssapA/8j813//rzkLAbajBHlnZ/IsB7cPhWUhUHam2BU3xJml
H+yzr1+w9VKR01LgQth1edpelEVEXVzVZ8uvW/ur5tV6uRMl9pUP3uTrW8rJ2iIniV4bxvVLXAAm
KfqyrtacS3Y02bwF/TasnOm+eBbO7E9HDeFVC+dZE8NPN7brl/fv6+X4xEiswAJMcAjK0C2vr9i/
7uuQJXrLUpieYeuKF6swbaIcHZDw5krsiNs6/4Hvednb2lAmm/fHvpyO/4y9VhdY/1Zz4cUJqpik
RvgIY9esrmHWApGkBUJH0WuWb2oU1dcpbafn9we9/GbWQXmDOVQiJ+YYcbHi8rHn/ly22TmL+ezD
DE3TZ3uUpECpiTTPnP568sEEeUloYJ1dIQGks2JiYOG9xK0ieTRJWFnyM7mp6RbMT3wE7qweLC9T
G3dyywM8/CbqSWk2olYhWPNwVH1wt//jSa+1BGTwZGHyZl9MFjm6FtnRrTrjW7eeA/p09xrw4bM/
2AjUnDifToGnjRsHAssHX9OfhfXf8/V6AziIIAZls4Np5WLd71DwGIDK8nNKN5FsAzrAGMwTmllh
RbLPU1ui56L31pK8uzTLcsSvqMVRkWg0ztU4EJbVmvOun1FXode3NmCY3EODYPtMKyH/MXTphwju
P6XUix+N65+PgleT3crlWbuvOHC6bbWc2jHI79wJNO5GG5GuhlD0oCFlqgLaTNZhHiFrKaeHPE+S
311vrQEHeQHGtmVBeaxM2b0i6xqfrClLyoOWm64Wmi6LxU2AajF7wc9STrs4qLP4RlgJsfYDzeYb
9DYi+ZpKO32dMr0Itl7ljl8BYQ/DLp7N9jDTzkX13STa77SJJwPqhEWLiE5N3sh7GhT9DV7EdqlC
qndVvum6vu8eZ3r0xW6SsgH3CbdBN/dYC2yDJ6E74oeopbFlVtXS73KRc3dXm0EveSuRwkQk0VoP
/QTZ5KlWTtKF2mz0idoKq3P0g21V9WsK5PjeSJf+ezUZbkWKmTk8JbSfIB4t2fRbjUajoehsC3ks
XIuTYsCUN4S2rbKzJmPH3valN+7q2KHStJDAtDOt1I9PQdASkzqVBkEPCGuG8rFG9JLft4bSx4MF
FuIOh84qS/B6QBSjsyjQuzWdngg0lqdts1YW4rYti/howxucwiB3Zf9pduVkREZNR5vdIHI44GJd
l2ykR547EGzqAZtMF+PTqGJR3WP+SeqorpaErHZ/cM8z9tU4cvqeonCQLepYNF2twrmGk6QIdR1C
mEj+d6yvpMqappyKTU7Hs98kpNO+AN+09TAfFY09x0unf3rA532YIR179UfIFHdDYRFrr0rT/Bz0
c8uxlsTO+bZhnsCLPUjhRcUyoVMRs7LOLhGu0HZ1v+22GT2C7zgzu09juhRrerE3d/slybw0ooef
AjjqrWDnjQD39kZs84ogvZ+BM/ldsaP9D/UMHK1pRkQx+/pOWksrDqOQerJlZ0NKnFFJ9WuYE/lT
1xsn3w705MsH24ub4mbxY9vYa4MjjdsglhZ1md71vy69szTHYEDq4njO2H/KltIybqgilj+9Ke31
ENgEnZN9PjQd7xoHwi9+QgDlay+npDk3KlBoAntLfEfe4Se/UT2kxSdnFN7026HTV2wrvIIxLDLi
iw9WIhtCo/uiQqBAdWo/cvLglDpZ80Nv5SLb2pZM1HEOpgQ2VbKgEhV8A80G9G3XbeJ4Isatq5kl
j5M9UGZHdaAbn/lwNetLPJXIN7whBYhfWqP9k3bsWG6SYVU8FVllm+HSl0o9IYQyn/2Uae+hG3O1
7epSNx6ztEdrFhswijczKmT3Wz7HI0dpApjcgFSFxf5luNwkgoptvY28YhGfVu7ekyiTtNj0qe48
UYqbiidQwXr5VNne1IUllc/uWCcZqM0h0cpWgzBdjwaOGbRww6YYl6D6wXTd/aBPuHyvjFz/pRMm
kJH5jfTmu+oKULt62/l7GMCBsSmsWA772BjjHmkCibCbyUGBjWlh4A/agUrak9FRiwkBKumfAXWv
5cFJOTejLrCtkdUFJp/8l7g6y3aylsgeEqJ9l84yotzTcfXi7uzvp05S2pZ6u4gXjU4KQlCSDPk+
nEGqiO+hbW7oocb9VpckYkX65FJ7M1WansjTYzWxWBh+4O9tkhAVvqtCyGLB2ejtqd0u9eg5u7hq
nBrZ8VhM2zpf4m9dNo9tRGGzq2lbBfW3AcuqjADTtt/moOGjjTnPPltZErzkPRipW88k0lpP4fed
tDaO90Fta3o0JF0vDlSMAB6FJUXcU7OYWbFHYcruRjSEwUxRTrIAkk9o6p+NtJrtU03qaXo0ge4e
pbP09aeGFnZjhjDrUmODlDK7Deyin089C/tJo9pubABgVu521cR/DUr0mBu2akDE4s4YNWbk2npJ
BWScfROght5zYsu9jY84RY/SaY0HcY0Olk44o+kAIB0MVf0lECxvz3ZWmtVD03dedyJUDZlQ3piN
wLM7t9qhTpvkNe4cA1sw8/Zgb5Uw7GkDsBT58YwUkrBM+vD+tyAxg2fSabMl0mchPALTgWVskOG6
BMgnCOiPyNn98ZClNqlQyLQV+qm8p/ZzPysV13dd7g7jmdLXgoZaoMxAjlVnVadeRj1tsuMIxuCm
9IOiuBFDO50E+FH98xBM9onzEjQ/YsO0fjO7qjHYTQ/yaBnA3Tec701xbIZB5dFIRGmwcTi3fJnI
O3uyQTvah7aevfQ5Zks6PqxishcmkPofZaXa7YL5tTylMy7qbw5VjnGbQgvU4fRrwtj4wOmKR9Rb
hjz1PmA8SXJcttVzJzF+cHTQAIKasr5ZXTFHHO4kborSraHmuV1jOmiA8J12uB+zpdlPfbM0fMmT
XaibBdSdd7eoamxfezf1XtOyrusdVTBbHXTYcb+AyaIHBszhojKI7ZxWsEEDuN6sOgpETZws9osj
2vYfKqVjs3H90n4Nan5KFMxw93ZoxA17M7mJY/xsUteoboIFRDK6e0TZ5TNcvyY/kiNppL/jPjZt
SJJx9TyV2N4OSQaEIPJLMRyAYNr+0dIy52tpUJvst2LWqQlQAU7PnjNPzratWs06zJonbczutlme
Cbcff2ReNqhN7mi6dk4lWIGz3XtlEhGUZXs38eDr+wy/armrK6C9T/qkB/uZtg7QLZ04oh2kj7r6
J2GeSKKqlkR9eR5MhmhCU+LuS9ZTY7c+ThdaUBxkYacA4v+PszNbbhvHwvATsYr7ciuJki3bcRLb
UpIbVrbmAu7g/vTz0VcWpZIq09VdNdOZGgggcHBwzr8UJjA5uBZUvT4RocJ4o4Zh4Ucd7gj3s8WR
QI45kugWlJqilnDK3eygGAmozFJpzWCb5QYXflUhcQaqRu83epzr0c6ZkCjckiN2ABKROExWnYbc
4VM+gpVeK31Yt74WpmG7sZvGOg5eP4brkh9ZoCNaOYnfF176qwLsAo3b6wAuNnHqbF0z6khj3CIg
Q/MqULuG4r3p4ejIX05SxIogp1bb/5zCASpWNAn0xE6NqR92ke4mT7U5aXqzsrMpeRJ5mVr3o+PG
mzTIYstXpsFA29LI7XGl9Y601nlZGoFPCjyCfnOEbYI8VZz4B8bcKblu1A/PghIqPgjAIttNnLud
+4l6jIyeMydHonFEJ3GXYdZOSkdHy9spjXRyoJNFOAKdqzCahKFTegJ5oRVITuczfB5RPtUxFZOv
VJCSA9JpU343eDXipWQYerXpkZb7phQdGHcEG9NMX3e0zMs79F6x96rj1FJ8+Gig9ysLmFqXW0O3
7pE8GFYuMLEyX6VVpPS/9bgI+5VTFobps7kBqbl6NlKYpJa9JuBk9g8hTFH7GCj0gkhFaW8z6A5y
F1WMB33YKDJcV70hn2LDlvYnp4SD5q1U4MLlQ4FlNnr8CrjgdURehpG5kmigrVMT6Wm1d738CaR5
WVN4DZQqWRckx9ljj9h8wp5NFUAWQK3njJsi/xdsKVqL5NGsFGfG/CKdkthZNgKiruXrUOeW2GgF
cjZ+7Nj4dxgDDmj2lCjj735CgW8DLaW/r1RRg7ZDxMN7CoN0grJucBPon0uvl18mNWzFI/QKr4Za
IL06zGESIcnxOGVa9MNWrKi+D1pvJG5RGdG/Km4jEG015twTJqoMfYkcTIQGl5sqzsorkJSkFzRF
xpYbtUVhNqEnsmlkmoebPOxTpOYRsXqKMGL7BRC/pL3eeE60U0Ta3cWGN5RoZQshVg0wHPWxn3rF
WIP1j+uNRnEq22Yx+doaB7LglaGxTm2qcSr2cVXb/Y5NVFnQl5JBXQfSM8TzmMpJ2VlSy6gYllG1
1hFR8z51bUy6ZEZRrh2yacaMpmMeiX0U1IgADKKV0gdgW97ZYRqrPrJYPPA0UME4SgjAlxurKFQ6
zbSClCBeWZVXFUSyysvXnZI4GalII/pfrkJCskob1xr80PNSdQO5zCpXFsS18Z58RG/upplQPVWe
XSMTqDgBCFh6ibgszWp385MRN9AY4oElNOE+5V5oTj6rDD85ws2vWzXlZL9mtk72OfNQwgc5ZrKC
bWTDbWqbAdpPmg0xwaoI/T51p+gVhddg65Hlh/mm7b364AR6l+wrs4hftXh0Rj8d4cY2qyaB8L7S
yzYp/CHOET/t6rZO72RX8e/nurD7QKFJyUh2amD9gGtbC1XyQYB+z2Lb+h5MIzjPQJ8U1wcbSuaM
k0g5IJTcTA2q2dwb2joSxIhiFWMkIh6H2Hbkk2LrxZOrD5l+F0oM4jjJcDqxLkcOt1/10aDy3bJR
rLuuDr7ZLvCflQ3/bINCjsVKgi6p1mU/5M4+RCTO8ZFB7n6MrdkwB0MfpE8GErD6AK7tAw7eJfhY
u+/Enivd9VE5n/INQmLe35oIIgJQEHZT/25EkXyvkLodDllaQMlTAziGeR8bv+GBVOOTI0Gz7not
D3+gktGNexXbohHzmkI0X2RQN/vMrLViE/WZ0d+JRte3Won+BmjhqIr3WeGEOKeMYsqTXTd5kbUJ
sRbkIjPiFiwE1UDFfcUJpav3Pe+vn9UUav+VMXo6q9TF7HFntHzbgYss873BUqdN3hqYGqxKI66q
aFVOEhoQ+TkwSF3C81uFwL2/aPog1C2A0HTa51SYm60zFeWw4VFj9WuwIMXbmFWARsFW2B4cykoQ
SVVrMo8O9uuDP3aBVvoawHNtUxmxvm5pyGdHhOknb5tho2u/6GCX5VulNJW9iSdMfTbhZEXmdnRi
11mZsTW5axTNtelHIO1h+MQl3DcbIndm3XcUp3n5WioIswrl74GAmTg6eJwpFXuz4efDFSGKhesw
oVa8w5LYlugmg+1eTeBMInOFAWaWI80Zaj1Joj01Pg8dtViRCJr9Uytq+QWeiEx2tp3r1m7mGex7
G8DVSkszaDtWMmnVbtKQwAT1gXXJk+Dw/KxjAsXG8ILE3SZVl4yQCKpYxH5gRNnwybOrxjlw0WrO
G3LxpPsrAEX1Ty2wZPK5giysPbqSmusaJ+pqeoL4pIH/HsdM9Q2n8n4RWbnH8mKISky3ySZXajUC
1a4lrBg/bZUq3g5JqB4lkE11XbcRAOoAH3jQrmMf/rXDpFF5x9lKE65MLQ6U/EaV8byma1gmKp30
CVz+gztXIT/Uk2ttEuwxtX7QEI7qnhNbCwmWbgqmHz5luasd6hFfM3buP1qKUGQF5YCUrwUsGvzS
klNvG4l0E1GkD0ah5luE6QlEigIHdOXESbOTiIV3e5SCbONWeXduP58WCungonoAJIAmn6ctqpsN
Gs1pqDMyqBBSOF7aqULdq9TpiYehCiPLyX6Fg4DAoaPisLJr3V63FFn+aF2Y3WhenyEUaP4ZNAGB
zYGMpI276JRIZ7B601LEQ+YCv+C6n6Y9JcO0oApSlm8V+OPmYRQ1TSuYHz8SJ6IkAHwFGp0GC+N6
tf2s6Ezw4G8yc3IuS1u6byjDmEae3oSPcWelBz2dknupIbRAFEsh/4gSccnGgViBZrx/feizQr8B
RgqUJp1JdPfcpXJrxQFtTVAoewfv1W96WwdbxTRgfphG9wD58pZV/dlU2fhI7IFHwRMDqtaim4GH
Vjjlxij2fVQV66jvrWcLafynid/IFphrUX1z5DBGt7742Zlj5FmPZfbtg+O71GQZbB7GtemlezmA
aPfF6NbJF8NqxwEGJjCGEhl6Ajc0n3LtRkOOodpIhrN1clRTRrWGH2SP7ej5tehy75gogzrtBNHJ
3BpGnfKADCAX/WtXhG4xX8YhMaAXA6bkvWvyIVTkQ5aBNRHJmwzl5JtQWLOVGUliO3QsLvkSbu8j
pZgSGE0pBgwJsMAistvSu7FVFgv4/ktoms+UEUAu/JrToDU/ibFDGJI3Az1CsYmQ7dv18RTttHKq
v3ndaPjIk94Ct77HhQ9xg2HBYKCAhl8ZR8RZoiFkU09dPDjpm8jj8hltCgH/Xs2M+7ovpmQVzIz8
VRR1VbkyuSh3tQvUxcUWjvJtCccTjSrMY66fmjMTNX4UVXLkxAmi6L0sm3JJ4Gm9GhIoyiyPmhVU
4XbjSKOFfCfRgVlFVeuQDMLqCTdlPtYV1eJEh72bFsqrO1TJn4rg/juD5ZOvjAjg5FpPo3Yn+7S/
AQtaNudZQGfWGmcBKZvp9jto78MOIu+w5FRF4wsno8rJBFHTwrUM7uUKhzDZr2hvIlsH9lPDWY1H
oLLG3TD9z+yU7BvfRo4PY1kUhzbR9H/1hZl/G1ahIEOJx65mzh3mk98GHs9oveGFPFc+gM32vurS
itVVlZfZvcWK3sLELQLe+2qAA+PiJQTZ/HU6Ym56ssuVdnhJ4wBqlmij4NHjUYO2AKWzeFUORnpL
IPLymK45Q8NAoC1tgFvRZXrnDMNLTOHzq2O74zcBdeuojSLZcOjN/65vz0WQfZ8jKEK+Nx1zm8v+
dI6zvVXDdxxezMmCfJ/LAuRtOr7ppaNUiIIr5HmBJz/zAixvQKQvDQ28YW4JIiKGXvXp0PaA4AV5
4fiCnru8a13FmvWorN9FqcqtaC3zXu1C9y3Lzebt+qTnSZ3GiVnm08R/mEbMDOpZjJxpwNslI3OX
iy9oClQ1PkMUVJVQN25gwy6MRT8ejhkK8ia4yjlUfti2YVl5Y2aO04toNflNG9zmYVbAahGGQKv3
Rl/4wu5hMCC19BoQRFpK3NG+6wRI4/EFiy48ARpyXw2Hz7YFVay2yHOICgG164t5cUy4BB4QKYd/
5j//MMG+6RRv4MH5QvD4jZRWz50oTU/ZFqI2kUVqZNncyIkvramF7BdYdgMVJHuxphrlIgNVYaaJ
0OZLqRfPuRTGIR3HX9fndn6PcSo+DDRv4Q9zg3Y5A4Gn8YXwPNP2E1yGa+R66jZz3gJ8ju7gUlq/
rw96tqDAQ0j3gUpC0phhdaeDWlU6uWnsDK9WHfPa9qKeCkogPKvaxgXQHMSCYGre+Irv9LKPZwL5
LNB0c+jXZgzUEs0gq3LSUscp34ABG+WqmVA49wcvJXuIyyT7XFRIwN+HeqLfVRH9jq07VZp6n+t6
6+3CyJDVftKOjl3WxzCanM9mlcsthPPpser1ddVY69Tp4PSiqhO162ywR3U3VoZQeL5baHtTLPZQ
mMEhKXoJzWC4a4Kwqtd2JHN7FZYJIixAbozPRhjR58DVsz50MRIYOLSP/bfEi4zgD5WLcPqZJ0P5
p+hG93HQO5ju+F5GEnq07oobi7Z8GvAe43UCfQj8FhEUxNjppzLLzglGENpvNe8DGDthAoNLb8Yh
2Gk1TC6wBBZdk4RixS86eNS6U6t3kNexqE3VY44v5L/tHcIa9RZ7Vko3AY2fuX6WZSQdN2jetLz3
TBAVBYazQa7glsKzRWwyWfc3DuNZ1jWPCf5nfiYBAAKPcroIIdX2qi+K7q3PtbZfxbyu23WCLkZO
jWjqTd/RRPfHw43ZXVeuVJ9Cr+8HdDI6E4dfbSpqAEqYpGY31mIZJebfZQFm5xAR6kEbnv6uoYRS
YQR9+eY0XfYUTm1wB5oonOYLjTrCPy88xFSPWxQHORh9i8uMwoCNqyclGNOKjF9B0Lq/zdDoww19
kR79AMftsxu7bxmcmB/YvRn/w0MQFQP9dH7SaEAlOFX7pmT0f2svrw5g8NStlGn/uyYiFg8pYjL9
DZLgHPNOAgWouvkVzOj2uwvQ6bAZyoU02Uzl1UDcVO70xnaejdaV3zUnQTUtI+gTrnKneEimpLj1
Ud9f26fDs7GBSlK2A2vtLIGEdYDCASVz5xVJJXoe1uCmw/cpCUdrY9W207xJA9svN+sttlwRvLma
oVh34xghfKSbjfiZhUbs7XqTKLujhytf3DFBqkXoUpP+ZHaYwzZjb+YbOix6gv9Fndu87Fu3vjOD
alB63g7w1YYdztMxSGu8XFHF0YTWt5uhpKiB1oHqvbnjDECfgryGyxNqia+YXSR2omAngOxvq9bv
w0DH2T6NleZpGCKvf6aV4P3lGeeWf/tkHM2XESeO8ouF2gHjdvUIK3ilIvVeP9mB6rl//nETs38B
Z9kAX0H0kUCcftpYbZ3KnULvFfkJxCgcNGdeMcHLHko9Lm0f94vilrTr2SbGjxe8MduJZyuvisVV
DkqgQLGCCuiQxxUQhyQyn5sxT2l0hnY4y/nQDvmqhVoRbK9P9uLInFWKGtS29CXxFyWQiSJ1l79x
6/WcFEqRaqO3z06uqQg+j3gYpMFt6OIcCD7uXwuiB+B09EnAeCOjvwgUDs5jhsvtN/dBUCGupWYd
Ub5wvH2F3YSzpRbXd1iSTvgwJor6gPeIUqxbtE+iPS5Rdrz33IKCqdrFzc+MlvSt5Gq5LlS53jnY
BBfD4Ncu7rQgStTCwJnurRV2ba5A0ZQ/UYOsCz8YzeHnYI3BSwX5X9lc/x7LcP0+Lkz7mc7A633J
SYnqDsTKkIcHxQpKQDgFIg11536Ju6jwrw+1xI/iJsYcZyQ6lxas86VB89hrgAs0RXmrh1I+NLIp
f3YBVnpKrGvrUqtiw8/czLPWEmv55J63gX3fWI70buTry1g6/46Z9Gzo8IC4sxe7X5i07XFLDt7G
bnCNuwmzxG+pzHIaqD1SN+aMAFrnYTvpj1nMVfmPlxZ3lc78342CYKu+i0Z+SG8nzRWlA+vzMASq
mkCiQOmnK4L+mNCvhpVL++3Gyp9PeB6RwM11TKVmWUMMdWKPgtrVAcWndm8Kq9z0Wd9/ylII76va
4HZWQ3ssoELacnf9q88b9+TkMVtgl5oO1REa8rKqHIOb6RtMVw9VmKo7VfbqY5G2ASiAJrEAZ/Wd
3ySG9YwFYu1TEM9vfOzzDf5ODjJJsXkMgrw/ja4iGgMX0Kc4hN3YPyha4ews0Oq+aE3l1jV5aZ3Z
2/PjiCwQiYfTsaRDjyTQ4vQwTGW+7SIr+y4ds18pUMp2sO2m79RbsahvUnHrDXoeP2Y1ext+5CzX
AUHndOi26hV6z544uJMNxL/2khc1aiu/AhKzn6RXHQOFJsz1b7t8M7GTqdkCqXFw1Jm5kqeDDkNG
r0ZSEUc2CwotsCUUgGMNgYV1HCdiWIGr0m5xGi7MdH7Y0xlHxIEsc1HlVDSEpeq4yA4A/ex9007N
KztrIpvFPIEnj2F/ayYl/PdthIKOx8JSrcHwdhGfk8YLptaY8gPwij3dvdBY91RXfL0PkLi6vqwX
jgzlGbSqKa3NagXLLTtxWJHLzQ5FEHQ/smDwfM1EwAa75PIe8W79oaQu9R2DLO0J1vatr3p5eJBG
7xRt6sinX5XFD9HIsfmq7ZAND0Nbu/kK/ghV3KwtnK/VCEk+0gJahBEP1k2F5YZ9I0Ze+siUNVCz
VuHYgbc//Q1NPFCtDkR+CCAQHvhfyI1w0EttBhU5Uy8Zw9WgFPIfa2PzfkapiCTXxu+dLXY6apnF
Xt2XcX6YRju8s71BtX00ruWuKKUdroeiqdZq7kHTqXhgXf/ol84ST6eZiA8Eh0xwMbalJILDmh+c
EZDWugdjC7xEDn8D9KZSv5gQ472xp88e0tQhafY4HF2KEDON5HTMqANX7sRGciwVfWwpLdfQQ+O+
ifzGQgUHqGIKejDUlE9DR6awI4G29k4NlQxokZqkN9445wnC/HugRPNsRAkFCvLp79GtCPfdJoqP
YxAa4BuLvgt2yAJTGfHMEhhmxDto8D1Rxo6vDk1SbmpsdNt1TDXMvfFBzo4BURQx9TlR0ed+ymJx
RjUO3E43QvLEpPk9AmN4jHpsXndtMiCQ0kgVW5Qc7JO1bm09Se5zB0DI9U1x8TdQDVZ59ODlsfxA
xog1Op36+FhLa9r07J07pYzTn0J0P3t1ct5iI0P2NA+iaR1WIroR389OIUtAR4trmzNB23NxnxV9
2RcW8obHXA0dn/NSJTSEg3rTNY33XaNP/4huWnwjJT0rbcDkopc05wzowtKLXASgAs/RSSa1ckB4
T2wKrOjVdVzyjEt1L37LzMFB27gaZxRM82iCM7hrRoFdaKj2zz0b80Yt+dJHoCc+l+r5Rdw4p7ty
4EECfcYJj8aAPsgqymFSDGMxqciLJOrKyEbnMQxEfVeMbrHh3E43dsFZWsF6zL2JuU3E+3D5+Nas
mXtrT+gA23H4CnTHO8ySXI+pY6ZvtmLaSPjEVfp7mER/uL4Bz6ISQ+NGa3MseQLR5TydO5BdvJ8t
doA2yOIOCSTJl6goJlXxuLe60t1dH+/CjuM5Ss+KmqhLt3v+PR9yY2OKtQ5YR3wkw+pfWjVteIrp
6tqOLXUzWYH5OQrZDdcHvTBJ9rYJ7pDXIbWNef0/DCpcgYx1rydHD6XfZ+jehJVKs9Ezl3hUK7co
WZfmiOsROgCsLdfM/Ocfhht5GthQyQQd6tBFUFSZ1jpVB8igEeKadggM2NBT70Zwtfh/PcnDoUdy
l8/tdXzQzm51peyhog+uOOYGlm5qHqGn1k4qhBlBveX6gl6aoefMiSiwBY0M8XSGZisJqVAFDp2D
p/pAsfql1Eb0v6fEAWhnCR61avTl+qAXTomuI6ZBbwAJAprgp4NOka0YapcpB6VVvHIVeok4Gn3u
bMLU6jZk60a3zgF8PjiJ7dw4oRduUnJRqrA2CBGK08uGHqoOqp5YdnAICzz6Vjo8mxqyU61HaDtr
AbBTG8PEFL115HGDvFmX+IZShoV0vRJN2u+ur8XZx6ZETk+e9y0fYc7QT9ciInEcS8D+BxTA1Xt7
tIB6xrJT3U3aADy48bnPzs88GvuKB8i8r5fmEbWuh0K2anRwldjzgy5Td1Ug9m2ORAwK3KP3cn12
t8Zb3MyBXg3NAFfy0IYi/js5gYxWTtX1GSK+9q84DRv9/5ghQmm8JAHFkJks9paaJSViPWZ0iKvy
Z6i0EJIaR7xKMGpMMI+//fsE596eBQiM8v6y00ZTOEkoNyYHtZHxVyCg2T5zwnqrBHTN1ySEbnJ/
fcTzDcPzUaMwNvuIYjO7iPOxHfaU4crkYKstPhNepwFEVCl9dGWm3lrNs/AARZyHI8sJgVdTlzVA
Fy1HjZprcnATYp0Cvj/Y553TlJuhzsZp4zqBca9FIKy312d5vnEYeG6+U5MgVCwVUbRRF5a0rfgQ
DUDJ1mPppcpGMWOh+QDx5RvcMkh918c8C0vzZGkn4qzOAQGje3oU4S0gGxq04tA0TfEWxDBiwAt7
3idHGdzXYErHP4FRZ7gUpJG45Tt1nlFT5aJjS6EV0hG5w+K7Fk0cm4owxIHkJviR1S762VlkhDsl
C6xfiADGKGpUgw6HO+LtLkc5+DAHqn+OR/wMG6XuObEHL7FIJAOMKDPoWMmBxtTU+XViidBXRT/S
pFOc1+srfpavzXMmX50zSMTFltsLhvUovVIRUFxUBIe9fJC/6pG6rct9uY09SgYrcHrljzwPAbpD
1RCH67/gwj7j7fyesM8ipssCYxZHkysmak7ID7T6l3Iqo50IaQ2tsUMIt+qUptq/JqlzOZMriMY4
5+qs7abR1BgUwxKHqWprualCj/q17ZbFiwIr7Q4erfcbhk3T7pLWCBtugyC6gWO6cKxpZlNLBCqE
dOwyTU2xklAs/BAOYDNdZVVqTvrU1Ur3W6Ws7Pk0I3r3CLG0uHGq59r9SWbD1F1iMncv6EG6KKcn
DI4nCVwdpIfMTBLpJ3mnj3eAJrMbX/XC/Gi58jKhHIHownJf2S2w+iwL84MXS+Ob1bjQ/yCmryWE
oVeWI3weoB3fuHnOH0Mg69jHPP/w0KH0tLjsKm3AtSdIsgOuvEP4UwRmme7QC20pQClG+EIqWZsb
lWu9/aW2JqILGqJuNXTcrr1HVr2ZfKXqk1uPogsXBio5UCXoh/I2WmZbaIJrIVJg2UEzqijySyhF
K9oibveA5nc93MjQL4yGCjAC1iw/zIhl07UwgTq0JV8UGltbfQFtjpQlNU9H/LGg8cU3Yval4Xj8
k8kAAYcCuYjZ9MTqQq1B1MFr66CQG7yx1tS75H8K5mTfrweLC9uX9WPvguNB6WFpSaXJFssYjCdg
X1jGtIsC7IP2QZKLt+vjXJyUMbunIQVBlrbYSOg1FAmhoTiMpSi/ax7cJrTo6ZIXWncjAl+481BQ
oH6DuTNqZ8vNgawowj1oThxsd2pxjdKq7gFemHaXTjg65dLWXpG1TrbpZLQ3tOQuhF7uGTRzebjS
31n2s3KQ6UZkjPlBrTIcDEy7Zv+LwNlJWKwvbZPccsy+EBWIdvMuIfulOb9ItYcRcKiROsXBUUP9
K/aV6UbyCkN8LBVPUVBWoU8/Cijn9a95aZ4I94E14XlPRJq/9odHpNZUTTwaVXlARqFaY4sQ+6Uh
io0xSpD5SErv/nE8vicAdJ32AuBs/svpeOkIZakaU+1g0hp+wBFAAm4x6bxD7oWNKqGH3uoXnm1Y
RpnPOiUoijb0DU+HVEyXMju2E4cQ+dRtlI7yWUQN9gPZIAFTX5/feaZEQ5CmDahIBOnRBVzcIqnR
FMC8Nf2QaKN8cfKq/+z2kNe2WQYECZ3A0qruOk2DIpsqKS5YlXMPWuCWFtbZdpr7koQCKmDkD6Ru
p5M2aDuikaAZBxzN1Ds4p8MRryOYBm6X4zpo7XAoS275OJ4hkMmVqPLAtaAdOiuELSafp30xhsLU
D5hHpcck6lAJRBj2cztKHTrVMFS/1MHAhk5tpmNe1slmCB38yfBFxFq7QqBgrKPh7/VPcrbF+VEU
ZWjR4khIpWTxowohpKq2lnFQ8jT+1ck4DbCy6D0d0nEQZnd1XAP+uD7m+Z5jTITuEJECXYac0eny
NzzWk2KwjUOZu87PBE++TxUSC5DGIt2/PtRZ3J+nN/MGgOvPakrzT/lwgmEnTvMFah66oTebNRor
ebqpe+WW5NilHTXXbgmJJIfmspoauq1qVmNo4YaWlo+09c0fYYdFiAw1+cfC6yNdtYZx6wq49PHQ
FwULBaAB8+DFQtrKOBSCX3RoWlXYq9bqIBzGEjEW+uvOt6H10PO5vqCXvt0sH0d2Ruw/g+HWTUUb
I6yNAzQE81EJHbPapf2AKEbRubfEJ8+/Hh0TJkaWQHBitNOvV2Cmq2QiMQ51bOjKJwd5DMNvaqna
v6/P6uwu5dUEOIMvSKsGJc/FKYCOCmBmsnApNlRUic1mfo97IlC/RsSybe4ia77pDVge6NY66Y1N
er55GJ24iFL/nAktjYOpGpZ51NrWoYw1ROGVEo2vvqruEA6qNyG8S2Xl2WO1vT7n881zOqp+urip
qOI01RVGVcfuJULm5b6ABAUvQ7f+SyBH37jcLq0xWSzhljTdQ5jvdLwaaYMey0L7gFB76qeuHvmU
EuNVZYfyCTWSap0EqDTj+9L+HzNlrhQHkGnlspu32YcgkHQhJjrtZB8QrcJ2MzXVeB3lk6z9wkPR
LRpDLHD+fXHnzha1OtLbsxJ7Nzh4K9apfahSYd5BPQt8s8W/cgOk0AYfK+zq1/URL20imowqGSHd
Pc7N6SSVEYiiwJfr0JS2e+zqQc+2Q4znzjoJdRjTWlbQ1G0k8sK3eECXh2ZYUJMa+3/+8w/rOzCj
ykLa6gAaP8IhKagxLKzpHta1Ju+xZWLlwejfspmdo9vJkxSCA+WWudiEsDG+26fDinF08wQ3xSM6
Huqdhb7PAMyt+OvSUmtWaQr9F6iws0GhJESGzf7X/QyIkDr0zOFzYXQuZ912jQrbWCmPbRzqqDDJ
5qjFWuvz74J1iZT3m1aPxoOT1dGNkc/We+Y/OGByaW2w4EvoglEMlkR9rzomYZIjy6CZftV3xc7o
4xjhlTLcx1la37i0L6w2yCawQegvArVdthuqsnQh3cn6GNVwduoirB7RAax3aD65PhZOmo+Pfenj
BVp9NftGuXGGz1NHuudzd3D2Tzbnz376tcs8tLwcebOjjexGi8yD4v21QeVOz6oxTubOIVnCK9W2
FEnqEuf5nYLRuX0vsBi9Ea/P7kB+Cl8cHtMMIbCW0qblIEw+gJBHGFO4nYaTgcPkGP9MtN66UXHS
z67AeSyaC8DKqOsBWzyddlgn6JNJsz6mSVR665C09mXsnVbzcbqTj/XYKqFPMhsgsJREOY5Ns9hc
hbMP5acohhppDkoisRdMKd0T+6CWYJcUYlebKM5nI7KUYCtk1+/zRtb0AFEFzp/QZG3R0IKt76yj
QkwvqYQm+o8Bi5lRceGyBWI0+2KfzmxKEZ1oMAQ46kilbqZiNl2zvXoTY9h237TlJ9K68gb99ezO
Y0wX4iZSM5whQsfpmCAiwWE6YXPEYdRZe+1soz7QSpomJPBUt/z30vA84AzUnykLQMoXMQpokVcH
Vtcc0Wcxj6Wk90jsV7ahoyp76oVgXbq2SnwtmfJsHblGi6IIFsn/vNTMmC7o3AvwaDSfTrtDtqMY
1LI9AmuKnvml39s0DnedOWS+2tb6XdDot7BcZ9c9IuUWmA7CM3LW1hLmM4QJ1LHBbI9phTr3uuBI
AyGxEJVpR9Xc907m7gwdN78VJadv1+f7znI7vRrmYg9PLf7Gssxafme9lNDMu/RIcTp664Wa3blD
3TrrKg9z2MKVHLdYB6OD1WRR/zhoXv0jahCsUmr0vu5bqbXQ5jql+NOj7v6c4FG1bZFuuUO2OFwZ
5eeo2KqK7t0l0Pp2cQvS+0YCcR5umQHvFbDjRHhi3uknE6Pa1biopEdLjMn3BmrWY4N8m74ykcbw
lVRLN1pLXwFKcLSqJkO/v76EF04KxBdaKlQkwJEvSR9eE8giVIvsWLpG9LlCSe1TpGCbikEhukVh
6dwoKekX9ouOLoPDB0NaWF9+sjYVKSb1Wn6kh14/St0Rd1hgdKhbTlOHQ5xZPHteGL1WupO1q6Ab
VWWdI9X0RcBa/ZQitvQyTvXQog1nwjaenOpApX7aAL33NqllNxvwisoXWpiiXRUybcV6sKbgrjb0
7MWAILZ2xgkN0szgeouzynwUIuIhdX1Z9TnLXezMufvH6xcyMi2yxVEcFA+p1lLPjh4wZDxqsJXF
NsCui3zVWLL/AVTKQ2tfIKJDm84IfYyzRXk/8/aNLVYtbrPOujL+JadS+eZNkVlv4aWZ1mooKXnM
OJkxXqUcsz1oHbSiHD2yn0o9zZX19ZksXU5Ah2KzwOUHxAK4DI3N0x1a0eKpC2zAyXriuvZNPUGY
sUTgZK1TM74bHa8YN3DHrU+0MhIMCuhV3CNZG7yG2IB/kb3Z/zRUemcbXKlThE6zyd7qqpKuUW75
7/qPXZymWVTZBJyMEReUNhAvixcACHCwpZUZ7MFMVFv69tqGYkGB6qkBQ0tWzqZDZWuHGgkCsF0T
+9eHXxym9+EpdcBCxn4E4vNiqZIglWD+PVQ6DZHvihz7G6FlFDxcNyJVj/5Ro4AiKT1tzi2SQdT1
SBFPP005BU6dK1O6H5EWsoFw9br9FcNlV53Fkh35O0MdGdJhmtxkPi9y0/ehZ+oW1yxtSN5by6FH
ERRNmKLkn6mfkLLI4rUBAuNNQWwsWedm91+oRuONBV5CQ96H5dXD2w6gogYw/HTYLHBt+q4jLXxV
HY2V0Yti54558jUq+hzdJ4iMO7t22GxWo7ufRNZBkyvpOPy2axS2r3/ui7+GgwEyBHCxrS7L1ZaO
mdQMEd83UomwPxmywO/a1Hg1FcS/V/gN6rOuljcdaM8mxPS+lMkaR+kpeabS3dyIrYvQ+r449Mcp
EFF3JRVZbD+77NtOzdRs32T939iWnT/lNcpbRWBQNKLDtHJ09DjVSEci6/pSzOHsQ7ibh4aPPlMn
KcDNSezpd0nx9FNrhOr2SkRl1460YlwRHX6Z3C5v14d6Lxsux6JHgEAGpWWQ3YtpIkWVt10rCrwG
ouzeMFJY93kq4y8Q5IriVQ518X3sLcV9aTu7eTMUo0CKCjecnUfUgkFQNlr4TWmoBz+Y1Cf0DYjA
wlqBV67+9nbnvLVGJLStiujF+HL9x19aJ5Jh6vDkS9y5cwD78IROq6npYiHLfT9q46uswkMy1u2T
EdjBjbh9cSRSYFIKl6fcMgVG9bhylTws96Gi6tvJDh1EcXnT+VkZ9mJ7fVoXdh4hiFkRCOADLUFL
HnzNITC0co8RPfhiBO764R63j/BTr9T/4+xMd9s4tnZ9RQ30PPxtDhJFyfIgm7T/NJJsp+d5rL76
7yltnAOzSbChDQRB4AQpVnXVqlprvYOGkvZg5N9QJzBRLZlzd1zZ+DfmiikDdX7q2659XedXk5m6
Wlo9dXWevPZRbn9u53b8qamj8fjRmTKQxnuXGw1cxBJvqJTNYLaiGJ542aOB3OEuqhSKdeB5kb0o
ih29UNX/3uvhWuV5kSAC4QQ1yiHzIMTQK15y2upiUJ0A4VDkhd34Oe8drN5kBr+ylFdxnXIvxD7K
aIRXKS5xuUE7N7ZjXW36p9nJtN3UKToa8M38oCpC2XRN0z5OYX26v6ZXt7YkAdMQc2HHYea2bJjY
5NhOZVvVU6ODE9+4XVbvStRZ39QJt0ekzUrnc1k1FkrSQYh0WNpk3X/u/4Qb0waNBrGLrFHaoi3u
lRapzUiH8nOgE+Mgkz1W2Nrr83xM3BETl5LKlJ/1xbCym64/qk1dyYGcovHMuuIpqEWaWCN6YE8l
DveRrw1K+sXoEJq/P7vri4q9wwOOsjP1Z8kzuvyqSlyBlMLc+ynyMK75PsJUQOoLLEv5o5k9bfJF
nMQodXuxphxSVy+6/YiCWei72EqX3WPV4+j79f6Puv7q0mZKgtNBJ3uID1z+pgYo44Di3/CU9RT0
KF3W2Iub6XQgyhSGH3hT+jtIgnGHm011MDoMSO7/gOvF5wdIpItkUuIXvVyUHl3e3srGJ00Njf8Y
QjF6X8nM+cMnisowuDxZSZLYb/lo/DPk22Mj2soZngYEMH9mRvaD2o67A3dZPUOmGx+lwOvqy0Ru
2ItLkgYsOHPeJEBdqEgsJhdXHZKwto4bHQ3ho8s91234GGrva7XUpQR2Ob5V1Mndjd2GojtiMV/v
CwzJxBZtDiqdE9s1/mTFSgSekPyFzCObrI1hjQlPvbRtnW2uwbrcoIuKPiPE7gCPAly9TZ5hLR6h
jtPAm0sTsFNT3mnHTlOLABvOyR1yP5qD7BVybFR9S10QfLQHBNhtZ+j6t9CzC/5XKJFV3xAWbtBU
peJpvpl2qfSvHCj3sYhFqv3ScH/wfs+D1pLkKQY0oj4eRvtZ8s40v5nsxvYHjdI82WUENxZFzo5N
ppTdCWmO6kdQ9V71VFul8RfElRbOZl7UQveJD1qxRTrAtjZVjV0hbd4+e6imqitOvEGV3wVK1t6j
9NtEMpNlKX2IkUgsDvn0b1RO3rNZYKPms/c6F511Z/YeBgBF7ia0tOHZm2K98XEpab6biUjf0oGi
vm+mgYctwdCCsA6QqpweSux93xRIXawXFgumPyOaj1kMflPRadanQAeAZibT7zSJo5qKNKUQ9C0x
BjiYeE39lbXWiM5/4xjKC/Lew7cE1dj6J23f4XMQR0WwJaOsdH9w5nB+rSAH1L6hN874WYchovhU
fOJvAfJ06Sa0gyzdmXVVuwet7vC4rJMcJ7w2HiMMW6w4b/5lkZAfrmlyFZs+cSn0YcDg/gqyrC9X
XjfLrJTrkKghwem8NyARWou6yYxMr81bs3lyjVH9EbnY2vtxgFKqn+QAynRk7MVGSXKzewFQMunB
BsEducGqXn3NLC/EviTo+gmTUoqy+7xj9ockmhHl8W1SGkSlPaOa1wKxfAcvjqX8tfCH6ZABq1xc
r6kbh1Q04vbJQV9sa2NBO/i5npQI6fc9gFZn+opUX4lbVpN/arHOhKKka09d2ri/gAPOa4g4GQau
fo/LVc8FBB/GW9x7A9o4eafbDer0uMEngYkUpVBGZKxCTaxcdsvSvvxm8NC46KQNHTCERZIAoRgF
f6donzjefCjun2lE9REwJQ334XOuIT3fuCTNTlbmX6OpjvZBBjZqZe/cmDMKEWAzCPzkLMvU1SNx
7IegxVqwFfYDLhDDS9608S4zSm1lqKuCAL0MRnJoo/AOh0lxGft1gNE8OUbzKW/0+kuWFjnu6KEg
MmRlVGuboYqq8/1b7eolAzOFvIJFButOfWB53VSF0421Xj+ZWmR9KZO8PIAOV170Mp9/K0qIfD4Y
3bV9LXOui31km9LnT4JmJeR9CVJLhkIvvE6YR1x5KPUiBG//gmE0oIdrQ/jDF74N91Zstc2Gx634
e0yQm9mKuVNi6W+irty5V+tuo1PmAMEHBUhSsOTJz1nX8qpyrGNL0+Ywk7Dsu8xUtpreKxt9GtZA
+PLYLqZP8Z9CODUnan3Lat882GAWmsg8NoNl7bgPxn+STG+0/YyzY0nHoU2+hBEiVC9FnqLn9MFP
DtSRVeeQyNckdKTLXWaKNpo0nHWOgcUh7tFVQ3ugGY+NZSHAjsxu/tn0SkXd3x/2xiK7UhISGR2S
fpi2l8Na9WS4Q+/qR9wxvE2uuXHzI+Oh+E8WhYX6I7GRN7w/4tWTUapdgNOD5iA7lEt0p4gw1VW8
QDs6sdB/uJVV7LVZ0x8QHTH+wcrSw8QH6x/EnU39waTUV62gsm98Z6hY9KAhchK/l1SgcGyBUemG
dmxgIpzzqTe+KYihbnHoUx7TfFIPmR3WL5Uqyc33534VtcCT8X2RIoU1Q81tca71vsv5Q087pqIT
rY9N6vymNx5i4CGqrivtyOtQzWigmxBAYDxwp4vnI/3JsYSqrh05rFKeV0HjAWq67ke8cbcFce0R
Xljxu0Yb/xsWm/p4mPQp+fByX/6KxZzNAWA9ih7asW6C8GSVNiGzcmYDn5pgmn8iTWxuqjwMGwhq
RViu3Fe3Vhz1B0DwKNkBJl6sgciR3y8mVnzqAzpKSPxjO6MDJKSt4cQrn/d6Z6GUCXIQtL9Mgpeg
7DC3c9Wubf0YqWNqHHvVxcWkzMMDlod2jMmE2f0TKOkcv2RB2Rcr3/v6KFOzs3QQO3xsWrTy4P2R
oxhJJEq8SO2jMgc4Q4XIpYut6GPx6lROvKWRYa2oA9wcUcJYIBpIrsUieLjW2HsltdOjUeTVLsME
vfVVtdC+VF5j7wZF1z/+NcnvKTFxI0spcnlv/jFFs0djAblZ51hr0EGNeTTyXQ6YWcU0qatXBrvx
NeGXQ23giUfRZql4biuqheO9ox9TSI6vk5Ha31Cin5/0Ya79VC1G1AmtNN6WVeCspH5Xu1Y2m4D5
8q7Bp/CqgDMOiN03+Yx0WRma7V5NJ5WXcTpXJbRNBA1X9u3Vd6TyzY4lIKC1C3BjUYxV8aHiaaPW
zDStpJVSfEAnKD3GIMcPGWJIH11ZYI6EQZq+EMhp7i/Gs5sE+TusyI6WlSj7quZkVl7cbSJ6mzut
TLVTqkTxdy0bjC8fDMCMzEvCgDghfZvNxQbyBsUaLF00xy7p9C+qPRuvKajFTYLVReXfH+vqEcdY
gI0sIi/AIzL0y80a5UR2LzabY2/inWSFXfrUcJvjqjMAYtDIBX09qdequDe+JbB79g8FY2BHxmLU
MIaRU4STfmzzzgo37Rgrb01ted8GLBZ26Dz1K5vn+poBXIP8C70TQgGU+EWInaPYtRXwO0clMLOv
+EIEzT+2mjgaW9YuKPP5dmwmPwJLiv/kwJAO6AUFkUddKi5XBRCvj45BCoRaCVkKrfjlr8F3iqMV
ueLY6KWzV3PphhqKf3i2rcXb64Ic/GYaNNSSibsSm375gcsu76PG0eZjSA0hP+izTXI+qEH9oI8F
lV2E0N1xOxkoRdQo2DRv6sxzBiOZ0hQCJFJSJd/vb7mrkMUvQiwE0qqUwoTiePmLKjMDlo1t17Ga
uhDJIVtrs00QkyIdcQlDURDZbjfehFERdw8Fmbf7dv8HXO95AiVRizYmKJorCLfIXRHSPJuOJi4d
YOeByGzoYmT241zHurmPcZoef8EUM1aLCYusnEsPvhwNdzK1926ecTl3AlZnkS+Erz0KtfMxc/gE
zjHtW3D7voJjI2ox+ViG6V9TX6T9LgznMkHRL0u9b3piIh9LJ6BGvFtOzdFWIvpys/BJpFyFVKsE
p4FM5uJ2nrSkcRGVHV/DTnhm+zwVCokjsK+udR7dUkF0UTXyyKQ0P4W2tpsDCryZP9dOXR6ULuqA
0REz5rXju9gyrBZbhgcSEYNHwxUwM5gLDwkwD6NOCnnCHylht48R8I5m29gIEg7CEi+Whq/rvhqE
nn8w6ZTjU9x8z+J5jl8psbV0VzXWRX+uXaN6yN3es7kMgB3/MxRO+KBXw5TtPZGlae5n2lhUB5S8
VIGeczBt0MEJspV4Js/IH2ng+w8iO0EtgOtQ51hf7qMiS5UgUhLjOcOQ7rGD9yL8CK+xtetBfvDL
cWAq0SnBH4AocnXpZp0n7DYDm+NkCu6GuOJNqY8ShONssgIf692QF6W9KeK5y33QLuCy6qkFNnn/
xC7iJdPlZ8jeBRWHG4boPY3t2igV9zm1sLzyc4Uf7Tc12gjwhCFargx3vd0Yjt4FaExajLBGL1fX
yyyIqZPtPvemPu3dVGjlwVQCjGPLKN3UWTxtHUWzt2qLFtPKl701Nixc+psUcxBnk1fnH6/HuK/z
ahoy91kh00ediNIVfahg1A8goEPlMSHv8/woFsU3SJ5IOt1f6UVslCsNzgABdtoIPOqWbWOoYckg
SEiflRYFOhPKyZaIZe1nBRODRgjlsY3itefAjTnDqUERXcpM8iZYPAc0Ar6Vqp33TDqe1NvMSHDk
pJEktrYZJ8ewHTFEAg7+xWhGTV853LdmTLaLWw3ISiqTi8FDnJeAYjNjjmm1cwYvexRJYLzYqnZq
i2jYUUF39/dXeYksgK7wbsnOc0Q2zvnal18ZZ6BwmmchXtQ0NJKtSMzW/RtoofZWWiY63aE1eFKT
bxjst0JNRXiemooOJX2Y+HPuZtY3PFuz7CtINnPaZFYoLMcXk1OEp87ug6byZ3XW+o2nVuIB/5R5
jci4PJGyM01EkFo472w/GaD+2KbN4Cql22nGM+Z65U54iZZsDK/xXno1FsrKeVx+IgoxtFpIb+BD
sVjLpqKq57NeUBI7hjhA7rQ2waJdK8cnOxlmLJUT7Ws/WGtlkKvQx8R4MQH9MHHUAeZyOcMpmrPK
VMC69U6ihb5eaa3zRu9W69WNk6CT89bloM1oSgUTza5sjFC527SSlLWCMV4eDyYtWc2yr4opCgf0
8peU3oQ7InX+F9E5Hs7dnjLP26rUxsHeK4oYH6raGdtHUeBz9gvxYQ9Tu/v79b0x/uc9IHlo6GHz
aiNTkHyQy5+A3kmBNXStPntIjYZbPnIVosAK+NlP+tpRtkE4p8dEqGp4oG6rfW9G2H90e40WCttY
4hBnbFDlH5NPTUAIqOl/lc68QY3NCwJk++OpfyyCWi9eMXezpw0D2u1bFUaRvcs0Ax9e6keR8SUP
xtl6mKZhOluV1k8HJ+hVdZO0TT88hFZeDrvQjIxo0+lq+NryxI/2IKk7/iDzkMpwjRnkOdJrg67W
NOhydzs0fdH55A8KjkM54on8nHaiZYn7beXTUEzTrQI8H/POAQByuzPHMdO+AKqeDk3ohdOrZrQ6
KqgwmM3tiJ+j8zMZ5/lNjUCu+VqUQ9i5/z2uDgQUPeL0ewpFNdZZXBI4hjoRyq3RM1rZqra39KF+
DWtD+dRipbi18rwuH3lMrlVFF2kbp49YJbegCasMYr/cqH8cemMOx7y1Ku/ZNep5Uyppe2gLCbMv
xGR/STFN/GAHhRF58FG5kAFYqqEstn7hITSC0JX33BeWuw2Qm/7Sd9a45cWJQfH9Rb16/TIYkt64
5jA59CSXYSadaI+1TRW9gHubtcfUikGzAeJWDX+mtSmoyamlu60T0UmHTAenbacTarqNrSg6ylOc
rZz86wXnF4F0oo0s12DJCGoDl/Y3XLKXwm2svwX29t9J0Sf6SdLlS+uctfbCVViXS0DYg7pN0xAm
6OUX5rU3xfAKw5fSMrqjzrB7Wprxkz1O1sq9ezUUim1wy6AnSu1dspXLofpoCMizbP25AdP4qdfj
6ZNSNzEuqjBg7n/ZZShHzIxSHH0D0mCaccvX8iCasAfQZB8zL66VXdfW3m7oAsv2hc3x9pWq8w4o
8SKqbEbTT68Qzuf7v0Cu20X85EklBYapuHJ07CVfYhqbvqqbrH9RI8cutxm6+9lzWItc/HV/oHdx
x+VICLh5yPDJmqC1+IJ1CBEwxaqedAi0+6adDed5GjH82FZ5YHwWJVo2fi20KiKJQw1kE456ruy5
d6mB+7C1beVN60GAv+CtpJFbZP2Il6NZYhLuJhY9egxlbe9HR76OxRaAlh9B6BmDs/IQvdr6rBiC
rgi8UfQD6byYh9Y0PaVZiJxUR7qnvnW0V2SPtKcAPdR/+0ZZw+jcGI/LTZJZiDQ0URfbURtardEw
UHnph7ncZGaQ/8VNpQs/NfLPeVXaKyH8avtTiYYGISFJ0Mh5+F5u/1ZJrIHnaPfizmhitrEdcNfY
6fwXqWj/dn9TXF0XciyuCxB9nG06p5djgYPxEtTHuhe1bvQXLZmUvecmwVELa33f9tb0rx5NYuUD
Xg1KOxpaAlAfwjZjLpKo0QndERdmRCedeYYZhXygrY/pg9ZX4OuA+DibIS3TX/enenXQ5Ki82hBL
obREc/pyqoEodTy/O/Wl0mYQhYoVi5+gDKPD/WGuvh7IKd5E7BbpaUSAvhymokdmYpWhvTiNi4ut
Xpj5kfer/UUfHW13f6yrnclYckNympkVNbzLsWDiTWqMOfHLFJvFE2dA32MPMz9ZMcJNWAQV1Y/7
A96anKwZ4hwCiozE7HLASo2pgyUD3tgocqk+uxeh+Rmg1QE1lnFtn7zjgy8iFik9NwFXPAsEInJx
0uHcQgoUVvppDkLT3SYN5eHt5CU97V4N+u9c14aHeLTV/CgrOz0DAELkOES/wvJLD98QRIQ9/ErC
qftqgFSqNrkNxUqFjT761Nkc5Re+BE4LNQZHqH/aKWcrisbJhl883IK82Gd9hUfzkPX5jzEd3a/N
ZPBGVHMB/h877rg6AYpVMJm4v87v0lOXM9cl4wXyK6cTVtkiBgSIb4BnCLUXO7XV1iOHaNwZyyrS
NbELjciNjxbORK/U2kL8McPQ/JwYFTb0icnbnw5pm/dP8LIr/ZDGk0upKbGcyc/ztIWVjlSYhzeG
rqc/yhH5uGLX0EUfn/MM6Yp2I1AebiBXx3rZfy1blu8nL2Et3gZtNykr0W4RDN6pPTxfeFFwaIh4
+uWWGpASQ7C0qU52pilnUebDJ1RUcYAHiLSLgjZ9rKwgX1nfZdH/v6MSA6howgKj4Xk56qSnCANG
VnmiZZMdJh7IjwPu1UcpG/CsGsX8I6UQii2Zaj1NYZZvYoGp9v2PfGPm8lKBvgLqiMxpEXu7KVdL
FUrkqQFR56NSiVzi6GY/jb6aPhmG6LZcR8FKz1M+xP/YWHLiJMv8RdmO+vYSMKGZGUltbbSnobSb
3UgPG0pUKQ5RpH+PRD8fLPwy/SIXw0rQl6HhcmAGhB4JNwryDPO+XHEPX+xea8vxxOKOh641wgPR
S9lNlfpXXrntShi+nqeszskuik4jxVv2UcC+E5WKaTh5I/BWx4b5Ugt32pZOZGxDI0u+tJgefxm9
fq1Mt0wWWGLeJgzO8aVCQFnycqYQAbRsijtxqgJveOpxEacmaHo06TLtuxqo6b7K0hwmTs0zM1Fc
sW0hTT1Oir6WtyzC9X9/CY8klCGoxlD1v/wl0TTXeTl20ymYhP6748HxaBlNcmrr2lr5vMvX5ftY
UqSApBPVUZ4Sl2OlQ6zYmdWKkzdMHjl5PM9wHwdEEjfp7LiRn1WgHGmaFbHnx1Y1/90PGh4T3UCD
4xCVXvSdV5aXb/ogqV+NChnGbVxNhvKU5mP+y7KQWPQTXStMn0/ahZuxD6zv90/krfVCxIcOvSxs
A4q/nIPripqCgDWdWFM6e6ICc4JLq6geEMlqVt4j1wfCoXhD54ArnD7fO3vzj5Q5Gupy7qBtnhwn
DtB+aYJ0N+czlpaD0+GcU+vuuEbgkIfs8hCS5nCh8ER5RyEsDqEVDhmY0F475ZgLbnRDGbakiqHw
VaG6x6iJtIeiRkKzS/U5pC6STivZzo1JA7Sggi1XGO26xY2eoWJnI3arn0aSi12i2+VzngvVHyvV
/jeOy+Hr/S96HWNpb5InIALDB71iIOlBU88RUiInpXODne2k+aZl0J2tNd5eCatw60aov98f9OYk
39EBAP9sGgaX24hUAd1kIBCnCrLqQ1Bo2SHv8+6TNXfVrmA7rZy9620LAEK2LNm5eAtcXSSdp2Qz
BN5TSJ/pDOuoa30j7LUvYhos7WMZM+ecDStbpHLbSnzjYnLzbDRF2honp2i0CFaGRylsRHqg8Yn7
1MnLjjQyNMek3uF04HzOY8X5sGWMRzWC1xEKi+AEOEWXP4JeZYWIkGGfwH1osW8i6v4ggGNurLBU
hd+3OZIO1qqkw9WlwrAunCqISVIfZJlC5AqKpxYckVMxwzOwyYvpgOKZuE0SxTo5aGEdnVYXDy42
jI8f3FOeHJXSOihHnsPLnIkTrSiRMVsnxKmTX3jdJU+eCJwvZqUXuzHGneh/GA/0DnJ9VNipF1yu
sCsmV3CJWyczMQvCtkP7B7xHEn9yhzJ6aHBXXZnh1VFlhjxKeJBTPwTZuHgOoa4D/YOzepoUZfxe
VCX8VKwD9orW0PiJiuF7AwxtjVp+Y1RUDyQPEpMSqi/yLP8RhdN8HjNgwMpJxM53LwqDTalp/TaX
Cb70Hvqdq127BlW+OrCEYPI2utaYUBCP5b//Y1DK9Bkuhrpygg+R/1V1NvegUVffh8Fxvt//jtdb
Vg5FjVSW7AiEi1jkpqpJ1jQqp8CO1WM1RtWDMUXmuTEwlBpNk+SmG0jiUP5bw/XfHJrWMEg3KeKz
JO2XQ9VrUxyFZwMpQvE1i1vzq2flWMtmkHBq9GUUa695OZSXYoT5sxKorqKwrIK/40YJVvK2uVxk
USeSV9tEZzOpyn/dQvRP0+TUXyC9qhaPL3fN5uTmgOBVIRHKEvhScNKcPGX0Kj06T1GYR/6gowYC
W+cn2paFr6iZtXJgbuwiqWzJSBSQYXMsXitZ1xj5HBreSVRx2PJu4jGxUXrM4PzcJAStrOet4XAr
QU7yHVS4LFQONi6OwnACWp9GurNq+pe+qgfqo96MWf3RKxTvRGpt1Pc4ndcohqxysewMZpqbyBFr
j/00mPuuQ1N0Y6GFYm3ttqoP90/KjfkxJIkRTzGJg9Uv90uV2hUP2Dg8V1YPh96IBuVbk5XTBAKp
/s/9sW5sFUQpoStgYUctakn/iGh4Gw7yCOcm9aotTcT0FaRZ+tCJLtmDsf79PwzHOlI2NUk4l70S
BbK/JQjb57qfE4Qik8580pOm24eaNSvw4ODA/C8jSndZoBnUiRaHDx3FvtGSLDpnepl2mybM4+Gp
TQpH3zZzkaRYv6RY7dwf9NYXpE4r0x1Wl9vy8gsOkanMKS3Hk5JkivpSY7ZZbLD/Et0e5q+1diXf
uDoIbu+oIxQPrrAJQD7bKPfy6IyXLl1E+iNKsW+8XnmYk6muXlBgekkxKFnhlVzPUudUcC1z9ulF
LW9mLW9isuc8PruNjvUAGFdrUzYTN7Um1o7hzbGI3eB4Kftdlb71UkuxIKrjc1hE+gGQsrEHjt6/
IGZRrpz420PBZ1AZDGGCRTRrOtcURtUwLcS1y+1UqvoOlwX7i6cG7cdjGWtIqP5/g8mr648LWB0r
V6lVNzpXyTjWfukMovND3U6URzcp1gr61xuF0egeSqsEHjdLPnujaL2nGEyt8gZTbPrQRQAox9gb
B3O3/DQjJnIsCBdvHz0O7zBKoowE7Fzx6rQ6jGTLNj5TsY0ftaz3ziAaYQJFSrlmmH7j61HwINOC
OU91Z3k5VDYEvjHS43PPtL57lQH0JHCkDEOZmR9Nd7gTqAUTPIksspZ/+fFqXUx5M87RWeSG+Yyv
lPKSdaO+GUW7lsndmhboH4c0Q7ruLEWyUbTJUBJSovMcTTlnrW1NvLL7sQ03XAxOtBLArq8FqcAF
/wL9WaTqlhslYV/2up0m5wb9hc/2WH4fI1uB69Frb/HY91/vb5DrB9rlcIs3vrDLyELLIDoX4wyC
CERhzuUzjt4vt7XrVy+EQ/TWjhVcrpQftLs/+spklxmNEmOy57VhcraHeKAeoA9+wOvpszI2M2YH
Zr6ybW6NR9jkhufkU7yV//6PM18EASRI7r+z17jjMfUS5VvoOgPmg8L6q6H0v1Z9uzkgtB0IebJh
siQAlp1eFlwf8XkQXvBNnfTipbTDatO5c3YAbN1/jKmExhdkcHhp9J1QIAFFfjlBz+yNegCSdzYp
KBt+Cw9dfelFVI+7oteL+dHra9U5jvE0Jxv6c2sKyrfmi/aO1GsGTA4w9HL8QXG6MKBPf3Yrc6R5
WfF+Ek59ygu1/A+rsdY5uHU4UZySmGSNYZeExyxTYiNqg/icVc3wNRt7ah0GqMCDHc7Fmu7szcGw
i2KNqWJD+b6cHH3SAfKVGp1LJWj716Yb6oNeVqL6NAFKXCnSX5eQgTTDgIJmx6VBSWyxV7E80Eag
rck5py8V0HNGn28zTbEFGMmbOx/9k+yXC5hno0djy5/mY+z3upY+TyRiKw/jG9eXpGVBPwNnfa0w
VRRFNgxZxcHRStt6NUJvoskWBd5+DNjZKIb0UfxIaQ0Y1P0Qce2VwjpIljTQNl0KoMqv8seZDbo8
NrK+S89JoQfJtg468d20g2Zjt6ln+iZxn79rgvJyG5fVqRjrgrdDZ3mfxNwPL51erQH15Ye+KKHy
k0DPcnB5QcgGw+VPMqrcgTEVJOcit3KxGRLKYL7JwX64P/cbpwmPUIcWD7k3pYLFOOGEQoIF0vCs
m9VEgq6iIz/PbYYeioBF3det8+X+iDeuA6IiiQddIRM5t8WbXU+53pGPz89ZmAdHIWiV4s86I/wQ
6PN/4tpTvraB1kLkQs3j/tA3JitBhARnzrJs0l8uampHRTrNaHMaQ3GuW7UTG82Oa5z+lAJJLXs1
Nt/4ikgJUoaW+lf0+BZd+kEdaJAC6D3rSd6Pu7KGSOojwmF3K1v4xsyQJKMkgCgqCd8ySZ8yLQSd
WOXnKjXV0E9BI27NJpYwR6vGXNRu1/j+t4IHBGxKTGBIwAIuiX99YlgNIl/5uYkDfd849INFO+u/
qS6GT51ZxI8U37oNnWTT2si+HPDLOdknmiK+3/+sNyKHS42f9xNZNYCBxfEdaj2cBd/2HDW6p1Aq
TZJNjE4fyIHWOceqg4Wikaq7+6Mulxw4LJRDIie5rgqbdXFykB7vHaql4hSbYfsg+G8OSdwTO6tx
+O2kXvhRAXY5IEoS9NiIUTyEFgPOzcBdxEzpqxnucUrC7lCOczP59Fv6Z23y4g++7OWAZPKyfyLz
wKWCB8C0MMf+Rz8ZaG8XjxEiDL+REVLabZvOa509+ZH+DHhyMPp6vP4oQIN1lcv9RwzOqAw2+N2p
p2BOs2RLITVvvyqeE0Zboy6yeSUK3fp60qRJpnl0jJdP7l53OyMDRHqqRNNpL/gm5tkzAhnGjzkJ
xa4Woll5N8nPs5wgVy01HxS0uNkXn68eIs2bCnxQ4PPNfmTT1WhUqziOAxnippzJ4JHhy39StZkf
+thD7fr+hl0eE7nCaBhQfZbvJp4XlytcW1VVDVWinSB/WLmv97rxNbfoxSmhZ/49KH3yeTC97Nv9
UZch8L+jkpbCJpG9lMXhDOfeGuZOaCe1rrXCrwpSLR8fFXN7f5wbH9REMkAmoTxnrghJIofAEFex
epqd0WwfLKS/h22PmHr8ECe6+jboo/1RvwnmJnsXUhKTqgWyGJcrqnQ53tFeqZ9yHduFPaaIdOF9
LH/i5KkPKPD5VOVK5ef9mV6hShiW9QRwgLc2a2osygrGjJa50Y/GKWnn8nOkmvlWRd+pQGW2HvnH
CIC4CWlvEGa0a6YRmp/e2CuPxxvnld74e7VfMnWWuykxWq1P696kLOxkzaZ17eCgRvSzfCuz16jX
yzeDnDHoa5c+IDBaPH0uFxo3o6nGttY4pYGYvSdVU+ptBXu389IG6T7Lo3TTGk75XHvOWo3xxgYm
PnBiQHcAzl7qBsVV7lX0qc3TIIw+3wLAT8yd14VrQmY3NjBXNyzDd/F4PAku51hkek3yYphghazG
w+8giR5wqA3M8yjm5Cftsdp7vL+Tbi6rZLbRuSbQL+H0TarQCo8DpjaOoXhowwoQZgerxvQDw1Ce
u9nLtO0wmcE5G+c1BMuNgIiklYQkU4iju7CIR/CPCpoOE9cLmqB/VaC2moepyPV0j8r/+DQpYyEO
7eCNX60uJBdILHR3Vi7xGzERwVASDoqOhMRlvgVzphoAhmonyBRJehQKLBvfyYQ2fWoiO9UQBy/V
o9ZEary/v/Y3Z0+9Dn0GtNXgcl1+7jiEM4M8qX6qmkhPPynBlG9bFWfbnZENo7MJ43iWj+CitLYW
/7HkikTa+f6PuLXnaH78/x+hX/4IRUfSbNYq/VSrWvcKqir/mVMi2dmF1eKVkBuH++PdWm4oxugn
INzAs3FxGdQOWnghTlwnXQGNwc2cDWjPCf0t6WgU7qoumxErM+Pwo518GUC4VHgiU7gH6r94+Xci
61xtSI1TVDbtXxGKycFLlKuKso8BY+b7QCTuL10Sue5P+NYCc9WT0BvA/3gmLhZ4bMGrV6Zxos7c
7uDLevsAiGPm6/Yc72ZrWrMkurXCDntZpvXvLgWXA6KjTpuuac2TW2rtc+qNw0vplAnUlTp1MU0u
igjEPbWrNS+4mwMj5QDKUEqqLt9vKa7EhdOUxkkZSw17KfWfMWyGTzqaJ6pfxUGJtajQo2zl2r85
LL6IgAcogXGQL+ebm9OgmWFjnDin1Wena8JvQz7Q8wlqY/g3SC0DkTvkedcYHbeuP5AwMokkgoEp
vRy3BlCJkINm4N1i0FurxGBN+yysRgUvhcr5X+KUFNKjVEM7n57+5XBWl4UjgB/zZPdRdkorZf4M
edMN/EKfK45qExm7MqIT9fDx/cvFBw+YICnxY5fjznoalUA1zVOF+/GDknRJuDG9trf9OPYKZBsy
yjmb+2Pe+qSoI/Ce4koHxykj55+ZQGGKyWpy86TG5qeuCvVTV/fGAymlJfvboLINRfy8P+atS55s
lgIU0nW8zxdjKsDRjIgH8Uk0RRLugahl+6DDd2El6t/aNuSqAEFIGiVR4HJuyALiwzs4wJpqxfmN
j5SebeZxACxqCrWbVkaTv3qRcsgUB3QY1QcggIvDEQbYhmt2a5/grgZHverLfFtO5UvdNGelSrIH
jZjoPqH+q/t5EFQrw9/4kMQhwPVccFTCl2LHQIiwNHJK+9SKabIflCGwQ6QQzfHUFNPcPCL2AXfN
zGOxZth+Y+LsWfyPweKhubTsEwXJ6NhQ2BnZMkep/mtsg0SPO7+rgn95aNiJH4Y6Ra5xKrGpmMrY
VD8emKQkLYVMMJBkJIsdlSB/X5q56pxKKKAPQ67hW6hMtDciz5pRjJ1QLKKTuqbLcOPCoVkltSd5
WNDeWQyrufT6EPh0TvVoqPGutox0QAfX+1dJwl73K3s0Vr7yrbWWAC4Z9rEqWNLohDGrfObYOfXK
GPb9JpuS6O+qT/Joqw79/5F2XrtxI9G6fiICzOGWnRQstWTLluwbwmnIYs7p6fdX2hdHzW404X0w
gAZjGVNksWrVqrX+ECh7I58a5eCZc4H3cu3oLzV/sqYTcem9KWZLrKDEJi7PgVHXJ3VCMek1rrPa
n9vB9pVqjGrfioPPOCRHa4zktQEXqRPOOa2SToH9OpeOV+9UbIjsuwCsydZF0DT3tThUqt31KHUh
enB/p00IxhBsrbcoJ9Z6M45pXvFx86gs8c1uUK3rADpszLDtVqifF0Ii0FkayqA9JT1kEaoMfUSt
2gys1zCpzcDHa1qYfu7240pZ4tJLcb8CNoYcJuCRRZBC+hjRF3jcr9h+VjOyCygfPkdjiSeQGI2p
fv33OZTIDfS0pHz/cqGYagrjZjas12JCh/ZORK7TbILSpu0ZV7m7ojZ34YYlKy1QITjMgE8tJtEx
w1glyluvdg5TaCMEmKYKN8zPdYbLn+V16tF1w/gu6tGiu/6iF4cGaw9pi3rPmWSMnaeUBwbbfB05
acGxG2pzayZmHt/qwI3qOx2BLQjl0ST+KPz3P+ozAHYmT0GegY/KEWQuqS84TPRN0rbOqxEhSo3t
UPxD7StzM1VOvYL2Pj9ngFJhxcHy4aQhGTw9VHUsOQZTaPproIb1sFGKpvyDFo097dPUsLqdqwqY
0mqV04u9PsfnQUCn9MMMQ8PjnF1+XkWfx8izE+tVRX7igCRcmG2RFjP1L9Ic4mYIU039e33I8+3C
kKgRMb1Sr2RZuNSMrAoHqwehW2Xdp1AxRbapuMJuVEVEa73l8xgA/hordgRfwZScpUWqN0OKT4X9
qveF+K05k9bsw9Sr1uSVLs0jIhdon0i0Gjnu6Rcc9VazQ0TcXy13rvN9kjhi3saTo1gH2yicbWIH
45oEyoVVA9iFWigATs6vZXXb7Ry7sZLae6XfalT7pipoScVVbEucThPcl27v/oX1W61VKs8PTO6/
VFu4CEszmaXGFZM40dEFMRoUheVtUDIP94Lepti7TWj8zBp33k6DNouNokaduUV7NVlrtl6Y8I/P
sGxMVXqDHHYYirfcUpNj2LQi3iUlfqpbt0PB3JzmNvjnUCiv/SDbZdkd54nFN3YHt+16tMfeOHLm
6B5ToN7YVMJLDN/GpBwlvris/XjK2m9B3HYrYf88GsrREdowEXOg9CAn5MOlQkxcmQtqG296YGkv
ExWAYEMmYb/UrQniZszjJ7LTAhH+zFjJBC/sWHYryRG1f25R9iI8GVVjp6lpK68jdZh7U4FtnSWO
8qUFDXS4HhwufVZpkUWGANv/TDImhXY552MSvqHNUvuonoRPXhxM225Ov+ijZ71cH+7CFrJlP0GK
csCgXXpMg4JRcZ1KlNc0j7BtRe9nnHYZky92JoboY+jXE0i00BntlU7uhcAkOesMi5Qi1+JF9tV0
IRqNdhC9UWaf7H3SD6FzaB1h/R8mlNovApVcgKmryOf4sGx6o4yLKrLEm4b97YFDZkSTEqJW6s59
cxCWQoX9+pxe+oQcKXTC6K1KuZvTEeusF148GuKthbI47AXwgPzgTbUV3cAhcOrbDG3g5+tjXvqO
tIbI3enmcmNZbI4sCdCjN8EJ6y1iDcOsjptMwe7CKlrv2e6seteY2ZrZ8KVtQemXshizS1d+Magy
Qy7RKzd8i+DAjn5MNLzVhZE9NzWExesveHEs/N254gOvo8x+OqkxhTkFTBGY+XSontRELTcBSjLe
tugGNV9ZM5fWJmkXXw/GB5j5RWkod1BLdBAUekv0NvupakkRHtpUVPn2318KjAg5OrMH90CGvA9r
s4nmujGSzHtNhdPv8QNzgo3RtqFxa01z47z8+2gsDToFWNuSNi/WpWEhmqApqvfau4OKVGcjrXnN
Vs3FromN6M/10S7NIfdY2uu8GnAQ+fsP7zYGpROlZBqvFs39R1SZAAABiaqT3fVxLh0LHMTvcCvC
5lJ0Q5K33KRLg1eaHlZ244WOeKBP4j7MGiBWBNDcvAcHhdDgz3D01Hpl+EupAIURbqyUaxF5X0yq
qvYutJhKeU1mz818xcDIDnp9cV80PbT00av2TLE4YHaSNLssb/Kv19//0s6XUnusU6k6clYuCKOk
DGIieNSVwUMAq+0h4c7yKbfmlLYDRnJNnRkru/FCAxNAOSBJJCUgeiAsdPp1zVzDhzUQ3qsWTnXy
UBR14DfYehoHbFxM3ATzIAtdH3E1Xb+nXZY9BhaO0W85IhB/r0+AJnfjaY2M6hiYYu4PXAcp/p0+
S0jFtS+9InjNUsxT/JrpvoEyXwbIMWjtndp74SHUkhbD1ck6KCCCsw3XUm0X0DSbNqlTJdvKytdY
N5eOAaya2G14vIHMWgSRsNGtmRZgAKGqyMzt2KTVcFsmqoDgPYXdjYI97O31qbg4JFscI2lWAh3B
05lAnbcL9cJ0Xsd2RlZNMar2gccb3J1hjgapWZRZ364P+R41FrMPaOcdeAd4lbvU6ZglEhl5NnQ2
ZfTS1V4j1cPGmJWhaHtKy3Xjw7DQDb+IlazeRKJJrJ0160Ozs8OGTl0yj8Fz4Kno9CZFlN96VTDm
b4bSYety/UkvBAoeT9LbuMuTCyxOK+EUXmBYYUAjp4wr35uyzttM3Kdf215XYpwWdSvbWUbqWk9W
2Rjjv40PI5P6u0wh+S4I0C43Kko2DbgC5A2nJKq+mLFdqX6iqNpN5QFD3acVV9+bwJHqxRA37Hl/
/fVlIPrwneTwNMHRvUVrEQWYJaoZwyg3JNUKHlBnKvCH07tg2PTSboM2Li4o10dbTDajEYlkH1zC
A2Vz8nRVVJojDXIK/aEsRL6ZujTaOWaU7T0lFjeWmxS3Hpt1C5WpXrmkLEOTHFrWLMhIDIZGYud0
aLubmrCLZv3BbsP4vh4rQbkksjdt7BmOD74i25Zlqz+0lWrc2JPb+lhCNGvFk8VW5ClkuYh/6CBB
MloGpTxSY7OLe/NTgOvFsenQkQgEaViQFNNGx8lrjW69OAcgb1I3lQBQECUs7mW46T3uvMXUcvhl
yfy3quPvg7TWTUauSVnampt4jt2b61/5bE0BdoCfT88Q8Cm8kUWIE62rhACr44ehUMR92I32L6+z
fwjPy1ZKmWfTKWEV8sVgNDG1y+7OZASmWg9q8jAnRYw7shaU1dbIh8lGfSbsfsDUbNdAxZfezpBk
DpJOebbI33/IYLqyb2oaMMlDGrf57Rx2Cr48A8gvPNXCl3+fSUnWgi4O5QCs3ulYfeQ2TRTbycMY
oAXlhpr20wA98cvIRb+WMV16Lzg4KPBSO+HbLfZmwehZaGoJe7NEEqi2aK24ancLrjNeueRd+myk
0AjJEX0kBPH0tcyoJyQHWUrQKeWy79QHMcTxwYpxQNnFodaumS6fbwOiDRGHMSnqaUtvX8OISQAb
PpqgevrNErH7zQ3cJsDALm7Z/cWM5gCApzUJqvOwwwplC4LCpyoNHEZOxYfVMqkppUrX4Qt6ffQz
txJz16cNWGEs7tp9OU3OD1vxNLHJYnP+QQtg/KZjS727vo4W6ShRgKcACUPTjEIN8K7Tp+hSy+qn
WTDhnTo+qcy8FVV/knDs1dvaLWqfG81sbHGlCTeol66pMJ99b6BsVMtlMQ5P87P2xuxAbXbTYTqa
bVr098iemu0OiFlcWei4qmlIxO+twF05WpcGe/LOS7cQiThGBSDyjnT+MPltKyqzBjVxdBJRubaf
V0ryxTAqVIs2VV32RU/uE2Gi0lK7+6xJ87T7IrDgSthKZmubKXDjP7g/Fq3f98XgWT5gSGe4czIr
nT45gdBNnzJG9+v611qmrjz3+70F+ivIEsBLi8LS4JRoN/dV9yiw9dwW09ThZRD1hU8qZLibosHM
0GmU4D7yNOWLSArvEHt62W4GXEzUjWoW0UsbtOHKKnqnFZ8kCyxi6BTgFVBZkCzu02U0W60XFErf
P/Zi6jDTzNM02qStYh/DUrTtDt+W+ivqYlEz+e6IF2db2mZDjlu78UYTZTk+JxbEyY0qdC8+amOs
aCsR82yly2IgRBOwTwDHYbiePqIoOrNQ2zh5VKexdDeRoaNA2VnxY9bg7rwt4qEx917QuXisu0Hd
HGxUvNYwJGfRxibHwdcRPQqA9Nx2Tx/CtYoB9YC6fbQz1PM7eI2/rLhSm53r5dQoi6Tf5qYzv15f
NuevTj0LeU76X6ACziwWWqur616x20eQUN1+rIL+1p7i0fZblPUdoW8KK4u3ylS6z6Xt9Csx/cLo
dC7gs4BcJblZsiqLwB7GTvW6x9BT0ZJtB7XbW4416AcqXWr4E/p4+8R9raRj1aejlLNC7Hal3nUW
aN4BnWBWJUbAOWuNFSG1cU6A9lFX7GDvKhEJveZOf9xGCzaVrtTfr0/5hfGk5RR4AGR6gJ8tNkTt
UH+lKBUfG27YoT9OQNw2Xp6UT1qWFn9ttHqSw/Uhz4MDJzQNKfYgGSRvucg/JjcukHjv8mNImuv6
UxFMoeKTVCoGwmtdgMe1bUQ1267MTHWXjYrd7Ul967LwO4BW3ywdruQnI+kMgdOpWUXquBIo5COc
xgn4P6QSUlcd7ZeztKwYIk+vBnHUmynLHsdmCgE01V3wLUFJbA2sfb7y0BNiljlYWH9UARe7TUPA
cRyq8ug5+YT9szJE/KS9DbXqS9W631EdNnz0GOy7qRLqmmrAuzH84m3p+HBzY9tBM1v2Cus4q2Mo
odGxwHj1mPSjYWxgghfiabSDCjjiaE7dtwiIRb51uiQuH6M+MVO/Irh/b+pkCtCXs9xvBLQ63HRz
4IX4lnEd26dqxg2kmSYLsK5b0sEqxxivW8sp9PHgJnpBF8DKyUJnmv1+oxaG+Zizzh+QvYyfMw/q
uN8JkT/DGdW9Q2UNXb11RjGP26ZCW2AXFEaahbTmG6ws4SrTz24C5UtcCD1+jkKn/RVgSjG/2EYM
djgMPVbOjOgDcaRK9JdUcYJvOFx5xp09j1O8c1InSP+CFmnK+4R6uvE1FypsLM9Ia2NrRWYYbOES
9dVd1prpQENQXnyAIFTlHlq2Nd6B8KnN+wq+wffRaEqxsUZnbm4V7HmN2z6Op/rIEgKJOPYzdbyh
8FJAN0rYOFA41TJS9tf324XVxXUVaUl63YA9z9JiFRvKKI/F0Wrb4W6qi/FFx1bvU0B5kd1nNtVf
JamsCXVRTWQss3StQHv+BPBYQL5wheMJgM6drm+K2h27mywG8dDuc62k0UsUZe22dlS4nU2KH5pQ
VPPRFGWwByq7Bng6H59dDNQB6QFWkbckWqe1M6NIrgfU6gAi7uPCA1XmoWSVbnQ3kTwlr55t8y12
u+qhQyUp3Xq0OpOVk31ZUkLGhQsXMZbnkGSBZWsztexpLjxdHEU+z46PWahQv7i10Xwahr5xfU3P
sk+cy85bjifrHcoZ6Ruc29D9PHP4269pXJbxixbQZ/lupSic38dpo1hrlhLnZ4LLZU3KL5N10hdc
hKOmQiwFxYTqqGF3dDfpMXTTKONo8pWoJ1JzbBW/r6/RJWVPTg2dSDoFVJqhdS3HFBlmQZ7X58e+
mbVhp6hD/iLcJq93RS9ptWlk4fbtJ1oj4q9z5BnZRs+V4WHQ4gonSsUIE+v79Wd6P/BPwqJME5kD
qsGSNr+s9VhzjrLCkGlPdVGn3mMZRF37NHGJ1z+FatwM274BYuGnuelFz5M1WsqDk5QTPk9q0Ue+
XsdR+oIKXjFs1LbHBESvlDbZ9fWUJ99wohjKQ5tNg/cylt0U7goUzx9rtJnGz8iQZuO+DIxQXUly
3kUVFy9FNR/5Ns41fiwPfKPqErfLTeMJz/L5Vp3C+bfbFbnxxdGD8GC0lRe/iqpiX3rRILw7D1mA
9NZsu/bVsKsi3Ua4C36yzdQ0X+s0qj45A+WKAy5xnfJJy5M+++pZQkyfM4fq46bOnew1DXTRr5Ro
lsxoCceCF8GGojTEAb1kKUT2kMdOlnZHtUFyDganUaDkqhZF+LkfGkf42ax40U0mrAHf9LSr/BZQ
3Jc5NENjl9BZ4G+PdluuXNnOYs37/ZxqPe0DUNHLtqyI4r7Ls3485lnhaDdI1oWPs6iKuwCuwybJ
0+w7gF4B+9Xpx5d5cMVK6nK2e3kAxgYSTVn2PMj0QVzog+ONR7PDJ9HHFsX8k9m1sDaDBopAbaNh
5ZXPSwQ0w2SxDKAc6AlUeU7juxHRBDZxKTqqsNV/qUN/N81hvJcmIX7MtdzzRzdB70xzguKp4aL7
QOlkDVh7fleWT0HTX5YK6Rl55ulTjKNeGS2XkiOUKMRuu6oy262Sj/qdAlko3PRKro23ao9GdIEY
VH5vjG4sZr+vMmOU+h4wAUdlNuIHy257c6sMDQRszUspoQ9WA3vLmrQ1B9bzwMdTU0eFoMqNmQC4
SIY1WBiATyZKqU2Jd2eq9784P7J5V3T6/Bi082+Hh0wArNbOTmkU1LjiIX9WClv5R4AuOwo8MMJD
ZN0g1ZBHPZ1AE7ZwVyZyAkvT2Uex+8dEtOJFxdX3MUmb0vvXWjrjvUt8Q0CBVbms6cxCUqxadzoS
zmtk9pv5qWxc8+AKPfwSdbPlz6PH/nC62nq7HtvP7rcSUS85p+CCqaq9r+gPdRVK9jVl7N4+zk3f
fuuDpBGIfoeaswtoJT8ZTfqfgDf57fqo51uTmxZ1XloHjA6563SCcdQcvbKxHICVWdb7oOKSfe/Y
8/esbeKHrhL/XR/v7BZD+YCMXrLopET+Er/aOH3dDEpkHecZjEZW6eNL19bdRhrFr8SA87B3OtTi
1WY7qRW3iK2jnWcY3blRjQmLCkpjG1XRsEeZTxwSL0t3ozHGRwj6azzM8+QKP1jKhNTtwc2RwCxK
FmGBpHRMw+04omyY3JpZWTY3dVDPid95VX2D7DKIGDt2s99ep5XfW5gp8SFtK/Oxp3H0y5j7+LnC
H6rbYIYq9nkSTWvNk/NlZ0hcHUrm3H9xkZEL5MOyU3qtHMlB9WOpDIibq2O3Ve16eEFGBE0xXZnT
Q0B/tfjXJgOuUlL6Tgo5UY5btlBszxjrmAT9iAuxuglcp9w0kek8FxRab6gzhLfX1907c/okyUAG
AJVYsF7YpfM/Wbyn14jRLCGTHCfCqnZIyCoMP0hSW/NLFQjKXdSqyDy7qj3eat0AHLYNG0/hQIaX
selh1SubWFhBf8C6WTtyiRqHT8bcKRhMTab6t9SFOx2cNm9vOk2dAnBcRZX4lTs6RbYJdDXeFrqR
ejuQPIN16FoNTyxdJD0MSmG6ia9n+SSJJc4cbhtdsZJnq7PMAzz/DjEoVRm+UA+s8x+gSvVvpjEr
BAbJC/J7UQ63UdtPwV0NDOwtQ2/lWXRNF3wauCUXfo15N3LS+dBaf6/P6vluRgsAIBTVQfoOwGpO
F4/VNEVX1JpzbGmXRdsgswJll8MBp+nZdcEa1+ldx3j5EWk1UAWhCC19j07HA62jAONXraPW4bS6
MQqT5C+hM+HXqqUenMpp5oM2iS7zuf33xc7oida3wNKUm0g4evtjKDIykLiYIR3I1u+2Ay6j+cLD
QA5ZjkSjqtdkpG3XJ+rSk5PbStAEdmmcK4uZykpIPOGQtMcgBHvnVJkebfW5MY8OBVPrJTQ7ZQM0
W9H/y5Iu2SV0r9wnrWrzyrdz1LB3AuzHoS6pFQB07Yo+8VVADd1PxSuKTaO7efqFGQ/nte7yeRSV
DGscFxHuwIZ3qYgeJqKzK7w2jmwJJMBEEflq7hh3TVGUfu0p3jYfqx9ej4I+R8g/d1q5lLK4HLDO
EOvOohN2SG6eDF17nDg4nzUviH4UgFMRVxbmYZ66+lvd9P0aiV0uo8UyA2cEggCkJjnQ8ihW2lSZ
Uf0tjs2IEcYWCbZg65SucVOOTbAd3bppbwmP2U0WFniOXV8q5ycyNwg6ApyN1Jvd5eCFWVjCtdL6
mEFyv1Er6FYb1Q1IW6lCvuWhmvy8PuCFEwD2K2eUhS4oQNjF0kRaqbCzKe6PRQWiajsGxQiTu8tC
pP6jYRP1ZchNIUu+Xh/2wiRT9pAUQhw/IL3Jx/pw8LRJNc9u1A1Hl3tS+sYDYKTpOPjxbYewKZs/
NWUX6yGfrbz44gRTuxK7Lo4Pi0bnBelvLLNcGKk5WVjRHV08HhJwINggd8YEKHby6iBlxdmwrpUJ
oYxDoVjqWuPn0rRLhApfmE4mp+/p+xsDnpSplvTHGN+TCnBgLNy96fbBs5Eju4f2p0Lxe1TESl3j
wvqSOSZFBIIRJILF56bP5fXl5PHeMyApfRDQDCNMT37pgSCaDoG3lmJcCH6weUAUyJYpx/BS1SS3
E6Ni9Q7H0XXEeJePRv4fMT41toljJ809OvzJn0R2EA9a6gW/h9rplW1djX2w0ZXeNu+NQU+Ug5LX
Cu6loZ2UlMccO/ORPO3Ai5pujBB5L+zd9TX6nhWcRgLJQ6IORCGc++uyTDfosV4UUz4fY00MzzoM
RGNbovdFK98Iyk9jmMRPUUh1ejOj7hztFJv8djv3fVvfN1EkCnqhCLT5Ba4qIN+wHK38yaMlvEFt
qvRuSlgEjU91tjTuc63Qk7eys5NhU6Sj8586t9orrHf2n6AM7R2MYkAkdJhDPJyvv+j5ooC4gmqH
9G6UkKXFPWtMHa00HAVVA0ONb2oOpa8hl8+HDB7oll3Rr6Rj511PqlhsPindLxmn9qJ53mpYYntq
3R81t0rS2e/yMaYTbFdN7xtul3W3hEEzwXPMnc0fUSeGe/ZS5O0sVG/jrZ5buI5aopJUdq0Tz5o9
27/+dU6k2xPxkNqfLJMuNqiSoaw/NuZ81L1IM/wOo1I8qTxx13M93qOUjNHe9RHPQwIjSn0lLrpA
OZaFsHosvXlQhvnYmnXsD2aq34Wj8hK4JQGqUDv1d04kOlwf9PzTUyeRUiqcrlSil7Tnwu0zt0bG
+1joxbTN88T0kxG+jZuqN8Po1C/XhztPGU+HW4QfXGLw6QsG9dhP6LHDfml/IJb8lsWTvnLAnGcu
EqRK2YV7LZf6ZXKauOaopXWpHstsavZOPwTOntKTlf5qGmmvkujNSFPLMNFqLObETTZiTEbvHxmb
3HKoIyB9JMUIsOlc3rA7kXnOFAXW0dGmevZp1evAAEN11+CAtrKtLnxLmYkT2kHmEXLl5H84U83I
rYocRYlj06fzAUTFhBKjleKXWzf2LXeeTNtf/5yXRuQAdcAFsIC4BJyOGAW1iY/xqB21Ssk/x04S
HbzRHNNNmHXhdh6atWzlwvqRlSmpfwYCCCDA6YB12GgNaC39mPfzOO/MzOrdJzU1PfxydD0wV+6p
MvCdHgCkgZJ9JvVXAN8uZhTLNd3ra087FoIAkykIrxxwM6z1lSL4eTYiwYQ0N0hE5A1ngU5RonIG
M5Tox6Etuo3WmPSBUmvYZ1g3b7hVqbdoEsVb/E8pI//zJ2SHcKGSNkToby8+YR8axlhRmT0maZXA
rRXBrREAPMHavtuiMLSKGpXvspxTeBHwXUliWKyLTygqaou4COp4IOfmZozi8VCgkvEpT8PokxbE
3sbDRfgZ7xH9AZl8byPqbtqhyrVqn3Ah4EplHYo0YFugn8gQ8mG/cMmucgN7uSNHcvplrrXkT072
f2MSdgc/1zJz3mqK7ior+/TSIqY4jf6iLLudlRm7oZyEVHg70vQ1Dt7g9sJXZASyjcBZOcYujmVB
mEBgmTLt8s5M/clMYE6qR6uo+h9VrNRf8B0ED91rVrhygF0cS8IouOsCTVvWuwtkEyJ95L1KIxv/
9EGIpS132t78WXQuhvDXF+6lryflO7GwUyW1bbGOtNj05ppC6hHFGu8GpXqk3OK82XuNOn+n1w9T
sZ7F1+uDXnpFACLAgd6X8LJwVZRm13X1rB0FKu7PmESod5leYUZI34UG6v9hMNnEQFGAeulyfbaN
W04BfY5jkcxxea+iBbkzXAWlX6Gk1sp0XgjlVGaAx+H3A8zq7OI5uN0wJDGh3LZib5ugxaRy0fb0
H1U1KNsORfB/FJqSZ6NFvkkIIP3gEy5CzxxlkVkoqXF0FLfaQhswcvjEbryVehC+VhvOniWtrcDW
L3xCUGRUrjgg6Sws+2GTU3dDN5vEH1Hq3zm2U+0ntZTmhkPONP8VPQWuCJs/OkDgZEE6yIf5EGJc
bgfePNnUV0Wd3g55/7ds4Fu0KQVy1mdirDn8XNgVDCil+NkSJLCLXeG4eTkKalpH2yjV7ncvNeFu
qEFa3YE1HVD91rEP3baozM8rop2Xhib3cPDYBd/PzJ6+q0itGBGM2DgqjlI+Ad7KkoNjTJl7ALOW
/OCGNMB7zYb/S95jI1+DXiJFEwrui0m2w6TNI2L4cVbsZFs3TtbtNDEHD3PoVke1S4t6paB3aQ1J
wzWpLytFRhavGmKvpBqNoR8pGytPAgseZ1sVfZzsE3vOkpWJvdCSsx25JSVYA6DGsg82aiVkLvjD
T3PNbdCNvMzeOllL2SBX5jsSNLHvtST3hzZr7xTDCcVjVCrhHfUU7fP1mHSOlcOxisSLe7ykIcBF
OP3KrpGGCXzl9EmENt+66FvD9EU+is9FPY/3nCrtbRNPJTL39gBv3BqRrSvH+g+wSWrW2MAUG2jv
a/rs5xkUNWYKG1I/iT237CxpNVg4x2rrpwAqSOKLoCStAKv1CQAQ9WB9UL4kQKt8MeHjvnLuvcfG
05SGxcdtVjJ+2HVLlxtAbAl8K7Nl0Zd/0WwGgB9Z1ieUZ5xDpCXZ57zO+12rC9O3u7C+G6y4Xwk0
55vP1aGW03KSXO8zSWBK41gL5+74REITd5tRAIEbKY88oxYRe76rw0xsKlVfs205PzZYjxRnQTPR
4YJ8cLoccmQI+9grh6cpMPq/s+u1t1CCGuUr6H2OYMsMnfCfTyoAplSvSMoxVTirWJpThndRG7nH
LNQOUZ3out+0cQGhLHM/Z3MV/Ly+5M83u7xG4iCGfB1nwPvu/BDDo1kMLWLLDg4DbfG373uL+qgd
vA54fX+5PtT57sLqF3wP+ZO0bGUpn06nmYUctnlSP2J4Nd925pjfdlXhJDtvyII7Mw2GYx916i5q
E6PeVOhPfrWMNiqQLtfEW2RMxW+RaEW7ssLP7kEQLoCeGjRtgbiAWzt9LL0OqhbES/2YdXr1F3Lv
CNWJXkZxc/39z1aT9GziHom+iVS2X1KMW0/kphZ00yOkDnc4mHnEjjFbruhWE+Z/w9m29/9/Iy4m
PIjt1pyQcn3sIGo0G8U105sgbJtPAjjMQQj9cH285WKS3hF0gMAXgClnFS/OqspuFDhNInsoczO5
5Vg2HgojOGpR8s/MwPehkAFGOoUflDFPP1paZVMelln2IJyAHpeJ7zAIv7R4A0OLlbjb2j81FN2m
TaIhpXL9NZfhSI5N6wT6OwVuoJ7a6dhdY4360LnpwzjSkxJpZcMCzFw/tOl0o1XlGn9zFKG/Xx91
sXwk1xQwo0yWZYuXaHQ66jhPidsoafg2jY31gOpit7VrN9+YMdox7LZpjbgmD7sPgf9/BwTTwCFC
Dx2I4umATqO1qj6qwWuHbUT2y8zL/g10XXBTTZXqPcR4x2WfsR607Cct1gdvU83hmrTBYqrfn0H2
EcgvpYzJWXmd5lkfzLPyiqJ2EG2r3FO5+lQA0v8MlE9LIF52FQAVCutyd32+lwff/47NRLNhaavT
Mzt9f42+tt4jff8Wj32/c7sw3pRqYO2LKFC8G8dKnP8qssXHxszrg5q3Ubyb7VpZeYyLM/DhKRYL
vW+aoekbbBAno2iGm9QoR9C0wpjrZ1uI8e8wmzEqHXFtrhlayvdbfn86Z+wt2a07Y2GlQYa5VmIo
rxDMsA8vJ9N4hmsds+Tx/V0JHYsU532ygfGxvOFFwMKS0/DhHLKEpVZ1OERvAJdr9bOq57rijxqe
s1tSnvDebFo3+UuSPBzyMm/WItelzYV6K6BAaRtBgD4d3pmtkkS6Ct+CGkdEr8zi45zn1ffEgxNA
WpfbK0n2pc0FDYRjh+6kyc4+HdBQJi8cCifENGNwh+1MN2EHgi42ti0xlAawqTjjto/dKd60BQSv
DeVrpVpJvi99YsyFaBJKxBJn3+lTzFXZacVchm8Ouqc3g+EFW2NqrG1lAxK/vp0uDyUBUlzquUfJ
33/4wIqVMv5shW/aOCTfal0K5ugebCOt7Z21i+KlwThsSeYh81HhXERoQyNG2i0uu5h5jg9UNs10
X6ZVicW7Jiz93y7d72sX93Yg3CQP3JcWs0jyMMyNWwWvUVVrwGoSI5r2g9KE8w7q7+Dsr8/kpbUK
Kp4L/jthbamRpjftGBZSbMmqULgcHD3ZJmXpPk3REPphMK1J/16aTHkbku4fCBcu2YVU88K0V0vl
1SQx9EvPQUMv7cP8xTOjdM1N5sK+cLnie1LegNdbdqbMGvlOBbfEV6Aq0Yb3nO80wG233VzeNFPv
veSGcPZGogyJ7xb4ja/sywsvS25KIJIXLv61+JYlLTcQW0341mpTfNN0U3vfRWA/4D2RV1z/kMur
r1w4DEbxnX4GsMGl3ZRFEYhLbadwwhZ1/uiEivOHqmkutq7bV7tsiGuxmROVEmo3z2qxqVwJ6ssB
A/Xbqin/2bNOPhCoVMhwsk8HPuV0kwbhmI1pqrG0Sm04wOSgaJVFyLWWY9vdaczBGh7l0vfmW1NP
hXDgnM13lgilbiIrezP1/r/QyeZsS1XXMzYNse/GmRVxDKAI7YLAcG9qY234S59bqu/JYh01iPcr
y4eoFOqZqaUiwJfJio0fqTsgpx3N5s+cwP/n+te+OBTlXJQAVCmDKX//YSjbCbvG8Or4rROREmxU
pHxyH7XWofRHNa1W7pEXzlPuGDS9NQ5vGmeLA83Ux3hsoUS8pXNn1J+L0srUJzu2y+ErhWPH28xe
32e/A01rDrVFzef5+tteCFIu5zgHqqzt0go/fdsSoHUQpm78VobmBAoDqeP/uNyaL47RWP0+s8do
DVB9cYIlck42X6iaL/JVhPD4wIkSv5m5PY0be7SclIyNduExiEftx/UXvDSarMrZ1JUlAH4xWtCO
tTGKKsE+bAwyegFVODvHLHMz/ZcYBvPfzxjUf7irqwDGpPzL6XymXQZgSXXit8LEs8wfiJL5tm2K
+aZyimgN1nL55f7faP/D2Zntxm100fqJCHAebnuURMm27Njp5Ibwnzic5+L49OcrnQMcNZtoQg6C
BEgA7y5W1a49rL2W3N13ZzXQmdvWwji5GAIakNepnpvAB6Jt/euKaItrYc0YKC2pOwe7A+HBtTEL
wL3ZKwgMF1UaiK9jkiXufu5QqH3VGSC3Nrzu2s2QsGVGj/E5NyA0KoulMjVTfNEVo893VkXipBfA
pXa5QdXvHA6uVxpgVvv2XziCB/EbN4NeJEdGgv6gxr1ebgVMoAwrJ720beP8bJ3JOWvJkB5LpTVe
Y9CwW8/M6veF7VIS+yEasGTPEKbdxTog7cugNep88FK4CnZ6FPXDPlfrzZ7rqjmaCXCegL/nCb1e
X19Fvaigp77YkcFkbdtoc7pvVSffC3doNsSH5Mda5Ci0OmSpgYleqliLQG8KRFuILMkuXje4ta9O
8Wz4A6MkG9HrijvzmEyjlSqZxW+QDobjhX1TG/klyEc7O2mxaSXjLh6a6WTVyjw/lU5mbjGsrBqF
Hxb2Rx1Sh2XgNRiRU/dSjbIbgwIWtBGQ0E7pxqE9iDI17JMGR+6W3uTK9iHnSksVNjS6AMvEJITP
0NJrNb0oVhPBUqNRcTUbcu6gihnILZj1ue9IV1fJW/XGtUT0sXipJr0Zw7kt04tVT8NfXjE+TKFu
VPuq1nJBTX0QW8mefHuWh4b+HNUUdhRk0OJt0kC/JxOEOJc5L4uv5oy3paY8293eqvGyL7TogdGr
aufkH3+VIRmGmBXOdp7GZRN5ZgLORV4hu1BLz+uTVUFc46RtbrxkM1Ly+2jUjbjbhVWguvtGyXv3
x/2Pvba7ACJk+uBJln75/985drjjeuhT7Pyi52n5r9t7yovdG3awZyB+PH/cFlREJAwyAgGSeW3L
U2DvjYMGgc2wtp5jrSi+kxoFwS5Rxc/7ptbcgKTQoDdIe4Vw8tqUYgpCEfjvL0UQauMhn4QTHpkh
2xIXWPt8IMqAbhEcG7icaztlY+uDKZziEkau9T+a5S7Kkl0BTUiBIO79Na3akrB0aiLU/czFOwHZ
lo06t5df3NbKHmD7Kb8g7+w4O07Y1jTfqi28J6BwOjw3+XLYQb3HmGp2qVM0sB7TdGjPosBFnFG8
Kv64v7C166cTpxELexzDZekW7oHIKy0kStM+sdH+UK2dy5jK53SA5GTXjeOvxjTGx/tGV1cIDgaQ
J/E+PFzXO8f4w1x2GQe/SVvzORNZ9+9kNf10sAQA6MN9Y2sujeIwxFiS3weF7GtjuUSJaSonP8mK
zDk3hZFPu1hrgIyosx6iAV4wo3+6b3RthSTpNMpgnJVzKNdGPaiXldhEhtVVmzLejR542tKYXL8K
nS08xaotOT8OiQU1AXNhi/KfrQdzkF88a6DvbTOLdiytAVkpzYi2OpBrX/ONdZClAa1dXu7YdGLX
zmzoHKm85yeIjrIc7HHTHLW8idwncuIPNv5kYs5YPGjV/2dycVpcEN0VmmzFJW9hQ3mOM6P/G8mq
pt67tdp9HWq6VPd3b3WRkncKp0x7aIlQSWrRt0MmyoutosvFpPv4KVBiLdn1iLo/TlpSfPsNgyRK
ODFJ0mQuul7W3M6V5uXlJXKi/DywnTvbjtV9lzetz/M0b7iz1QW+s7c4MoMV5pkZFuVlqHn2WCGb
SOnR/EXsXfzMtMrdqG3KS7Z85SnbU20EigOkcuGrp5bjErZNeXHUvMkPjT3qDOKVbr0RGq7dBSIE
yT0OrQ//vr531dh5XUgBB9Hhrv4r0wzloQ3z8lVM3scAm2+nUsJ9CSCQ2eG9u7Y0CzlWU/TlBWHA
RD9mAEN+1lm0GQKubZXkK5TUfgh+3bS9wyJJYvzHJXGa8DUv6+BbMrfdA2N9X4u6MTaCoi1zi40a
gA2DUU3KS+NKBb4+L7xdWWhKSf1fD6uD7bS/kXIyegWmQZ5+9m4RmhA3e3Onm8WlIS01D07iGCc7
yJv6m9Xo6Rav3NpJpCYBSxuj8lKE5XrfIkTF0jAaSjjqLedLonQxBHp1ZW08cSuJLaE5waXUKGUk
ZWFmGPs0aCeruHQw4Qe+q0dqd84quz5XZC7PwkLMYt8EUakyeVRtcTmv7eJ764s3T3VaGa64hEaz
ob6GZRq2pzzXSm+XQo+gHrwKDab7Lmztu8oPKtGtsjm4cGFFY0N4lGjFZezyZDjrijbUp6JXt6CK
63bI/BgWhB112QisRU5Bn1ThAhmtUv3jxdpQffEo/3yQCubtgksmGAiQJRHrUt02ccapnOOOm1DH
uXKO8ubJHKF1ygrnU1SWQfEbjw6HX4aypEG0WK8PZlPNgUIWWF7MMejrXTYE5WEKs/mhqUVn7yPL
28KWrZ5R0BYMLgBSpF13bbGojbSqW6W8KMrQPLnl3O4LgGH/zbQFz9zW9hXBsOxx1Hn57h+WtajT
emd5ceUbUQzGkKXVZW4T96iMw/SQKW2+S9siOs8IVv7pVYFy+A2jYE4lzp7a9tLPQOJThVHWlhc4
1+A9UprA3VUDE9EJocxBxY13e3cwt56k1QPrIC+OwApQG2uR4FbpUNEpD3E4Lr2Ts9KljnuUILuN
p2/1m76zs9hNb1apSCQ2QctQHxmljf9BQFCTLFc05Y8xVOUvaSjE8/2Puvbgwk7O+2QTfoIZvD5D
MexoQAZl/jDnynhO4LZTT7UxVsYz7KzWtOFWV80Z0HLKyj0pyyJwIWtou7Hx0gucK7ryP8SsuvRF
7azK7neyW5z8dX95a5sHg5hK/4UREHBZ18sT5sjbG4mCKaWGQp2mZQSEdePZWwqxax6b/oAcAaPo
CiPhtSFbq60SCevs4qRl/D9R6uH8UDKzWJwqprKYA7SM7uH+2lZNysyPYi9db3OxtlmfDHXyRH5B
mSuPPnsWYPr/+lIT7VMo0JPYZ7C2NRvxxRJ39uZWWSFYDKZyb3VE6aHXjho7CpKAc2j9bGdgwiei
qVz7pZl9OR9yM8v0c9dDr/o5GzLNgX20EYYF5545RN3OKRkWOzd1G8XPE8He9/tfZe2EkZeC9paC
xBTBrzeiFXbY1ZANX8wqnL8VDFH2uynJpscw97xv922tXVn6QmCX2AXqJYvTTPYrithQskvH8Gdz
UKOoGr7pwkyCnUolfu+lyd+uO+f2ht21Uw34jSvEAm8BFnA4CKIQLm3fdJn3g6lpocR7TR2bLZjh
2hmTIRDUxXK2dVniKsZGKEk15ZcWpq3goMfB9B9Cyyo0wkHxt9Vq0/n+J11bmuSYoaYBIdNNwdvJ
SuDKU8yhVnIxvkZibrJzU7rFsL9vaO2cyMtj2BKRe4MZ4QWz5rQgKxVpZkS7Xmvi7sFVp649tdE0
uBsv5uqHhKaSqwpKBdDm9bHMqx5ReBtIXSHG8RxDDea7M+psu1jEjrNPonEMfudT2oQFskiDvOXi
JjQpwDJVV4qLliCBdpzLgG6ICcb91/0vubo0RL1kQMeZXNbW0ryCi1iQ/NqKiGn/dBH6qzFkrMNe
F2NkHxIAfFsaejLCWCak8mNKUn85hrK4enlqlOkEfdtldFARsdSk6HaBPbcHZ3YnxoHp/z0Dtwse
8iStvlBXrf53f9Vrd580hGIsySqZ6mJDEVfCu9MxuKioyce7QKhaxbCvCBmdqoBbqa1dQ9QZO/aP
+4bXPjeQZhYOAhg3t4i9kgm56ITk/+KWinokWIcH2+6FZx9oBrffWxBs80aQsLpWAi4kJyUVzzJm
V6vK6B2h5BdROENySj3GY58Upeqan0oyR1AsNgKhqR2UdulWkLtuG08gsWx4hMV3rrPKGiT49DIb
VARCK8kdH0ESic5xs+Kv0Y1aY9cbIOk2umFrDoKmAj1/Js9vh1RUe2rtSWmpuCdQXKIDnraj79o4
vq8M6iTRVol6DcACooshLoBPXNvlEFfVQu/spgl192bQflhj9GgOOlV3tRvD58hp0r+bpI+eEtVp
fuhpET7zMOXftG6yXu+fsNtPzvtJ9YyPTuefB+baV2nxWDozoMGLErT1KTMUx3dFnkSMIcGnuavA
lDAi4I3tl/t2b082dt9IpHluGI9YBDQ96Iu4d9zoYjh9ddYzM0iOXFxL7LO4m+VWV+lGPLqCS5U2
GZqhMSiHVBZ+RJ1HmK0gjiTTFqmz6505e9Apig7fPcVomh2tJdt5GmOvzU5TkP5LmtB64U5Pxmpr
TPHWpfFTSADQ9qZpcDOA6TgM11udE1+SmsxmZlLmVzXEc/yU12CVj8Foj+KsIFhPhqDk7t4Sqemc
72/ByiHkR8C1wHgIJdtbCndKA4WV09B3EiJYSLtL8U9hdNauSlv76MTIGCCyCWiNQzxdYnvgP2Yh
1OZkKe0mqdBtNCB5PiXtCzyZgIblHX3XYav0WUBgOkaXeXRtGDHMSstP1PKgNby/7lVDEm9PY5+y
+PLulZMKbkkLo0sdMdcLsXEaD6fMyZotXM2GoeWz0eiNbdVJjSHDqx9iihTwNkNhUW1s5NpdArUD
c57E1uNQrr+c26hqmrpjfGlTOOV2VLpU9WxCBjacaptJf1gR1XpL/FUmi9ePMqeGIVQmdhjqg8nz
2mhNq1YpQj2+hBCQRD7ou/F/npaFn8ayGLMzqIpo3BnD3J+LqbbTjT1cPbsshIBATlHaS9JbPbY6
zahrRB77rvzhGNHw3EcitE5jSH1ol7URDN1hmdjzMaFaa+60sR/sglEHV/tVVKqoD/dP1e0Twvcg
IjJk55G/paN9d3yFqSZB4FXJJRms4kemzg29FqTpjnbOPbpva+1gQfoOaypFJlza4qpEbaW12pyk
F8EM0vgCHYwONXnTjN5W8WfdkhTHkCKlt0DLGM5JEbWsKjTt6VCBnBX/IURRbXVV1j4fsTL1O6AF
/HNRm0gyva0dJQXco2ef1DEq/1J68c80T064cXTWliRpkolhuQhUQq43KgtgvsuRe77wM4bsCCts
B685fYF2A3m25uNhFUQEhgcHWMjiucltcPAFHPCXOIqc6atXDln8EwKrONmhzVjFn1I36gOGENW6
O/eKCD+LwQ62WHzWHvj3v2LxwKtGjxREXicXIVr1oXczGAlzAueDGBrzycos3QdZ0fUbKdeaWekc
pMARuMIlYCOhiWt1VZRcnGgo0kMYhuYj/DzqH+CsEKWbO/grnpmWnbdo5NcOEhTuYI4kQc9NzyDu
BsTiaz25xODjfcCUxC+6g1CV5Le3tyDlq9aoo7+VIIDjLiJWL5qYix/G5AJRWXasp9H75sXVRAlv
jL/dv/RrxwnvDmZL4vPpL12f27IvatOq0oRBrQgmSYQJKrFj6jRJ9mEbWvq+dQxAuFWaZvEuZO51
r2qR6X69/yvWFgwriUxISEnA7V//ikbrurlnAu/iBrAu7dUx1qrXMo8HZ2f0Jdq3982tPW1QRNO7
fptdX74yOjNpYsh4QisKPb96S/0xdKguJLA0fgfTnWyYW1/d/zcnfcc7Jx7W5qTNeY7KrW2kzRHt
Osd7reYZeAXJbbz1iq1dkreSkkSNy5jn2lzeCldvtDK82IjpZM+5rgYtXJPo6sTnJvGUv52gHqxj
pDR2dbr/YVdXSokCQAfvx03pjGdwGhmLAq5v2cNXRJekgotSZQe3gGTyvq3VTWQMmoFDOZ1wU5id
BrC3DbaiWhv2iKtZfl116g6YfnSInNH5cANbjluoYLcZBoZOZeHhFTOeoJdTwstsmsV4iHI79A7K
3IUbDn7tGxK8U06nMMF7snDwziDA2ytdcmlFHX9OmiaXRRclzeu90PVO31jW2mek9AKyEAQugK3F
1fPyPg+6mnB9pP+EKNRsWj+VqTSOrjskP+bR2Hw7Vhf4Bmh0eZKJzK/Pp5FSDLUBiVyKPOxPWR95
1V5JSwEfKWxAh/unZNUYjWXZVePBXA6yIVsQljA9RpdIN5r8CNFiOe10OE0ETHmwVd23tvoxgVAh
FCd1lJZoTbtFvr6Jnegy0KJ4QcKhetFAbB5A4STWPlZjYsWPW6T8CLJJct6T9V5/TI3pnCnpyG/g
AC4g+RH/WU2QvhZ1Nxy1oY82PufaAt+ZW75MjW0rXQmV9KVEJOtQzCNpHJwYR/Lj+L+ZasKv31me
nIWzgGjfNCi7kcF+hJHYPvgb/wUI92JNNnJ7RWdPu6Cy+t9w1bQHqRoTLErxy+vPWdtBXGs0Fi69
XWjTvlLq6Y82FYF3JtI3Hu8vbi3Z4QpYcgofJpFl5UCHimoYqFhcMq1Wjzo1v4cKmL1vR6qn7Fyj
LSHyVr3djCTQz/um1/aR4ieDxMzYE7cujg1ieJmK2lh6mYTxV6aMarJDuTf1TW1EQzVUsz/v21t7
k6h18mHxMNRaF/bSNG+tQhkZz3Ds+helVVEc8jItjr1dGg+Es96DFzT6fLxvdu32U/LiL8ntezMz
DTsLk21OB5CyG/XHcaAQtW9shpiKpFLyjbuxaow0Q0o1M3S/5IsTThm3oRploNT69sIENDfEcvru
2DhmN55+Y2VgUckEAM0AIb4+qJkaFyKxMiRyQkYlYFrNX10lo2HUWtHvBBRv+DsgM6D7lxOO+Rjm
cw9j2WVUunp+cFAN+mlXUfEFUiNrJyZUE3Z6H+pbE8+LQyqhjNxAqmqcUVKdJfApJTT1KiWiXiRm
1ddL90/NbCOkLObnIa/SjUh4cUT/rzWHF14StAGRXjyEaaKAA7FE/mKrA6qzIYTM+m5Cfyc4VlrY
7FtGp57m2ja6jXNza5hZN7aQUikHn6Gi662soyCLU3PMX5Igmp7CpPze8ZlbRl4C7SFOR4KAKhs/
1vpltdQJ6WoD4gDbAh3TtdGcCdLAKsLiJXTdCehfZnjtKYvNEa9uBQbaf0NbbrxVawsFLgczFWwb
AHEXC+3rMNATDu4Lvlc7GVnrPagGolshwmtf2snO9nDPbxld3Mq3hUIVw2w3KQ7B28JoGPUTQzxV
8VJPRnvs41kzj2HYzS8J6I+tqWqTr/aufEXVlfaGYdLR5aKgdbC4lW0dB0BLLO8YauBbJG96wHBu
ro5b+ffyamDIAzdNoZ/KEI/rYlW1oQVZn7feMQogbAkm0/yKEnm/kxJfn4Uryo13cdUe0ZrkcbbI
Ehf2hkTXlKFyvGNSVs6pLTiZBXnZERDPuGege8PcctPelidffZnpUyFanE4Nf+ZGiu4dM7eq/44V
UR8rYcdnysZbM/crWwZajXWhhULQtiynaq3FcGRjopaQl9ahDHWxL3TxwUkTDgaNUpqMsqgI7nDZ
4bTqIQmMYvSOI/Llu9As7aMZoaiga0V+shXIvEqm1s9w8OjH+w/F7fqwLN8JqCN4e5ecm2gV5npg
996xTwzvZGtDh4JfuDU1tGVlcfD10AMz0QnviB/TfPpt9imyERq4v5bbUyjXIs8fGR+QAnls3iXS
6aAZVWE03hEiWCm1OJhULBjudy3RHWPRerv79tZWJTFGVCVkO23JLMOEW92YCOYd29lJTvFMNktx
Tz/dt7K2KonvtWgfoT2wtKIGatWIPHSPzezaDymDddGu0QuHfrsxEVmDRfnouhAAAlIPFk2TWndL
1InqzEE3Ci09zb1bvgh7ql+YgU4O99d1c4mJFNDCgI0GV8WRX+xWmGq2MFKksOpZr/eqzRs6NkVy
BP+zxUtzo4cm9b5wt7xm8IVAjLY4f4pdKUqroyjUhnXyPaNLera8Tpn3uaY7f5t5J77g/+Oj0bpR
tBOlFXwWdmv/CvO2Q4sI5lVz46wuHzv5i5iOAMnFN4bTfbH6as5QGwiG9ORFbf6YG23xNBIzHWh/
QClvz9rTBMX3RjK/9snfG5VH7f0FicOyqeCHOUFm25yE1gSHQAHe3ycodn98d6nck1FDISLJy69N
WQ1fV4kwZUZlDAcNsqeocoupoBqcFFvsP2sLs3jwpAQMzc0l1WQXpJ1idBnKH23MeDWZgmtTiXRb
+wRovt5iQby5kmyeTMskUz39kCU9eo/iyCTyIj0xnBx/UiEKY1IIDpYE9oVTnjgfhBJp8rAA6mFl
sC7yxEpH9G7fwCQEvanzCkxmrcNOOoxHeDWKQx0Sld3ft0XSKU0xSMBgCyGYBC8tbooemXpYeH1w
NAsndL/3zM7mD1Yalc2jmdHW3Wcoj+gdUukWuj99PaBEdv8XrOwlCZKEi3J+aCwuAm1VE0boJJ1y
1IPB+jdo7EQ7jLlRfQmsuCw3nNDKTlJIY5kq4FQAaIuEXg1npoOESiSRliMAlyJGcUc4Ev2edMPg
wVXWzNUGxPH2G3MxyAMJYAAaM3R2vZ1FlsIR5Mp+/5A7ez2fxaEa9O40MxrzhTPbHUTYRFCJVOHG
cpeWJVHK2y2RXUMm6hdxmghshKLAufg52g7zWYpK/B17RvuJmS2m61C9bL29reeNn6QRnIkf21nZ
/pbj0bT1mFwEC3G97iZxQidAKNRXc9dt9khQ1v8gamIce9qqG/5V/lnvQ+03W4CA0WineYHs6LUt
CNdaigpR74dtr0fHpoc6BCbhqX7MjFgXB69Ok+Sra4fDo0iK0HkmZPDC8/0FL508PwI0E5g1HCCp
6jJONSIlS1MvGXymHMqHwNPDVy+Z3K9J1XqvAEPEycp17+t9o8sjjSWm3snf5OGSUzPXKxf8mtmp
gBJFNXjNX8xqU8w5eYw6iaOSaLP4WeBGoo+V26mIXVuVv+qdi3LTyNAhah78oUnm9Ic2O5l1GAA7
Wn+aNrO9e9Lq4Y/7K116CmkTCAm8BbJLTKJ6bVNVSqvX22zyC6Wd3SNcQ31/QBot1XZu3A5b+gkr
HxboCtHem84Y2f61ub6iplkM3uQjwWafe0uE31OTd7uf9Kjad1MSb4VIt+cHCDStBFgEbaKxpTNW
NNWr3SiefW3GU+wsTYDWqluhPaqhqtgPPc/BJwE1wEaPYQl0kLtJQAbakqQHnNSy149kQmMF8TT4
ItSU724TdN0uzmNHOzRz8UV3a4fxMoCBX4I2sJNTY0ba90CBweUR4KDYEqS89VpEbngODWZ1yqDL
EQKvN0VZ9NHo10kX/sVwcPiUluqvbiiVb1wq5zOkx8lXnqutCtOtE5Eho+w4wuMiFWKud3xOuryt
lXrwg7EYT3pshIcQHPMPEGPacxFFyetAb/vFDOb2s6LZ8HvdP+CrCwdeC9UdrgxuiWv7QQ9o2HLY
Bupa/Tco5r0G5tweLgv4Lex5H4Vx9qM26uwXWMLyx33jK4ePNh0tAyJ0cO5LuqsItswuGFl8Fs3K
Ef2Z9KXxRp2Z76kXh8ESLTqAarOR2q9aJYmTZD0S8b54I0Y4iqB7cAY/KqP4OJnO5DvoERx0Na0a
it6iOOMztyTAlig9eeCh65bU1qZ8om4K0JoaWQIhRWAJUPZPcgQOFFVcQtUZeV/yYIyPfTmGJyu1
Pisy8tNQojv/xgcHO8CTRR5LYnS927TC8JpQ3/tKFPQ/PRiuokiNqLzT4vsaRHH9VSiRd7pvVIaO
1+8kCwdULfMQKbyzMAoFi5g14Y48+I19ViDiqHaQYwb/3jeztq2ElbRhoSHg8y62lbl0yTudQcrd
jg3ey5kghFMVtdqPeuyEe6NNtc8TCsPVRhyw8kbIcqIr/RmEwcsrbE7ZGKRxzil2quoU5CL4MtTN
H0WbFxsnd+2yYseGS4dyLajC6+0jRVQ7ve1Hv0JA5Y+2nqbvepm6D0qY6cPJcabuc6g3HrkXI8Mb
Dntllbz1jKzBS4erXO5iMCNxSc128nUY2XdcoMHX+6RsnoxZ07bUxVe8ItVZHAKTDdSsnMVTb0SZ
O4dxO/la0+vkIJVxiEyhP5JiAymK83911TX+s8fkD9NIqn8+fJDeiuDwikNDBwPp9Ve2SeLnXnNm
3+yDKTgRUzJPtourOgj349R50XPRx516cAC2bvGJrOwwzLoAYehUSXWsRWTVGQnDiOnIc4xIjbJD
SS6an815ikEvu9QWmgTZaVUoSKslcV9szZu+iSYt7ipukUFMsmpETpcfvjPTYMgahV323B5LhWcp
h9BgUvil0OO52A/KlJXRvgYoWOwhOAvVx2LWkupAAcLWoZ1NovpoSvL5v9Uii2s/jbPy0OmDo/Yb
T9eKX4GMGJgCyt0ANpcRxCy5D2NDH321GaaLawbm3lHr5IP9bem36ccyN2Rw74gDF8ehtzJhaVE+
+ZQWEueozWp+NA1m/JnVyJPiPFqdupG9rRx/BkKkeDzNPBJzeUreRbpQDFdJok+z71EWQpex6ftP
c+KonwporT8LoYXFDsxUWz+maiZ+xo2KjMj9S7By3elYQhwCKIMKxLKPYDJzrwgrUfkJPdNEatrF
fwRoAtYw9/VZ9sGqkfzGeE7iXjBYiOUtnoiEEUDQvrnqZ3Y5vVRGh2r0JIkpH4swz7fAVysvBfma
ZCl5s7ZUDkOTIc4CiNV81wiHc+Ka49cYTuEfqtGpD6M79rvOS6eN7GVtTyEGJMQGNUhrduHSeDHH
Ussj1U+QzNi3jWc+tdUU7bRKz49A3yAMBHj8qrhx9Tkw6nDjEV5bMxQ7UvrqrXi9MB8NTgSQV9N8
ipDOP3k3O890hqKnrNK0ck+EHZUHe5JSG/fPkfxzlw6FUIPLQzHittDrKnoUpk2v+XZlDEEMj8Oc
dZ8aXmrYAAJXEeZer5w4+O++2TU/CqcVrweOgZdycWlHQy1iXeFiRkpqHOCgMb65k9rsNYVZLujF
k2Mz0l00sjHbGLlZi/NovXFpaTBSsF92cS2VbkcytLPfU76K9528Oi11gUZz/si8tEt2Sc9o+F8C
jqXomd45gMaU+XbYBgPtw/pj8g7TCKTlg0QVDESL6pNZmFygvpr9qGiQ00wRIWPwKNpNajUcpqER
u0HtmzP8lN5jl0CLEpSmumuNaAu3s5bwAcuTNIeyHg2A7dqpQb0fJq7FLymUvv45dXb1c0xHZd+2
YfwQT6NxcBS7BHXSNVTR53gqnzxBGUUbQm7k/eOxchtA7ZFoAyqAcHGJOY14ARN30NkjmMEeLCpz
R7zNPBxggKw+6anKjHxRRPXGJVw5lUBQ8HJvGL5biHZklwXd9cmfPKVVGSkup36fUtkJj6XtFhac
3i16hm4wVofE1Kgabqx7xatTg6THQzMakp9ltm8oVO46KBH9aFLNUxXM9a5xmR91c0f7eKwqhUto
d0OPhh7k4gaa5dj0tP54w9D29ac2YfCMG1ntBhzei96iZLprpyTNIXgwjPp8f4NXbyGYAq4hQRxt
rcUTqhSl2Sqqxg5rfbzvzcn6pGlpWu5clOWfRqWsDwwiVJ+t3CTFHqmt76y6ZDLs/u9Y++BSWJV8
D0wXCKvrQ5+pZa1ZrTz0pobIXjHFh7CadPTpY2VjySvhEKUciimSBpyoSL82ZSBE0zEVpfokW/pr
bWftUY817fX+glaesSsrC38S1g2wDIEVYWfan2LMgkvh6O5Ja1y4GbXO/eYUQfYIxqo5GGhy/Hnf
/PLiMgXMEeUPfCNxwlFfL5JIMLZGd578tAm8F9fJ6ktaj8mf6pTHCS+J7hU7WJXNjfhkuWr0rdD7
oTNCWoH4xbL5k9PzaXTYN31glDO4dJA63s6I6+mc5qLqDpMdVxRaq/pbLdy+OWQp1a+N4ZjlUZK/
QYafDFyQTd/4LE8bWm9KNcef3KRnzIGeqXnQmgSUR5a2zgchV8SedDNdSINADVDJX+aamQdhNDN8
jh8S8X/P86Te522Q+/bsDa8Twq4M0rlbZO/LaOHNKFVevjXbbC/9cuh2SWUWheun4I/2XuVOoLuE
cL6VZtp8gpfTaY8fPVCMPsP6C6Ka7SXYvz5QddWydVHl+lPAyLXaie41GtXGtzqljQ+N0pbfYPMv
5o2X4PYcY/ZtWJOSG+KgC7NpZ5WWmUWuHya69agZHaraxKDeaxd1+iEvJmc/Bc645Y6WPoLvK8FW
si0s1QmWIJrSyGy44z3OUGV3kM44kecdcttEK+f+Z105rBiiPQA0HpWAZR5rNl0gQui+/dyhAAN5
eneqA0t/zBk73nAJq6YAR+AUEOu4IX1qy9qMvSFxfWvuope2sXTm0+pqP+hhuXFY1kzxnpEY0z10
GbO8PiwtQ14Oc4+eX3VW/aKp2XACBmX9OfTOlsLbyk1gLbL/K/ERNHiuTZEUelDd557fKWH/uZkd
rh8k3P4QhNGXthq9x/sbtnYy4AABOU51WaJAru2NWgnHm9NofhKnAuD/nP4T6FG/8QHXjj0wSpq+
FKAkHvbaCnM7wEyI6nzXKVEUn/K2BWniCOuxYpg3OBtWUJx7I3a34BlyZ96nIfLgSyo+iTd5K9Nd
G3aCFnRolxp+pQtt3qGfOD2ZSJ09tJaiBXsAiPo5t9XpuUOpW9kHVr6JYV0Gf28/Adki5sZg8rmB
vJQFZ8cLbd0futpkUsx0ykOTldmpycce1ic7q4gSkjjbzXpGf+n+/q59eUdSH1IgBQS9HA4ecAe1
aYaG70QtMoFj1Tz0BRckVqLm2xQr7q5FCHgj+Vs7VNKzykUzjb+8L2BvFMpZkeYb0MYfYtp2/4tF
Wf91f2k3sR5fFskvSsuWRM0S9F1vrlqUbgRsXveLwkueCpo0R1u0CKopQj/SY3eAtinVpzpEhD0T
01we2tjbIlJe+cCIIZp8Ys4Y7FDSd7yr2egWtGVz7mn+aJm9GR6Rz27NPQQmubbPR2NMxbGnfxXq
eybeuCP7+x9h5XShEE5dmOa3Zd+MXMVG3/V2q5p+N4ThS5y72h9hKZxTBF2V2E/zmP8ynEI5uG63
VZVecVXUFGRxH68oN+J65bwnZTultenHMQMDD9DVdda+ZcbmYrSjVUXHWgyqHm64khVfDB0Mew42
BrPuAv0ThLWnDvAU+SM0XcfAmtuvzDm4DEIb9sP9b7viPMhjyGXk4Kcsvl8vEDqFsBqqSvcVIynK
k2j0wT70TViZFgBb6Cn3EQmF9XkwlSL+ViME/VgMlVd9/DbBH8Lm8qnZ6OV3RkiiITrydKSRvczb
idjMjq5TmfPGUVrZTwgz2ElUTyGaX14ndxp0tzVjwxexF/5XUpBqdrNVt8ewdYddF/VbA8UrV0eC
+yl50o5jAYsDNLvwI5V6Yfj9oM4/syGlDdjOr3FfuWfQxcPznHj5RjlubZHcF5VnXBpe4p1Mve8Q
BY4MP2vR03aH3gRvBCZWszrzSGK8BQJftUeDlxNEAk794/oMwapG9NpDlRonZnxwAnNkGKsp9hBx
ZmcCmO7x/pld8QcUNxgXxhyVZE/+nnfuKOUlSLq5sv0s6HVobagZe+NfUTS53RHRaW0MH4LWo9kL
+XykjKcB5swtkOeKY6bqD77KY6pWEpnJjX/3IyAjKatIZLbv1qZbVXst16Lq+5B3DiFGE9fqs5Uk
fa8fhZcUyR8AR2Dy27d6OXW7LBjTrfD39qOQNiEBRnJD5feG3nL0UNmYytr2Cyrs2TEs2+4pTax+
Hxpm+prCwvTqtqn3wzWK33j+sQ28m4YSFREA89ffYuxmRoQ4XP6Qzf245y2B9THsytTZK2pZ9c+D
K+J+T/lNC3ctWPdf9w/Erb/ksEOGw8v0fyi7jiW5cWX7RYygN1uaqmrfUkutljYMWQAkQRgSIICv
f6fe6o5GcRV3MxtppmpYBDLz5DHYe8PF65+fH9JdJCwa8ztEm4u8DSs/zpaHcmpVnC1/uar+fWNe
P+zqNQkiLPgU1y/znz/8lKIS5mtxV63MD/VE19OsaHXJju0FDcj42iBd6WnN6HoOxk7rX26wP348
njHgzvwKQf32rJlhskC4Un6Hz/P3YKRhk8aL8f1BE3g9+FE+UgM6bH9Ui3RtvmEC/ku79cenDZPi
61PATf37bqqBc1hVhQrluOD8g4+X91t6iBvm3N8O+p8+CeJSdD6grqB7/+2g6yAmVdI6v4sUvSDJ
YfxOWB6fcuvo/4jogR9yZUzAgBLhI/hlf7vCUG7VCj+hAlSVZpPPcF2Ck9YJrAHunjk1yGrsEU/c
vIHPGZO7AA/e1//9Fb5m9KD4IZLxX9FgLJunpVBlcTeHI7vTy+bex1SZlirkOv33j/p353pd+IHR
jZ3JNXbu+uf/8QLPfs6MsE1xFxF4oHXQeYO6Tcps/fTfP+ffZQHGl0B0gIujqv+rpgcEVchcquoO
8zI9JbV7B09mS9t5jLNWjOFvQNaf3hZgZzAdwPUHhOe3g0kkaqEy+Lwxt96125ZhGtqPdb2UdpV/
eWGux+yfQxf+5yAKvoIAKEK/b04jJSuFMae6E/VSvkKsfui7Bqkq/IevXa6/pgd8y1s97iL/S/X7
02PFBQMDxusiHVD/P3++ejdHEc9jeadjrMzbuojqToqi6CK+THObiPnb//47olXC/YpVKc7ItfL8
x/uiM5XWgtTlHYyK5H6pl2zRbb4v5Mlq3hwD5FJ/w8r+9HRBrMHrg7YbdKbffkqrbJ1ZH5Xo+KV6
Vna1F1qp8qmQZrkERuKtW2q2/g0X/FMNxX2GfjhDV/GvwBjcmzOsEPEGVTqX3Q5WJAZWPS/3E5NT
nxS798MBL5oXZ+L/MfgBZRuICLiRSO1A64Zi+s+nnAokdDHK6rt1jExHwxINjFN2OlSM/DxkE/7l
NfrDaYF8ooYrwdUV91+Nv0ljsSUxPg+gbnEDgl59D1cm/uXI6uQv6O4f3li8PVeHwOuT/Re6WzkM
sbnyQOZKmQ3IqIMt4ghJSFgSC3VR9Tdh0R8/D8gj2jN4jWEl9c9HOdllLKsRAOS6WwVdctQ8hpLL
byH22yOf7d9o4X96lMCS4UyWQZEDqds/P49VFrHckS9BsFzXfnM7qvEE4qfLfPQ3ev+/Vo1o7652
h9feHnI6eF7/88OmlcttaUhzBxPz4rRzFn3g9YTw1VX501Ro3eVRNuOWrbztE/h+krYai+QTQNns
L7Spfx8XfJXrxu/qzIT1y28XQ8nQY2MP0qBcwd4W4iP6afVFYofA9uWmTHz2mueKiBM8E9av//1S
+t3n+NrmQtQFFj4CIsAxzX6rYqmuSYrY2eZuCWkMie26bu1RNdvXLWZ2aV3O7U3ecDNEo4hMW4gK
SYJFs+dL73Nbf1qR9fNURfXfzjGuqd9uLzisoRnGaHI9W9hZ/T4PESXlLHQET8okBUFIFPOcdYDH
9r2jM+FZW/IxXnrrffVOFxj02117h+2hQSweXKUOvfZF1JiPCBYussFQ8AC6JjOYq7JFFLovE9hA
jfDzKIYAa6qscy5HIC/sqFwP3YkPr9c9zyWRSxR1RzFOme/gSpq6vZumBsY1Hc/TJTGdg4kUMe0R
eDKFzm6WjY9TiNf5E7Zd2n4lcarYaS3RI1ygX5no1sqpLMbXyKR6T9uRZ5WDPcwSeYIUnlrr46cV
14d8Kb09ohK+q/w4PuS5JuzBIf3ZnCjin+PPgBaEf5JMrOwmk3nUvBUHrerLGHssEdsNJSCxbaPs
uJ0FtIEIn0oDafit1IuFSfVESnJTxjJHfoytx+S5qBUYr7M0VnaUEVeGtoAuS8IxMMYTCvMcfhoW
+8W0SR4meeN1Cu1W42vNzhs5FL/3tbT5EyUw9L9DpnLOzmm+LTVsolO4b7WQOvOLkk283KxQnLqP
oGY43q3JoschbXyZw8xP+/nCakC9Q4YADN/C7aEoTpHexnpAtELCO6x/iEJCC0m3d4dJ0vADBkJp
9hAdBeKbIQNekK7VFJ7rx8hBWtfaGvvIZ1OWNPwoIj2zU43IEvqwG+QmnNwcxfu7iqxLOM8l/Jl7
SPmvaqqEQ0RwB3abJe4G9NfQdHpZXP2GREbhfmKt7RI4rpeYDG+XEg7A3xGQsArZH/vhWTEc0Fvn
nVAIh93aJAtqWdqaroTytspUZtLOYcd2dUgW0Gx9TA1s7ZDQPEa7eGgWL8ceuWE729slEySa4FQE
Z6v7UK5Yr0XC7cclhWgIfy0sTEjWYSNUUvYwhr3SDyyCBA2BpqXPlqRnak3CxWGfhQhmDT5o9Eiy
68K9a3ao22mHZoGpT1CSKX6bwGQnOgEuN2oZmiWy+bnyUwrTfpnBxhk+3HlT70ebeHXQAxrhAGZd
zzUOKW/XbZTl7dpUEBMHLEnEDQzwt+Y5kSybyi4xCNB9tCMh2w8yhpl18PaYtmSgJTfb1iEaG6Sf
vFHlDLflMcLF1BwHHnGHvQSF4XIiKPZ1vSlCsg7FFFwY1giM1NaZqKm+RnAjuvITE/GgrZ9EOybz
3rRXuRF/nbfImWGXEr43DeZcANxcy/kVmEwdwT593OUpKCz30i5LaZk+Vlhxhn60W57em6JUxY2v
K4xS/SJAIDmnfuTqy8ixJLhdeVmHl2OxytEu8ptJ2ukIM/khmTag9cTJyBr0s5OKQ9ylUVxuZ8jv
V7CeokogvSaEEI+4q2pD5GWKVWVuIA2blgcXb6l/3gq/bQfYrmRs7pwmRWi5mKr8xyxSRIe38XTY
qWVZE13pqLaKxx9jziP/NZNC6lc4fzp5q2FrOL8njMDPBVIcAq8toE45cHfYf7WqCXnzPOrYxLcU
ispwN0XllqY3VPhqlO0msDzoU7LDYePEixJ8CZgX8/ILzVREvjNjdQGGEFaXA03NZM6zlLE6pcam
5BY/rpbfJawm9AOydiMft2U+xzgL8ECixzdD1jmcIA2rp6VNTGHthRwwpECZqffkO/D9mJAWZo+x
fx+NGn8pq9k4X3Tq4W83A60jT3JTxj4mVEX2JpYbd694Qaqyyw6nTFfqfJNnWyZOXWhqY3rxu0yW
22nVzn7zoqqmcKd3gtVTaZdkutl3cSDH1jNpcUnJCAuhlGiWfLUgMGw3U61Wc3J7PLqvq0RB6WqQ
keCtWor6aoGZEX01qj5kvW2voRE5bH5HlUO5EROax18gC5XF7Uq99/tpcTCbeoMHFOwfjhpFITmh
7HBzbmTZyA1hW9BDDhSCi73qZJgm0U3jccgLaqBSH2CMIbY3MOViL4bSwNX4i/N4fVAs3LZWGHLA
X5JPKeLs/c1cg4L2WJUU2Cbk97AQx97XrU0HK9FS3PDYsOgGn12VL+HwB/tICU71TYwJ1V1klDJQ
zItCeNYuecPu7V6OOybTrV6+FmVUHncGe5CrYe4+++IVG4B5efOLPMoUabI4MxdegKogUDTnLTnP
qvDmaD0w7fJsQPnZ3wNjzkWPjl0Am9SykKVsQVPDtNIoEAWfPXDtdVinGsSDlhdc1MgdFQxhSRJd
9IOakAs+zLaOsr0FY5mwnkNyHXVrVJebaXeHNrQ1MBYRF+qNRrFQoO92+G1TWHBwlpcXgiSR0F6T
UJq7Zo0FHWa4jtHPRSkaf5uVTufH4DJeHbcgvtfNZ7PZiL0ntkkNzE83o7OL1tXYtG7boShqF1XK
VPUxzimi25ET8dHEYAzfm5CP0dmGlTE6gDHMKgmfyJKFr/N2yOXXplWMbyiAdDfPiIVR4VVMNJ+n
TmJiDp3POZLfOpfv+E2RYda4p7A3mT8hhwTbpW9ZFKzKO9RJN76MsC04IQZF7aCXbY6eV+gS00fC
PBV32J1B4NpD8zHCpye5PpEFDMofuJVWN+yCLz18DSDK9GmAb/QawqKeJxXhp/IHkgs70Gvioo1k
U/xa6MxeKq2pReVGHNKtMXZDf0acuZudH78rtmELHyE1Tw2eVpHskEVcfC6mumaPUq71fF62Wq9n
s85owGN4YEDnDA+fE4SdiPUzckyBhyKAtcF3Ncn6eOixqPBpoDufvdjGpJV2tz9YbeDtXNeEfdHZ
SF515mPQGkllkxPjZnnJMjIWT24JxzSABGLgqjPvsWjOELvk88n4Spl7N3NNLklkwNxUDGX0li/r
8eKybHTPStVR83lc54S10AyX73MAyNH7CF6Sx3fFEY6RiMRmHdq+8dmHAj+ny2yR3MUxNz9mCODm
bsll/rLtIntGAHLI22ZNG3UHD8G591ch0E0sYjhzyMrtU8+TvUQnDGdMtHYIiHSdJz4RZ9y2pLjI
dHM5QmGz7UViC8BQFPCYfmqRK91VCdxl+7ocDelFLunLaPFCdkkV8RcmlPwx1/U+ntPGCP8l8Cpb
fvgAl8/OV3OJt5nKJHY97D+R2EMPbC6/oME0zbtoVuJ43VM4zIG5Sxy/BNjmwCqTRxO/R58kgWRv
M5oZjWKu0K+PqnqH8sbi2wPLybxvap+bFna+dXxieF0DbzMyVb9GcLcwnDUYD88E3BV5VhO65e7w
YpzBCbC5eU41Voj3JpHH8ZZHWFu1UphjHRA/QZrLLLA0QBMVCDlPpiRZ0Suelnh9isxVw57TCsFZ
HgE9TYJr8N5aE7NzkpOoZGjvmlK0xhbx+2Ve3M8pXrntC3yTD3MWNfuAEpanbVlb65/C6JMGU1SO
NgGp68E3rA8wN5BdsSg197O38LfHepnTflIJcqejmlTyIqAvbz6jfPJimFClojOWaS6MbYhjHfWH
gCAMu+qar+c5q7fxkeo5I5/mSlfrcMh4y87Tkcei87Qo9AmuNex42Lw22CjJdRNfgZqYZYiqGSWO
ZLjOPqspiPTmygFkECkcrrmQ7MjEpyy35RnpzRrUH555w1s+u5kOzVGy4xmTRXX02T7XE6iaKgk3
qYRwFNMiLJPn8S4W9URwrLOpusUNAqprW+hal900K3MioPLbvjwaLvFE0x2779TxsUeezlF1kNpR
dQ4Qau1tXpOZfxI6zuyJx5kMfWWc8f1cixFpN4idiW8ckuPKIV00/DsnOUOOmM0F8R/CoasYqXaL
8N0q4AQe4wihxSIXzFXe7R8CUFQQKcDQbg5Qe7dk56aNppIs7K4YXZWo58hmKLVHh7TEJAUwX2If
sdg6vq32Jcn7UamtdhiJKanQwEJ2fq+CTeDHhasI7n+5kz/ZPmcKgsHU+4eSw47+EbPzmn+j+EV5
b+D1j/fNJjtmOJLjo7ZmBc00caZ88SPYp/1kDIYgB/uttxokeZw9HWVvPs+Yu0nUuGBZk9Iju0mI
2fWtTBFH39Haz2vL4q15geNh8RGx3/5LgV42bp2yMJVcjZc1tCmJXwac4kx3c+lJ/RWZcfHURQY7
FyhSlwAvcTlnN1lY8ncc8xaAki1p1I1fI0SEqWTNyhbGIb7upRbb3jIXwW50rBvH+8h5V3dCCvtk
5gQ0oYQ6MBuWaUz3u1nkHvcBJGLtBHxy6n2SadqKa7DvxbGZZB0VMn8D4tGwk2D1nnWEy1V1CtY6
cpiCBIcrq2mVI7R2pmu71rz0iPPjKHOBQye7bWtctnm6178au5HPK4WdeFvltPwV64Z8K0MVeHdM
sKLKGi0T/NHoH4roykyIl8JW6DmaKRpkk5OlTSUp3g4shH9RZ7ntKFI6fFc2ln+ZkeJOO8lwDfQg
jQtMP3Jax5swxQbZrwIM4jRbWAHGJxCVfs8Zun1kw+dJm8Fr4VvhokO1M5bMrlVwuPhQagwnLUtd
OQ1uXqoIDLlqmbsD6lFobg8zyz6K9i3CXVqZd+vBddONQDHuIwvzu9Zyk2yDyj2BMzqazKjNNn81
+s79aDqRas5aHsyadAzDCe0OoZuqhb8ifVpd7HVbwogwnC1mkKdyplfK+Vg4e4K4HrHV6Av2e6Rd
QX3rchPeIATG3HeMKgAdUA4G1wQ2IR9MOgnRHVU+f8d4JqASjrTXF3c9e/cWCRtJlyjGEIdmGyiJ
G78lz3UWZtgjxI19jvJ8Nj3zHgHrK+hS9wfcaB4gm1gwrOKChGkh2eSvdJvKeBgRDyVhrRSJ885x
R/dgS01bV8H7H8XSwV21XQjG4jZyDTanoVnhqbqVOv0VMcQsd8kGG5UOb9miOwuP1/c5vlkygOtF
6LDH3oWeMg9LvRmgRdXOzPAPck3d0dZOojrQDQ19T0qWfOdZ7GxvRJJM/QTgEd+FTCVKM4hUzyZz
SMtay4h+Fem+zpD1znHUYqAF270wy9Gjo9zJKWA4eQDVCigo7G0LDHQOiocB5lWlhUvrDMlIXe3l
p0NgyN5r4gjm3nJ/xZ58LdqsCFmK2zlkDl55MfiVxwRq4Og2WJU1244feNpqNDh1oJgJkmwyI57x
tYNLkSBAe7GXP6roKlHlqWddOlcKCR0e5yZOXme61dfJtvgm2ZR8cXN99I32sNWJx3V6NBZgC26T
sf6giNfspLMSBZeC8aNaBd4NMBARsjeYlSYLpBSFxFgO7OCCY7ZmuChVwtvt2FzWTpnKq35Ngyf4
bx98gDmThMo/g1NdC+ISPfokELHg6aBMtJtLkhE6OJ5D07v6Ej1ohcSJK6G+PNpRzRY6VJJY1VZy
SgkMBAXnfbLW8WPJtj1GcY5hDgnKdJN2pJyaH3kmGLRsuPjeWEoL1pZjBc/FSlvxDv3PDrvqDOme
rS+RSdym6AaOdyAvjiAIeHwthZOrumzPFriI7j5C0yOlOrqKLS5/KkcwevFEkvQEdT8QroTHxdgX
bGXf0DGkUN4oE/04xDYXg1t0+bKiKPNOGCoxX8c1/RVPu9gHwE/+C0+FET03mNranUKZ1gVkn2wv
IC4T/kSr3W2PIs7UbWVL9sImXZtW0GR6MCjS6ynUoPneLrvCl1xNlQhsF8woB7LyETGbxz51k5NL
geY+w+YxRx9/mQEmVh0M16HDgyC8HFu8W0F0HIAEPYHOtohTDtzJn4AfYmgRCF5tkeMZUNeFHWmX
wy5670gBDe+A5kJPdwtwZjbE2Kg0H2IbRuCa5bFgUIQNsz8iVg8KfpeY+eXO5yE18fSuZFEe36Q4
MUcHYexqvi9RDGa0WHRu7hMFiP9mNNAgXEYWEBLaoBeQPSJv9YvMwgTYBS5NIFmsqQIqjCl575Tf
KszoMs0fPLbpSetWeDyAa10W6Zm4DVkQ3hqKv7JXOblBL+LiruZRcG2cwSGjw8IUu6ZkRXjSRTo4
xHU1K6DT2WmOP13MYSXShg7PH6IorHtv8xwnOEXEVXyJJ5AAmZblfIYV+jRhDQLOUQfJY9x0mMgt
a7Fgp9uZK7Ni/Gr0UbxVxVTZU7UBD+qW3Uy8BRy6798lcwUWChFmz24idcX7tS7godmGemU1XoBY
JFc4+P+bJhM+BMw087s6pMcr6GtMdlKW+Kh1RwzGA52Arp9XYqKXHQhv2irNNcMGyopKdDZECcRY
Yix/5alEgVvh/sJbxRqMwCuSrnHuQe2JhgNTketCuqU3stmVOq+gXbwScC55Zwnk3CotRDiNhdGv
em7mvfV406Z+wbzH4T2Chc6ASg/IMBMbrYa84tUTR94LDjA99vg0lwtuO1z3cqgaFs0dVgv+faqi
+i0mUT3d1iSY5DlViqO/SdG8DVAnb7pFVVHZwxW1VQgA9CHcVCBkvWfQbGz9sVFQRmeOQ3lKgoXd
OI60ObqGYva9gQhlfFbxTtRgZJG8R81tSD/yeH3bDlOoNlxtW+4YEkDzAegqRp/myLL3C9BS1kok
BH+bKyRmIL8GlwAE1EYCjmAEf0gkTbPOlLm6Qd5iMB3JufmF3z76aUyzynZGP/ALfpcYblYxhaWN
de6wi1CEXX2jsEM4NdNCpmGfbUOGaT1E3S3VtnwXWZDbIOF4gvobvH0Ue5F9y6+DT7sFjA9nDAOc
YFG8iNu1xqzd+5qmY39Iaz4zLsqvJfaBv8aEia+kieAIOI6RTto45KkbUFzQVU0bBxi2cRiy3M9I
XBoQEbiJfgYegP9nTHWtLGb/tNhN826ffPEOv23lcZjz9TVXlZjheEKvzrbUFq8cw07S1TKYHO1r
WZkO342LE5lXC9xwq1G+Rph0rK3IA3WDwQ39cD2VH2GANequhtqMDyNWGeFUAuh5Ua66uiQUx0eN
FCHXs5kHdfGpMy/gsay0z/UentWGCjfUqzDhjgEU9gPGLPxcDAYOTcdthFVQinw8gsdu86kr4YSg
u31U2dFJQCTroJHls7eNAZOsLdxCMarBoBjPma4l68Keh0durnQvjt7X4UedGgWoYGNVX2lV99Ni
YbpTwoDxBCwhJac83tz3BDW9HIjn5MbCJmzuV4flCBZzGzxxjpEC/ZhyQU8mX/EEV/jWilYoRl+M
KIGp491d30TiHHqlozzmjsPkUba7EetzUEypHp7e00es2mPWYcsdfo4Wg1FPlkUXnZxZ/eKEUtVZ
BTV+aUS03B6R3s09KXN6wwq6lWjvk+PjVBx72k1gVjislvbV99AVIX17Z3S6mYOqmlM9wqC5K7A5
ijDZ7fQWWMuxtwVWt7cqB0e8TXXQR2fjjd6BhTTrbinTUfYzCs0tpmEFx4FKZ3vPN2S+dNqDcNIp
LekVdWtEDA0BcE1AqFZglTuTa0iICuTjBqMmNRTYO6EfQyc29TOJ9hf008K2NkOeZXvQOYXgG5Lz
X9lYQyI8pyI84H880IeiiOhxy7zFqJ/ygnyt4cMUtdoChO6usbwPCKyecHcjMvuz9DUQ9Jo5BJ9N
ajFvQftobD2v1dgZYBP+RCCee40dNJ4xtnKfR1pGH3MSj1+RG7DV6HtmYNU+NBDqAn6dWyiERXyr
MyIQQ5nQ4i5DT2q7LPfrx6DJ+MvhBvYthuj5KYeONGuB+wvTOhitJh2Jk+jz5CJ4nM8NRsAONOow
DRHS0bDfy4RLWz6u9dJxE10JenMK+GmWDTyObIkXsT8sVIRDvgeGVs/LomxLI+HOIxpSsR4ScrP1
dVZjmYjRGOfDTfrAZiQqVt5C8qRsf+gCs0Csqc9uC6OipLNmA0Ikc7s+V0jRguLW7cj2go0Y/zG5
ZgUnaeTurbLyICdfNJHtgRfZ8SYiek0fI5BHlxMpAfaiXLPqHsbYRwoIh7O3xMDDEI1vKjjQAsyJ
yFdQ3p6SfEkg7SpjVEppE5yNSnmFvtM79imTeP1OFaW7akVY6c9a1QFm4snO8J8lFc37COtS/Ps8
PeoLw0RTn0xBgaC5hGXnJqcLPUcLlgtnLVdpH3eoSas2XQ+AgNh7WMzJGp3sAOWQqjt0sxPD/IY7
+gTe13hcxmQ3Cn1ImnyYXEXDGdg1GtmN02PuK3jXuCcGQTBOzsIB215f9PdQOmk41y+HTlAkkCi+
4MAj9g1IYBOOoyVlecgz27d04DRX+0lIg1Bxb2o5t0AQmvhS5kvxCXcqXk6ERMx4+5aD+DYrTRGh
wKMpgSxd+zs56x0I5RHtvo2AWLF2x5YPOD2Z3AQXwb1uuiMumerSiaJ/bDAsL+24NjDdE0CmP6U4
rWPvdIrkCeEMorzw6uGfiiTzLZ+25iWICMcZlDegj3YNVwFX7qavHiscdDUraAsDJT5NLlOifUBX
V4xfM97AlDZziwl9XEX0toL7zqedUrCYk1pjTgC7pFmGqTx2ibYelAvw3GIYcM/WsqjDZqF4hTh3
sh3sC+bQG5Pmb6siDuY2KqsfYNCIxj1ODn2P/YUgZywNE35bV8U4P0Tcb+QDVGYquoBsgpKfhNxi
8S8T/7lhRmEnxmG5cFcoNu2f8EZsaauLHcYZEzoHYPNjekxIui8tFn4Zz6aBUVnhuq+YrU/kGLHk
iorsfaNHmg7OrRH+9lyyGNbQRKBBj6FGfbgS7PzjAQCGv+IYUj63Y3Ok/mFZk4m/HKj5ryNJuX+B
fSAeOSyxaj5gwyu+5Trb+AlfCxGdiCgYs6dth6Lv8+ySXT2MoHWb85HSbagtuvuLWDlKogywSmlz
nZdfnMh22EhzHLqLgON6dokPucYvOegLofee59uw1aXGpQzfGI9rcA/vYsa5R2Cgxd6oDYmmxXkF
cJW0asVC595LIA9tjpZ1R/SSwz9nIN8BQzlsn4qbFBv16m2pQEiBYqmx7lm6HT+oU3W6Ay+dCvEy
bTTiXbCZmu4QfdZkJ4nEheY52NJGp70UVg5wUeTijtaIsmuzFCvUSxHW2GLVnLG9E2t+iHvKFqhe
rw/puFubUJQfDljVu8cEbxhBL4NlXvESig3hGQOoj1pNQ84wGKOZRM7Sw+yk/756jrplUXYuuk7H
1wO4E6RH1mEXli2mrlpltLb9OBP9zVis/QbsxuYvAQQhOiBPbWl6W/oVeuOdLo+2KD2/IZExHeAg
26mYvsNArXGnzU+oN69jWY9dU2r9bTmMvsGNVrwhujfHRIkMzi8BmrvoMTlyDLsbFAA4MfVXRLXK
1+ooPs1w6YD12CI/EluzFq+IajNucHH1+SzWM9NkeU12l5enWC47oALqvlS5axrUqmU0P5YsmR/L
GCnpYG+I0rS5UiG6NQ2rRQdeDrDQSWsY1+y2aH4Gs2NVATU5uxBVNEg0dACuxpFU31WWk/yE6t/k
70XlZXqi6NZczycyw3oxnsu2sKxML8gGC2cszbM74F3A9XLB36egop6Ab9RrGzFqv+cp3M03UCNw
3+TTPuhaTvZ0rGJ3p4w1aXiaOHyDaAGLkAEb/3WICwpLNsjHir7GVIJFTjUVX6eVAgaozfV6IcSP
37DGll/ryT+BaN6s/VwhKKI1ullRPFPI69otWsEwi1RaDZrsAEc35I6bPhy7PSPfONdducd8R0Qs
alRLkZka93h1GtHidtULGkmMFrsLNsaxzTEsIHDCvLPjsd1sDApfDE3N/AUNAn8E0zXGCFbq4qLx
TmaYxkwGbqYkc31aFkZ/wa2rBNSNae5zBj+lBONZ7b8LArVCd4yS/awofpSiCHR/B71p1YI+N1Ms
38z6OBWuWk5I0tLZm/L1+vOQbgbYHO9Apqud+k9wziUYD8IVACqSOLqfeaObNw8GUPY4Zat9o0Gb
FUgjd9FlXMwygZijmwPXCtgrbSiio+q5inD66z3FvlCDTXzOxlCNJ/V/HJ3Xcty6EkW/CFUMYHqd
4URl2ZIsv7BkHxkMIJjA+PV3zX07Vadsj0Yk0N177d1OVPQPndBziNyXB9953Dj/gcSqYYcb33Fe
V6oi7Dt+MZc/Vu1gnazjKf5mHSJvTraU1cGYZchPwRyhvPYUYfcgVdUVxsol70RBc0h+VwIdYxkO
Nqia9pVHkAawrZfKPTrWGeZ9EZZdf5gpfrsUU1Jjv22bjxMsjsdlIzj/3bOLj4mRZseQLfVRS6b7
tV86l3+uS8DHuaDVqShjVrXTtdicGt0EwzF3AzXvAYRMYvYaBKRKs8hlp4JOFkr4fgv5VGFG96cj
sLPjmKySXpueo72Zqoch3fKqFXu3dNuPUAPR7OZCjuSLdFsZ76ZRZcANic901CfoIqG4kVwGscij
YdfD+gODzWFVXFXvJstuadvgW9jJDI+rmCju5EZKJCgKe4AqYkn/shrMNvtB9otl+5gCn5ljoNV0
NVaLXbaW7XjV27Z6x1tnwPDL4SkKZybuO25dmR3syu21S5aIxXOq3boDsgPkR2LLBORIjgWFo2CQ
ctuxBPFSQhfRSK8dUkbLAtT+Gjb5Fp4jPH82tUGv1otWlcwPBT9McJwWGU+IPoHJd6Epg4d8KfVL
my/9Bw1NRsMtHPOqMje4cNdYJ022saMT3cxtVD9qcenrTdU7nNZNeciK3ryuyLh/ymVNHmXrtzN1
TF/8s5SUDJxRYJu9GhH0GXRvk3eOVp/aC7ztqXTW6dsRRTXtFuA5f1d3SX1XNqW9dAwaSWBB67pV
pi5LmmvtfdO014CHvlf/bKK6KtO+c5HeqkFpd1eFyon2bmyXT53Xy4X7frtjwaeDtilzpVNOpxe1
OfwX0smMpVq4capjvRLDPOd88VHmgLOFbjMHO+SPNTnYWPZXr9TzuyQlPtg3WdYsh2Je9XVBmWuu
JI5qSSK3GANMjV357Km5mu4m1iX+KwwY5Q5XPtm0HgKYz3Jjt39fvSY8Drh8oAk8kjWPhor6FnRV
lLQmohsiRiZVpnd2SyjGvaVo34K4rL85DwFAKqXzZyd28sPtqt/SePTj7DsGCTzGcYbQWrqBhhbp
sv49IwUDMZbCOD4FSRbotKoNZwE3OSGFXg5AxEujJRfasnJHLLKfR9Y24I4FxlDzcYLZv0+2hfuF
abUe9qQdb8UBxAPZWDST1a9V6ZpPWTOh2M/Srf3/Z67p+6hRNaqWN7btmha5lyOiwVce0H6sPg38
nCCnNgjqHdMmY9DveYwPQZ8XbarDTqIv+CVNw7KRgn3qaCPMo01GZ75kDIsQSVme2nVr+Togl1cH
m6tS/9BZhZ+p5ONSO9T8iCwnQgBhCakjz7bIbMUvgrTLK7toGrsPtkoyXxRQCveDolVKuf+Ue9qI
naPbDmYBslAbj3lfKLRzroDu6f1XEmv21iMuZ2dLbcZUR9b+t1SVyvjQMQtBGfOD6440P3/CqMm9
FIk4yPeQhL6z104WfQXBQhjDgnCdLqrDbN9USX6MWER+r+Xc/+VbFd9Ou7btoaMJdc6+iSKkMxBK
1KlMUYRGpdePEIZlM/wBsaZjByD3Htjrvv0ceJ2afZGJ6W6lFl8OrimdP+Saz/creVv5aRZO/Dpj
NpE7T+uxP4fjRjUb1Lby9rwopca0S1rh3q8ngrEsFCmTrC5rKBQaYppoELLofQtWxjbWm/zkLNus
zZ4HLVVxWQE6wn0kp7kmtSryR9YHFoF3LETrcAGMbBNNu41cXVRznTinNQzR+HpXD48bcUHdvnKz
oeEJhc4PdpkTzcgFfZJMJ5ktS3aevR7iyZYsoA7amIKkKuPSv9AEYWUbeduDPWflLDCyM/47brr0
H8kNBRBxvbZwU2fYGK4yjB2jnQoWp6UWN0v+kRdFLH5vNFDq1DAU03ue0GZyWb3WmvnCBRlMKYwq
87wF9ChKWToLkS3JpoqOY8TMcz/PQTifZ/J+6n1YeRtXNpSc4pluuU6asHa+EqDW7zKwnuYjZENw
cmlCotuf5G4uV17HH2ip5bjvRRbzJzvFSQ1o47wWKpwBlLFAlTsp0FaWaKh/lRls2QOxuSo/+rNZ
PqrK9sV+LsrQP0p6M2QadhKPp3HsF46AJKrcyyC4r09VQeLuPTvsWnGk/4rYLIucFZ2osZhilgzx
nDMeFiHSbp76O9+OLHUwGedAHFd8vUJ0/006DMdTXNhMUoEU1caBI2R/Hy788vZ1V0wvtobmZC4U
9P4u6W+YvUDWNccg20r1tGnfJmk4+nI8htwR0T8vaqN3LLHZclzQMKNrmcTDH5/3mvlH7TGRa0OW
Y+0cBrbk5NUKWmXrTb2neOof3NYp70p3kMdKTPND0uYu4QJcCY8NmwzeQCRZc79pLA1AgfHgP4yg
DzN9s++/tJHc1L7vyC69soRV/gz6LnmqZbdWKVp/zc7GKTA/MAH69Z0C/5iYLecO+licifOYdIxV
wqXxnEOE5EhPI8v3dVR2e6vLJqzOGz/xI5bQiiC3ECDmJCqvvccPBOrSTTgkbpxI2XFt49TlUg9V
mEJ5zmonZyupdbeAxjjyB+zmQhLNAZkoa5SkJLNM0YhC3ROKqv6REJmspwjP0ZqWydb/hYqFBc6Z
bVukDbkdZ7zYB7fIsytxuLY9TP5SvK1DyLN2UzNf11XRtyOq3vBxlVtnb6ei+FwEY99dyD0M6Jr9
1vUQ3SNULy+gKOt/eKIifAaMuZnQALmSXpJXdXM/FRLuxcyTPIxFUL6PrcsYZuYmTB2g23XXouy8
wsmMf5cJcpLGoIye/fC2KNvkRJTdZvrt3aiW+DrkTfKzQTJ+ZDOM/h6SkW5qIDrlWnZV8Fx40/TU
9O74y2n9hKIjmeanjg/HoL8N9EfZUdRvNhiXnW17+V1vvKlgW2S9VSqo7+puc6i7sOGlMnGWh652
kBK5S+ogYqtsv9Xh9tcdGby30w3Ot0H9y8Z0P2upqWs0kpenQmffxXI53AbHh2IMu2O1mPa0uZH5
bhftX2wWhJdhdMzb4A7unZKDQEaVtESBafM0aZD6gsF7AKAcD/TR8wvo6X+5mRTfBx/GlCQTCe1S
WZDMBMlSZ9tZ58kX/jsiPsqb/tR2Jydq7RMcXPh2e6FPlYekJxY+9rzJ4mx8ZU+xie9VywDck6vc
EeWLwBx0+hOQN3lE+z0miX4xOvaQN7lr900ij+W0DneKrAfjjL8hFL7rcQZFMOtdA6K44/+ydtQP
l/uhHZqfWU9w5r5oIXHmt6IVtFekfY57G7dTk0LKhW/xbQfWIYgGf2/oNR+CPIxgxFvb/xeGmxce
K1dHD9ugu8s8hINi9Nt3kPBxAzxSTI/41nm6mRlAe8dmHI5bMzXjIS+rlTCb1o32YVwFv6y3iZcN
A+h7H2MKyRvVPzXCqP9meHFKK1IcvsJaOh8jDcVv0Qv504jafULNbp6dQdfXTol5SJ288o+Ku+Le
bab6kDCIvkPVp0oeV6/+14BZAto0S76LZRseRsgh9HcveVxtcCONJntgzqp/uxVs1E4nbnnV6MWn
GEYawYy09ffQrPGX5da/esil/5Ia4ih6dNFJOlj+kZk1dU53hJRYHkitNG/KtVTxcdfdMSrDtl6r
rf3hZdb5CnCeHCgDEG+njnldsnmfopegolvlHcahl28x78q5mqcCOWNikFlUPxT39rMb+fxVoo+8
P0VyM10sgYL3C9YrZ65GPfTMAOqeFO4RcS16T9RW31Mis8KXsyt6diupP7icI6S7zLs6gtBPIIg1
a9hJVzinZY71nWMgswGHhEFecevljy9F/rKE+HJ0UYrHyFTL61b23rLzh847Tq1X/BZT5n8Wc98t
GC769UKxJiasIzL7QXZA/bkQ5wM07Mriu88zn79fZQWjkW7yfjMQsK8YklpolTXkmVsazd9TIpA/
Q4CzRIAaWyUXt5aCWWSCgYljhNCaNVbYBqaZ9001+GNaUxeHuen8B2DK9s6CR955ABw7G5ntaSE3
LN+D57kiDWYDCBnnHHWaPvLAqLB5TtpqRdFngviWqaF4qRC9QUsdsTBuVo36Pa6ZGfFbgRDZTTT/
5eOg0gE0Lt6FNkhoGoKCrRRuma8dxKAMHhLKyMdWWGxJIf6vv+gqEIi+jLe3xiR4+hMcXhjHwpsT
6woWOkxfzrYghO/Gzcu7M5WIK1986xTelRaM8dCWCDF+N3U3OzsGa867n3dDCCuOjf0zmyDgz1Wn
5vpvn7emfOLo8v37Sq+1Q5cXZ/2BZmUL9vEoqp/gj4GGSKmMWx+AS9i83A263eigTOgSP7S1vcr3
y2aqoOEnmivvisejWi80GBZ677aKE6PP0sQz14Fs4OhpMUUdv/bdqu2bCHMguz2yfbEdi6jLomfL
0nPvQdUQ0YcgUPEFI8z2H5nYRb3P13rMzzkNQPNsaiqFIzDQsjjHvHfreHtsRNhF7XGguSjVaYgY
0BW7uJvaCQde0q7Fj64Dxp247OwWfxr0hpC+CO0dQ4PfrismhQBMeTj5PRBHgWluY3FosyI1HOBi
Y6gFu2UdJmEBOeHc6wZokUVzKDA0s41TekML0o2W1O0XyLpFpf4c5u6jQViKz1492IxvEu2m+8uZ
5jE7nbfOnezFy9jQ8VEP2yROkGeFHXfxBLrrU69nI1uynHiI14HNY7TIzjGKi1n9HEXEPRyPpEw+
QsH0IyOMwXcqdoHiGHgLXT2ay4SxLkIDocy+SgiBhA52mee9VF5G3LmGwzwUQH7VfS4jm6X83MXg
IJp58fKL30UOdR/Oy9eIv9b5ufYcjL+HyKkX2gFWZdPmqEHVzid52B5BMxuFavUSjtbtH1sEXO+C
c7rxTgRm9IDxskeL4RmoWnxQi66Lx7BFwoOBHBz/IFFqopNuMmP/haGpBoQZgOMfmBgy89H4o4vs
PHseAxF/6ShPp6J1i8elxvTKnJyVMt6+wHeUnbYlXBDV6Mm4KXxHWOrcGtg0VTHpRncOoEa2Ye+I
/eIoPL/wf+W2iMQDAufKr7cfxLA+Ziha8U+MLPgJHJM3xNtuTVI+a0jhCOzR+NkZ82SU7QiTX7dL
veLHexqSYsgQ9yOfdmIT/KP5jm8rVmcRj+sC8OQM1nrp5LdAyEwam6B8YnsHB/AWOyAUJmwDZj5s
LOv7J5FPjD52SnSVSvYWnSIITvyESXR2naiCTMaJPOoL1vURtTjqkc534dwoRZATHXPwy9Hx6H7J
MswwhcwWj8oBJ3GbIXFifrpFBWV9Mp4aRdFzaPmInptqO0h78ld2avoXzvKYqnosemZDxmt9/3fr
CJ6RaKiEJ9gAHdFr7wRerW4iKyujXsVXEyz32cSkdsfJJpo04/cZjdB+t+HH3hemhb9gBJ+576XT
+N1zACFUPmVujA7eaav7f2MUBOZKnRn1uJNyUG14IFmqq2sJcj8hTljxBWSS9f/6rgmGi/EY0B6g
evOMh1at3WmMxrm+J1lBJEzXy6Q9224x050wWZalbgQAuk9m6cvfuExleSA2f56fS/glcRyYAOJh
Ndiud2sUMxLDfYxinRuacKZ/qtsOQnltyFPqkbKTOlU+e6lbah7+Y8yEW31QI9rOoHeLxXeuQdIV
43zkOvEQDPoiKsQdi22nmGOA1Q8I2RWp6lwXoYFnp8hZZk0vZ8b+TsopaRFZB1vKtIukWC3TEbu6
P8SC3ICqRBP+I9zwhQDbuv70IKrVRKdAowG9zUvNhjaMDPz/mxwMR7D0+LzuZrCg6YYhr+WepYBd
94m7uJwvqnH9gGMOF2tDEl1QYmZIWlseVr6UcT1nAbm1P5quQU7w/EaWd03WOnDBvnKY+B9ipsDd
k43KsvzduqXiXaW39zadNhHW2OxIwVN79jiWbtO2F4OtqO5Pmq9kbd9Dy3z+08Gr4q0MZXnvn5s4
GHT45mU+fuZdzjKGMHWLMS7ooFSn46tplfk3cZQke6GnMjkGyk4YlmHxne2ULX413xNJjvV1o4Oa
nqO14d4uyKF5iebJpQHyq3rZz5oYH96MwfeGPw1J6y7uxABRITwWDTtDnsak6at6zwRUlPdRUAn5
GW0Nuz9ZajSao2kDFjjsWs7i3MGejuXu0oUyye7rKHSZQWhW6MmrwGutDz4HJictHGNytzLwby6g
CiOCdeeZ5qHz2qq6RlyxiDcz4kazAxuYEx6mbXaPoWESe9b+wmZF/DB+rz58UanmzEwyEd55ctfW
d996NsKvf/PIb/IPU5Hc5cOflktod+iM2wC9xK4qs5uGKoQGKi1M0MJGhvwQTMwTPNrGebDXwU8Y
TB1mtje198a6GGzIRKqiYT+QiVq8mBhh2ux0vDRAxkiAereKvki+ekICB8UwXuRFTlggGdlH2Zdy
9g4E9If+9BQHo9kuOKpb8wc/BAIHP4UvXtqWKee9GwNP52krFP1ZPS9j9opR27JgYGZKke3wBgM0
Nx67sO94vvwKiWhTgcIcmonl1FOx/hdsYWev0maET4gpHFFIoi5pf2xOnvS/cgFGIDnXqqS9IgBZ
wQgSQazpcXvIjL6m4nvK0zyekTepdbpwv6i4qk405y22Bx3U+q8mOCx/Dgm5qP9BSXb5P3++7fBk
lTxx5BDtwGsrJVrhdBi1ugDPJp5BPxWeqgPGr8Wk3vE06PIygqU2TyH8Qf6iXXxWx62UkbnMa2mp
gTYSn/TFL6illl2EixBLZ7wFDpIxaN3XZCyXEtF6lppnmoe2no66taLEK26TdTrlgeOqJi0ntIEz
tk1E+Oy2pe3OGavQHLq6d79Xo3X1ApYfDBNMKu/etYbfupYeg1FKc+y/v5oxibO/UOnjLHZ6hKBO
OyiwKE7DrI3aP85SZdt6XpWKxvfAkF9hdrlHkNNOkVJCpgsaDoP7eFJVQHRvENNfLd4SRmlXq2k6
tkit3WfdM1zHDem4yweIxWQwV3D/uD99kBpuJiGLpk+NBDd7bL01RuVaXUedHMLAoF9kOwtmR26V
Hbn9OVgnhuWoU3EnkBQni9p51F55A8WQRH0EdGfxLq639OUpo2Aaz01EeV9SApaV+NwYbUCyFoWT
fMixIbBhzzgys8tujGSp/6OkV4C6xM3SpQTor9n96tuoI5WD4eorks/o70tYbSouNFPzrACu1ncF
80VGheC6TptYhPIv90vnnGY8ZUSrZgUD7CknAKDY+V2QdcciKbzuEZulKA6xXVv5XxY50TTspVPL
+ViS1lVSk8ArL3xAFfZfDKtYEixJuir3rpBMgHY47fDeroH24LpVIcgPGGMUDOFMliC5wUwtS6cz
MwS3clm1byKaFiD7YCzK+mh7G+X/bMZxBiGqFj3/xG4dryfOeHLMaXgWRcA4BaJ784xhZAQOpCXx
3NY3f9bNZLOTtnqilhj7iRckNNMa/STnfi7vgWtwcZfTjQfoo7Goz0UzOjAn7NYgncEOlb/+lDbB
6I80EbZ32IhpoURUruVCEYlv6zdZIn1/6gJ8Z2ebLLqxPMmtWH4QKYFid2zXgUHMGky4ik6GqidP
2aLquetRzBDFpypWNLj8qufgVAdjCD0JuOT5+MiGJQOIb1aFsW7OPB3c871v6+O45H57lHaakj94
UDmxUie2ll0oqvDWny3bbj+hv+RnK92FW6wFJiruyzFg+HcAKyWJIfBGN79zPSMwfPGclz28iGXm
lLKoSG/3Nu+94YPyc+g+vBn7NTuCuarme+0IDJ8UYlGfriNmcX3heTdDnK5UVbhop4gLVNBCTTb+
6VR4K+JTJ6pRQYtm5cYiKm3ICI/bZBmOXTWs9ofn13aegUnn3EjEhhZa81LlsEXDecAVVlpiirax
eXIj3mzDWH/YeITbntCFHzD3In/eaJfX3xVEivgKSJZb/lSKBY2XhoO12CBLHTf54mtt1tPah/BP
mCWXUqVO3doFvK6LaaEdFh5sf8krw9pEsTZJjzc1SmDCEb/yQvi7wFoafp7DbhLdjswLKRLURqhs
bm8u3LC734gsHvoD48WoMfAMwxT6qQwWlOqzpBQv39il0ECSQzcEy3/Jpvr1LyMAx/5FqAu91xHH
avQvH6vZ+3aWbpiqHSKo1N6Dhpyeh0PmmMmcOqcYeL+HOZmimEtKzTZI3aUhQWIfAXniZtGOLfRJ
M98nhsHDw35GXS/kaZmUiV8aNbnTHZGmnX2tTBsHj30nMvPaI6mWv7oGlOuYz1vSPjqob+HOF7Jk
5w6tffEVMOzPLgG4NPcIt6ibTizNLvZOLlnF6CL5yLeNeX/46qzUrKSd+Ob2N6Bp3y/TGvv9DZlc
WdDVc4UgcDb+JOu7TDmb/ggCHSSveNjw69MnV55J3ZYT+ZxkZeieOyZa8hA1nEB3lueiOxH25EP2
tA6hwXHOPop0XfCYX0nucOZbqMBGDxIQw7BwKK2d9J/hcDZ5Dl0ingq+FH8c7amPEzgZZO55w7kT
rFFxnXjAwjDFNBDVF2SoztvInZZMcka1FeJQI9YEljsXeqxL2daRg3s1QSz6P+TD1Hrcz5glSeNf
O7HIu3Z2zSLSDd3q/63agv0YvrfEd4n7dwvKdQed6Yvv2accadklGWbLCWxyLh6DDqsNa603Pz8q
PajgbCWjqpzYCXqL67BsmLrwpTfjDUcNMV4/8FtzVrpit25BAGbVeRec10YezSZqS/FRb5j+Gxxr
8QM1mHGfJ1xya3/Afu/gD+BkHR9s2YXmmHfLGLSQI4kTflGq5+SI4fqlJRvq0OyRtFmUSQ86juKT
BiJYeKKBlZa9lKDsQwpqqUjrLjBuTOV9suSFoTk3lfU/BbMp+dJVHFiXfEHSuDOwv5gCubMmkkkq
100HE8Y5s8NSmfI6ooyWZBRtHGZsXuuYaRMP0+XHjT+YvEx5uPangYir4WcPMHI73xo/Ct/rlfb9
m6CEuH0bQ6Mxb2XeEmG3M0im7xhoHJJLQtjZ96lJ/P7YFSZpPkEEVrpninun+Du3ztS+ADoKCjks
ibzG0Bbe9CJWkovRzdx8S8Erdf0S1+MNWXE7l/K/j0ccklOoZxHtkqbLuvA+bzQwfa/AOI6bLafx
tBLrUhwkIRcBmQw9vMV9pSJcv4lclvpHI2WbPLXVhto425GfdY6p3tyUJW7j/GvO+Xpbap+As/dU
l8yZrppZeHUI+O6TZF8tKpEnFcX953Az/+PpTFbQkcl35694tKQ3XhnzITDRy5HiQj3N0sD7qMX5
9zuLZcEsnh6vpeb30BnK9400gpmKDVi2orAPITjh1DKMg7ARrfjUZJnan0hR1ryhEaOH7ppxyOcH
yIN5u/3DjEybOcFp4hnLBLtwE7P2T27eqyo6rEnjMnTOrM9qEPBVPCyTcXw87J1n10fuzQYRSlj8
HOCVTTVMOeJ6LukJyioYanhhH2ygZLBVPGaJ7MQeA6jtv5Z12NoznHZT7FUREngQU+5AFhVqJgCU
XTNjEMS7hVk8wkqXxEv/IHNfJ29L2yRQvLKNHbnj+Mo7+g+PbJ4ds7ElwPsSd3zkGFdpWuB5i982
g7Mea2WRcawdCrdkc1IfNBb7eNNFAkNZoFyzpY2T6Vg+Ktej8rhUsmNXc9g13to+w9yMefBKY+Wz
q5otrJH8WSaOP1+WXhM4PfP9DniB1yRi0FQW/pFQPMd70bUp7EuwMvF+s2QluL+cGNHzmBFMou/w
DpPfOjlTE2e7MA+ykCiFqI0f59FW9bUqhgZLqCokW1xO+Spnlif2Pkn7JUjumkPWNrcNpWjhXlnT
2gdGl/Z3k4wtX0buutc5TkTxhAOupRXsG0qZ1GACMScxtQjCO2BETH1pqHKEf5S6nFyCGuoix9RR
9RFtKzaCrN8OKL6MT2OYffowUYSyP5DhNCVPDHXr4sxpgwLFwE948WfTUvX+WvvOY2zItwfnj/GQ
kRiuX1e+jWKlXN5hWwflIn6RuTISUOTwkWm9ysuE2VSmJfdUV+4LZRhoRixd8l51Bplk95Ep1fZp
ib4gCI6dUA18ApB3xqPlSzNOh6SDKQUEzEvXOxAOBCVXO1M8PG+oUMz7gVQSkDMxknMZrQq4nCQK
XZy9wto6f7jF3PQH3W8r5NJAG2aeKoYCTnEZb3VZQSGBCdCk42QbmCRYzXCM1TWcJ3q/x3ZOsCdA
2Ad2/EcnjDtyj8pzI61MWOrlRz+7RIAd2cDumju6/tX53oYu6XxW9/W5J46eXKqRBUFjwze6bWgO
Kf7cbH3Rbe7UrwS6xOF8iTZftvqKy8SWjxhyymND8119M0BnwoRMBXRnsZ0SHuK54093Dkfa19bO
fxcMYdyXaptfmUvE0clpmuK/XMGf7rYlGP2IsasziHq3cXz5RzEm24fkpfgvm4hoYmMQcWI7Wkr/
rpJLP/+jvHeflTQFAuaYJ24ajNiTMDx13tMyMKM6apHl1UXEnjnWes19nJnL8DK5N4wDUHmKfrvM
VBuSRWYiZCCFAClnDMrlj56EQfOYcwtXfyZ8nI5LV57kE0Mnb/DnN87ZKPZ3TtiE63s/rVQYO1ol
Vx8bRnM3DNUbt8ehxY+IQ3Hrp73buwONj5xuHQEqBdua8f9Az+YdsJK34CmHswaTPw5c8URhRGqI
Xrh4nD9a5xDfmHz86xxEeXOCbqYxn4gC83hGGzra/Vh5ON5zPF8Zw54CKd2v181L0ejM9+QZMu8j
sKifgDo+YAOxp96voY5Zq6EbOLNzMLZddS1j47uknSe1dzDDUI73BeRi9xKwAs3/ALi18kPVcvSe
sphhxp1gp2l/VwAZkAqjw9rrPxhhyuBCHpa+tkO3MG8PTZLA2hDrekqynOBcflhRXUqdZRYIVTWh
/wcyz/TOvi8JgrvA4ETlMfc3vFqh6yTicSj0xLS7Xul4dki88faeV0E9PwAOEQIx/z8dnlzt/FmC
hpIwoW2yXZNahPZTcFvGlnKRoSZTFZPzb7Dvxh1B3MjXmkBOkObQFKZO8QTyrrxUDrPWjdrBFoVh
CJvU0XLgF7ckNZYIKAnkvEbXSbUP5FaBexG/xoQULDcz04fPwFRCm8XM791qEPKOMip07hTs3Xgn
sD9JuNCqqcYPGQSduDoJVD7j92DxoN6SYerPHkP84EskHfFvLEwI5outKlymbdJUT0Cmi6Hi8qPq
4AY9BQN1zcypEs9bSKYLoTEVjHuYcE4VLn8zXQ1Aclkvsj3E2izhUTOllj88Qg8xDZYYWtsULsR+
0TQvcxrThWMgLef1xyLKkgmqN/uEKynQyEevm7fmZsoIn1k9Pk0HXSs1HwYkx/J5zubETx1u9Pxx
1evNfDCXvwv8OY8KFBEHngvufAh1sL52JUz1vS8I4LpbOCIRtareu2q8S5TIFB2MyrcIi9QLQzrc
myQ0Of6p83BKA5ozMX/u/Sq7aI48rEgjVPwTd08x7GIOsvh8w13kjniJ1uVJiDGKyTEMMTRFxWyf
gGUr/+9MnoTCKSpZ7yMgWdceE9fUDUDGRKPlHcHEUgOT9EQCWhMwE2upellIMpT9Oh/Y1stCAuXQ
7nMyzpIQ2n3ZO3YiuUKIhPq6cf9xnmpgpA7TXG2uqgBelSeMY/mYukzDtsOwrEoy1vTqP/Gyeu2w
X+Ku+STDE+NwEY11fNttaEXCQ8oEA3cYxtYWkLHNpytLFzW/9MwjKuW0BSYKSW5vctGct8XR6wuh
Hbin6K2H9W3NQYpJojGlXJ+apvL/db7ffOMBdYJTEsTq0c8oMQ9lMVJVOYYehVaZlhAcfGCjMi6w
wv4KwFano/ofR2e2HKeyBdEvIgKKoeC1Z7Va82DJL4Rk2cxQFBRQfP1Zfd5uOMLXp7sZdu3MXMmw
dSOzAmL0mDo1wIm18Plvg6Jw3Vk30VgdUoTfZ2zwJWEtUsMXkIEdaXE82t6Bz+E/E+1qvzxPVMWp
5MdpDrXWITsFiIx2IxlSnDP/58uhdORavKhw+T/CxTh2Tl0KYHcgDpB8ObRy47JXihAr5vyPX0fT
q+QJ98cRQWwvRT9KfT92bv/GJxqCz6ypBvMd5qyAWGqPVXvyikl3N3mtUUb7TmXpHv0YHkqWDOQQ
PEv4HVWkq/YKugSW87xozJPAwm5PDqtp0CVeXWUXLq32m/rjOjqsukifDatAf6cCput9gxFq4iog
asm6IMzjHfhTrNQZjSK4V/Tguu2XrcYw23JxMxUVHA37vaB+ofqu2hqIFIutdKgJRLehKMXORVXG
lJ7goyRh1tdTdAJFnAHciEvGQtIDihvJ7mkW69QWJaZvdsvEjvy3UwRquRE9iJBH181Se6VCUaiK
dVvVEkhD7zFgrj0G1k3pDihwm4ScXbk3VeHgOAMDF95nKIx/2dc54Y+BZPqhB68oX9CBcX5I5OZ7
9EFAsfE6ixu0Mt7yWe9a58SWM/5h9VSfEwdCFymMIFcE16V8yjiLl4domIGxkPf0YC2DA24ABlAe
va012DrALISn8c2Sz3jwSbWyBkz7AthAtaKw815VYjuh8vdvZEX1MWXpbRmxKnAaQAmVe5/CySlv
uiTEUJz62Rqe+4TbHx3eix8yd2q77bigr5zZGE41E5UCyzd1HrZGxYtmR6xzVMAH7HwvcGNO2w7k
l4dNKpYvM8cxddBcMP8c4KlX8kBnOaPiRXUPSZU26TEfYvemUXUfXFhZkqccqivmhaNV/lqx8oHx
x2lBbIGuxkeLwMh6P6w9Et8OlYV3fSv7B5dC5HpL/Vf7M3PhoMlOlIZHbPEoikBgdygpaRBuN17R
ehEbEcwfu6qVFb3FUzLIE5MAwug0Vy4WM+QjuqzmVT/zNMC8uxb5sOxgF614K1Ge/eRox369b2Wo
Hsd0DupjdFXEI0QbeYwWNUBoTcgCFLcdFV2Bf2j5oaoTMkjGIZmzlrfvnSGU+hwr1i7eu6eccOz3
hAlzvAAkS5rfs4m88lINxHWPTG3NSOFqlP5YFLbb1HixOo5zCd3OJ2jwkeMDRyjlzPwewfHg6Mf4
RCdGxHvCOS1AhMevqSY6c2TSXNtdVoY8ClnLEwHPqkhwizE7B7cZ3EJ3v7Losl+gTxD1v23ftUSn
3bTJawCDKnWpQSWGG2eYJPr41uVvyuYV5U3xppE9jwysITzBiyfP2AY508sLL8M71OXpYi2+5Sxr
3ushWU/d4Jnso3bXFIyiAIg0HQptW02yAmfuzswRAIpBeJ6/Ef6U3EPUNahJPTaRA7ZbNCPHccAI
xR73G65rTXsSCdOKcDSvrxU7/TKaj2Lx6gUqULdUOx9AWLJH94fSq2cBLocr5OwSv9Snia7K+9gW
ctnJxk4UyOSTKbxnqkem6mfp+x4FIY0V0B7gMp7/C9MUlQd7wdGouxFagpYa2y757FFekj0rObbg
Ra2EOalmJBYep5k5EzwL4z+xBfPwwTPe5hcgE3q3JPjEUVPMclPwVbIYaWL40Pgzih9RRRRN8xYN
LfpDPz9whl/a1xrG3L/BkPcjh6xqcAOC/sJNMbRD1ez6YsZDTCLIZpcA6yfrnHIG8SEa/Dk3Aog8
nJOisfVxrpIlPNhO1/alEBSEIqQmsTr3cExzDEIi7Y+xbkKStYq17qZcsdCyC4b3WrGSRNE4qTlf
8F/FwCQyrPPlAcMOp005L/VThCSudsUoKnVYcmEAoNQV784sTmZzt6hSnRXXOtkyuTrHRl3L80zb
u09pXzrxvvRDc1n71cP3vXJn39Y4SUlId725KX2i97tMmArDvy2wgaaphwS6oetLYSwc5XBZCJ1z
glodfWmznsxcOzGwvWoQpPlRTBxkNtKGZfi7GUlYbSoW/j+8YrPHeCBxfyQqVj45sxPAPbiKReyd
9aIxM6HBOxu4HWhTs7eEv2V0TahwrXByJ1UIXaUnWbqzXp8/aoAE/P1pyn4NlMfNO3IUXv2bPbvx
NxgB13soRmO2ZXsk8ZeyuYPDVYdYxhMpAky8I5Gig0cAW21jOzm/o8EZF6wVHkc4U4JwI2Y/fi92
IqB1xTPgSIrobKMxjjB5U3BW9mgFfFs6OQL98Hy8VlCL598Rm9XioS7dzBBRdoAZ8shs9PjYaS0I
uZMzKo+5GzHHGmcifkCRV4uOsFItopeB2MCSAI4mXtcUR935ytz1TLrm1Fdz9j2VPITZrLrLa2an
2d8bu4JvKlDv+h0LIWYa6Nluv61pgDkBCp/Y1ueleU2yIowOjT/P5jCXc/8nTxi0r4fi8bktnVCR
BnUI13F+8CHpYJudyQ6vwa8aU3+9ryrrV5slL7mIg5oX/4aT/PyRZEq2u7pt/XIH5GFC61IiPrZr
VxAAVMWlyWz9NoKYwBTZttVvjIVZfatg3757Am7OLbgi/wmdv34HqbOi5olsOMfxZEiUY8TB97ba
mfBkuqx+fY8/Lf6LoprJmwDM23zGX9f190kUtjdmUHhIAUQkbwStgahPNTFqnFelsvdBkxGpLyok
uHyaSn+PqGD2WAotebDe1Kx0KH1SV0xXipkXcFHyN5qmxs6HgPP8dChViPKQCvjbB0VBQboFOpGc
qxQjy45cYjWfqsmPbgAijkeQhSNhgzlPcGrPDCf3ZCkbd1901iHFreiuIPyGCV1grz0Wfk5TzojX
jpPfaiuePZV0owMgsvXNS0vh3OUdYtUVea7JIEIG4AZOwWPPY/GJ/upyyVo1JfK+jsrUeUaaQj2K
l1CPZzfq/eFm6bNaHwqM386mdJLk99KnoCdqJj5gu4sgfhUNS+aeSENy+k1aBJHXvopDRHdnkeEH
4fIy5u0xYJhwKyjNu8FIL+2wjFt8TJFvJbrhKtu22akUkjaQ8Ww0n55IOG5s0iEf3yY6wNj9eqPe
mdGRxXN9NQdvxjZx+odK0xl1HGvKCW+IgDr2OJauBAs29Rh31r7iPDsM7C62K0Y7Do70W+mLmeK2
/TNAOHiYR07dl1SDiMVyii+fRUwAFnwzDmXUXtjwAxKDazf1uCZcHv6zJfG469a1fKoCWf9J+Ywv
Q8lhh0w/XyRLy2l6BQc6ahaO9Yr+Ky2QfRjnyAMqxP/tq1ayCs9U1e4KucbqFFk8WzzWqsQ7a5nI
8zJY/z2Mi+aeumJAOh6WtvfcFRC4Aikgk7LEXF4s4xO8FwLlwx2uSTTzbMHBSQjdeN3Oy51Wfq0z
7Rhn2gbj/FgMnMk5ZbIb3il4dYSGHSiIYFB43JQjUYytCGC5biT4mze0W37g0rYpz4V8WsYD02Ud
76pw8gEZd075MYTR/Aa2nB2iAvH2jlcirS5U2TnDZ5RJyvHcKdcHdha1ew9wObxrfeQGlMqi/GPd
rL3kutbl30H4rqaThbU0g34M3ZRSB0Qr5mFgldNkRxSuOVj7j5koHNGVht/thFW/fBspSajexnHt
72LU3+YrDoOwf8QPNf8bofSV29pbvd9MU6o9w6TWDV6IufpWoVM9NoNbYdCLBCQ5W7kJRnVvtPOd
CF2yQ5xo2JyMiav1U5KHiI2SX/tip7L4Y/zUdb5dorEEFKW28sBlkXKW4fhV7zwhyQEhEQanZWAV
cAPdZgqeVgTi/oOTxtL9g8oULre1m4v4SRKT93cY+Jfq7HXN+DN5iauOZk7q7pZ+yBolpwhRJ9sZ
29mmj/tlYndnB3c3i4jl0mYMnbV/qVXQJI/4b8XCv9i6f7uqSIKzCGPh8s9O5rkb63Q+D0UzSRIQ
njeAd8Wb+8jRpE5fFXGEdDthU1/2Ghrs84IbsENxMMNNUrJyf+ng8VKt4ZvwWLUD+G/GewBLpBFK
jBGfuNSi8C4GtFtsphi/JyVidCycqgTjJUG7MqkOgxvjCUtQZ7YBWOg9jHEaOE0ROP6jnikVvKRW
4A8FBGiWLSIYW8VmTpan3GZ0eDG5j9PW+kX4WS3a67Jtl3nNvGlU2uDMDsHcYVHpc4I9zAQQEHXq
/w06NgZ3LsarXwD2SveYoktIoEFifA5n3lG7KO/ESpeIKsefEBYaSl/CYgYULV/2vuFnxlszFB6b
lXXowl1RojJf8p69nggbE3zIsTf+d8zweTPQh8AWkFKa6o8fWH/YMud0pAq4IXBDpGNyZtPgcapf
G3UpRhomd6TgUrCqHYeqbU6vA6pmOejPNvBy5PpOhyHBYdl/J1ULE0KvgS4QpEa8/tB71x8n9TlA
QIEOftaGcMZdNhuLxhVXKRJAx4mmH4zgpMZJuNtQ4MG0BngX08Cka4dDazsBo4O6KbmW6qAeHqhW
YV+DbpvJbVjNFnDpQK2jxnauASNV1IpwyuqujEG8UCfcECk7MYNhwivA7aE8qWjYUlXb9ixwPPHG
wB4B3vdbQGJVBYjFz0OzEbyV/nkWUzkwXN39oR8go6OCEwVP4pQ13cad0vGRkKfh5c37MYcTGc+v
My6TPxDegTMkxTRbTg4uODDXn3A6hzZcTh6z8bJhDUO4swfT9DTgXsUqWINM2fQYhvwdCEjzmVcr
CNGKxRXNKkETlXfFKiFlSIIJuHrDqftYB/T2q7tIwpKam+d6tebIFQN/B8SB89RjmUmZ18r+7CeJ
S4oydARw4MoE//zEZavh+H59KGzlfGOvx+QV6qR8MIviGZdC7lIsf2v9jtECHqwsqR5jFSqGbaWu
K2OPmMM1HQIudJf4i3hXIndfhmbq2j16NP7ryjSCX2Kalh/2JM1bSO4vhMCFUrMRjW8o3GFxAoMK
0F4D9S0KSaU262dX9fX3GokceCgaDd14TUCILR3HlMVdFUUs0Fmtbjw/bp7zWWJCqmf8tny0Kfpj
Qaie+NEiu82BdvTE3orCObh5pKgDt1evbVPl6rFvlMjIcxbsG3C6jdSX2ATuLgWxa731OJ29mjbq
H3lz1vAIQx7oxBdbeuwjTNfvjTvjmV/ybv1lmggPIHdmk2/lFMUPhTcxJ3DQNuQghWPrjfEEHlHA
mh14nZRM3SEl6BJvqXBuPA4IJQtwvP/qfRrE+gUyoJTkMzFPZ+iFsOTDKf93PR5DqF/d5UXKKoTe
hteKKY7vm5EtY/VpW1o9gs44xNossWSXAo2HXsgFtC543nhzdVseaZlpEyK1mix7yTKk2Jbczzfg
7OL+bGvU4E0OxoJ4bB5jb52JuXzOoprxwEN8fZoqgaxUt2n8pyY7C7IkIud7kCqK3z3bsDevGWGf
WXHyPzGyXvtqioEb0xmNkvu1k6A9BiB7617Eaf1UZF7+pcwVNEjAzjm0vHbyrVYDVxfwm/Q+8hri
wwwPaIV8EbyMbZowS8ssWbrtUlxPIk3bMiTVIuqyfTf5Azu/sujxUlAV9oa5FLGdCMw1eW0TfTN5
OEN2Iz6Dv87qZH8p/tECIT8WN2nUrL8mnoNmmwy1/FgWR+doTkXxRhZ4/qibUMSkvgLzEMNGcred
P4Pam1zeWpuCk+xLMngp+9vIgApCwebM75c41tlD4EIkRlWF51IO3a/EstQ6p3x5f3ARgg2BHccJ
f61yeZa4WItD3QFDwAMwmn1rUvkQhdYx+yFs8otoFh7J/pKWOWiOUD1MQxv/sQW3y4FARuJsqEwS
zR5WJPrihErBGhrxl/aBiGPoqhY0JxMus78LQw1TFS3K+/Fy6WHoC5ZwOBVmSJ+qxoeCMfnYLncL
qOJu23XjDIRKF25Qb2ZfCC4Wdw7OBMycr4TtU8IIvlT3fJfI1gMNkDcoX3wC8j+ZObSUN3HEGhZ1
25Wsu3dx4lv+hE3/i5+ipfUbFB6PkREuP9l2ctPkU9j/NN7Fz50UboICsfWrxBwlD/EAm58oECsT
/VhrnLEbCpS4e9u1hzGByJzFt1lYxN+u0Hi+/U73/+YJ4wGNIN080vM5wvH8s3qAUIJN4ykd319h
AJjRuKw6PG9sqH2M/Bg6WnGcQXmbj5oIgCZ7TKHCAogI4xJ1MmlxwlqtWCXgYZhGil9dJt0PGVpW
9AfLITI8QUdF0URQAzeMkM0rp8/j5YTcTNyqm7Q9lfQgMBrKKqerKyGCHeZ+/1XoSMf7OPdqmMp9
lH8rHkxfEmowsv3YJTkH7Jyt3dKOBFQ168mfJFHRmm6bvJdjd16178c37IEV8doEVy1fvw61CS4T
L6LmL208lkPtOIj22gClrycZqG0NJwqVmOS39PCL7djJZiHxMhSZo1BtfvEbXMfb6zAHoL9eCKJZ
MgAEOGs9lNu1YOVg6twj4u+n8xeSdIDzwFPtcrHwzBNI8YIqeb7crplxDYFonfrnkJBFH5HskVR7
FEzu5JYzVjQ3ZtX6rXJL/h7tE1Y9FAv7kI2snfgrSYFYMZURMdi0WK6rxzmrBgpYqrT6lmxck5OR
Y/zm6Hi22A0j0jR+05l/vQ3IiDXAIvlhHEi8lEJzqN+D5Yv1MRn67hXXog43hrEXSkUrG6pxMr3I
t5FCw9cZVDdeAj8Z7MlbfDDWGR069piQo1b7sGvdZjfK0b9H8jEjjwLWrvGGvFbV386eLsbvDJXV
/etgVxe8JYYavA457+PsL9FjNrNw/aWKGdW59F0133RV3JD/hpTW1Vt2WUX9ZZA7x2HX5sSLmSls
Rvp245H3cy6cbbi5MEnLn8mMEP/4KE59KdrVT+CwDCFqclr24e0Q48CkQ6lIy80YhIomKSBOg3ig
6p4xUMH7X+Fv5hFGOL+qShwg82y3qG45LC6cIc2yV26daiDdovLnBx4tefM3ROfWp4C9LT0fhqX+
BmhQ1r4QZ+/ss1dG9tniYGVTtUwxN3gXASvkWi1mIPBrKV5Wlu85r/Fkyt9AOSfLr3wop+7ieqMQ
dznN3zzuyjKAnUBcIL01WPloM2qIw+1lRDqJsHH1v/5U6gcWCSWAI1VWeqdo7mZUDRFYNqza0+Eh
NtraU193+pbXO68a8nbz9MNGjDajEPsRngOb4i8zrdBvmS1beTdXYRLuXMN/8a/alF3wQYjUk08S
lCvfNo5ktq6AsfAOUYRlHniId4zWRDzxhtJ04R5mY7Ij03ght/Us0Nm5/Ey3aTDyDl9YwtmDgjXC
8pjamd0djB6YkVm9TP0bYSm4F1msU3OPItCF+86wYv80K/dIzW8GtveApaEunsCLIZAEkanf8Uz2
0Wbs7fyQDzNAo3adVhyi4Fvlya9Dtdyi6fbivRvUOu2cUEcUkyB7E+GeU9cr/6EVLP6NJnIxPg70
3an3zo+4TFilsPUIMWRz0f/MyLrYiWSDG2P1Bgk81GC1pxVzxq3DoaSlTQH2fEByBvVI3XIg5djV
YPQJniij0PGbD5uLzCtOjPQzFlHuPoMynKB9ccg9w6DR8t5gQBkuNWrtkdVH22LCx7twQ7IEZs/q
sZT8hr0ZIubgexbOTTE5UfnKwIhPHg5/rd1p25TkWF5jqdvglQyYDz2QNRwJPnyQznaAV0FgkASy
C9ocZMBrgRUiOjLuuyecEXX8ivZHBZeHrbLYqciKx7kpcnsKYR1c5jnzXtOkIoDoEBbYV6YtzmHr
snpDssigqRQNw1IyculvF3+qL0t/DZREBunsqXGQ0s8j8RvyvKRFiBpMFhgPrsLRuVmxROakGF1Q
hA/+kFEU6a/DbO9RkXBqUuhd+L8rD9H2k3uqDPf4PHF8cFIJeYWbGgvnb4ri8V1KNgpUt9VSTw0d
9ZaFBUOuJBSxkQHv5rNgx9XftR3iPcGwdLzrEyfBEOjC3JME0hLiqRr1ngACFOk8QQ4e8Urd+X7S
v+Jxar84w8r0K+Fjfhk5sNCshKgQUoq1/UfMTcesy2qBhLQsS57fLF2WP2HCXrPdCO1g2BqorsBK
UA/uWPZqdDl+paLe9qK8Po5Cwlzb3mnELiyDvnlOrRq8Q7A2nFPHBesqtJR5tdR9ufIhjJswPlRJ
y6IgjHOEiHZaoHekTZ/sAjQlrrqimLvdxPvYeQ/Z6EYf4+i8ZQRuyFJ0zjGQvCqClm94Qw+EiO8o
dFknNjd+x2tdky8SjKyJcsr7LlhWQsZjVaBO6h5BLbZyuYyCVmrGNMjldG4kjVEr6YW4u+tqV7/Z
XqsrvW313MeSZbFzpyGiB4+A8qvgaLjb9TG23HHvnWC82oweeDkYc8lUHcsxTD7zPJZ/YxzEDARr
Mv1UTdTQ7TAYBYEAfvuLHqOGrk2qdlrcOO3yzrkWS4ctJu8StDilKPSac4aRnqTWKWWBSfKadpL8
xlMhLCEMEqRI14KyhWNBAuNL4luwL1ekgX1I8JxCNu3RdPeNLbJiG2EsLI+12xc0ezb9nzqp3Y5z
tqPwTTrJ7J8yhrVuH+Lxv/QJqv6Oxbo7s1NUYoaoStobm3NVP0y2DxGQAKO47wBwgNABp+YIOMlG
rJdlLWHzen6izKmJBtUfrMvOHW9OL+otJa+ec6rIbnNA90uQXEAHxmhLE6PLQlASctqlqGBPIXMk
AFFQx8OAd9UUXIfWae2v4P9ymbJfCpK2gpa3Oxz2yw2TUJDfCdGpD06mzXAUXhTCQBgMPPZM5MOO
lJYilAMw7eBH7XxwJJ0gG6pz7XJohkQXN02B5R3wiZew8OSmYckXzXI5pshLzb3HhLDehmE0hfsx
leJa61FMZXcSYR48pmYK1GdY0BpNV4gdzBExV76ndIYBX6uRO0llxzDY4MjTTlAIZ5w5LgkB0kAy
UQVRHzFuJ3kWqafAevVNENWFA9XWH9aDx3JMPUbTOvxNsL2iYFgbe83t0GV2Z8QVfc12ad1NDrv6
W5a1qBtOR77hcYLGT88NeYvHWsSqOHgMHNfikq4MPno884TPl8L58nyXeBtCT9DsMeMZv9hOsCbq
E+rD+ryKrE+WoyCNFDBgE9EX/ByzjzDvr45zi6MJe0jTpIyaWeQgw4LQI/Wpq/LA48R5xMCovG03
krROKPOromYfR4Gctm2OooC5WvucTE1rftshrm7DBZ/WNmH1nhwj40c9sCRQPhGjpGTC3dom0rzB
SQPIGw7T3oK1P+JFMLfQiVFEVrADK3JmlCdYX9toqZxfORbEW21quWwj8Dj2QHEgvae9g22AiZJJ
GI7ROv5ayQQ1B5x4EJFHA5EI+3D3xAPOfaERJF2fdC8Z8JA2u5ZZaSFyVqsrcjkMGwcQQj1+0FOH
p8PDRoQhtk3fUoxwv9ESRclvuLDAwBsl/FPXxM2D1wfdV9deYSFrDyK5TxLrX0pn4OU/rmIBo1R2
7m2jPGu+G7dI1JNLfvHAwKw409swal891YTZWaJz12eXRdkxKHyNo2JphfukUA+xfHiR+Aq865VS
xGKm5q8LO7AnfkzK08I6nPcRTSQpk4nx2H17XqZ2q8qAetMLSVcQEoKfv9hlSoNdgxtC7hZ+hWp/
RacGPOJp7jxwgrItb/pRl8/aupN7DAx9mxsIGCxZkNVAaEzCJafDytw46REtOUI3HLJUhsd0Uuaq
hQz++hzkevmh2CL62zMSXYBA5vgTBGXVx0HLaX3DS860EXpL+qONysY77TnpIw8cgFj4lkcoYj6k
1o0/MuXf/F8J8uHOlhckFnidij+jzKh6dnvyJHvA5Dw5G5W3zpczEOwVQlfxQ5UX4TtZj879RFtt
4+e55TmJk5JXoUtv8qrCrRe66/jpL5PrIBpdnQ+7PO/jFDMIyeXNzAkAg3yTK31TwOGVr1h0AkhY
aKLO57AGwS1kK6vhBZYeaamkMkDHTeiDS3f5A+ipIVkdoFXtefZkNu8I+tcXnH5DdsdPVH+S6Kzo
2BiUnGh36IY7M0DwBGmrpul29HI65Da532Tc0Pzk7VfGXij6CNQwCA4ObUUjFytXrOqcifhZDL8v
Ex4ErYBnT0PtdgxO4EL2D0rMSI7lN6iDJOYZ4KbTjdbx0p5qiV33EMDl1OecCS88uX6Y3tWcJNfH
QK14Pga5Lhn9ILnIbjgFY8beuOiU6bm/Vm8/YilY16NbhMp9MD7M8QY2Gk4ArwFjpeveMKW2fFri
j1UiwqfWr/T5mpFd991VIACW4T9GcKv+CssubTdhksIsTI34jgCgdyYVHKHBdXGWDa/VNA/Tn9Fp
hnbE96Wlfe7ivHb2el6uF7oQEUcHJqnXTFQUQW9mLqQvBDlHfF4NDv4e+GHqP3pzYZKbRHFYu2sa
GZ1XmizCC+ZKtoIxt/j4iyWmqY9J7TvLNh+SEQ6M1cMOdEo97geWFrxN42sKdltHQbR82TQdwBFz
+S7juk3kOr85cLv9hxCKF+ozddKs+3fKOmTgr2e2O0ztur9nlxgNh45DBSaMvObgjp+xWr5G2xoW
i1rNf8pZpfYxnJae7PY4JfTk8Lwl2RbO4fTEJsXzsN9d7VW8cvJ7kJeyYQPHQg0tnw6trQjt3D7R
zznUx3xCT9zOVIac3WaMqLeYR56iVVGqbgetTz5cE7kcl6hjDDbR4jXOY0sFmd2E/kCzytiDWzy4
M2lwgF/0v+/m0MleqPwQ3hmDr+RjmGxqDhqKwOvSw9PfAkyX1KUsU476tkwyk4em8JwzxUlYVkQJ
j2ePEso0pcbY67clTZ6EcEqcTfRxlKXXWKDBmat3KwCd6OCzdft2k9KmyBHJcM866OrNBD67ywhj
r3wbC3g+ch9MIHNuoIGxsGjaAwsYFHag4lfQmaA2citH0OJ+rxZN8Yyv5h1L3e4xK4ljb/t04KSA
wV1Tg3AtBLYefLltPDqTi6o3hn+kakz3NhL8Fg8ovq7Y9lHm4fyET3iH7bC61cAV1+1akiujFK0p
5zO9euVfDyhQdsggnd36UhcZ2AO/X97asndwN4+Jc1tSohRdCtdfk3NRhF0NHytY/iZCmeIXj7Lp
qUkK2Z2RaonKbiQC2VOZeMsVTOzObBLjCQupT4clveWL4nAxo5iyiPIYczwzEqCltnrcp13efZBB
XOsHfs22PROho5fNFtDPbtAQyRRwmfv2p2Tk4Z1hoqHZEusTFBMIVtg7XjTI845KZ1q5WxqIGKjT
OqRspMLWrojfxxvPEK2K4eS6eGyL7lzDjgbhwzbsJHsaJ0AHsszaGaxQ1X5FMH1eMQbKEyphtLzV
oySDMgBuOOlAV9kWJ/u1cpLem+55zLDvRMncOC/xQrKSxxti3yPrg+DJ6dgLPGZ8Q7Sj5ykrnoD8
6lE6JR5VheL11TU0DG/UrA3WAhksR8c2xR2yvQiOJU+Q8+wuc44zBPbmfRKEhqIUHsClT/Q1jNsH
crPuMaLEBkJl1+rhYHP8/C/IldkrvamtOrVV7BznZqR8xO1jfa5i9o1PC3Jn+UVK3oC1i6O1+NGl
Q/8pGFAufARSv/814dg4S6d3qchcCK1PvZM1l3kllLtZdOWDNZbk6rcxoWd1tgYYNipYEtYHaZwF
0I6lrYE/mQHreHzOnUOlA1uJCTWNGpUwe5gg3i1nSD7w13Pgnv9gHRqsTOh6z/z+OZ8vloXcVz4k
AuwEY21+1XXaEaeWaIaCSmI2kOgt7Z7XoQ6OI28dgjn0OHkbbWu4oyQtzKVp0aoeXU0Iit0F8WEK
UItuP/clmEEEkJXx161HSiznIV336TxDyg1ZychLALz0MZ+orNuqPK9+jU1c+oeYlvmCMvU1fLCt
N6Z7Ykp9SFjxytxekXKe8NAgcLDT9XFDlF7ymwwSvBs4ImN/37EUlxtsNeo3CLqczVN6BRuWjHII
YxMBGieqS/r5So54m9BCSXhKZhcroXBL9dQxlbknDgriVzgYD3m4jOcTdaPt+ri4mLOwoGHFJky9
urelArxNv4aKk+dcNrHer6LUrIVH8Y+N6Mzxjivvh5F6PuMTxYDs8iyGjDJp99/V+0zhJC2K/rmP
lHmKwRmFW8eZcf9gTiM2aun5usKweyqJTFX/eEOBgX3LZBcfILYE6auJh/zsQbSs/xJf8sHNkX4V
GPmKoYc/OLOZp5/bX9zpaMBPLO8Bh1n3J/X8vjjF2J1YCpJfhpDvta9TGmKfWYMiI/6b9VR/7pDL
pvEWHkYMSJ400X4Fvk9SoQ3sywAHhEkryW3ySfWfBLAj4AACNmnzezoVLLe09fEe5Y4UBZTKpaB4
scBKepvGRflvkBEWswjw2chSJi49MgrXak2y6wxFctLZy6LX6TJbxOJtRwdtunXHxtKQSM7sQfCu
GV7DNk67zdCPbXFsJyeACJEs2T2SGh9caEOXXut14jYZQQBudLoSGZgxsPKcwuvyzYRtMv7hgL37
RhsqD0+yBvZxMoPTH7uAkP6RVoLrZOggtN/0TV+dFo3Bf2truZLpyzx9C0d2+cbc09T0RTBp3dvC
BOkuH7oYVLHB/r6DfRiSRo1gHeCxp7Hh5OrYZrQPBClVfF5Tpf9YF/HIABVikh0nZucLWzSnx7xz
ITemQWCa98qmKzJTSHL9hXM9pFTnP47OazluXIuiX8QqEARB8rVzULKy/MKSbA9zDgD59Xf1fZua
Go+lbhI4Ye+1A1rGLQoJpGMyD+SJxLxpOei10e3FlKnf3FHqWf5D6fj/QdcbAVYNMjjGURiC99IV
8tsEN313Jj4Q09wCayxmlM4H9h6OmfcKZT1kQ6yxVYGlSSS4jRyd4IoJoz8x3WjHzyRsg0BfPcrk
5atebe+cLcmb94OucCIxaVTvGhGL3maDIlkLhMFK5oJxmgEFoE5bNIFEX8IBEFGvj7w/qTqaqIDa
l6PZeR160shOEM9TeHR9PslbkoECACsGBnos6mja5VzQGrrRVDh4Hex0cw2JcK/6bnmEJCQV4tho
uPVduKn3Mvfi+QDigFgYBPhguJtZhP2GLFkQpFy40x3plTeeFeJcepPFOjCavHzdsUaY+l1klv5j
NkQ4UcOgR9szwcJ8EAZyegOdOxIzSRvwNfUNy+QWLTHHOqQ1gY6flKpNTDsTkag8jM8QrYiioCd1
cK0J2V76wej+TtAM3+CKY2COrqi7B17TdL0uxax+505B104ox7DeFfkivgdyiNptvLbB22CKmq4c
Kz9BpJyk6Rb7dLWw4Kcd2INs1G80xwmxCbnndASKiOjBFmIM74fScEFDzXDfUtNFD0yqi4w7Ly2Z
k9fG3NWyIQsKbMp86FfIaPeFybJH65ow2XZNT7Sek091euHiKR4r2laSH90gCu8tY1ac2t7o/ZcD
3zi6wVIg1wcZeWAK4ugLAEzLYSHj9InLTJgNi2zt7s2aIcFMG1hzEiUMj1PXOZ+4+eWfsOxI08So
3B1J/yn/tdJpfuqRrDRESDGDeDrZPK+BzCbuk09cJYAhJR2UmPD1aIblwpRiO7gjMvTYHVjrxt5I
UGvD9PZuJrtNbnmpgUCN7YqabxPw8C67ZF38adsqoD071zjFoWGQ522rNvPUL7boxbS3JDfdVvBz
H+/XFbI3YlWnau8pGgj528wEGL7wwNQEHTK9pIvy4vFdFw2lmMhJkcLxHSEadWdein0doknfAT/A
KD5g8v2n5By+FZS1hDHbtP2BK4laRFqzTPetaWT34bHx2wd9OfmMDB0WJyDbxw8SPOAzaaSMj6JN
Ea0TzYxiB7LWR0X0U7TFeQE4IuO099lUzePFr0IrdoX0WJAUxDY/LYph92nIRzuezZCFzxANmBso
phYRP/pEwHDGZ068EjSdDXkUdPl1FBOZiCE0DU9h5wdIeSSmyzPJ4GiRYZBJkv1IjHz36CGcHyTG
MVgu0/f31jdJ8subAyTVzO0+Efog+PF9XJV7Jk8pS/akVPXw4TdxtJ7p1qYZsmgTQVIP41Wcej5p
5t+E/4kbNMkvnwneWB6XKaBNSfGbnbG4JdWhJSCzeWDVFV4B7/o8dBrPDsSFBsz0SkxNea0gs7nH
uP8/jt2GIWDSBvb9SCTWPlpj1R8zBdXjNyJ9+WgsReHOJQFj2soecBfV1wJrY4sAJCWbxJo2KPtN
C3CgOGITnPFB+o4rubyUWxI74K2/ZukFTH8LM/yqwLcxMR59LFzvviAG4LuCUKGvEVhZWGJRkExu
+xSmCkn1jr+tXhyu68JldMHM02MZyoVoQCCFJUnHK5gBHuxsZrbvIq55gahgmoOxJvxFYama/bja
+toOpZh3vquwrjcrBcknbVGaHNkazIzCCzlcIg9o3o5iw4v25aiHt3qZaA/aVBigQ0vmn5qAmfNe
9lL/xSM8cThOXB+btq7lRz7L8Ap6Mv8MGzItNiSyTMTj9br7bnpBR901pCuQfItiZuOzIKPDcUf/
CS1nTDhe0AzhfuyHusHz2BRnD5HNdFqaxqoj4xmCgighWdzaAqH1kYCG5mslstP5FGIhWt0BilfS
z8TzibBS+xTh8UVg4XRF8+04qHS3EdQDaljdICUkc89h9JH2lfcbiu1anEfyA+4H+Cp2I+Nl/A+o
Ra53q/Jwy64aQ/eJ2Amj90zPmuoym/XmXIC/hGqV0LeI9R4+drRu/vAncBP/J207nN6hM5Yr7jrS
ntO5xiqBSbVMz2ntOr8wt/d40kIkF3fEMcTiSn0eo4ReZGf8Y0NmVnImk7fcwZdErrEFfBRXpyiC
R3I13gKFBhwBQjbFQHtLR1OlVza3y6844yE94eZcuJt1SsBn73OFIukDo3Ogskcetwam819wxZHS
WSVT6u1xH+EiQKhqDGQMRfASYDU6l2xgfg4A3ZvSbB+MpSYsA0zRYm8tBPYSKCX9+hnNk/HPjiiH
7E9RFDgUnaqXZK1A30fLt6F+XKns+XNg9g5sWIve3eX4Obw9qVDE7elG0dBWtHMrHAjcgQRF8T/e
4atCsQ8fYtxT7Uf/JmSkI+rjjkVQo2gXNj5tP3Ocvkw+Eq9mpPmoWcPEL8TDYbOE0Rjh2+QlQQhz
Xcqh9f5Rhaz5YeaC+tcQffPVjmRmn6OwA2ZlWNCsCBskWxOewDq64K7oL4QQJPGl7Qb3ZYx0xWvJ
tsI9lNipzIWoCPsfIcziT80UqLy9MGW4x3ujWYKOYbvuegGQGy2hMzxAazPOm5xxQsVLxpSBeWPh
0SgnGZItpmPF9FrBlxH3ccIs+29bkA5wXJAk8plCsVKfPIB4L7YDoKf4lPLly59ej8I9LxlqPuZb
rXXKUxB4osC7KtV/NNEd+n3LV3SJrSY4due4akQfqZjC/XX8nAI85N0jGyEeenEGgIWf2EHKG5/c
hYfyEmN2xdEhEY9yIkng87EvVBsQ3IraeqtjRrnTTlpgsZBTwJywifMcn2ts8riERJw6+r4Fyexc
ufPSdZ9EsNb3UDe0fnbdjr0zbpc5O4iZn/gBdTTiLDP4/Vk7jvbOa+CXzOSUxqk1A+ry6GUcvzsk
XVA+8JzGBJrNTOmBHhfwZ4Kx0vsMOJbiI2WZbC8iRYTHjNgPg7cKiwOcuLIPPBbEzfQpslZ+d2hn
otcBcyIcfBaEl8gME+G6Og+eOecdAs0Ww6gVNEF9N7eK3M1urZDqA7CJTgNLKmLs3dG7TmCD7ZES
k2a7dcKQ6SK2lmrnh1b5ByQGQfnh5aw+zqmhJH+NUggmm2lMUn1PsgQiaIjSOkNdkFc6fWEk69O8
FwwK9HHsgHYz2q1uXIrIB88KKT1gd7NbE4eedRN0hJi+ILBS1cMKpio7MEmLf+oGRimWReRoh2ok
EnNbuYaFFC0SsX02aO2ns872Mw2Mdk6t3wbqnpkaVj6klMWuh1Hyt55ahZxR5x4418F1nU2Ftdug
LdQMmla0CsVmmQWW+XyarNlX5NxExFiptj6pZo3CPYhO8llAc7UYw2eikC7JVISvpNW2DwzUWJhE
NzX+DoD6UJIFhNKae6f1voKc1PYNRfQCKDT2ETCu2A9IJlOCzJ1QxP5vSgrOmaGmPjvKhTHGJkbm
gOC2JNPoWEWKrHlcn/BP5eibJxTZYfkWMMy75QhP8sqvtXicl4hIdkUcgd30PMC9Udku5VeEe30B
O9Bms/OshxrxSzZBXsH6i4rjHYqvhi+InQcdvkE0oPf9lA/ZNSbYGWmuo9LiurRG1V+rJrzvmx+q
j79bX3aB+10PbFRPWNST6NB4g/cwhnQ1+MDTxNnOBaSLC7fQCpKSwpC/09W185wDsGJos7bdOr6Y
RjQFmvAJDMFlAlqmD5PPYOzCvmJavlNZzJ83vCn8GbPOTCPjWOxgN6SKQY5bJekZa3XggAVuA7Sh
YzKLq9MLHW4tEYTtnS5n4hUjBnOMlTOV1IYENE5U2Bbg6NKtW/Thw20Xg5YpzypwkxOUrw1y3+Ca
yzghSBzMDWJ4IsTplJFIQX299TTNvAb50YZVrvZE4PBK6QHyCzjFRs8vTJ9DgENLxIkP08QxW5ug
ZEMBGynutmZM4j/4WuboV9tzH98VdtV8Ppo/Gz3melqGVwLx+vyXRrVz0+xMbkwtQVgOlmZWnOca
GBZ8PnB9GO7zJdNgrnAqHwIbSZoISPYtYr8sjo+NTiH2b1zL54SxIgOtuu4q6/WSlPBA1R+0v/aX
0F7tQqfNcCcwNtMXwXrJobV3FHL5oJAvRHCvBHaZEprHHj9jxcPOYYvNJmub46S7LnhTUUavyYpy
PeDNxvvQAQIaEYOzv2EnZdjtZ4EM3jh00YhjJ9a8ZX0wkYkIfuv3MAfybwpjDrURByhw0oghEuIL
IT5SxrHkUqIjJJ9ctP5vmxVEV1OgEA9P70naZNySxgPwhEv0CW0QcV6eW3uP3aJ9YtVgkFNFNkPA
6bbpYrA+eNF7IBCyiDKxXxA73ZJPtC+OK9TWV9bPbFdqlNbFUTPoQByW/D8XGZIfXpGpl+KirIxy
mPSaiOa+or5hbTgSUzr2Vv1GmwLChD0axsMlZFoPfrXzy2tU9f7BY3RBtktXarujoJSctwTSoTfX
uWUVN03IvziVWmjteCYYSXNpx1tQG8m/bBQdqYvNDG86Wr2/U0YUX1LG2Q+dEawLlIl/QcoS8OBi
HD97FQO0DSnkufPD6YzAPx54CPeUjuR/lo4bIDQrQRLeNY0CUqe8qatPmUUrizQOevlDShP+u2KC
le+CPshfRase7WSj8rHPrbwLgqmw26X3PYJilgC2Y7Q4wjt12ir4HywJmZTDgsg4IlBwvtC9j/rA
xnXNoKxPFD9lueTUp9VA1QX6bzU1nsyKrhJ0EbJAuPZ18Sto5ZzdT3It/rhro9x9VWF4mPjNHJqh
LV39+lMsKAuP1eq1dotmlfztZKJTvLgMBIdtHbh5u3EK3SCEqCvx0c+F+ejcLugOVWjcaN/nruNd
mySKP3km5u4I3NRPPuYSSvc2cAbG5kGw6PtqodPYhagAyYq2bULWUxfLhXs3lq9RaEioa6Nxnd/7
zsDlNJEv7hpiTqod9BLiQRmHeXbXuCp9rxeBH8srYGdgQGLrGO1shApvK+wwVPc4Thrq3LpGy7O4
i7iKxSexusWOCjEjTCaBBi6vqAhfBXZA8TxjzMqupKS19W+G6SOw6D7FQLXwJNq4fKYfTj5h8jFy
w6DFpGsK4kRt/UQ4GBSTCg1wtRsIH0B612jgcts+bZzxbq2Dqd0udEPZy+x3PYeYDfxoFyE8w104
M/yDdYZTxSI+7ru4VBzqk8AwNzgTP+NNeYJVhbErfCge8NkdkmPdDFhi27JqI0DqAJtalhtdkjNR
y1tcPV1rGFnWmZ6Q/xondBGN482j1SgHz23EMSXVxKz3WJFT1rSdgwe/f5Jt1rkH+rG2eV9qsRLf
5XntGB2KLB4wl+sU4/KgMT4/V62a+GDBzUGiQHo8YcFkxR0tl35F3HiwZOZU911Ya32XZyPn49VN
VEO8CvrtcIZxxzmngCG0/nRkWT9NP2ynrP8ZszfN3/u0QuFMDgoAha07kGy7y/t2re8EI3w0ZhVz
XdhhYTzCkOoCLPMzg/Xy6Nb88Ze0xAUFd40FBvLddvKdSz4xvT6uokqzp65EwblhDNDxH1XGpJDt
EkIEUMLP/d3o2tJ+5UkjSWFzFkV4gyjrbdSq4UogjVpfBPA579LOJcQox13m4DzRHttNRmFKhigp
FUwear1QBKsONtPRsFT4Q1dkcAwUgYv0jNISfRWXdA0aKIElRH8FUvTSs2idtvHkyZWuGc72zgX7
CR5BC1PvxgZl8S6SzlQ+i5zgv37TaRJ07/uFiwsR2AjF6Z6lhJ6ec+kN9T2Cg2V49w09MRPPIkl2
vmPxEnrIcwGa6Gb8M/remj5gpZd3tTv1r4i/RXXyOgkyTGMREYwRGjJtFo/6sKwlE6LGrQX7oawb
73I7AUcuTWxRoHTzDRPWQI/6qnM0s5iDivCn4P0ye2ijuiSihUJ0M6bQxRCoiggsOl+MCo5eF6H1
zuDz6tMSrQNLOGrFcouOi0RU+M14lKIsInORe5Cija2Mae9tI2ne6w7CNHm7FkVhQQhLdC5GNYWf
LsPcjwY9MEoYpDn3aZln64Mzz6L6DXekz56IQeAkYO9vVkTifRkFLxPdW7cDwGC+m8GhkG98KpMT
Kvn4E8VwewZhhhYftZzgpafJupurDm3jeCvUyHZkDvXKGqILrlB2cRsIJJnu1nTWtacJtYHcd5U7
6qeUhxebWAn248GZCHrYWa69n7BHZH+U2p9SfJGMHDe9G+p859ZtGV14orsnH+zfLbTBtF/sS8p+
52s6BPAiw3KxfN9ia3zGzXcdagO0HABpx2vftsk6nfxpdau/qx8uzoW/IaheMrezT8S/WnHnSOF/
UBmqqiTC2eYwOEE2oDjZtvkQuh+2UnYpjnwXRcJ6GlOhz7yRnNPfbepNMWE2Qf6esWAla63g5cPM
d6Oqv7DGjFKW4lE9vsV5kvT47mWPtRI+XukefCq08p6ldBz/5uVdPQi5rPlRNHRpInb0nTcz/1gZ
MpNxPfVBBRtA5vn3WEDxvJ2V9EW5L+UNgFL4gdzJsGTcN5XxgLJyyjLVvRj+sTwXPqcwZyjzaPXa
rKO9pFEOl6HjbiHzJm/wLbcakDzkYP/2qBW5/qY5U8NHhd30whNm0NbPIX4t2WraQ2LVFejfBDLx
D+4sX52CMCeoPgV3336U7FNaYqf41nH4Ly7ysw7u4EGiHf/wyYx/QOBAXiAArMEciBuTI9KLuLUM
SIJqZHAVqne4kZrctnJ2vDeU+6o5GuRI7rm4YYEop8g0etY+Lp/JjHN5KiGip/vcd1vcoEjmriZt
k4hoJbwXe8/FD0jp4sRn0VqcR8OaFz+85P1vg/cdxKwW3idbJcLpFlCJ0THVkuRmdmvtZx3ELjm2
85C8r101PcGeYp7d4IFA9Ea6NL6PRs31D1VZZP4Vjsf90vpkY+6Sqc/sBctJ9VxHU/hfCpPEEMwu
TYhENgSXladjXWwRjNv1PbBKngdC0ryt49H5bUfmtC2LHa6iI2vWGIFwPYFOyWpfvTRhvxR4sMBU
9W55q5hat/JYZ9xy1VGi55YhIlmj53CcEdtU7VxVh2y0ut8ZKjPyIMG0EyuM/JjQX9uyTE6jpEE4
02dMNGFWInGkNnN7YksmeZjIKnf2he/797JwJpQgq5c/cr2wn58jKQHM94HPOr+xugu2mcPpdCBa
xYbH2AY3YDjE7Xz8iIsbgqjsw6RHzSOwZw6JGb4LN4PFFkIVwgZMRMKMK2Fgmiq96rVGrsN7TiGn
Ngb7CihZTNNyeDZThEhggwJ/lfczBuP/1gx++LY3yim21cKEB0wCATkVqLfkxQXhjipPRMs7+z4q
aMCADpRIYO1ASzO3QdgbGOffkHfZVVVNVFyaNWnTk6OT+r4uSM/GCtjNs9zYbPUI8FbMenYzNrMv
i28uuWQaTN87lUN+nURf5zdjbdTcG+IkxJ/Fl+RR4d6N4fA4sv/ksQHWnWBd6LZMlX2YRzpP3j0X
y82xqyT6yzO078p+zTgGELVaPyqPE/O0Z7CB4d8ZcR/q/Lly1ZeJx8nek/1DnieqWSjOAPobQsFG
rPmbMJUt+0e3/oP3IrwnLxdZg4f34yUwkhBilBRKPIYOo7Du7K5iZesJlWV6qF1/JExG9JX75K82
844+t1GEQNxRRd8eprkoTYc0nSiFCaIYskIq+NoPxXKNqPwCOGVuoOYNmOjCoVlhsc8SsRPhX7xS
oeKHIAT6hEpnDsg8RrC7qbKB8QMuRwMjRwwLJurMHaDb14sGLaXolvDhVXhgqDztXdQSz31QRoQX
cBPxzxzA2dxNpeu1n9SRc06wPWfFt4Sc8Q7bZCIrJKn/Bf1sjrWy3jtGjeBfyo1M/oVLR4BznLwu
0s4fIhQHhgENgDzsKlAU6K/n5WRFDsOvJRXkHaU2hz42O27jLhbsR4JOMqVJjfbjK+zg9TdalfUb
s6b3G9Yxv4wMWfYw18NodwgQFt3ydbDiZSS8rKd1omTY4jLB0BRRCn6SE+2ufPJRZE/Ec0w3/yDN
+SPT5Fw/oamqBeIXKq7u3s+kXu9AGDrLDg9hgMucXBWAgO4NxtXXdEm82wG0wB61VfXTtdoM5xZq
E8SDwMvLawzkyoHSTFbKsy/4U/kmRqvJiBgFPsdni9z2Hqprgdlw7oPntR2J3kC8nxFjPeF2420g
FjnjCn3zWuH8xR7veqcAaJn4ZdMx5vZGY0CSCm61Ztd7VZU/3DTvb7wlhMwMeblsYePkkgXtUpyk
2xVwrIuYzK4/OFyQhI6xVKeJrBTWprmydzrKB3XOSeYE1EbND+IeIxKRK1nEMr95d8q8ohHL6JoJ
tMUmv/fmigQeNc1yBMaWmva37WUf7LzOHdcj69xiuYTMtdjIg2Gu/6Iujvggct7v5qvS0AWPuA08
c7glBi3vfuHM4zYvbkBQkBdEjLDs6uLo2ct5z6lclcZJhukf8hLhatu+aIms3eQoWDaicbroMUko
py46qoYOOi9K9Phwu84hxJTEa0k13jSvnitfa5ZoKbvRZai3HmnrcruS0jm/lFTy6QG4lnhuEnic
G3H7lhl3VmN2xPRTRIw4Gk7UMhkN+iJTiTshwupE9iQBFrRIa3eC5oN8IKe0/8qXAItDxEl7mtG+
8vsiSnuCUqPjH4BkGY6aRHeUPHFPPiBLp+WerQZxFnHqOwAxZx98V8iR+2bkghRvUi5bVKu9Hnzj
6Cx7Ib3Oe0qXeeW2wd+PRAhV9euYygV/4pp197Pgeo5ka6JDqlwmU6xp6xX9b6kIvUUJ0j/TT/RY
e3EX/QurzuuuBA8YAgxsNt3x3lcBal3RviLXIP0blQf9S+8UJoZSuEzpfmp8/zFne7gC1cRGmvXd
+tPwvid0VxOwY4b1vouXk/UfeBRAtzEsBfyw5BcEJ5w4bMahywDi62j/EGJ5kcyPHqdOfR7owuZ9
D365ng6sVDK553t1scCnJmTjVE7euu+Y70TDrm/Yv+gjWo+R81FkcCrdZ1nkdHld7zvOcWy8pT/6
cuBTkBkbBh7FBNVI7izibVK+KWm2HPQJrWDmtBNZFgf/7Fq2MdFQRHkgP+ug6dXAsVFeGTvwijFZ
LZ+RMy7LQ95iuuJZhm3bTHPLZUp8wj0r0omB6MTpdgSb4H+z+mAobemrx2NXw6E/I6REd5UVcBa2
Pv6N15s9LOV+djrME/U83OcOBe7rxKj51DtWjsyGk5GqcSwlEkCSDxL8Q6gcxotxuDB2WGM4Oglh
q5OLJgQXgv0QJo/M2gEDGdw7Zh+EarVvcz4SpELZkMKsS0ip/AwLUd5HCXQDYpnx02DjRiA+emrL
sJTjPHa68EchMwGT16Hs3Q3Myxkx1On0a00GYk+YPIQX4jjIZGyLOLm6hRNG752YplNJMEix0eGM
YIJ4sAWNWUR2FP2g6Vcl6iMgT2nu2MmmwTNEJLC+TOnDh8oVpFc1ONb+rRld9w5ZpVFbcTMvnHSV
WkBHfkQX7iBoNaitPHVq0wW06+QTQUABVIfhgfplMo8tUUn7kgY92CfgOby7IYz6bt+TbqI28wSk
4FDkkoprJmQtP1tYaf+6xKK7w6QIfZOwwP/6lVC5U6oDWN9wXIhZObGSytZzNxsohVlOwc6brEhX
h53VJ8eRfQ6L3qDjin5oUZkEHt/G0M6nohiG30NuRx+dE6HPt6hvIA/c2/00ZO0djtounE+aiL7h
UghZuqh7uE4/3a7Fk1AZSEQItbqKr8ZIy76zw8m4Rf4O1bGnjfnugraY0SEs3TIj1wT68hWLsjnC
GKvEu0IiXjxD9Yj7Bwsdi4hW2P1gBwEx6ltwahZjvpMspJktrvAXULHhJN50DNryF10FaBICwrVD
1vkpFXFO7Y57qUgG/YCTgnAgNgA3cstK4tCybeTAlqEo5uHmZqkKgu6ygoFit0rIGkNcO+cu42Vl
FlQyOyfebiT/Bu0uxz/78nJhYRvvVRnWtFE8lSrODzIl+hJqywSD+LmohBvdsCzOYJ8jhPuILzq/
rcZNQbDlkhxoMErV7daliX77Tlmku8511uGtJc6t2JXolB8wotmXzIlzs8EFy6DH0sWH2wGc8X3N
QPK56imU2VgO5uKFHtpNHzv/c+IkGd2MIan9QJRmfg6QUi/HFnyt+nLo1nOCW9AE5dvZyROYf2tW
Aqsc5mH9WpVBnrvl5S6h6wppWjS1wMl+xmyqbqFYkdHdg8d4i/uQASjK9tAvypglKkLTZdxUcYvK
RQQZkDaVMiJ+mAJEJ9cQtBx7wipGNbnjrvPVgaBuJyTigozy5oEDMFZIPROfrST2emhb6MZBoxwV
Q7bQP4GrAhG6o39rJrmRrCHBuaNuy8o/oYc2jdOScxl1PgFcUNUK8hwRKlIHpM6d01m53E914rd/
GQZapjexKzSW9kZm7rEGioR2r8Tmjm0eHPQajntE+UXy3bhhJPfKpja5SgAsE3GXrk3j9dNyXf1N
0chZyqhBlL9IfMGlsGvRjViK3aF0H/IsujmqaH7f+wr33jPbSE99tt7ogPaQanazu0asvb+3FsjL
HhFxMf1T9BAqZtWaQszoZy5f/4Ftrl+hcGxi4LZUOl76GJKR7qJzyvIeC165zP0DHs+52HMOlvUj
2CiFwhDuXXKX+Qg6nnqXBvsntgM0qL07KBuzUkbsmeKgZ0mj//iUE/ImCI7LT4+bDefHxBTrEglA
zJ8Lhj2E8dXQioy9W8OuyBhWe+1OYuWO9hT5EHH4P8Ig/o7stOrkVWF6YKnIiiULjg0L5/lnUKHb
49dNW+dgml67x7AbqZlXWIEpfKKA4I3dgE4sIhErjI3ASl1RYm2lQ7AK2+80aO7QhkcJiWvZqli4
oHWZk/Pg9r6A5tVps/w0hAkHx1lpVqRgevErfxU5dTNyTJkmu1k17YLk0kTVnS062RCentJBzzFk
kB/X+NBtDKOoETkEl0D8CAmE2wEnn8sqK0qFc2L269pdCng8OARzC+oFWnPYyuOar719AEwbKCZu
cHOQAQkbvVlGHuV+qKIlOE44b4ZDi2I7t9vKHyti7+HfiBcChYjbZDgl+7Pw2oG04UwVJWceRh8P
rEkTzwye4U86AfHhlt4Mi8UqM+iCSIRQ6kfUNyByoTQcQA12dXGqQD+oBlsGhyGRanPg8taSJ5SL
zcLGvP0qxnHUr7pDPksIU6/JKjIBUZjbJjepN2Awp6Nlf8wkLGp3QY7hhH/JtuKnnpai3uLBG8zG
JrFQX0WY9nl65b0JPMzSBWp9nAM1J+ofnrWKDnslfuY+EX0MykyzUt+EeachY/aKDAe2YRbqExAj
DAc0zC2/S8+9/WkZfXh3rCsK8U/XyO3R51oHpDEKahUSMFEwDIVkTKK5FmjpQTkG6uS1yeShO1zY
KFwqzaD1ZFSY3SyQwuNQJz6EHCwcNQjzRkb+Wx99x++SMm7+i+iBqR+xRjKcSEjpQKcosC0DN54x
zvNIMAZNlTI888rttNaYwlmr3wfgyNVT6IHVmeDsQnnCHtqk0/NE9dVFF4bZA/S4LVbQDCZPjQe4
zB4CMEImfwBY2Jjw0EBe67o9ZmBZgV2sRSDCLSh9zNMLeQgGSXuYr/OhqPOg/IopA+ZryIM3Hk3d
k1dRJVFm2KLXQ3SarTuaYytcUvmcQcEwYmqB+9W4y0Li0o08embaP85og1PEnf1QSZhhJgxJVU9A
gO2rSdtzSWuFRJQPqdpViNjYIyNWYF6Wl9kz8tmOMb8/F6QddXQN2wVzRLura0r+nWOikcqI8QXN
WlqTWIecWm4GbxnTE/MafzkFLP7Ejo2WQE+Rp9FJELT8wyHPjLHKtbprvJFgW7QWH10p5LQXVVEb
vOIDli6Fg4SRkh8jIsCCwFi0tel8JjYq/jc0HhHLrR+Hwz80I77/TWfjtnwlyOK2Gm2LfyJwuTO/
kNQRhTNZD+RCkw9VcGCsBxe56AZn2xC3xrbPm52ZXR4H0rBrMfoZ3CdEKv8UoWmuCEZyKHvFShPl
UrRTD5W+xfmRSBxuIZhSXORdkV2HoW+iKySGucHiXCJuSwiyl3s2U1RqQZIQYxLkGQ9W4DQ5ks7G
+itnIjhH9L1h+umMTbaeKjiOA8+2W8dXDgG0U+Mcjn9Slo6vohSWjS82NOTzbkM5XCvUH4ymKBOY
idOvbcIibPyNxUMHaWLRvAMOGFQilyId/XYhB/hPi0cdsqe40ehP6E/SC4kzwfyIfjzPzkPkj+Ia
2HLx96RFpG/DrMIQSTAt4D1M8+49D1Fcfus6YShX+zC2dshfvOTQFq7zOwn98t+Izbzm23CHt8lZ
F3xW5ABWW4P86weCDL5/snnZILTxLZNz1qJ7xqdcyfNKmtufMtFtA98J6jgiv3bNSBFMjGTLl5vr
AJHz3zgjDINQGkXrL7K00scGDNRyjKvK77YseG+BNo0Imn1AwjPBM31Qn5Aep2rntk3UMQJF+fhr
lKyaDmNPVNXjOjLYf2FZRTIHn0/acNoSmbRhX+Af6ZBA6KVD8Q5XwfvPb7L8hM4a9D1uruxVdVPS
XXLtwcMgewdWug4d8bAkM3Zg4kar51mouTlUenFDUpciRbwe+Ntuo3Q2vHS1LZhNcxgdchTP9THM
muQxVGy2T7PHsIsonjLCqzoTH7l3hk5DlFJpLDZewPz5Ma0ro8GPTwrHwzCGzGOS3NlqN8OXIJix
BmdGLPYcOC5qpskEii6hTnD8kAvdPcDqJYLH0QE2VBftEMG1+GWIpoi0c6z7mKSMAqFAwfBZIXLC
acgamrBR56kJLaRCYDe5t0GpliDVxP50O61xuh06zWv8HSe423ZB7PjPyI4A2U+1SX51lcj/KicX
dzVTcuZw/yd3OZGPlr9Y19uBiCEfpWK1jHDZx5xJGoje+s6HXYFobBwEK0zc3xG5SDDOihvJcLwC
IPgfaWfSG7mSXeG/0ui1CTNIBhk03F7knJpKc6ZqQ0iqKs7zzF/vjw0YLmUnsuBnL3rh1/0oMsmI
G/ee8x0HDVo9sdvYcdp/CkEJ7JBuAHrDycN9RzzB3GbCEog+sLPI69KmtFnpdlGO1wje/eIGxRo+
iSEK3ij6Rptgr8J/bjGAyKteBqRgYXeID5nWFB8RgfI/ItCb4mpOd37WKnSYS4aM2VXJLYWrAH85
3RpBBsdzLmr31WcdfZRDXCTIv1h8dYT5lf6cgtkt9iT0dBvGfjxl5TmEE5qF7JcOivSa2gaY7AAQ
2vuga2Wi5gBdlmx1GZnGTi9V+Dnp+vRDMVsihbGdoq0L1RarnpboakelNzKldLl7Uqt1H/8qn47L
GVfvnVWK9oO4L1/WNw10QYvhOG8KbZNcgvO0YlpmpDJNV33bOUC5UN/forRq/D2/oAnIWSCIXmW6
jJlzFC4HukGLPcDdTVKL6wZjY7hozQGzFTtvdjdWYd/hWegFqCJDZCtzArlzM01V+dqquD1ifoSx
42oqjteOTxm5bBsxHxBDv/he0gsChBLSY3vLtK7+UU06bny36QlIQisS2eo6MTK7+8COR3cWILH9
4fcjH2VrWOWwYLan/yQKdfzJoDVrb8rJQ6O5sDPP/xQoeGLgdVNt7lRI+vcih8LDaopE3tigLVfZ
bVsqmW1qTnXm0nRKWT1ZqcccnKg7d2NWQUvuB/Gu80dbNc+9D5plzRR15guioSA0ibKdVDWgMBx2
oywwsSGhc1v2jYWLwg8C481mGixvahLChucMSzWkGzNIifJFs4QDWutg/ZieJvaqdRMiXuKKqthu
PJldoyojNxQKRf4ZaRPN6JC6/knlVnzEXuZ/eMDx+nU2sncj5nA5mDadg909tKpvXkGRuPSDDpJ6
3lT+G7htPEmwnGwmc7lX0gvymeEtHNpqHkKbqV1JxyQfi/CqJF3GFtZ/Qu+dOajQ0qxHtD/MG+2Q
cOaByG51nwrb/AFFoAN+blXmexIgJ9nhweBAbOZofQgAG521TcRR9s3ESxKzf4d6fCd03Ht3fVjJ
GY0KFAFnlcJyvkqkmvaQ2Ae4hekAR1FP3cJchYPABFP0cW2tjLps4WUiL2x2ZZcP0M5AbIitcBEI
8lelBBo18ElWAV5jfYHlQ7UPfcWJZ6Eq/KtXeS2jXdZySLgey6AEGl7RAFhMnH/kOtDaiKNCVo57
ThQWCmHiXW3trrfwZjg73ePMs8Z1anYHuqKB/i0tGCP8wmuDeXvdOgUE0k2Hwjr0b5n9ESy9Zc5g
1s06cjCacvwwOhnxnGP/SRt0GUJocr22uslaab6wiDvOWgZBVC9HJ/HfamwU9Y9pxHRtrWnlNmJp
9xi6CfG2zPS9DBL7um3wFOA5QUmQEgyF8HgVj1Zb3qLDG+tN2485ekIUMdqwklRiHm+7oWGNLD06
d4+MeLFJSAC65SIeE8MF3OAY1cEG/ppvseYW+d2IXVTDS+kBgV7C5cqCe9LAQoPG90TPBtHNiKKY
uSmoB0znpOSAIrOTZaxZU3/dszCGu4kFGpkXUYI+xmQ0RnvkIw1nScvp5vAB22XRwAeXLCepDy/B
5FYWFuA6rTaoikS6FggSH6WP82zlpGQK0U3RkpeI1ADj1itsilf6EahNaexX1gtNufanywdMraxk
R0zgYLMtYwiydYaBhNkueWvm5d/Jy3RrF7JzdoWgs8xQC67NjtmO4f8g8gstJAxDy97kRYD628H1
G+xI1RlN5uZWpWfXMmib9gcbvBHeQorgeUW4+GayTm49GXO9/ogQwveeQE/NA8VxsiAWJCOv9Wa2
kQebfoL/xR7nK2NnSR/NJVVse3DGYAy3vo9weVHWA04zDuTo2DnK6/RVAsHhxaZkBFdjJypdRoqa
d5khUBKPkjM9o4WUePXoW6BwrbIDwJWKJ3DPFEWgICE6KCUVtKJivKfqMcgKUKCibiE+yp811I7x
hi6Gqp87oRMER0u8RD/kaM4+jSEnPfQhpe+xwEZh70yf3hAKqqzHjx5M3WL0pdYegkCq/Crv0dMu
aawWOh2jsnK/mflQ62v6lDp7A5GV+S9DMBHcoF6TgE+DLKADagL3fEL03iX7LujpmNGOcVE++Sg7
rQcT/elbi0nMvK1IMm42wqPAAKxg4AEaY36uTUea+4yQqIa+XOL4C0jVrio0J580SDCDkxxg3aAF
HAQAeeINUKVqXhE8F6ka36krxu6hdAl1JraoF3KLAM7AR6QVlkoXCNCz4tbn2Bxdk+DgRHdFzuxn
5UI1ZGKNASSjt4O+3MTFiTcQKL9hglyl/62AMyHHKkqX+AAsbPVNjvClqR6GVHrRcxt3IaJ/fhYW
rTFiFs8243rafWgLp6qeOWn0xJH6wk8ZQGlTQzhFaXmNfShwrQyQLVqM7PwTZbqHRrlj/SNyOUbv
cEe1ckejToQHtjyh3dMw771Hy4/KekcZQ9pgPzgmRnJTsKWksray+wFpdrCeRz5ip0uMcGs7RLjF
mZppNqMmnVwSz8KD7qWS4pQypyZ6FvyFVqE5sja0pnsqbIOAI3VV+Lhw1rYM6/QTSgGwiyFwwmNp
9f6+0gqNHoktDIOAD697MWwaHWjmyn7Yiy7CKGb5vf3pRfVULyv60iQSxRqbqON2xp2N7dAjoJ13
dTXvYPbcdLUPrgFviH438CjmfzmsGlRCEDmzWlS7qdPbGWFV4rLSXdSeTGzGuIA0oOCTVpmarjwH
fxMtrwGQZNkpvYQa2JPRU9MW8pdxgz6lStTwXcvC5GEM3CDATRVIBJsoscE5A8o7DAX7Iz7Jyn/R
A0AwNOd77VbD+YB9qeaDWqLHo5pHs2Z1cyxv+IrcuvkV9gViJA0FPgPlIpT8T8Bm0E/XQjjmFIA/
cGPjS5aIiT1GyBgAV9Jr8Uei/kaZnPWTOsR2HOWrErX9EVk/s73QHnqyZzEfviGpMQgRIl9lb0si
7dYdffHXZppHPLWRjncVL+ktoEP6mkmcq/YAazR5nyajnjlrvactA6c1H+AH9Y+94TVv5Fhmv4za
ij88MmivDKNvITsW6PIXA5s53jeURe/0RhFeVWNZFesKOIO2dtMkOrptBhdPIH9+CzGvPWlI4wPU
zahPVj0+xrs0IERr4VY58ivIbtVnHVOtLLD55i8YKowXVzeNX3EY/jPBqW2d5aTSCnF2a5c6OEwR
ExeI+JjhnZ+JFa8a6+KA8jReMUROrxXCTHBIRB+XCwSMgJZ7GKYZi16JqXG0ShKN8Ewyx4g81jWS
UpgbpcrGOWRYEevtFI24KMoA7dpC1TonAk57WoLNz8p/VVZR20sSNquf1Fl5uDb6zAkpYDJQnlFm
ONcNmkMde5XFIFzlBfdaEngTcqxw3OTKNpMGtxHrVUuAFLpVpSNRQa4Yed2WxSD92Xel9aH1rLcz
JTzVrtrCLj8dJnwuEr40Iw3WpR+/9jVwWOt2ssq7xhTqiT3Ht3ek85HpMCKbhZCR8ZwWLesqpzct
dKp9RQcU5l/nJ09VWRNUabBfk/KbM7NdCyYuv6y61Z57BMG7qSyMb4CWZ+QOrKaakVkcoDdha1/2
bmSk29DzcaaNQaKuq2RyXzLQGO2yBe6AuDHPcY2EBkUKIhA8vy4DwXsNzUy571NlPHZdEzyUnmAv
9C1CtSAR+MOdqLsMWgdKcnMRQCy7xuk3fegd1fkyMMm/XtgDp3AGrAKbrdUNw2uvj8AzOYwy9mRk
XSHONjNawoGb7iVap27ZVrJ5YKpWPkf+mN9GGZFZCyQzNM5k7dQPCShI2jS+M/wScYR0hEGYvTXj
Jsk3jU5m+UbTSKVfIjsn1FKVw/QdT1X5pKrOpx4ROnYSQ+Hx21A3kXLOd593S12jnFpnMpz6ZR8q
mFdo6fQFPb74XuV+xHFoIkwVaL4MVxgbo0eXg61D1eil765uIQpvPR8AHa8CwVkFZ7JHFwYQf4fA
x7NmiFBeu7NNYTn5qUarbSril8od0amkWi9v/EJkxsaldCoXTh2xgvoVnSSyhFhYFy7IsmM1DA6W
ZJsXgLLB491gR0MgxOIAsb0tQnFPQCILFZgu8Y6QEnVpMPX2th6b5ChbIzmCc8nemsZEWMmDsG4Y
OETPXmZDiG4y2vX7Lo3SbTLAAFwNzLXfkOFwRPKcEil/PyGConiIqHsdI4fHaaA2D3awHxiO15he
u72VcX5WHoJvoE8jc66KrxFoU1FQD3R06znNOzqMYw6PhEzGk/NJwHvVAzeT1THluPlk2hpJzBhA
FHag0nwYcQsNaw0n1vckCLpvvcK6R31tSKq2LrWmWYhFGwzQXPKi6Si9FhhKdTSRvu/2K9o9dbTW
EQEh5KxpBC/q1p2h7ExbaOfkjnhVfMAM1O0sHhd2ExBE38cjchedbt/OqcEer5MYOcAa9QQoaBKP
44MkEkxfTHFP4Hlc1QriXBcQGlHWHgex0opdHoYvmnuEMcWwgoof+W9RHZi/QqRO9gINV01/PWkw
YaRB/h4CcLjWw36OBOgFzGKOHb4ibmXMDtCAxfjN9FTFAqFjI61Ebzb7yuchLkF5pACMjBLeZ8TJ
Jd9lVTQLLyFTQIMqK91fawCZu2sAlgwTrQqFJ90KIe/sqXZ/NW5WP8n5r0Zi1wu4w5UPxXtMBep3
7Hp4MDo5S17jClKhGxXlUzykzodb1T3bKIsg7lUIIetRNyxYS/RCb6zWAr7JCQ2AjwKlRoAkBEYU
z0zlGNQYRjoQiABWji8RcyF0nTLZEmOcz8EkfGi7lukayKWe8n0dElOSL2ArEOPF6RgDruAwRPqb
URshfkXdv8pYiOgaEyHzS+vY9JYa0BfmHTZkIHww2WihcopInTNiAKIL3a0xIMHTLV4aYINwyBid
3zAUZo6l6x2nO1302SEhMjcCup97ryj1cXt6fm9ui4bJJb8ONnNBWuGcpDmo2XadcXozivStStIs
uKaEsL4pZyqRhRdR8IEzOX9JVUoDuvAsP73yAW/Qmtd0egQhs6R6U3Uqf/IIzqGAjn15a2Fzgsoz
2P2b7zfs00w5rGoVCMN31p1Nuv1CN9ICYQ8961XPqEstugiLJEr9uvpmcvTFsi+18oNPnZgM2/by
XwO2H1Jm0VigVLXa6F25GKvNlrPkJtMD8FBY85oHlxQimo1Rnu1RsBcdHSiHMLK57KTd4QzGIYE9
z0SEYfFscSadBoqlyvaJH8wDgDpGMNjiHSbGgAEs+1EZILc1zYHXlB80uxvgcH/64IvIwJnKsFwG
Tey/1uhJB77crLlTeTpojDH4WhdG3GJfScyqIfjA9X7yhtPQAUCc0V6P9CeWxvTJn7IqW8mmHr8L
vBcPjBwauaTBXkIAB5N1503NrF0gye7gOGO/J7/W0pd8BPqMqfJgagi/i314JcN0FGidb7ED4qzQ
W/gaPD6dxpsjuwKhPhHUPbDRAPQjD4Pz/jgIkF46k1XKlliT+SpxNfNW8DYS4RKm6ppMcLxK/JxG
vjIrk9nhOJiUYw2xk/pS6yuDITb1CV4gMbn9uoo1u1qj0ubpA/d0XhMrpGsboO6h81EW5q7W5lsr
UlEebENxgEuHjk5Gg+L5YUxnrxTlrVplUPejudWDL7akqMU4lFgczFpcA7sK2w05LmHXvRB1mD1x
9O4+hiCK8RXVpOdoNBuKZUbXks2EoHF96U+p2ILwIuOrNnyzoFbK4lc069VrDZAvYnucrQyhNjKy
dmF8g2mIiPkyu9D5xaqinBXmkwjrcNL07wGwrMNUMIBd2CZ93DUhcqG9KxXOsq1P1fqtVi2HL+Th
EeKvPglfTQv7AoRO4uqvglrLHhEWBoh18M1j1PKy4S0oqLaWQUavcgXCUexZujjS16hQkpWGXqDf
4SXw73BzMdcy6X0AawzZd8grS2W0xGxou1jzQ79Zmsy6Yaf7ef+RJsx8Nlij6rUgUYA5YYnahoZn
VWkrxvhd8EiH2afgKnJtNWCF1O+aIWIi7mYJQrNRMajdN+SOPmPorXdwBHUGhBN6Rwa2DFmZYRtR
u47ayYPIwCthrgD0mG+t1oCTrMilbPaBwuO+mV8XyePlK1ozzgbFwREUiCXCwYqoLs2xy42G75kj
FCHhI4hBssiHvKTASpQFMkJZZB6gUiINltlqrUNGdPN+q0RftkvKT/YOfMrlo0OEmb8phT18r8Nh
BsFUBo5hhq4WEgb0HqR5NW3+TrfVgmZg4ENZaOiNXyI4N8BjBMl6izJDfbmy4hhEj66HqEMqQNvQ
68JcvDcF7OklJn3j2wSGCJ2M7ImU6hBtEc/aWCzeyp1ps3UQ99NeDFFYb7LUTg5qHAO5KIBvocCg
YEh2TV24ZEtj5fO2RHhxEKF/CMG04nDzK2ojTJBGg5xrn2pODcSQWobuo9Vb3s6nWYLjfSAVGwxR
cjuNnaVhevO77Nl2SEVZ4Zvw3LuI9fl7G/QB06K8VGJVZl7PAZaU3w9aAyBI2qEuaCsxzTMfQMYU
1QrDZXQfxpXZo2vgH650Yqf4LvCSkMStqHJWptSC42SlyL790PTvky4zmzWhT9a2c3SilgYZt7cU
fEO4NThUhguLjUjn62+B7NRaLD7hPkXvogUBs6wKLauewberh1RvmS32k1HpW9kiDUW4XHG8Y4oQ
gvUGTEWXxyijd3yn2U/c5SJfJrqHaYNASjGtNcsONCxd2DtY1kONrgonFQB8VHcBWZjdig2zopQB
+HXsYgW/r2ob+92yJ1VhjjEFSkw/mDOr7bbbea20UEKSbJdtFCXvT5MWpL+KEJJTYeJruccvxIYr
cwZ3uLCan4omTUVTwnBgLGGL87adju0eWoVMX5EMMbwr6sZa01JBEkJPj6NcAoDhmY5bcVPSlsNk
lVRZ/5zCOXQWKHKYtyDOIWsZHbNBYzJyopniTyCpn8pwV+sydXiL0xEWPg3X9seEtCpa1xUii5VI
nPEYs7r/yFiOnkbItOEyk/a0Vhw6webnvnw12yi71msCTlZWbjJHN2X+PXVMdDSgpYp7eGfBt8lU
Fk6DNhl/0acdfur4Wd4oJYsrRcc1WhWQ/4BZWU26ToCQvgb8wI+MqZAKxS3N/TDI4dmXbmYhKk/n
XptbtPXAGCcljQo3T3zHFwbqiGK36wtI8AQ+tz+ovuii8lEWUfKAaiawEamqvDNoRrA8r0Qwtiwi
uiE798nFjJZtmqCznYUhxj7Gb1PpjtctUsUkul1OYhibmzA2cibMKK3q78QD8JicmCkzLe461M29
D76/ZXiTjyXSIxrLTNqzyaDntRRaygw45P2c0zUaM9w2pAgOTLtHnS+lFL4bW+x6iGH3fd3iDWTw
B1WkiV1zuDeIUcVMIVnBynvPcAzGN8AFbGLZIjtp/VfDFnqqli2/ORbQMpLkAYDOgm75FBEVDTu/
L5z2mkQ719pY7RjJrU3OYfaJqdVwAEYYRd2DZixyew3ZAXbilekCbKX290ULiz5IhI2Nl7bn0NwG
qnXqbKdcopjsawz7jCDWYaBCHshgFoB41nWMPcJaQygcoKsExNktdDr8+nxy4IyPqW+gVHO16T4B
359u0XwzvIPsySKZWg0bPjtU7VxFxApqy0FkOWEUqJ2IYcVpNSPCevjtEZnkExwd8oKXQYBnHeaC
wfKD/Sc4RC7gsUVUIUylsggzgYnWliYndGq9lUWQ6Z1EW58z+EcsktSsTwsM2Nr3ipbbL9uyqle6
uVW9jGANUFCl5Lcsm9CTB8baBPu0uSEQ4Umi0FdhjoNmpfsqMZddZ1e/Zs0w0QC9Fc00lEpixEfL
TgJ6bEIihUtucR4bxl/KxmlNPHY6MBNC10/lg6chXmPE0ndoCg1JE6KobotWk+MCCLj74ST9uAEA
T3+epI0G7VHb0EdzLBNZXN824duARv+7T35euB4yM6PzBPqZIDImY3LH38H0XWmWPu1wTFHlww2m
KCuGErK7P8nW4j81dWuluGLoHUoHGdDUYDkcbKrVJWBQr1oDQiI2PpeEjYRd5h7prSNgwQub2lc2
Q3w0lXWMAtJtUu1Rty06NNKMyl+BkZnjMp2kbK9VVBlP1Hxot3yXwngx6QSKrnsL1ctCSnhLlq6b
0Z5IFAwlRcZIZYn7Ef1RaCiS3U1Lc8qrZn5FVhG+GW2r98MUApYShIZ4XuT4S3LNIpgfYlIvNqdZ
xqkoKQwi9ToDJxjiTyJGypiM9X5EITYwyKKGM2j7FAUOcJYHYtE4AKPwBkeQkSfSBpWyd3WVNVeR
V/v2KuyMvlsq6Yl3kqxc/tvgduQiynLvAy1RfXCRhVKk4rL46ZhG9Y7OsXeXHG14swujgSE/gLNd
hA1M0xXeNuvg6vR/Nxl96gckY3SYuLd41yKyf4C8NHzIzCxuDZuY203IFMdbk2BjuWuUdiY7pjkT
j8yKyfXKMnAeLyXSZkYRnl0lS8I26KuBeHX1BQAuoAWq80bGpVH0I0syIluzOtPuYD0lIOEcvbrK
4gzssmOrcpuG5DruXTz313pTxUcnYEEmOhS+4ArgASJE5M0omERjW87Cm8L0gMpDYPSD0fURhPGI
EtAh9hY/ilMv5OiH4YLWMGcf32Nas+BxsPPXdEVf7MDo34ypye89yQ9FhzGjCZFp4OxJFjOh6I69
/h6lMmNQ34aPsZh7rGFqjh3sdcX7ZhFFh/9uoG3DaQ8XAcUrjgDH76N3PYflKuKww7SgQXLA+DSF
B3cUjr0KUBO6m4IRdbGgIGBWAGtZ4tITbNZwz/sAUgS5W1h/8c8R6Ob0nxz+RsKTy6G55nfkVB4J
L5xPXfTjFi1LEYxLEEJqhio4b9K1Zl/ylIKj4eyVIYgjpuIbR6whX2EokO2O3mRVLltbyHs4PsM7
BsbqPeLE8sk012858E3DMcFc/MgEtDlC866eBtDlxYLOC3wdYdrcMWxIHsS/YX1DJE+lvy7Blha7
UncCyBqVC0xw0xaMgq5ChP2kVtkYCYz13//27//1n5/Df/g/8/s8GRm0/y1r0/s8zJr6H3+3/v43
5grz/3f/4x9/d0yp65a0XHSVDi1PRKj888/3xzDz+S+Lfwv0MKirmlFzYabNbQchv/CC7v7yReyv
F5EcEHTXcpUwLOmatu18vQhNQ4dJqRMfSVKt3qxcqTuH/WI7hWYPhlaQevWH25r/jb/d1r9cUX29
4qRCqeBTxMc618d71j+iQ7XSf6g8ZS3NccIyAIom2F6+z/nf+i9XtU0iZEzGXsI8uSrNgk618FOP
ruM0D4mM7CfTzDRtTUhZiIlsRCioElvfUq1i3r588bMP2TFBRBsO74F18ksiZKHlgYL1GNXVeDNb
2tQDhZx3A0LWy/ZFVfW4py5f8+xjVgYHKJD3junMf9Nvb49ICRy2Gz05EuaFO3tiPPODMW741k14
4cZA9JusF+TwXL7smecsdC5pOzThXGLiv162Q9xWyDKMj3Y5PKYevexOxSiDqDFRDQycgg+xmKVP
SHgTd3n54idfzPxqcXGl4DnhDRSm+Hrx0RgZbWZ1fEyMktI3x1Rzheo7aXeXr3Pm2QrdsrGjOAY3
artfr2NXHHC5DDepEbajaQE7CVsgrZy+a157UJPbjOyHt8tXlfxbT15hgcyU8tB2LAvzx9erKibc
g5c50ZGXfOaf4gMdyTAoIqSOeVMEt5cvd/Zh8rnwylrYQZz5z/ntBcJXQVKQVrAyVD4TVxHJQ2AG
zEcuX+bMtyF0V7cRtyuWH3n6woipHoBoJEcvH7CYEuxTEezOvM5hg0OzVQaGt7l8yXM/n9B5PTEI
oPKV8z//7c60WdFboXw6hr1lhI+9iqkfNa40rv2+sPLvqvT1DpQox/Gry5c+91CJe+IDYVF3UGt8
vbRfg8SH0M3dFiNTgQj+bwlz1+/+whv6+3VO3lDVxZMSocSUgsgPT3npPyGzK9cEseFuCEJAv7kf
fvyFm6O9Ztiwng32rK83Jwo10Z82k6Pj5k33LY5Lo3uwkU+t/sp1TNdGJat4jicPEdOfkw54jY8D
Bz4I5LU++Y95hebyDy/K2V/LFgxUlAmb7fSG0AMgZGqz9IjoWW5jUlb8NWRVciAv39DZF9I1dIav
unCUcfJrJYn0aPAF2dFOHP+FkiUQa1M3XdB/Ue1wppRmLVDuRdTHl6987uvDv/M/Vzb1rz8Zaxge
EHR4Ryjm+jfhJEAeWXoEPhcIxR91Q2ft8hXP3auhG/CCUMwbfAZfrwhDKyLMss6OUYuQ2KPIuW2q
IX3QISxDkMwZoNKkiv9w1XNrp8ErieDAtjEgn1w1LK2p6OssO5Lt4qLy16fiA+xhcXQIkPi8fIfn
nunv1zp5PRkn5wO+On7N0GxeXa2ZOV4lEckDnuWHDov74//vgievj4t8Xze7KDumKqm4Oc0OszV2
puJJ1Ib1VmaYaP/Ce8PqBQ2ZFglH2ZPnGRBmaRRk7h3zPrG2TOtkc6siEvaWU6IkwDYnssvry7d5
7mtk9m6x7RpCWqdfCXJ0HLdVmxyZP9flsvJIuV0PzMv/8DjPvqH/e53Tb0JmUSkilSQAUoN3hr8j
1orAfAhVLNUzWbR9uCdL2PlTwXb2Ff3tsierZwNeJOicOjl24LEE/ZrUQwtVMmbcBt5ghX9Y285d
ju1PKdcRBj/lyUsTNFA8pjBMEQzq3ibGm7WnMvQhXafh8+Uf7twDNQVfu7SVrZNE8vWTZzssfJy1
lL+GNXzOfoerzETtsEiUv+V8vIMI3v7hRzz3EbK8SF3yfwZ6jK/XtFNGBjJgA+yZPzlLeEvFHmeV
c01omE/LMiurm8t3Kea18rQ+g1lrOuhmDNdQxtdLjhASG1uz2JZUE7w7SB2qrttrXY4QBPXW3JDC
K0sHamBOqami2ch+Tvi8/Gec/V1thGJgOl1Hyfmf/1bcTG5TydRU0VHzIXEsIHa01wB9cH9z4qDL
e/lqZ39aRTEsBUNEftuvV5ORRjLiGERHDzn0Hh9ygaAfX/OjndJzLJJSHQYEMH9YYc+tBCYQ07l+
s0w83V+vakFpm/u/cyUc6BgYxq5e1fQuh9Xluzv3LClkqIAVLiwpTl7cBGM50pYuPlqkEl23g1e0
myGeSkGkben9YXk7fzHJ16gMYy6Hv95Ul/fkbrhjdASgar3Do9au9Ny3ocPq7fryfZ37OCzT1uks
MHNwrZNLNeaIrksz+dWErgizZ9S0HIJyvCd4BAk/psTyD7/YufeEBpolASso3dRPPscyzfXUwRF8
bJsKanSQD/3HWNs0dlqTvh5JgtVQbekAiT9VwuceK58DZn6Lo7eun1Q4qvZKNkRBsc+MgMDRsBDr
KZNmv1IAJv5QdouzV5MGXRHSpnlDT+6THdHLRtRmRyS11bKgLf9sCAesiFOaWw0D14pFoMVkbo/9
k9W2NuDJwFb3NcbEayaVEsgSWW8M0+guv8Zaae8v//Ri/gtOVynqzLntQ0uJEvrra0YEbJ6QvJoc
sewjDgcYsUu1avoZo75BMydihMLSfOhcgjMBjoqGrBTOfcYmIJbj8t9y7jPm+Ow6fFw2HbmTn6bp
e12AUo+OSU6eJAxDHRZK3ut18Bf2ut8vdPqrRMZQx0XOUTbV6+9TARhmZXRCiH2bo3b/w9c1rz6n
T5g8TuUgkzAkTv6vT1ivJbpQVdKFYBKVLxHnasidKtth0ARijnYg+aIIw8M72Ef18vIznX++04tD
LJq3vPl4a8wf4m/LfzPUyKGxSR5IRtcwRzWuwjCSGJ91hDn+nsAJS3uC6ztGW1X4gfWKG600Xi7/
EWe+Akp8vgH6T7hyxMkTaIs+qGr+toM0AGMBu01ae2c1MnstcmwNf7jlM8+bLQBJAbsdrZHTM3XS
gZWgjebiAWqrJ1ibEN9ECdhkI3EahCsnqwHrZH5f3WgVIsG/sAcaDnUGxQZzYdryXx+5MWBcjEvL
PQjU/Wruk7O8MjYo3YdREKDjWainHyWRg9kf9qdzyw0QHMOyHbRDjNZOPuZZk1ZGzFsOdmcz3eta
Q7DM+JN7X6SImzd0qv3sEdcSUkfl9tqBChqrhk6K31rzXFjhZtP1w40PKIjYk2JszdtxwENxvPxC
nP9D1bwC862z4p28liYDSrythndwAT3lW7p0BGXrshvvwYjoUFVGRnGiU8ztVDNM7d5D4tdvgzAc
mNcXnfS2fsmWRaK2Gztb3ga1FYke/aGGO/fi0hFy2YENvmB58jwrDJG9V+jq0Gu4RS28YDcheRif
cFva6f9eOhmUw/wi/1yHT/trMSBOXyfW+2B2kJcZvk1MKouyF9dal/klQNO6D6xl0Qo3/Hb55ziz
SMxfp+TLNC0Owye3SXLEYFCFuAd09NAc2obwiz4RnPqtDOXNt7qS+S8oA8n3uhDJ4wDuPNpd/hPO
FAQ0iCTPGlMPIIWTJTlhBIox3XMPaOqYDIOqwdNc5NZL603YcYwuUt/Bhcdyf/m6Z0ofKmNIWtI0
+WhOC1ZivFushcI74MnpUbiw72YzuQ7ktj/F4RZGcZj94V7PLVAAjoVgO1BMH07KrcmKgcwUnneI
oTmHV0XHZC8i5cUlfhAbLm7KtmKqhXcb8FvQvV2+43PvNNl+DAJcOtVCnlwdJFsm8KZphyjVjHGF
sy/pyQZSpRntOqupxvXl64n5X3iyBUEP4inbps2CqE6+9b7j7SH53aNdXKMYxj/t7CcvzsWrHw36
Y1fm41PUjHNKQFii5RuMaKe0DOpiSrIxjybL9bWmPP0PDe1zpQ9VD21mXZjmv27MxKaQgFWY2kHC
+nj1q6m7jXk2DHShRkarru5SyICNDQcxSzC3Mmx375MAbNQ2TObHdflBnXkVGVfozK7pQtOhOdk3
PIdWFWEn2iHxGBtwMJSR9XNKQhR6dKaqFcX7YPzh9T/zKnISFyZoG8ZQ2FK/7lWpY+vEQfruoS0d
8yonw56cXRK31cq1yxhxXA8udksDxPeQm4aJ93r5ns+UfNwuvVS637qwrPll/a08EQkxeshAnIPW
xynRqG6B13nsUGldvs65Z8vkQkLIYhpvGifLi0AvWBIo5h6SMEWtlY1Cv3GCjjiQGiIriQN51z1c
vuSZFc1kTaGDw3Xpf5/c2iA6Nw8IUjig4Kqvo97sg20TGjEiPNIPl0i2GGznfs+qc/nCZ+/1n/MT
iAKsLvNv/tszlS3CGbfv3UMN2/oqLbwSMZYBKNnRHeelEz7Ig79wRdrvLGemELY6eYs6huYjLA3v
AHLZvdLIZ3zDvotzh8YtCGQSWMXm8hXPLGLsVBzD59kXm8bJ71m1OVJhr3EPMYvpxod1fR0b4XNc
De3L5Sude0OpJFm5+CQN+c9K5reniSqgbKjg1GGsrHCFA4o4E60fJ+Mv/GrYY1EW60wr/2WVhB5K
rz3V1MEq62ZroTCH+dza0aOpgYfdZLkmvv83Z+fVIzcOrO1fJEA53KrTZHvGY3fbN8LYu6ssUYFK
v/488vmCWyN0YwzsYi8GWDZFslisesPlma19Qw4EUIzfjdnllWsPmozhLLBPZkE+OEb0ETe4kKJ4
UnW4W328nmFYmsdnpMY4V6POt+UQRXGC0zcFIKB0QDjLCfxS1COsorqQYC7PbW3VuNFtUCBkmSQU
54MlqEQjvx17R5fNuLNo1MyQJzQw/2LV/hxHPx/H6KrByLrJO6Ii1b9kHv57+9KA94I00Kzb4Opt
/s/lqa0s29xxcT2L76iRs50PqY1uh9uJ4R4VXX8zg9Q7TsZ0rNPKfr480FoBk5Fch5coNzfC/Ocj
5cWAfAjq4EfPxdcyb2v1EdOp0PEtpS4OiLLgPWt5EHxLJXaPVg+aX29E9u/ln7ESzkwqAmQrFkmo
syzYtDzlsJga2DctKvhGYmtfe6wlN4yXP2mYsV6Z9sr35aFMsZRqjQqLcBHMSjxaYxl4yhEhfxLw
yQ2f0yDSkNHR4QRdntvKNp3zTsuiYopJoLoYy0urIC90MzgqU4GAO65jI/a98Vw1vTzQyke08MbT
KLaRcFKLOF9KtAPxPEs05Wi6DZhfhOxBkta5pTQ3ePwVzVctAfR95VmxklwQMubjboAYoL13PigU
oyCs2ymkKYQv1peoCN2dpg9YpFg9Qvlb3FL06FFEYYxZ9lBd2zhr+R3jOyA/aAwDQF7sX+w/7boa
gvAEzUbr9jobyYOR0M0OCCAMnzUr1G8pS8QgQAs8iNIhK75DvkbNGjo6zhIfXwN+Cs1jj0RRNRcH
1wYhoheOEp4gu0BU1JCtpbFaoHqRgthPrEl7vTygvrbq3MokjpSAIE/Mf//j7gJ0J1CxclgAV0GA
mLqIdcp5BFU3Y69FDlqH+FuGnwGOGhibC5GYpy6DUodbG8ZOexXJz+QmxMIFJQR30uInhFXRvu3p
iNV7zzYRjdJyM8RQYOL2748DN+hj4jaK9sltZpIXN4uaAhjNesCwgTCdnQDWET4gRNbWPy/Pdi1c
2aTPlk22BaLLXsTiUSkRqZVJeOpr8uQIp8MXO7TNZGdiGWXu7BShLEgCwWk03H0YAWLcWyVImY+n
1KBkDJUKBkofZAznHz1E/qvpTakc8WoPnBQ8auUNn3JtLF6HrnCec83Jb4fMdh46fKJ2lz/CWvDi
mYXOI7qGbPzFlq8asPaxxzdABb/5FsSIF+FoVzR+SsX1yljz/2vxrgNV5ZBiOlTaeESdTxQRDFQM
rDE4IqLBUxWliaBGigPlJvSn+0enDaH5W9CjG7TRe7X3UcM3kyuHaiXLpttM9CSK6rQGFjVjQ29k
Pbbz4xKRNmxtcfoKvwRFpL5woWT9VkLKfxxba8j/+/iXJreYm0F8AMqa57MPnRxuktMGxwCVu53d
wB/G6xYmnhpZ0+HyWL+hne8+tQcuiiYCqOtlgaaqLMDVcIaOmRqfgB/HnwJ0Z25jkQcPqgKEFOGh
ZPislRhi7V231dFasyCG4dUIehuuaD2IK6WxtWe95VKxoQ1Gw/gdUKvARVbDsIw6gu3GDxKXus+6
8OyDO2oYNAZK8cXBpwJnERuFm9wyvtkZfq1NrUyEAjTG/HgIS+/KPbe2HVgUmyoGPVcS2/NVkR4F
DNm5wVHoOTrhNrBv9abE0171cZcQmq+iB4m2EJHg8hKtD+xZNAnIqc0loCR0vEoTuFEf48yFxOg0
g/ykRrNVXUhLYTMpIMB22HLjcX154LUY74LKsyyaruBZ5h/2Z4yPeitEJ9E7GikKly7yTL4q2SBF
ot2iMt9fWfbV4VBeJS+cZYyWzyF1KiF7txHb3qvzr/ZAQdYXiaJvBgcllztu4rh7ujzDtThDICWT
p7EMmGxxxFGb6IWXSNa0w9fajwM78FUUMtInQXsQXmFl5lDiUpl9rc2m2JtR6365/BPWwiqzRT6Y
3EnjCJ5/5BJaWlMPtneMcb646UjaWiRdnX9kEnXl9vJYa1nTfG2QsFCvsJZloDilsm8PTNdCH+YG
MiPsJC7l4Z9cBVqjYQquPNtTizS3K0CeXgk1KzOlMAn+g+qkzSWyOECNBlihRhT92M7EtEEXTnWw
+vatU6oqvjLT1bEoOngABKmFqouvmqcT0ly4FpymvI5vU7R4ULzE6XNvWWZfXYkMKxt37jaQgdCB
o+o6//2PcyI7dcBVJ45PXeUmzzMczR+DPHvs4OXhK1Ze66mv7NrfTVWQF3B73qE/YOMlsEGr+CSN
1IBmncQDgth1W2cPdjj+VvMb7Z9qPpl3cBCi6H5QJX66l/fS2heeizJz7QKJ+nfISMzMUyxAwBAo
c5sdIFz52gP+PJmNalyJDL/7WotLyv5zsMXWaTuISXLQ4xOqft6vGHyyesgTTR7qEdV+Um7EJ3yu
cvRLLN7iX9qyQ7jeH6CWwfOAFUQV2rDsN1cpJ30DQXisr+yB1c/BYnA9AODwbON8DxipCcQ/4hei
DzEg81RHrnnIjRbZcorhqDhd/vqrWw7cu0rkoh1pLIbDns8CdOcxXA0xe5/puF/tBySxUa0E9BM9
mLb8eXnI9UXwbLTBHRoppP7nUwyiKAxBpISnQvdAWflw1ewXPHlGVA2Qxy5vOhUZodsWmaOHIvds
nHk8J/1fQZrhViVnoLxVpQCTsM0S/7jS7LUrmOe1VaAmM19YFO8oGJ7/xIL54/wKbj1C9iFBEszE
TALTgxulRhzoyhqsDjb3gUF5zqikxfdActrJG1uJTxr2oOGnZlLadj/httoeJiTl/rv8+eeItTwC
cyPBmDNR4GaLy7jqrNHB5yA55VURZVurAbv4glrddC1Mr2WENCTJ83lLamBoFiOBULcG7AJRGq0U
NEBTSt5vSEbAXtPxXa42oJ/QnNAB0FJ0TobbwEjEDmxriR+kVd2gZ9/tL899bbdbALC5saga8ew+
X9asFTIyejU5uT+SuO7urEKpnrQgigOEWMzmWjxffe5RJ7X+z3jWoszdmE1ooJIRn0wz0bpb7L5k
vpfGAOdctaP7impL8Bl7jXBj2y32RLxA4MHnUVVGfxFlbXColPtBvbH+5zOf7xIyFwTS9CKvRh8X
3WQ7FZ3xj0UjdfPxr0zJ1rQpoarkYIv9PLW9N0FTTaDxWLgPNIOTY1MpgfghhlPhl0BKpF7JCVYy
Egqp3CIGxaM5tJzPb8ADTNfKPD7lvC2LRy8Y0vagIbn4iE5rmO7jqg/HgxSIbuLWMhRo3//FpG0g
W2BFaVougUHQRaQ+pgS1yQY1gVmMAjtVjfitu7gLZ7tX2jDBlUHXIgf4VM2lAEr105j//kfCoCi2
DFSO88kole5bL0ZMoTOPiynv8tPl+a0NRe2FxM4i59OWTeiaNBoYYROdIgTIkjsb3b8dnhXGPi9K
qd5cHmytLAYqhgcD9DOe778P1h8T6wch4V5RC8x1qh9UcEouh8JQp7uozVBvoBVBzw8ZIkU90DTD
9QHurwAVaMFaThpmcSVzWIsc7GgDEjKIPMxLzr90bMjCKYMxRGBQce7CibxIVqYT78SI2MiWDkz+
+fI3mHfsMk5TIOH8kOsy9OJJIdoaIfW6Dk+5ntYWWs89uugj0nrlg1CscFMpbpdt0X7oqyuxYn1k
2oL/O/Lvkt0fH18NUhVnUpet7LrS2NHTtboXiNMeAPZBcR5zL0efxCMFKnZ/MWfXsUi0QUeBaTn/
yiY2MwrXSXgaoTE9gzcM7twGvc+3jj/5HYgf986Z1Orfjw/7G+E5pyS64ywWVwO3SAmyjcDmau2+
Q37MjwncNxGqG9860Q8tQg5JOv3FbF2agxwoOHn68hWFuq4lh5Bia4nXwJcAy5wvDZZ+d5WKBts+
zTFc8sNMwaDv8nTXyiJEC+71OUgDcJrP+h8LjHqSxX0bK0epav147yJ1fouoBFI6odo62ENCvs/c
uHbuAdjimew4W6ViM2y0Wk4IEqhC/9oCrA7/Iuuih0MTnH2vUyE9/10GqkkzMiw8tQOOOz4XKzzx
IgySU1djjHAleK4daUpyhgOSZ44zi9FsRGPYx2Z4CrMen+Cyc4ZuW9Wwh5xOk9sMiae/WXCTnc0L
Hdq3Padmf3x3CkzwltQsPs22Oy/DhOOtG4vhPz1PO4SDecFvVeVqn3F1niZVUMCVcwRf7G6UHGJ0
sqPolEzxdKKXI9XPvVcZ00sApKnemsjYXuu2zztoGbzIaKm9UCTgOlx8WySOEC22uviEqEnzvU6a
WeFycsXGMXJXXlnItXjFa5mhTLJN7ovzz1rqeRHXUAeh0EYNaiJYtjxjM4G3RDkYdbbPnBTBkTou
Ec+6fJLWPu0MBabqQnmAMuP5yMaUtDzSuH8jBIbeujRyH1DE6hBw16Mf1UgD4UpqtfZdKbByKc4Y
VZbzfMBAyXTkG4zoBAQW3LWO3416lzaWaHcI1STxFfjRSlZFMxPNfh6GVOyX3Sk0y8QsCcRzmad5
89DgjCUIB+GIwFo+NeOTlCmmJE42qyvFOLCK/eUPvDJfB7jhTDCkJUU7/Hy+BgLR5YRb1wnNM30r
dMF7obXcf0YQjl8uD7WylryH2EIzqhs2zOLuwSYJtSUzT06DWWBKO02mJu4U6j+4GboD0M/eK8a/
uGqpJtjeTKKkFLw8m7bEvKRozJgnUqdtPa+OPEQZNec/FOase3Qrs0OggXG9so3mQLM4njx/eJvR
nyd3XJJRHIR+OgW31yOgWszPgALX3TPuHH16JaKvHE1YBTbwDZs3EETR8/Ub7UC3w3oA52ziKb/J
Mgevi5TSbbB10dbOnjFuspsNvXrQ/R9fT87lTG2izKC5i2BrRjqmMmMGvCLsywdkx8x9l4gWMwFT
37aaMl6JQmvfFOjIzLrhgcmhOZ8qPK0qw5oLkEGHrPCtZqUAZB2R9VcwKmvlEwQSAFfQ1jF4yi6e
cqiNFYqH+t4RLGJ/myDJjmCf0t+OzqhskPxJX/UcAaZDWJeIJvfKP5R3kLcJ7dZGoc+y0RGbnLbC
NtboruyrtXgBz9EAA0GK/a7QX+UTmvaycY8ghTz1rsKTNLzRnbaXrwluEIpfKaZ8AURhVAeTTlB4
+/E1J2+gAgfRiv8u1tzpOguhP5CyGMvgNxM143YErrcfB9vaYOzyF8RgB+gPiEgih+4usex1rkUG
lmbBsYFd/lMVhl4itWtj/7CNxaTESHNSMb4fJmy4ny9PdW27gVfgWp9vHiCD59stQKKabkCuHAMH
NNbGUCrZIbHvNL/+YhzuOIhrMwJkCcUNsEnK0R6ldzPFw00qaifbmBTlrqE/1iI9vVVEG6hNOdqy
KFiiIYzGBlBEFA/bDQJc+b2hov8IITD+enlK60NRfCTR5Im57A8Veaug9cxQhpKmN12u/kyDuv8q
Gu7SvxgJTAMQKBJaSi/ni6SjkIW5bxwc8zhqt2lRYokrOvWBPRxcuarXJkWVjerDvFTvhAyq1Oqm
nBbvUYvRIx/zJsdNPsYl1w+F11+5K9fCOlkISFXeptBj5x/zRyKLJHZj4BGgHO0oxNUqVnts5h3R
TZh5Yrd+69Him+48YyqvLN0c25YXlzfHc08lfTaXVRYjowZrAQY+8Tip3zgf4kvmqD+F1L0HLYkC
ROHtWY8/FtVDm7b1lXRkZd6uSj6C6Ae1gHc9biWAD9uGHQ+U3Cu+KE0+jJux88S9bnXZD7vy4i+1
h+DklbC6kprwXONimTvGXKWLUkCKIOIYuml0yhy3+J5LPHTcvrEC31ZS84WsIbkSXFYHZMvOIZw3
8XLftsijd8JKyGux5/mG7HbweWjCL1ouU42LJAuvTPB9MAMDRWFyRrkz4hLiXc1SviVSXMeRMs4L
Oo/cVyRhxtvl4/hu+aCNsHJgMHg60rqcp/3HtjUSNS8UTHJPDfiEL16hua3fDY6IfGc0WiTuDDdG
l9P6sFbGYtxFaoBKRzJo+Fec4HdzKQSO9YxwYnnIKepg6xSraMuPwUfvwnlQKjia5hEOQM+fTzYb
2JgRViqnjtXc8vQzt2mNuC8uWvoLsprlR2Md4/G8BNYEX3aO4efjaXAgqY4iT2HDYe/gSAhD9XGc
FcqnGJBP9tGjOA83lwYpjrncvIt0HYOOUnf6tEKr3UWOJurLLe5CxQ21svpQCtPe4BnsXDkX7zcQ
x5/XO/EZvCfonPM5jkMpctMaytNcQLkddO8+DWK0ju2eCndeJYqfRH19BaL4LrIbDMor2ubZR7S1
Fru2D8o6Qiu2PGkYRznbiBrVSzYm6rit2quvoNXBAOyylLA8aLCfzxA1+RG1j0ycKvKdb7IsxbMj
QKIgNK4OH82Y54n9MdYiW+tit+71sRCnbMQ6ZodaOsK/AA1RR7187t+Fs3mgGXJHosYHXL4i9Ukk
tKJ6lFOEcJ/7FP1XDK/TTeCEOrKjrrySoq9tE1joLlU9HgMAoM8/4sBtUANXLE4tj6Pbls1xi9j8
2Pt4mlr3Ttkoz1Xc7i5P8l3uzST/HHSxTTQrxrzTSMpTXpfTAztDwWQ2HnAKd7GY+SarLPwZYc3p
d1hEXQmsa7sGySHwhAD7DNtZPtPRaxvQaygBEhQN2KnM7bZDh2b3lnb2cLw80XeXxTxR0m3U/2al
jKWmWOBmDuj1tjxhBFA9p9hDo79eFkW4vTzO6geFgQ8T34GBtTzsumI4ytTI4jSNtCS9HDur0Jv+
rdXg51A66ogqrBXRShNFdiV0v8tyfs/w/45MD+18/1RTp4dY+hUn9Ozdb8KleGZPgF11GYqbTHbe
62SIAds8bMCCGSitvF6e+tqB0WA88Y5i9yLkeP4DTIngu8CB8QQQ4l7XhfmkY3eNyQLGid2gFz8u
D7dyXsDWIB5JTKVpuCwzCY+gzdlH6ag0W1+oQ445p0tRkuCRviJM6j702EDsL4+6Mkk4dbwAGBvq
7LJsmKJmUnjSLU5A9Z37WC2DA8S64g7CIzaLKZIg1UfTHCBLXMQgq0FaONwh55+1En3dzJnjqRBt
uhuiWq9uatR22w9fxefjLOJPiUbLgJRscUL2OsAKCI75oZOdjnVIS/Hj8mdc2aw8tlk3FgM07zJX
lHlMQhCX+akxRKXB5/bkrSbr5teMoj5VaQItGaMCHmN+PfvKvCTYVnqHyz9idS0tKFBkH9zOy0Js
LSstpvjLWiLlTmkpnQ5hG7g3JCTogrZg5i+PtxLwwJ65Gug3xnyX7EhNgencGcVJpJiPKC1Rzm/o
vN5Mk1cUV7bN6uTA8aJoqEJeW2ZyulVh5RqEJYEolhheldMLfXT1tm4i7QnHzfDKcVydHC+sGYPG
CVmKAmlOiL/txOTKtKsfBmkqjS9kHxVbJR4848oxXDv8aE9SHqT1Q195nv0fSbktdKfOmrg8cTpw
403wfJkCR33WXCk/c6lPu8BonP8+vn6o/oGAQcuD4s0iewxttUhxhueEmJr76AkNihda/T8KJ7+m
GLK2evAp4M3TY1IJNOfz00qksPsRU6G2RVH9ITeSWLkrcRAbH8mRh+CHKhW6i1f2zOpXhbEKpoti
JP+ej4rZAOVqmDunRKjqK+gx1zi06pD+1Crdfa2C9LFUI0SpL3/WlStTQ/+XOP67trIs9zqtCUzS
aPKTGjTxVw8HVL+VunC3bh9ruKAWlhf50ejq5U2EaXZ0Jc9bnTRMMCQCZmGnJbuCXk8ZaAqiXVmG
8noQYITUeVXg+kpbazsZTchrZx162pdnvbbCFqSZ35RIYs8irCNa0EY4+hIM+joHxeROWDkV4iap
Zkl3MDJ/Mc2ZzACEi3DHO/Z8bWGzGQV+iIj1aXr2HaOMalvDTf48qW13a7WgSDepHoorEOe1tWUP
z8oP9CnoypyP6ipqYIBORSpMD1DSHtEFIg0Kj5qKkePQS2UnDbP9lbZR+uXy911bVtJol2qdzX/U
xV7GjQZvygaRsqprnUdE0rGSw/Yg94UQ41avc7H1LHFNG23lXiO6zHgARqVpq53Pt+5UxDvikPmS
7N1Yht2/9DgDb4sRNuU2bgTWLynOzBiJeYH1EtWd8/PyvOd9c1bsmtVlgQUAz2RD0/E7/wVT2mlq
UPELCn1yk7u4y6NP9E/cYX95nJV4zzjzO4WuhfYObKMnkVlXDlJDFZYo9Qb3Dilv66lOS/zhcEK4
+YvhYC9STp6lDZYgPGowOuV4OzkhecFOKuFu6Q92YAYTPLMyQ9Dv41GJffv/B1wE+6mfbN7LqHdL
Ii0WQ44y+FLxmqOoeQTiHofD3BAXP9Oqn66AeFZCA0MDpaGNOlNwFkfVqUs9TR10lYwQgyLflhja
7/EJkd8qr/f+SdG0v7JpVg4LI85AapT0gMkvRkSlfGhNzFNPdVVHn1QjcsBpDTiu4gxV/1conYd1
mI2jzuVFXTstfw67+Mayw01QM5X05IX1WylK574w2xT3mrKr3kRQ3wMl+oSTmbzDn7WsdpdHX/3M
lKOBVSBkRqJ0flKaYtQDvWWFp06EJ/CG91Uejm+tao7Q1J3+4/k1zwWAOzzR+Ge5g5HsTpWkT7OT
LdufTV3iRmWE2knpNOua1PRK1AXZR0EfsTGkuZaPFE3KoPDUCA34TL0LKpHfGXUwSL9RQnmI27jF
jDgKZlfkj2Og5/Dzx9CLJfUqN43RX85OWp1AYXEqz9l5imkdW9LAK190bddyT4IGB8ZBxFtcoWDQ
6f2nZnIqc9lhwzLpbXenV1mHiaDieNtU0bFM6ypcpm4ub5214EehizYeHAiwo4utU8jQazMFpDeI
1vF+sKB+uZABfpmykVfyhNWhyAF5Bf4GfS2GClAFl1qkJCdgx/WtW03NbVfCtsxQE3/5i1nRRmVK
UKC4wc4PhFKOVjpiB3rCiBfVNOwI/SGV5lPscJH8xVD4N88aiRTxl4QFZ2LjarM3Qj1V2DN26Wju
7cjEiyrKnHK4EmfWzgOCL/9vtMVGacd0QP4RaUQdSzw84gTQrkct6M1NnOERUOGzFPhICDsHYTXF
lRToPZ6bIwE8EBERlA3YL4vPOmGhroYdo+eShBAD9j5DxVPXe7QUoGRh9hkM+gNlOOtLjnM4piAg
++8yHMav8TbW9hKiZIQ8uMS8YRa5gV7JERvIJD/lfdPvuyh17mnM1zvbwona//gKg2FHHgbGMCdl
EQgwsYZhpSkZVwqWD3EuE20j4gYgddXSer482No3BodjzlqU6H3SwDjfupnVCGUsyuRE37QdAf1q
ab8b1UnuuqyW5sGwNdlvGixnxzsNb7cnDzs3sQX1VT1f/ikrQYn3IbEXAwxcE5YAwdBLoqHJEJaL
y8x5KOLe8DaO0vtW8CvI03nNc/3a/l65yWh+Y1iIbsyMZVt8azphNi6uALwqUKc/LaB52t7Bmdf5
3id1hShA7Bbpx29PunwgZFCqnjP8RcrQ6iWqq9MQn1xZJHfBNJR4W3v9cAOlU30KO1X5sBQ3CJ/5
aWox3KyQs4iEyDmo2IaC61RGxfEh6Lq3WH9mn6GJuhs7CftrA66k0mBmWEhSBGQzls0po29L1ekY
MNESeyNbfSh3qdZr6pVPubZlUKbmAcyjmwttsXkbLbSHUHP5lJ2SPutJg994Xpp9eN/T4gwPlXCp
LQboSwwfHZkTQ2tqxq9RJgLVcH5s4hi0hK5B6yl6j4d1R908QrrJEBlQ3jREiwT78HpjeYXzzweP
ybxvuNZ4oiHsiKHJ+cgID6lIDXvyFGq0xzcOhlySzrQdQZ+O7cHYaMXU7sdOuxYq3sVABp6rRoBS
gChSXTkfOClcNy6HvEcQv60fy7K7CyU6xNjP5/1HS2JzUjkr8tLk0Gg2LjYsvlK4W3uRc0rNZjzi
UDm8xNhYbbxudD4abeehaAkTcQA4cErOZ1XVvTV0WuKcJK3Pflcq4AF2RmQN93mB8dzltXsXbuZp
UQUjawZ3A27qfDCRGGRUiZl9d2GE78ImnP4ze3s8Ro1afp332bV89t0BmSenU1Sj2g+9cSnhPgkj
a+o2Lb73kZXvzLqpI7y6vPw+88T0AwGy4RaZTe8vpsk7HlgaLkrQoBbLFwStXQyQwb9XXm1vi0JV
VB/6SeYjBpDf4Lvban81ooVdCquEyOmihSM4iQnN8Ox7LqbeH+D1PuaODB8jbBX3onT7K+O9y4v4
ruTN7qxyMUvoLmY4GrbolcHNvw9QgnajjJVdq1rDV7otco9ZbFT5eTokPBy84IMWRlwYvOJh1YJH
Jq6/e3LmRRJh1jwmX4RWY7w5bdpr5kVLPhApDjkXJQquRciEJD3n+xQJD0XajaG9aUM17statN8p
9f3Qx0mFlGxE38XQKPvUTduv1B2ah0Q2z8Ch2tfLx+W3HNAfJRl+B3C/31qEM8CReHv+O4qyBSmi
TtUPS89sRfiGkg3dPa7OEq116SEy5ZdwCuIduhMqTIk0CY3Gd4Im6T9NmYkRfCjdUv5qW/QvtjlK
x98cvPp+OinALhguGJEjvx+XABnAtnrdU93bzb9gda0jlslq42tm3j0ZwpbxrytTm+PK+dQwUwMZ
A4FuDnXLuNPabS/iQIt/DD1w5yeQDu0PrHQxpibtBVs/Omq4S1GJtm5iozKNXWUPambsirjIpvtR
FZr22YmVKPOnyOmj7Vgk4Qi7M57EQRnLNHjSgFSXt0lI0QOLTPR1bkWu59pzmvJHx+4M6wpyYhHd
uOsBTnDgZ3L5rFY5Fy3+aC1MAPoCx6nGN6DG5YsuvVj6noa1Qqt74d4uuiskMQiry4+IaCnACaB+
FEhJHpfxNO4LJYOM98PKYmEdlGbkIeYDjK/suykfnHBXdaYXbhxgMdpjLaGOeegbjTsrKLUC427H
zPd1Ero/1ChStG3gjXniA//q3E0V2yLaJ0pUFy85hpup35dT+MmScD8eLLc1MKxvvb44RG6lFcfG
DILwvkbRaKo+TUMrqvYRI9r8YBr0WF6mBEHJm7SU2FFiS6AIPIXNeugOdGPqOzUp8gaT4UGLP09a
2D8Wdq27vqPI5KfdRNgslmY9vZoFujfbRuk4k5mTVftkHIfuBh/QNDiUSac3myELS+zjsipJ9lJ4
g7wb3KmmAtcbY2A/lV2e/Uopi3W+owd1tXMMvAvfRnNEUL5JMyfZZHlqhf6ADqeZ7O2sD+Iv8ECy
797IJ7svaJQ7m8rKs+RRVGh1S4oFJq15v7UqS7k3qsD54ZAeRTuj8rJPVT3JFlkFjM8PFvJp4a7x
xsy8HfCaFdtWBze5m7q6Fzs8brPWb7PBe0FaVRe+2luNdwCplwb+aEFP3wxhY2BdLIyx3cPpkfFt
rVCnQc1gUl4aLrPgpkRtIPeBXw3Rq1f1wt0Vmh2520aCbn0oVFVkyG3budftUNFQ4w1Y3MG578xS
c2geoCy3qaoggR40Du43gzKpfe+Mule98noy5ZNVWoUJBmBK73SJdsAXEXFmH+qiHp5Uq5bSz6wo
9tCpnerwtur0weMCrCtrZxqllh8U6TnJo5rqqf0k4tYG3Yu0/nTTxG7i+a0bgWLPpwJSvjko97Gk
Ibfp1KQvfoSoosnNwDX/07UbZ9xUdik+Ez7nr5aY4YCduB6N9wZ6EtmTU/bTP+HURuhkt6UjsDNG
sgTBh0ytA0f3RRf37oY7yx4PIeYx+dPUq4qW+UZKcBVbJUc24NEkMQlesbrR5G1VhZ72aKq1UtwG
OGEP5caQVZG/hnmuhPsB3cPoTevsqvjUqE7WltumzQJ91we6QP/JyWM1+RYokYx0v9cap9Q3eR/n
1hcV6KF9n5dArG6dqgxLmka8HjYcPdm+qq6iF+FenwxDhJs+VpzO73PbDO763h5wK6njMK1hdHeZ
m7Q+diJIPNaBnkZb3R4DKusYK53EGIXq1yis1ZeJ5mDo18SF5DYmNGt7JP/1fwM8w+5NDXWALQxx
nE71rlaN1ylSxv5NM4QBHKVTZfK1R2r8yVSMqHqwJHeTT4RCNNl1Qxxdq6D3hk1o6W297TwbcE6v
l7n6glNy8q8E6mo9qSrvopHKnu0PSpJPG/xhrcOExLPmq7Vj/7SnwjhWSGBobO8Ir257nPA6DoTR
Z9BAnabxSxSFwo1ehdihVk5TNqhcuchJmLkYABxNsYZk7iR/uVhx55smVfLPDcBF14/s0h1uCpot
o981YYAZsFOU+V2FJVWzV6M2up2MzNC2dYt3uu+N7diigqckUt2RVJX5FnVa91OnTErlN6ZdaFsz
sMroYJiJbmKubOF7vK/hjKa3HcylBiwCJo7Wd8RI8l9BZ3KuM5k10RZB2s78BB+vlXdZjRbtA2r0
SZfvE3Uy7bu4DqKjlSVjs80mw4oQ6tdxKXeq0HqFep70W2UaHWxp0XzsytCvXN7RGx3N7E+hmQbt
KfNALm1oE+kJDoHqPLtSdMqW3r4u9mQBCGIJSYh6Lju9u1H7QufRVsMl2eRDlE/3TZ8F8hMUbEQS
Mji6p5rm0X9cb2b4NSzGcT9oKEn9ah071DdWMwH1QuU/aw6WmIrPqpd61qa068TaGYMpxX6k5dRt
hF2Zw16huQmCO8UJ0x9TkI83GV2SaFsEpnPEDzYe7/t25hu7mWXKW9l6sw0qXGS/n9q2eKhTMF87
YceDfVtoPfsZyrZu+/QRy/rFjItYHMAydfYuUAsw6Y1wFO2h61DI07YN8lDazzFHEupJhWiK6J81
JJn+EM6FVNAAId/T486Qm4DXjDjKpBdlfICqjiv0NhPRlG8uZ0OLdgaNv9kPCTgLNS+qUUuhe5rn
gfTGdHpLQqvpbsqwzV4rFKblp8AIOOMu1wg+2kxx2Jdtawg/L6T7QWmc+VdQ4SNvoVqCPMuS7YfP
gYYdtq29BUaGezJB/6S1XlpAMbkmRPkuVWIo3u5UwGFr8qI2z1MlyAtJFLZCfyMqFqdmbMN7J4rr
H62Yxu4gNCe9ZnCyeLEwOZsaKZBgRBh5xy/LBimyVCmJbfTTy8zI8hVH9E9al2sPrYIkWShwE3BK
gXvC0GriyvIuKgdzX5fqIsWK329CawmwK6yezlCtJD/bVgzVJh3t+HtOSWprD1l27c0wf7qzxNoF
KPy7JwdQCL71oqTX1KFr0Z9K3sKoVV4SOFHtI3dHWW41+Azu1gop5B4Kq7O8T3kOAXxXqW3V7epw
IilLjQRmAZyy6jYAlP9qggbuKPO2Xvdf0EduaW4h68v4W69EqrqHZ5Krt7FXN/9UhW1nxE03L+8n
QI7dDbleYVzBur7bOND1kRXhacZh5LG7qDt1yWA3yEhZbxPZcj3f5lr4OdWj+r5XuppNW8myvlLr
erd8jDkT2Gfm5CzytniF1bJwR52C79t8a0kffkQf30mF0olfeqG8poBrLZ9GfBxKI3PdHxYsW2cx
x7BHanSKYvVtSHBC2wuhFfLzoDR4o1s8ZPqdVWsTrB5Wz9oWeub+AJ3R6RuaM7ClRiWLh8xPYHRm
X6IKwTv7AJN0qp90UUjtBntt23uZ8BMXOKTP7sqFLwwjEv/Gowgs0vMOdsKA0jbOk18FN1m4C5Di
yJ88N8vzjQ50Md3pUte+o+vYa75tVhXYSUEXjUeOSJq7Mo+m6NWshVV/Dgu9lLi3G4Mst6C81XCj
4B+uuBskMoPkNjcBlfplHOgYHkPaVHaOnlrJ/1B3Jstta9mafhVFTm7VAL4gWqLi3ow4IKnGktzb
x/IEQUk0+obogYp6mhrloGb1Bvli9W3KPCmATNE6VFW6eOIMJMq732uv5l//qmelUU/MU5iAqXk+
a7XChC8HYYGDfBHXei3KmadlQhDNCbK6+KD1PGG/W44bJ7eml+vFM31XyCqRKIh5J5MWg+9qJLJg
IA78Jm+6G+IF7sLvEyoWef70jdmrt5R4lA7EucZPgkH2GwYyuVw4UhVCWkMJWeZeO2m8Ur6RUmyF
U6ML3dNOCpV3cqRH7pk87eu5Mo3UwA49de3ahZGG2oGDP75sjAFWXkQ0LhDCbWMm0caVJTeyEuXG
NVx1Zk7D8FPSpJ6NB19D5SCV7YAzcsfxsumRiw16Av4APAPDWYfZpNLXQaHcmBpahV+SvB95uX/a
pI5jS43Rn8HPMZklfvlF8qXgclJp7my6jg6R6e+ZOSvPpYeyAkeTMvKnxboXc8Ej9cYpff9CJvNq
odV59x7glXxZlVVz/rQCMCavIi7B5cStBRSb5ea1GE4878yq0RtDu+kCq7g3y8h4Y2H3GJek05iy
7VfB1JqXZdhHZ5T/kjBxcylfVEqd9XOnAZ92CtbCOeDQGHlPHwYFjyt5DPhrtXFigUv5nYpUN+0G
GJA3U+BXWkzTdSXbfZ003+IULoLTPlcd+fcDqyGW9/EbJlaDCCbpNryau9ShRdiBb0My3nje1PkC
xiSP5xBZZudrr1SthZd6XT8PncC7Ca00/53oabAg8VaePPO12YyD/gEr4ZnGJzjcFc3y00BvWv2m
KurpuyBXzJljeUaJErg2UTqnaVidPT33PWtOtR88/3h0RErtSPgTjZSlHobYm8z3vweNll7KWkrl
qZi0qznuuvILVYiU5+GGxEZDEEJGsQZ7ryDRGM6znuCSkOPKuKnbRj7XZI+aHE3ftx9wcGv2VA/d
Q8k4e8QbxFViUSF7ANYyWlkLHTuqs0S/SfKizxdJl/eX1HoxextKbucN+KwynKmBXjcz8oHSmZyr
3YHw+lgjFJNmqjiwCQxw3EZ3vFLXpRwVTFqGDeCsBPzxGh09nbUYWXM5JPUw9tVk3rX6oWpHO347
0TW4URBa4FepeyTEzyNPYaXiYKN84fTGb52wuQ4STsQHL9J00CChrlQLOMPC/A2p3nAwGdVUXdRY
8M0sgKP8TQrNnXcRB410XhtO1X+n+LxS+bZM1ME/LQpz0t61WlNWAVVyvMmHnvSK6SwjmeuK1KAi
e/YjgQeSUBVc+kSPAKgP57LOUyiq0ohlzHjCA70qA9trtQi0hBWGbyYgig6o07tnhx4BtxFHmhKD
GJPoG67mTEp81Dd1Q9JRr0nl11Yqu9PSi+PXFqWrzgtV7s4ynraziIf0gFAQR3MonNg9pLWJkibu
y+iNoiJhqWEbGzdW7VVnyjQt565ntfCnt/3p08Jgz3uI8OVKwjsLUJKAx3BxPbypndNmxo3RQHFt
VzA4XZTWpPLsdG1o5byeVhFerGpyTUH5xDovuW4LhbgWsDs/S91nCyeGwzMFhF2eimj6cDhh6Wh1
1E2Mm3Wn1O89w1kvvKyLTk0vm9g9maVnZqQ9k6IU4USnLDhpWNCqwz837LSdSmRfZqVxg4ponhmp
3NwGpgkopCB/53mB1x99weGBA5+qSGPjCRexWuRBaNxMUiX40sCgaCcw/l8UaZoc2Ntd8SPmBbGG
ePHBj49k7toCliWx8zeRUVPaihcYmjkln3VheuHrrjRze9gbFd31D5zf/R3DwwVwnry28Rw9FZ+Q
VuvGjdQU1rz16+ScuhRUgEosiKurdFE3+dLRJ/EBeTtmEmFxIdWhUwxwdEpoTocbqdeVr2veOvqm
tTCVfAJfbE1sdepOCP1WcmSnOtGe0y5WG+10HWtrc87ZCicUxsma+FLzJiUHvsnwIhe1GixUqq0c
KpS558IRU0TDFxhaEprHkT8/LdMwjVv1m5eV3xwnCk/1OvBmahQp89Cl/CBYTG2mFX1mr902mhWt
a50FuO7mT9/8XSFDmSpQmBTpgPDAGCugpS8XlefV0xvIujyAR3X7rljX0rJrdOmQ92lX5QABCVsE
lrVGdH8MqQNgnsUGFthNSATi0pmo+YXj6QGge1n60k/KEE7N/NCtFrd2KEWJE4F3x/dDbB4lYHgY
gt41o96o/W+5ohK8IAh/U1EbosCo0qp5llft/dMruq9DGOhEaQLhdhrXdsIt0XiuJgff6kLvfgfA
WyysXJHPSGjovlalfPt0dxvleDxB9AtSU0QlN0LWwwmSe2tmlWm639b+NDM+pnGoZDP8aYV8GXmy
b0sZrlEItu6L1nMuc5WyinZnlpOzDJ13URtFCJKy8avoVG+oRP81I9X1wJLs2XiIzCzkODoIyZcj
Daiz2k71nWJ64+RaNk91FK+gLSO8YWFzp8XV1M69gAfm6ZXZc7QhaSW/bIptBTGCcH88Un6kIlr3
lNemVzhegCuFylVvtfpXWQqK4IBBuSvrOFsbYkm0TZQTMZbHfUV6EHnwpn2TTT+YrYu0PovzIrIT
1PdLw5OrD92kymZuSFLJc2dJbyRSADyjkuJO2kFGQYCiqbzoG5RipmqDUkpmTUEVDjuMtUN0u3sO
G72BpgOaSYoyHMijeVJrq+qaIvxGyUxZmSXluqVqoQb57jspoKjjQitTvZu7EWxfiyhspuaSVO32
bUYM1rF1xZG/y1AhmpddVq+7BUyU0+BTWBac02cuC7YU2GqTAkg4mnf8dz4lMakQUnq3fsejM0sp
NTpHS+6cBWTUh/ATO7svNBWIPTFhsWABcwxXpQ/jnBJPlncbK054VRthdDaNY+LkLI9dp5L6GZ7H
K7Wo8wNP7I6sEW4iHAjop9BTkZEx7NhLWjxlOPaWAe/DEhddf1nXWfs+i9btktSQQ6U29vcHiAs9
HO/UjrMoMdVUa0Nl6RRxcq5ElOqq2yRaJBDmrW0XJuYD3ql9HWLBwBdPcIancjRB04ka33dabQkQ
Y7rs69Z4l0REx2RqHs7VWjtYxlkIhYE0RTxRsok7vLHazPFWTmQvr3RFupvGeWXM02ZdYvEoHiFw
x/KTSzX3ovo2mnSmLl14JDynH0BEl+XHRO3W7ikVVVNEaxIqgXPAdkYfH49N5ACTK8Ejak529ZpC
doO8bOP6DlSAJxlzxSo8NCmwvL45a9pkqjtXU3w3Z640jfq3Wk40iLBggXEnBbpnvclcJZ5DQpOY
83aix82bMqughklMTS7O88RskotWciEaiki0hoARUJR+3he+5p/nlO2sTxu5jqWvpVMBf8RRqUaL
aVV6dyq6gmejO6OdN/XETz6EEdTv3owM0KQLFkam5uu1nRA5/kz8Vuq+Wl5p3qg6hvH1RPO1G3Tz
ILrrtdqtFoGVRN4MwEJ065Wl6dtZYlJyL6Na6JnlrmHWb+q2896tlRxXRZmp/NOZLmOMwL5HFLS5
SF1D9z+YQVB9gKvSac+lxIk/auCZOlsSOKZ5F5iEAaWwzS47pVQ+9VZRTr51cU+5rTQM4+BtTQjg
0oAT0rd7IoqRKGJlxJ8LrZXli2lbgHWz+wLc9Lww1ODKIuV1+lpzp2plm66UU6QkykOqJ/uZVV4Q
KfHWqyLGczQr1pOciEyvpB8C8pE1gvR+GF1Ru0eV2T7L+aybFbVUiknaGbZuhBr0QY0nzf2U1IAz
yJqlKyeOW2vmN2aafzLWnSc3i0pbZ2GyMBxYeT3q7rje9LQF0v61lwJZuwu9OmhO/Rgv76m1ltTv
mu/0aUwi09TCYW40QKKaAw/wjlgU7iwB+Ea/JW917NabWK7sx5nc3SEiyjMvaqpTXyvdU2FV2zn4
O+h34RSX/SY8YALs9GySJAaIljgqLheegaFcTA2oAeKu1u6NRo5zCCbIK5qDoJu8J76Ufs5B51By
Au9nap2VlIwncPD087PjOkDxgJQFpilwgyJRbjiALm59PY4T93sJR5/7Xp2W069SM+lRxOL8LTnn
QXDZr518EXhV/JnXqTug1++oXOBs8R0QisTyIto8UkgIt00SDJfwFvV+cuZThc2dZ0mXqDb8JW8k
islNCaZb2SHQ5Fhg402EGwaFG5VbKN0j2yuarss2y2XjtoPF/XTdd+uLTJlmZxHsozAkrql68fRK
ayOhSBgb1gloGoh+gr8d13GsIhe+YbO1bmFsM3swRHVkS+KNPgCCG2uTAvUO0pZXCD4PA5ficEdl
Scp6XlnrFk+Rb2ttUX/SUzdeAbrRn0mMBv0TBAVCn0R7UUTdpWFfSqc5na80zq1MBabzoOjL14W/
luHFhZ5lXR+kUt4o4I9fvU2HwJJI/uOyoMYMO4QUO4p8K7UIWuvee7O26rfOlCTkWm7Ki45ia67t
ZPgM4jzTLtR1tlTKTDp/eiN3TOLNIMjpQo/i5IINGA4irycZge3Iuo3XlZLPHaOf2j4a3mevrLvX
TTfVFp4RhHdN6zorxeubt5GeyLGtx/L09OmxjOXHw1BwVRMfwmc8TpKOkkpu+7K2bjNrWhkXVl0n
uV1XFCS1rQYWm7k6WfeEH9Pg/aTq3PdP9757pNl+eFS2vY8WAiIuTa+g+7xdN4k/N4pp585U73Cl
3t27Sj9T1CpS0PFBjJOtOlVpG6ssWPBICT9qFjk5Rl/qZzyNzaXhW/2BMM++/sCukP9MGSAguSOZ
lNZTo7OsbnrbNroKm2tLqfOua2ZUxdG+levcP/D+7LuyJG+gGXNpgceLdX5klNUCydvGrnUbubn+
Tmlz9ybxpu1FrwXRoWSyfXMjko6rQSQboT0O+wpzNMKcqse3FKk32zPKR0eXqepPe1uKJIuSvZGu
fn72MQErMMG6wW0DmdFoObVJ0kylIHVuJWdSubOC6JV7Koc85QdE7J7bIAoXsGlEKgnUjoy+LMaR
QY0C57aQs3SWJo4FKiKTFgbFes+VvItm69TJPwVBXpw9PcU9OyisDNL3STXALz3aQaWEgFNb59bt
hBLu1lkv9wGVqjStX8gt8LsDWsP4zeTWQ0eJAQ+JIoxf46x2w1dKKZq40m2kSVohHLJdZBeK4d05
mRShRZSx7aqW8/XpSe45Ogh5CCDwjHFKd/zOFFPBw6yzvE7uQjSR1ueYiu2FRCmDhR5WzyzpIl4X
Av0iMQYTjj6F7vLoWhAMzKOJ3Em3Ah/xWiIrZ16nZFEtpKkfXGmswqFw+75tFDxY6EEiRUYZbSNh
p8ByoDC5deHcdOdk1TozSTGCZJZ4waHiMXukJ31hKXH1N/Gv4fQivfGKzKud20TLKoVAsga8bNL2
8gHpsu+0oHdg7xO957iMbrxV52s17E3n1ozd6qJXmm4RRqH/mri1c2Wu++gi73rnwCO5r1NRfByn
Nnl4YDaGk2tTJ7XConLvJCyFmRblzYIa0pT08Cbr8yqrtOtM8YMDt3C3U/jScGYqBFBh0xjnGzRO
LfuObLh3le+RHhvr65oIEUlpp9PWXV8lSm5lNlng2vzpi7G7k/QrNCD8WqQBjWvz4LHOW9czuRNh
qeb2mo1AJcFl9P3pfnaPJwIUjiaWE7wNcdrholIJzYiLtPLu2sa0rtQu7uygMY0PmiJZi+d3JbIo
wHtgGzDgYVex64cBxQZ9umriq05Sgk9UQwbbDJXFs8XKpugi2S+8uQJWM+zKXRdeQVoHs7LU5DqW
Cumi7SZchdq7mnpFevr0zPYcErg5eByQoYLMZiRVNCcz48onf6eQC33um2351ZLU6CK2Ah/MnKrA
QJseImYfm1ksIhEUeMIJXeDmG88RfEueaEnq38ly05ypOF3mKhVJbb8L1Td4mEvyDFvlCyCPdmGF
snHgYdx3cFAthCtMZG+Nufgdf92Za1Xy7/DO1Rc8k8FMM5Pog9nX/sXTy7v7SCC38WRDjc5d4LQO
d1NPp7XeG+v4rmgjdb2QYz8N302hzFc+46Eq37sZSdeHiKf2dYovjIuGMYlqM9rTOAtDIOxpejdp
SPKVqRn8Hr+QetW1iXcOyUZ7QLrt6Q8/AYYzRTsx5caKRmIZfQ78Kb1Tc1O3gTL7cIs2RTlvukb7
HuAmPvDi726geAUJSMGxh1Nz7M8EGBQkbtVGd3Kn9KfT1DU/175KaaBJ3T+zdgzbR5IdlMVEI0Dp
4i0e7iBqROo1TRbeSQ6Rgk9dmGP+O5YTSxcp6QKfnj4vOzMTdhzZ74LYivDveClhmXSzRvXLO0Hz
9K2E+8ieoKDy+Epq/Sf6wjIDISFcHTjDhjMDPZYZcu9Xd6qc6qAEoLVa8CaS4FFI/qEQxI6cwQjH
NytsI2aGnTjsrNbIWV47SntntUVxpTq+MYOAUn/b1sFFbQULX0nCA3dv5x0CLQcYGHyawjWwxojM
NJs6SeQGyp0cyqgvpZms5YWCr/CA3be7ZyKpj8LeROrx0qniejxSzKywLmrsNOWuJEZBdi01Rl57
rVOXs0i2DmmBYp0GJj/7JbB25J/Cv0wMeNjZpNDJeams6D7SKxXwY6J/Ji80mPVtZAIA9ZMZiWzW
wg2V5P7po7njbYAmFIoFwXIN/6wMQmnYtdoaalzldf4dl6mx9CE6u8Sy6j6sA7KNotxt7jPIAz8F
2qR9TYXJ6Rcl7poDaz0uFibwzqYKVymOdPQa/h8Owk+k1kl7vVypKtjuRW8ETm7rfuWu8Yt1FfQm
vgz3EWT/2mdJiz1AcZ06OY8bPQ/xGcfKsgxBv19E8iSVTw+s0PjEiRQNnjOIarGSIbAYDU71IRAp
I11ZQVakfqg1R11KIK2+4vHOqWE2IZ2txXu0WGOJXq6DpDZnli5NRE5jKpQJrf6S92H7O1kY1SFG
hh0IqRgcAFJRY42TCnx4uHKTfBqV9aRXVnJeWtc+kaevE12K1rZSTNW3DTmCjW2V0CrZDe762CY6
4XnzOs+a81LzSKH1tLWnH9jP8dMhBoUhjCaAVSOytYeDMmv0xDo0Jqu+i9qVvp6k3/UIr6rGrn2A
rOxQzbM954cLio8aqmYoKuBPGHbYklgUe5PWXAVpLlONoklKWBHNuLTXXuG+TYsska9Mr5NtLQqq
6Tzlqf7gJFptkx8Y3ycd+sypp5RxMH/68OyuBK5fYaxjAIHpHtsl0yiFV6KaOPdhpS+l0HAI9yd1
c+WYcDfGQb56uruxPMbTS2yd3HyOGgbJ2FfpWFVBKoTirlweAbuXqRFTSGvpMs+K8qJRk/q11ky9
xdOdjoXXplNqd+HhB7eL53e4+KTLeeSY0WnaA1ktVU87I+RlkRCYTt5V8J6etXDMXBQuGb1P97xn
dZHR+LVxdAuw8mjbm95b63oluSt4ipqbrJymcy/w1UutasN5O/XOn+5uZ3XJIIJzFCnNawcHyWii
aEqy7wdBsOLiFLGtQqx116pVV0DRETc2fi0YenWtPmRnjp8iqEBYVeEpAFSw6xCeULWmompEuMoj
rg4pN+nctXJHp74v795zTyydEdoksxxVTHBXD3czy02lniZVuAJa4Xf2mpxWaRGpeD/A30sLiDvy
7JmaO/PDj0/qmQouCF1iJMNIkgwIlNfxSnfd5Dx3ptNLsoGdi94Hwvr0Fu5ZSroCgMtDA4nNOOeu
J6k7C+UsXnmR4i9iayKdtp6iJKQl4iA4MK+d4ynmRcURYWFSHGPMQ4IXMphIlB1bgV70Zn7YqucV
waizrquldzE15/5MfxDVTFEyAeaOK+bIJaimYOKnKz/QXRghsnRdXshKq1+6eZJKdpZp6gHo5M7d
F1PkNghxAz50vHWhR0xeCs14ZQRB+94J1tkiTwPDzqsQwI1cKOXVWtNFaeSsOaQ07dlLnhd4kDg7
wvAT3z/S0Dodg8El1XPlVW1KOhPh/vNi3QQ+ke7YePf0wdmzl3SGWYIcR5cfp2okierHkVqkqz4J
1UVKxfoFkML2rIaVcdaQendA1uztj5eT0KnAko0XNlaUysviNl1VeWCc45AIqRaYx+94uJLzgmf+
QDhgdzFhV5rg1wUfLYoPjRZz3cam28STcNWbjfxh7VbrOQ7m7h2O/EPY8V2VEyWK3CYM5w3vmTyS
o5MMfCfKUrRyp+uMIjy9EsG5MDV+twoleE+VeHLGAnkNcqpW3xrkHJ4Wdb8+EELcXWAGQYCA1wMe
Ejxbw9ODV7KTgy7lcpp9cKaHaQDdRKLem20WnhdW+ly0Dj1Rows4LE4DXE1jfza8xnVWSn2yKjpt
WVTr8txVebiy3pz7mEqnTx/X3e0EGkYkFrekKFc+pq0iRagKVUeqVmqoOW98uYe4JrD8C02tV8/v
CSQhagfBfcLbI13PtyiTWUp5vXIaJbvqFctbNLXrn1JgPj97uitxLh5ZScC6oLQEHQuEYQIN2Lgc
T9cXUHVIsfLdTVKNfOFCWRSTaUMlcgmaF7cwLuKp7s69xg8+y1NQf093P9a1H/oX4DIknoqqLY7U
I4HTANlsSq+cfCf1QdMW5XStfCm1sjpL3EafF10mX8mucyM7yvQcBDcgHKPvTzWz6N/KZXxI/I1E
rxgN3hJiQFj76AdjA5XQLZDpSal8V6TanENrQAqGkTjqhxB28LPC0SA+iAtnYgdhXh9QEsSLPNoJ
uMO4wkTGERdjz6nRUmpGcRP1u9cScHKrtP+iBKZ0wCE0VusfpigmiD5C+u8YyheXODGTZKJ+L8H8
XEDOotpJYUEao+S5dyp3OvXaA3j9IITpr4NCeqNCQHrhm+VFlDbZR/DT+aGCLePAOGPauPp577BX
Ud5HgnLaVq0lxZr63VDSZZHGzrkHwv2UN/KmMoNpbk8g/e/nllP7H9adT5qIXwHE6lFqnj6Ooyv+
MBBeCPIj8ERiPw9PY7ZOYCJUIu07MEd/UViBceF7MKJKtSYtnu5qLLFFX4C+mC0OCrIkxq7dqrF8
Uf7Lc21JncKigUZ3WTel+w3mneKiL3p/rhepM4+hwp+3koNDG9TP7dOjGKnfYhAwumGIqxqQEf4f
TnjiTtNGB7Hj2lpQWK+rqfU+yxtIfdaTav0xyDWyjAuqxx0463tOIYRnrDBKBuoGGRTDfjuH8qeh
BnGI3ar+G0glnOi6IhUGKhKp+15E7XRBxTV32apJQj4DNEQXeis1swpe1vXMr+XsdVMQbDug7e0R
R4xHcCJiYZM4PoY5W6HuGVaUQ/sKJlW+dtvKu4DDbGpXodnOvMRpX7cQnEAfEhmncPJQmcUstMuu
T5SFSrj6y9Pbs3se4dgkL4tXHVIMFmy4TKVi1UYpp4Frh7oGUIbyk2/ZFNLNtfRQNsuO/BGcrUBy
RF+46MaFSbMkbSSpMGuX2BBcL6DLYRyqs9jNDmz+zpmjIxKCOHOkfHHdxfePRL7ZrNsur+XWhXU3
7sOFRY0AZR6VEI69T5DOhg36r3RfVwpsIQfE3wYwPJCydI7OKbycxFQQtMPOnbXhNVmvcvAcUq26
0x6Pp3LpRZn7zo9VSNOiqVnK4NgBRs47aS1brycONGpkTPXpbB24RmKvk7QrbSVsYizWdoJeFdiQ
OPjauzSGA24GLUSp2aB6DQr5wkjiL/WgSqX3Rp55yWs9kGoZUgAK+9mqIXfo8JMWYqfMdshj9duZ
prrTW1iVkq9e7MEcafRmrlYLp8+najrHYdWT25TDLPL16cO2Z1/gCiZoR9YO9Ohj4Yf3e61GrTpx
bYP34CIpnPha1dbxzPOy5BtGa/u1mE7zQ1kMO28umg6ZJAIEgSsAk2e4I7UOKY5WxIpre6Q7FRfN
Ou3yWVPDGngZZbUZvSavq7mEfS6LF2sCNoce/ZHWSthC37AjiygiebRjlJBBShqpSI3qwZqlWJ0N
SLfE507egTxLraS6NTRXPyD9dyZNn9Bwwi+Clidc1MNJg2qH9KeG+8nW9PQ+pezc2wQudYLMjfVa
aVvtTCcT4dRoe+PADdgzWywECmvz9IvUkZHkxZQLdSuE99Hucv/cLN11eO4qSu9+KH210K5SNPb4
gF2wc7KI5+M4E2SlJIWRIDOc7cTVqqDCqRmAFtY0u4Q1sZxNcn0S23HjZjMpk6zrHLCNc0DUbHyB
g+uO9QVeU2QhgnohPXnYM8ROqRWrKukwpVyXyesW07fIZ1mlTqLfS3gJQENr1aQ8n1K90C9n5hSo
0VVr+El1bSYNqsAp1j98HDkclW+rqpc8e5IrQOZjKa6y+dQqtTMPxZqcw6yA6xqDAHI6m7Rj17z3
wsio5hqqvHxhqhjWEEMRX3QurZLbrNhSYk58antJRb/Q4lj23xghDqE5XNp5No8AZD6Tfhz1EplH
xXosNDg5CToM1yNE15ex0ZTfG6ua68pnK/LsuPu4EST/ftf+NxyO7x7Wt/jrf/DzXZpxTCDAGf34
17fZKvlY5qtVeb3M/kP80z/+dPgP/3rt3+VpkX4vx381+Ee0/6P/+bJcDn5YJMR/u/fVKu8+rIoq
Kp/+9mGkTEQ09C71k/JTutPET/3RZiL/tKGT1WZcn7ps9Z9/uYOapRTjc/00+cuPry7u//Mv4v79
+05Dm8k81UC0ZM7VPS1rxivUJwJqYi+jNHF//F55RfACvCvh7R+fx5v41Nx3RrNnfZ7+m6dG/rAq
YuoCZnPU1A3llQhxiSNN/JcPUvTRCkCw/AqsLaFUYer8+J4OH52jf7b9T09ve8oe7sP+pfy5JQDJ
d+QaqNYrYGe4z0SGlvhgsgzWwHoFvpDMKVB/m89Dh7/QGgi331HHQJ+8EuhQHhbeU/EZXoSJ/Iog
LCxsqLabD96UX+sUiPzuo1ZAM1/peEZN4jWD3Z9or3DE4UMCmvhrTh2f5ZFz161XlAYnIoizbPPh
iX90AVgCbj8UC0BSHj6/2u4LYMJRuy+JE775jAWgrr56kHxcjc3noatf6PIL99NRk9eVVwRl0Ggw
krdTfLT9kvkKD4NGpO/HCgh2iF/r9uNuOHYN1FfgZYEdk3Kw+QyvgMQzieca2+qHFBDH5Fdbg2N1
gekrMgUELOLHGzB6BCTDeCW+w7n6jzX6tdZAeEWPugqSqr0SBiUJGnsfQsnge4COGJw/LgO6wq+1
Bse/BvIrzjm+na3aO3wQtVcb7hQA5g/CQmhLv9gKCCjUUccAgwAfELJARI/FZ6gRTl8hKTkloB8e
PqzQr7UEglDkqBXQ9Vd4sHD0PdL7H70JU24JdvAmPPlrzRyfzJFTV3gKALRAkoKr+NGc0RF4Bdh3
8d+vtuGiDuNRG26g5+CwxLP0417zwD2avCLOAyYCHt+Hzy+nA4DzPXIJNBU9F6ieyC3dfJjjoyWY
KK8ehP5W8P1ySwBE99glQA0WQo9A9sNnpAaxQiJ8T9Dtlz0GAjFx1E3AHSC4VgX2d7D/Qg/mC17F
rf7zy4l90K1HTh5bgFxYYqYCvSQ+QzEwsV6BhhM8gw/fPscU+AmT6Q+X4czzo/uNR9FfFY/ckgf/
YOt12m3gkcOQ1D+ytQd/KlyMD43/w+X414HHcePzevSlcN0++nHwt8XOH/+Y/GZYP/p6/KvBVAcD
236z/eW5v8qX+Z3Xbb7ofszqzTLGjzlbJsv75WPXqPAP/mOQOz7UP+7JU62e4YFOoqVA8D80JRyP
4pYd2/D1qvXv0m07otXN431ssx+X+KNP3rFO+eqEYZ9c++tqhSB/3BOsG9sf93qXf2plPgMtXd2f
fCyX5arYNifmsfFJHjuPGQ3ky+jkt3iV+3eDbd1AtbYd7hk/g/mpCcyWuX97u1oOlkYAJvF3EUP8
pzN4aH/fAf7DNbx7AYcu3+d//+j0mdj72wvx+Eo9cSV3buQTf/svur6/RS47PdhovJr/dBN+co9/
S1wqnG/b2dzd7Q97Ts5PNmqnZdEgbbYtbS7vC8gae0XJtMeNKiggx66AXVEV4d7fNiTGKur4Htvs
zFsORKKAGB7b5odVVt1G/t1J+v2k9FYnECW4AwkpqCmP7WS+itO7nOjX3cnh/l7gBM54nHI4abcj
FxugvcBhmcGdQtjzcbMCi3Ls8vwhd78LsZv8sUbblsXwBbzu6H6W2erkyyq/X23b2rSMUnlsy/PA
v02rcnDiRY2ZY9tdUMO23DYjBmu8wGAX62pZpsi96OQM2ORqIFNEOv/Ro859guiDZkU1oaObLT3I
1IbiWuB9jm33E9f+bBnfDlsWhB/Htny2vB1eQlE85uhGvdEzINJJjm505yCglBzf7Ozv/7tcndz/
20Wd+iKF7WGY4iBTb237459/FC9XSTc4ZhORinXsWlz5t2OtgIrTL9DuqkhLb/C4kJ3zAu36t6NV
EKTex67CNYaNuyzulvm2rc22vcQzcr3sKFM2PA76C1zk62W0bPzBcAVq6/iViEaNvsAtvuYhvRvZ
YiJh8vjBVkhfvxo80njRXqrlJfVQt21tDsRLPHPXaS/kL0bjsOkXOMZvfFT8Qasv8WRsWh0thHBe
H7t7D++xZPtFsay2zW2WWTjAj239w9//ViUjKBcQlBdoGMtk6AYhC/f4Zj+uujtvFUUjU19wdBy7
FB/R1ryT3zYK57Y1sc543Lc//vln6eMqWbnLaNvQpl2BED560MLDsjy5WpGMtm3tofEXEJ4f03gZ
DY802X/bbo5YjOp+6O3A0Xt8q58ohLttZbMEApBy9Pr+/X+mJ5/S+O9/23ix3uV//1/JnZ8N11qA
84/t6BPXsBittUjsPLrdZdKPBTQx1eMb/gxN+eiCi6ybY8eLnyD0k+XJKflR29Y2uykKQh3bOB5a
f6TTQyB4fLsL/DAlNWS3LW0G/BIP7LcdGwS6iG0vf/4CfvPj2+VtMzzFgg3o2AV+kKEfd+63qEN/
bNu2n598QpkbCNFNauOxLf92260GeyeqspK9SOYqLD4QM8uH7al/nR+WqilAbo71xD4evzhYxGEe
/2ohMODbMNCgr+03218+FcWwl15OYGB7FsQ1EdHSY/dv1mX5ULt9CbX5bNkvCSvkfrYd4Wa8Ihh3
7IAv8uH7By/eCzRa5MvV4HKQ/vkCzebL9baVzQIIbNOxC/A6zUcqwETw0Rzb7GXVLP1y285mtCL1
+dhmr1a3y2TotQF+d3y7b+PRMXgJEfyebJChdSMghMcuwcdlde+f/JYvx8+nyCw9unFSbwYWJKy3
x7f6IzAoxnyyiH187SOjQSTrHjv031dFeWIvk3DblDh04Fe2P/75N/pmFa8GkhKO3ONbfZOecOj+
rTgZx5LJ1D++9TOCXMnJx+r23i8QnHeDq0g28kuIZRTl25OLQoy/2I74QTDzDMJLtP3dn1/5326r
k+uqGJxIgcah9RdYo//+YfFx8eHLYv4/TsThWeUs2Pj8kwQApRylngU9mCAHOexi2/dYP/GEv2Ac
GKwSdaC3z/9TkWB0iIQLdyAKnN4RCz/wN78C0GPXUyAi4iOJ8mPKPxnR/S1Bdt8RExyevQ2f61BS
PbPdsWW5xyn+vBYXVZ4OrWA4BnaDr89r9E2aCw/MHqjFBit03NJWSKQdbwZsOzvv+PPG/MNrtDtm
gdDf0T2e1/ZbcROGLyOliUl2pi4zCECYJ6Da3nncn9fHO9QFNx33Ql4tKfSUtIeL2IRBT6Dwhgew
+kcaKGL4p4AunJnl6CBS+ge+J2iZoTcFO2pAEPECHdlLSBbu9kCCKEEzQZ5S7Ij5kUhNabwX6O6a
IE6WlvgWBtcWIa6Tqq2A1oWGRVRkeOpt+tlFvF5S1mt1ux22ePkEl6/4j8RBcoSobSEAgUfv1h+w
pJM3K1AQ+c6DC6MHVC6sIqyHcCxS1kI92O2/7pX6A1D1Mw/Vo8O98xA9nsL/NUP5t7y6HRymp3b0
J68fj4vvVsuNH9Ne5rc4abb7tVFatz8coThBwU39oUGzop7VPz2LPzlyMdrl/RBkIoDmx7Yrovy4
JJbxcqBJvoTxMVt26Nn79FSR2nrswGej0/ESIc15GuPBHGoeL+Fr3La7H8MjuASPXQ2wsWPI7UuY
AWfV8h7EajVUc3bf9OofL+FPnudznBQDf+OGNOvYZXjNOR7tH2Qhxy/v9TIXvu1xJPYlUF7XaVIW
IoA1MBRhpDp+1O+g0SjTkw8jcDPctce3/QBuvvTLsthI0zer2h9KEPkFLvlDL1fV3VCtgBzz+Bl8
ytnR++X9Zvif0ltUwG2jm7dAeYEd+EQk52F9ZpzLtNgnDClEsu33zz87Dwv1xU/uuEKbGQnU5oNU
wOAc7sxL4GBsAacovJMvfu76e4U89vvx8/r88ckeXuAg22kCa/9qO9TN1otqfseKohma/t1yeKTM
p7TDnxScH5dDrYjKGccP9qPIVFhgHhLCG0YRlJfAbzycTlSY0vv736JV3G1HLFab+hjbH484/2IC
10t6GDoMRXrsi8mhh1fg5L+cErq4W/3X7ajFJKhMdjiR47HavEATFcGk/zf+qYc8jf8v1H57Ffn9
8Dq+wAGfpZxt8RIOFPMXiXtHJx+XUY1unj8+EC8hQtC+yhXwk8GYRV2jY2XTeZrcC0fEtiVxgvHu
bn/889fwDQucL7Gwtk1tWhb0t8cO+R3o3njY7GFP9L/uwj14Ao+9cL9iahBhwKEy9gLH5reE25MP
dvcFFLzfhLtzOFbBznTsSURAQUkcbxsSJ/wlwsF2WrCwG9XtfJX3KzetwQANenkBhZTBL0c4gZdQ
P20qV5PCNxiuIJ09dq3nqyRe5oPA4ktEAC9ylmGYRyrIi44d7aIox15kokJHNzvrV3fecG1fQik7
9XeSaf8Pd1ezm8gRhF+FYyIlciDGXi6RvNj4B/A6BjtSbm2Yhd6ZZdDA4MWnXPIQeZfc9k3yJPlq
hrametqA3SXb4rKyrVV3T3V3df189RWRN/gKoaWSOHD5OWtDv1sav7nlZRZJV484F32XfKrvkBax
IAMNgZ07hQM+mQXM3N38akHrg4hyHYboNEgQWePDSsgBBdYDZnpJoKCbSQyvgqkGgMn8d+0snUDn
MCGAK8l/3PNBSTmAZUJg3LmK+GolohgXQWIdMNAF+S/2AoFb1KNwZwrcxv4jd9R8YZ0GCcxsR8/H
qW2aVMvZ2PTZkcpeFC9UaC9ZQMYdDb0OfxUACAsPKIHz7aTfgq+ovkxGZs8yW1wi9N6NI9BY8xtN
rNe+ehihUGXX/ggoCtQ/zfliJWL6T2QE0RXdXxAAAdwrrisknmawPVtWT8bT4rttV4AspFZhB/p5
+YvhGrUXlrMBCkz/celGo76fnQmQigsMnGlNxJV52E/C6+hNLdBwxrHku3W9hYruVDI0n545M9Qm
0Hvg+2DIH4+MHdZ/WD1/yPPwZo35kgVO201IuGxm/mTdmnzXvMJgtvVkNIy521jGSqXPfp5uiT8B
564J3nQmk7VQhC3tbUpOUdVWwg+0hFfTCxIbRytRDQ9UZECkFV0LVozGDDKKGeisrhoEQ9vTA22t
hD3XBn3+gkkbBIdoVihg2H7/m9S/yzUD4zh4xRsgG0Xv6F/QyGXzdG8XWoOmbmwFtSzcpRKC5R1G
1j6PwGAAzDA/uAKK7Qga807pL3xgAVP+KAE8mz+jAgEEIMlHEWAHszFTZwKC6C4VhZPYsBILHqf2
pgk442gBOuEVWdRcyfcxAgXOXTzkeybhfvUSXemgBIDZVBLPG7DUPAoq4Rsh/zGqtOmf3tG1EWrm
HknUZ58jmo2UOxcy+tCZiV6eXsHI9qgC1+JCTblqqEqgv9rLZISOk9bNQEWhvxhyjHQ7tsh0qtQx
yPeC5Fhmx9gCV7qNarpwXBaJwL3uKAsaKEEsBjtHxaUrUheQMuxKkMFZZ1kiGwtff6gXHO+SNev1
PRcYWC3tOy0BLbgMppwTAS2N/Y/xFdKwiGO6jL3qB5Hxw5Kpgi5UAgsH4aqeTkuYpbV47i29GaBc
RmoKtWGWmfmOEujc/lhpO7ZSoyZOvseur9DDrSRplGZLDK3BT2LGyUQhYWEQ5I3MQlvN1SQ00s3D
XeAQh0RQ81YHc0AMmDwkVN0nJKHjReV8DvLHaWWvcgKOuXierm5mcTqiuBc4MqsJ2+lEzcbgC9ir
mB+1a9LDfYloaG8KAGu0dOkblJtI2D5dPRzCtT9Rs3lRaHnl/9P3bLalblhJrTfWIcpYJpDa4495
oWVxUhSjoZpFwCXPXhWFDUp09N9f/8xCtVRAbS5BMoYVnIEnD3hml1BRtHXwqwRLWl+Du/LnToAk
RPELD6njO3Wb8FVgIP0JVWiO+2zvWKt4CX9JV34HFyrHRxLTeU0CI3kch8MYAuyrEG6k5rghtA9C
5dPGzXu7AAfKs3YywOEs7Kxvhp293U4QbHInt4KQUXYhqEQCBJ7Z5zgKHe8M+nrVQObdODhAOJOa
2G3m/Hy7fc/rVncQvZeMSJ/zgIrE44yu7drK6kuE2z8m6oFzHUnwmTXhYrDHTuIdbcZRbHPlSpiP
JwOUYHFoMTUW8n2WW6gXG4yJ6NhizZVIX7dUFD6Zatj48G4Bf0oRyGWRxqqIewgrDB4AOxpVCdQa
OePARC/NtmWRxg918+vL44FXQZKaUfJBBfyHmyS1F4uGTGaaly/2FonEB/S/YBuH0ulNI7/dM+Ai
GtjBRyHnbQAFi/oas82RQL19BFTRrrIWCBP1SN3GzroziQhzM6ZivR/aAYpRJqMfXR6YRBFdFsgm
9htUFpEids0jAaxqxrGxyeAP528H6Yu6QBippb/o4pgS0csWwCPEVWVa2mQJfWotX0qrrO0Os6Xr
v3oLgY5alscXQAWtxs8yC7TZlIR/ZLmhrBkncZJ4GFA5xCJZZYaU9NlAk7MAQKHVCc2+oTs4BmAv
Mn9jJwv1L+ZQvPzFaGt0BQK8xYyUPXESRLPNcYL4JCgPHI5KVaJu4TK4rzRV5ECJSEBnLrXFCC4B
nLlVE5SbcXNCorT0UiHwyXZQ4s6SgP8MkJPhVRxAsZipXn7srvR8gJJg5+MCfh6BCdQUHCT0CeVG
I9WGQKLxCoLhMm8IXEc8UrOxitxJJYmyxLxM+CyIwGXxU+Vohlr2GXjZM2WDan3KKFQQGG2mkzGz
U0Cb5L8p/TiEbcqkhuaCEuMi6WSGIQ1Wk0hT91MgN63FCpzMP7C9OicsaKVzZBDYwiUoVkpGZm1z
KHazR9iknCGRXZhLW1x3HbXZh4fgaUKXZFS57tclsNQrVGcva7mHzn6TOKl8SpECgb3oNOPQ0XYf
rSz30a/6Q4N6l75nx8fBfebr+BTdONLN6yrfX6co3kW89rpfmR9sikc99hg1C1hf/hWDdIPdTYmc
/nU6swAONYkMUP/7v6CzXwbFKwlaPfPrU+908bycvCpZgoshz2xLtler47sGQ1rCmxa/5n2cfhc1
3w5+pYMXcPe+0kVD+M6+sngBzHXm/ZTpfwwiOJm//Q8AAP//</cx:binary>
              </cx:geoCache>
            </cx:geography>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 id="18">
  <a:schemeClr val="accent5"/>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97">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solidFill>
        <a:schemeClr val="dk1"/>
      </a:solidFill>
    </cs:spPr>
    <cs:defRPr sz="1000"/>
  </cs:chartArea>
  <cs:dataLabel>
    <cs:lnRef idx="0"/>
    <cs:fillRef idx="0"/>
    <cs:effectRef idx="0"/>
    <cs:fontRef idx="minor">
      <a:schemeClr val="lt1">
        <a:lumMod val="9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solidFill>
        <a:schemeClr val="phClr"/>
      </a:solidFill>
      <a:ln w="3175">
        <a:solidFill>
          <a:schemeClr val="dk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30000"/>
          </a:schemeClr>
        </a:solidFill>
        <a:round/>
      </a:ln>
    </cs:spPr>
  </cs:gridlineMajor>
  <cs:gridlineMinor>
    <cs:lnRef idx="0"/>
    <cs:fillRef idx="0"/>
    <cs:effectRef idx="0"/>
    <cs:fontRef idx="minor">
      <a:schemeClr val="lt1"/>
    </cs:fontRef>
    <cs:spPr>
      <a:ln>
        <a:solidFill>
          <a:schemeClr val="lt1">
            <a:lumMod val="95000"/>
            <a:alpha val="3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400"/>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dk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1/27/2026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1/27/2026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1/27/2026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1/27/2026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1/27/2026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1/27/2026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1/27/2026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1/27/2026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1/27/2026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1/27/2026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chart" Target="../charts/chart1.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hart" Target="../charts/chart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hart" Target="../charts/chart1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000" dirty="0">
                <a:solidFill>
                  <a:schemeClr val="tx1"/>
                </a:solidFill>
              </a:rPr>
              <a:t>SALES </a:t>
            </a:r>
            <a:br>
              <a:rPr lang="en-US" sz="4000" dirty="0">
                <a:solidFill>
                  <a:schemeClr val="tx1"/>
                </a:solidFill>
              </a:rPr>
            </a:br>
            <a:r>
              <a:rPr lang="en-US" sz="4000" dirty="0">
                <a:solidFill>
                  <a:schemeClr val="tx1"/>
                </a:solidFill>
              </a:rPr>
              <a:t>ANALYTICS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Autofit/>
          </a:bodyPr>
          <a:lstStyle/>
          <a:p>
            <a:pPr>
              <a:lnSpc>
                <a:spcPct val="100000"/>
              </a:lnSpc>
            </a:pPr>
            <a:r>
              <a:rPr lang="en-US" dirty="0"/>
              <a:t>RAJ KUMAR SHARMA</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38B0D38-4497-8DC0-31BC-6404CA2D2538}"/>
              </a:ext>
            </a:extLst>
          </p:cNvPr>
          <p:cNvSpPr/>
          <p:nvPr/>
        </p:nvSpPr>
        <p:spPr>
          <a:xfrm>
            <a:off x="270385" y="757082"/>
            <a:ext cx="1907458" cy="855406"/>
          </a:xfrm>
          <a:prstGeom prst="roundRect">
            <a:avLst/>
          </a:prstGeom>
          <a:solidFill>
            <a:schemeClr val="accent6">
              <a:lumMod val="40000"/>
              <a:lumOff val="6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Arial" panose="020B0604020202020204" pitchFamily="34" charset="0"/>
                <a:cs typeface="Arial" panose="020B0604020202020204" pitchFamily="34" charset="0"/>
              </a:rPr>
              <a:t>Customer analysis</a:t>
            </a:r>
          </a:p>
        </p:txBody>
      </p:sp>
      <p:sp>
        <p:nvSpPr>
          <p:cNvPr id="9" name="Rectangle: Rounded Corners 8">
            <a:extLst>
              <a:ext uri="{FF2B5EF4-FFF2-40B4-BE49-F238E27FC236}">
                <a16:creationId xmlns:a16="http://schemas.microsoft.com/office/drawing/2014/main" id="{622C2215-ED6C-FDD1-166D-B334647C5CB4}"/>
              </a:ext>
            </a:extLst>
          </p:cNvPr>
          <p:cNvSpPr/>
          <p:nvPr/>
        </p:nvSpPr>
        <p:spPr>
          <a:xfrm>
            <a:off x="270385" y="2986548"/>
            <a:ext cx="1907458" cy="855406"/>
          </a:xfrm>
          <a:prstGeom prst="roundRect">
            <a:avLst/>
          </a:prstGeom>
          <a:solidFill>
            <a:schemeClr val="accent6">
              <a:lumMod val="40000"/>
              <a:lumOff val="6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Arial" panose="020B0604020202020204" pitchFamily="34" charset="0"/>
                <a:cs typeface="Arial" panose="020B0604020202020204" pitchFamily="34" charset="0"/>
              </a:rPr>
              <a:t>Employee</a:t>
            </a:r>
          </a:p>
          <a:p>
            <a:pPr algn="ctr"/>
            <a:r>
              <a:rPr lang="en-IN" dirty="0">
                <a:solidFill>
                  <a:schemeClr val="tx1"/>
                </a:solidFill>
                <a:latin typeface="Arial" panose="020B0604020202020204" pitchFamily="34" charset="0"/>
                <a:cs typeface="Arial" panose="020B0604020202020204" pitchFamily="34" charset="0"/>
              </a:rPr>
              <a:t>analysis</a:t>
            </a:r>
          </a:p>
        </p:txBody>
      </p:sp>
      <p:sp>
        <p:nvSpPr>
          <p:cNvPr id="10" name="Rectangle: Rounded Corners 9">
            <a:extLst>
              <a:ext uri="{FF2B5EF4-FFF2-40B4-BE49-F238E27FC236}">
                <a16:creationId xmlns:a16="http://schemas.microsoft.com/office/drawing/2014/main" id="{B106E517-E594-EEF0-230D-26F071F2130A}"/>
              </a:ext>
            </a:extLst>
          </p:cNvPr>
          <p:cNvSpPr/>
          <p:nvPr/>
        </p:nvSpPr>
        <p:spPr>
          <a:xfrm>
            <a:off x="270385" y="1871815"/>
            <a:ext cx="1907458" cy="855406"/>
          </a:xfrm>
          <a:prstGeom prst="roundRect">
            <a:avLst/>
          </a:prstGeom>
          <a:solidFill>
            <a:schemeClr val="accent6">
              <a:lumMod val="40000"/>
              <a:lumOff val="6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Arial" panose="020B0604020202020204" pitchFamily="34" charset="0"/>
                <a:cs typeface="Arial" panose="020B0604020202020204" pitchFamily="34" charset="0"/>
              </a:rPr>
              <a:t>Sales</a:t>
            </a:r>
          </a:p>
          <a:p>
            <a:pPr algn="ctr"/>
            <a:r>
              <a:rPr lang="en-IN" dirty="0">
                <a:solidFill>
                  <a:schemeClr val="tx1"/>
                </a:solidFill>
                <a:latin typeface="Arial" panose="020B0604020202020204" pitchFamily="34" charset="0"/>
                <a:cs typeface="Arial" panose="020B0604020202020204" pitchFamily="34" charset="0"/>
              </a:rPr>
              <a:t>analysis</a:t>
            </a:r>
          </a:p>
        </p:txBody>
      </p:sp>
      <p:sp>
        <p:nvSpPr>
          <p:cNvPr id="11" name="Rectangle: Rounded Corners 10">
            <a:extLst>
              <a:ext uri="{FF2B5EF4-FFF2-40B4-BE49-F238E27FC236}">
                <a16:creationId xmlns:a16="http://schemas.microsoft.com/office/drawing/2014/main" id="{742F95A8-6599-93A1-9BC0-3C27F2DB3F07}"/>
              </a:ext>
            </a:extLst>
          </p:cNvPr>
          <p:cNvSpPr/>
          <p:nvPr/>
        </p:nvSpPr>
        <p:spPr>
          <a:xfrm>
            <a:off x="285134" y="4101280"/>
            <a:ext cx="1907458" cy="855406"/>
          </a:xfrm>
          <a:prstGeom prst="roundRect">
            <a:avLst/>
          </a:prstGeom>
          <a:solidFill>
            <a:schemeClr val="accent6">
              <a:lumMod val="40000"/>
              <a:lumOff val="6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Arial" panose="020B0604020202020204" pitchFamily="34" charset="0"/>
                <a:cs typeface="Arial" panose="020B0604020202020204" pitchFamily="34" charset="0"/>
              </a:rPr>
              <a:t> Product</a:t>
            </a:r>
          </a:p>
          <a:p>
            <a:pPr algn="ctr"/>
            <a:r>
              <a:rPr lang="en-IN" dirty="0">
                <a:solidFill>
                  <a:schemeClr val="tx1"/>
                </a:solidFill>
                <a:latin typeface="Arial" panose="020B0604020202020204" pitchFamily="34" charset="0"/>
                <a:cs typeface="Arial" panose="020B0604020202020204" pitchFamily="34" charset="0"/>
              </a:rPr>
              <a:t>analysis</a:t>
            </a:r>
          </a:p>
        </p:txBody>
      </p:sp>
      <p:sp>
        <p:nvSpPr>
          <p:cNvPr id="12" name="Rectangle: Rounded Corners 11">
            <a:extLst>
              <a:ext uri="{FF2B5EF4-FFF2-40B4-BE49-F238E27FC236}">
                <a16:creationId xmlns:a16="http://schemas.microsoft.com/office/drawing/2014/main" id="{BBD3F65B-EA57-69CD-67A0-0958B37AFB52}"/>
              </a:ext>
            </a:extLst>
          </p:cNvPr>
          <p:cNvSpPr/>
          <p:nvPr/>
        </p:nvSpPr>
        <p:spPr>
          <a:xfrm>
            <a:off x="285134" y="5245512"/>
            <a:ext cx="1907458" cy="855406"/>
          </a:xfrm>
          <a:prstGeom prst="roundRect">
            <a:avLst/>
          </a:prstGeom>
          <a:solidFill>
            <a:schemeClr val="accent6">
              <a:lumMod val="40000"/>
              <a:lumOff val="6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Arial" panose="020B0604020202020204" pitchFamily="34" charset="0"/>
                <a:cs typeface="Arial" panose="020B0604020202020204" pitchFamily="34" charset="0"/>
              </a:rPr>
              <a:t>Supplier </a:t>
            </a:r>
          </a:p>
          <a:p>
            <a:pPr algn="ctr"/>
            <a:r>
              <a:rPr lang="en-IN" dirty="0">
                <a:solidFill>
                  <a:schemeClr val="tx1"/>
                </a:solidFill>
                <a:latin typeface="Arial" panose="020B0604020202020204" pitchFamily="34" charset="0"/>
                <a:cs typeface="Arial" panose="020B0604020202020204" pitchFamily="34" charset="0"/>
              </a:rPr>
              <a:t>analysis</a:t>
            </a:r>
          </a:p>
        </p:txBody>
      </p:sp>
      <p:sp>
        <p:nvSpPr>
          <p:cNvPr id="13" name="Rectangle 12">
            <a:extLst>
              <a:ext uri="{FF2B5EF4-FFF2-40B4-BE49-F238E27FC236}">
                <a16:creationId xmlns:a16="http://schemas.microsoft.com/office/drawing/2014/main" id="{EF864967-A956-6332-4074-8CCFF866022A}"/>
              </a:ext>
            </a:extLst>
          </p:cNvPr>
          <p:cNvSpPr/>
          <p:nvPr/>
        </p:nvSpPr>
        <p:spPr>
          <a:xfrm>
            <a:off x="2271252" y="108155"/>
            <a:ext cx="9920747" cy="6213987"/>
          </a:xfrm>
          <a:prstGeom prst="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buNone/>
            </a:pPr>
            <a:r>
              <a:rPr lang="en-US" sz="1400" b="1" dirty="0">
                <a:solidFill>
                  <a:schemeClr val="accent6">
                    <a:lumMod val="50000"/>
                  </a:schemeClr>
                </a:solidFill>
                <a:latin typeface="Arial" panose="020B0604020202020204" pitchFamily="34" charset="0"/>
                <a:cs typeface="Arial" panose="020B0604020202020204" pitchFamily="34" charset="0"/>
              </a:rPr>
              <a:t>Northwind Traders</a:t>
            </a:r>
          </a:p>
          <a:p>
            <a:pPr>
              <a:buNone/>
            </a:pPr>
            <a:endParaRPr lang="en-US" sz="1400" dirty="0">
              <a:solidFill>
                <a:schemeClr val="accent6">
                  <a:lumMod val="50000"/>
                </a:schemeClr>
              </a:solidFill>
              <a:latin typeface="Arial" panose="020B0604020202020204" pitchFamily="34" charset="0"/>
              <a:cs typeface="Arial" panose="020B0604020202020204" pitchFamily="34" charset="0"/>
            </a:endParaRPr>
          </a:p>
          <a:p>
            <a:pPr>
              <a:buNone/>
            </a:pPr>
            <a:r>
              <a:rPr lang="en-US" sz="1400" b="1" dirty="0">
                <a:solidFill>
                  <a:schemeClr val="accent6">
                    <a:lumMod val="50000"/>
                  </a:schemeClr>
                </a:solidFill>
                <a:latin typeface="Arial" panose="020B0604020202020204" pitchFamily="34" charset="0"/>
                <a:cs typeface="Arial" panose="020B0604020202020204" pitchFamily="34" charset="0"/>
              </a:rPr>
              <a:t>Valuable Insights: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Power BI dashboard using the Northwind Traders dataset delivers critical insights into the company's operations. It showcases data-driven analytics on customer behavior, sales patterns, inventory movement, and employee performance. Stakeholders gain a comprehensive understanding of business health, key drivers, and growth opportunities.</a:t>
            </a:r>
          </a:p>
          <a:p>
            <a:pPr>
              <a:buNone/>
            </a:pPr>
            <a:endParaRPr lang="en-US" sz="1400" dirty="0">
              <a:solidFill>
                <a:schemeClr val="accent6">
                  <a:lumMod val="50000"/>
                </a:schemeClr>
              </a:solidFill>
              <a:latin typeface="Arial" panose="020B0604020202020204" pitchFamily="34" charset="0"/>
              <a:cs typeface="Arial" panose="020B0604020202020204" pitchFamily="34" charset="0"/>
            </a:endParaRPr>
          </a:p>
          <a:p>
            <a:pPr>
              <a:buNone/>
            </a:pPr>
            <a:r>
              <a:rPr lang="en-US" sz="1400" b="1" dirty="0">
                <a:solidFill>
                  <a:schemeClr val="accent6">
                    <a:lumMod val="50000"/>
                  </a:schemeClr>
                </a:solidFill>
                <a:latin typeface="Arial" panose="020B0604020202020204" pitchFamily="34" charset="0"/>
                <a:cs typeface="Arial" panose="020B0604020202020204" pitchFamily="34" charset="0"/>
              </a:rPr>
              <a:t>Improvement Focus: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By analyzing customer segments, sales data, and product trends, the dashboard highlights areas requiring attention. It identifies low-performing regions, understocked inventory, and top-performing employees, helping management optimize supply chain operations, customer service, and workforce deployment.</a:t>
            </a:r>
          </a:p>
          <a:p>
            <a:pPr>
              <a:buNone/>
            </a:pPr>
            <a:endParaRPr lang="en-US" sz="1400" dirty="0">
              <a:solidFill>
                <a:schemeClr val="accent6">
                  <a:lumMod val="50000"/>
                </a:schemeClr>
              </a:solidFill>
              <a:latin typeface="Arial" panose="020B0604020202020204" pitchFamily="34" charset="0"/>
              <a:cs typeface="Arial" panose="020B0604020202020204" pitchFamily="34" charset="0"/>
            </a:endParaRPr>
          </a:p>
          <a:p>
            <a:pPr>
              <a:buNone/>
            </a:pPr>
            <a:r>
              <a:rPr lang="en-US" sz="1400" b="1" dirty="0">
                <a:solidFill>
                  <a:schemeClr val="accent6">
                    <a:lumMod val="50000"/>
                  </a:schemeClr>
                </a:solidFill>
                <a:latin typeface="Arial" panose="020B0604020202020204" pitchFamily="34" charset="0"/>
                <a:cs typeface="Arial" panose="020B0604020202020204" pitchFamily="34" charset="0"/>
              </a:rPr>
              <a:t>Evaluation of Effectiveness: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dashboard enables performance assessment across various dimensions — including employee contribution to sales, customer order frequency, and product category performance. This insight supports informed decisions on training, inventory restocking, and customer engagement strategies.</a:t>
            </a:r>
          </a:p>
          <a:p>
            <a:pPr>
              <a:buNone/>
            </a:pPr>
            <a:endParaRPr lang="en-US" sz="1400" dirty="0">
              <a:solidFill>
                <a:schemeClr val="accent6">
                  <a:lumMod val="50000"/>
                </a:schemeClr>
              </a:solidFill>
              <a:latin typeface="Arial" panose="020B0604020202020204" pitchFamily="34" charset="0"/>
              <a:cs typeface="Arial" panose="020B0604020202020204" pitchFamily="34" charset="0"/>
            </a:endParaRPr>
          </a:p>
          <a:p>
            <a:pPr>
              <a:buNone/>
            </a:pPr>
            <a:r>
              <a:rPr lang="en-US" sz="1400" b="1" dirty="0">
                <a:solidFill>
                  <a:schemeClr val="accent6">
                    <a:lumMod val="50000"/>
                  </a:schemeClr>
                </a:solidFill>
                <a:latin typeface="Arial" panose="020B0604020202020204" pitchFamily="34" charset="0"/>
                <a:cs typeface="Arial" panose="020B0604020202020204" pitchFamily="34" charset="0"/>
              </a:rPr>
              <a:t>Trend Identification:</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Using historical order data, product movement, and customer acquisition, the dashboard uncovers seasonal demand, high-velocity products, and emerging customer segments. It helps anticipate future demand and align strategies with evolving market trends.</a:t>
            </a:r>
          </a:p>
          <a:p>
            <a:pPr>
              <a:buNone/>
            </a:pPr>
            <a:endParaRPr lang="en-US" sz="1400" dirty="0">
              <a:solidFill>
                <a:schemeClr val="accent6">
                  <a:lumMod val="50000"/>
                </a:schemeClr>
              </a:solidFill>
              <a:latin typeface="Arial" panose="020B0604020202020204" pitchFamily="34" charset="0"/>
              <a:cs typeface="Arial" panose="020B0604020202020204" pitchFamily="34" charset="0"/>
            </a:endParaRPr>
          </a:p>
          <a:p>
            <a:r>
              <a:rPr lang="en-US" sz="1400" b="1" dirty="0">
                <a:solidFill>
                  <a:schemeClr val="accent6">
                    <a:lumMod val="50000"/>
                  </a:schemeClr>
                </a:solidFill>
                <a:latin typeface="Arial" panose="020B0604020202020204" pitchFamily="34" charset="0"/>
                <a:cs typeface="Arial" panose="020B0604020202020204" pitchFamily="34" charset="0"/>
              </a:rPr>
              <a:t>Comprehensive Understanding:</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Power BI dashboard provides a holistic view of the company by consolidating information from multiple tables — customers, orders, products, employees, and suppliers. Interactive visuals and filters support dynamic data exploration, empowering decision-makers with actionable intelligence across the value chain.</a:t>
            </a:r>
          </a:p>
          <a:p>
            <a:pPr algn="ctr"/>
            <a:endParaRPr lang="en-IN" sz="1600" dirty="0">
              <a:latin typeface="Arial" panose="020B0604020202020204" pitchFamily="34" charset="0"/>
              <a:cs typeface="Arial" panose="020B0604020202020204" pitchFamily="34" charset="0"/>
            </a:endParaRPr>
          </a:p>
        </p:txBody>
      </p:sp>
      <p:sp>
        <p:nvSpPr>
          <p:cNvPr id="14" name="Rectangle: Rounded Corners 13">
            <a:extLst>
              <a:ext uri="{FF2B5EF4-FFF2-40B4-BE49-F238E27FC236}">
                <a16:creationId xmlns:a16="http://schemas.microsoft.com/office/drawing/2014/main" id="{B7A503C4-A015-818D-D1DA-EC409EFA7AE8}"/>
              </a:ext>
            </a:extLst>
          </p:cNvPr>
          <p:cNvSpPr/>
          <p:nvPr/>
        </p:nvSpPr>
        <p:spPr>
          <a:xfrm>
            <a:off x="127819" y="108155"/>
            <a:ext cx="2050024" cy="363793"/>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n>
                  <a:solidFill>
                    <a:schemeClr val="tx1"/>
                  </a:solidFill>
                </a:ln>
                <a:solidFill>
                  <a:schemeClr val="accent6">
                    <a:lumMod val="50000"/>
                  </a:schemeClr>
                </a:solidFill>
                <a:latin typeface="Arial" panose="020B0604020202020204" pitchFamily="34" charset="0"/>
                <a:cs typeface="Arial" panose="020B0604020202020204" pitchFamily="34" charset="0"/>
              </a:rPr>
              <a:t>Publications</a:t>
            </a:r>
            <a:endParaRPr lang="en-IN" sz="2000" dirty="0">
              <a:ln>
                <a:solidFill>
                  <a:schemeClr val="tx1"/>
                </a:solidFill>
              </a:ln>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231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05088AB-0028-3532-DADA-C2B575E73C63}"/>
              </a:ext>
            </a:extLst>
          </p:cNvPr>
          <p:cNvSpPr/>
          <p:nvPr/>
        </p:nvSpPr>
        <p:spPr>
          <a:xfrm>
            <a:off x="255639" y="717752"/>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Objective:</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objective of this project is to create a comprehensive Power BI dashboard utilizing the Northwind Traders database. The dashboard is designed to deliver valuable insights into key areas such as customer behavior, sales performance, inventory trends, and employee effectiveness. By consolidating data from multiple sources into an interactive and visually engaging platform, the dashboard will support data-driven decision-making and strategic planning across the organization.</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9FF46796-01F7-0F80-AF77-01E956B9C2F7}"/>
              </a:ext>
            </a:extLst>
          </p:cNvPr>
          <p:cNvSpPr/>
          <p:nvPr/>
        </p:nvSpPr>
        <p:spPr>
          <a:xfrm>
            <a:off x="235974" y="2423651"/>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Analysis Scope:</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scope of the analysis covers a wide range of operational dimensions within Northwind Traders. This includes customer segmentation to understand buyer profiles, sales trend analysis to identify high-performing products and periods, inventory tracking to optimize stock levels, and employee performance evaluation to recognize top contributors. Data will be sourced from interconnected tables such as Customers, Orders, Order Details, Products, Employees, and Suppliers, offering a unified view of business operations over time.</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1CD2F9A5-CCA2-F6EA-C6C1-D93C4024C9A5}"/>
              </a:ext>
            </a:extLst>
          </p:cNvPr>
          <p:cNvSpPr/>
          <p:nvPr/>
        </p:nvSpPr>
        <p:spPr>
          <a:xfrm>
            <a:off x="255639" y="4129550"/>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Goal:</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primary goal of the Power BI dashboard is to provide a holistic and actionable view of Northwind Traders' overall operations. It aims to empower stakeholders to make informed decisions by highlighting opportunities for growth, efficiency, and improvement. Specifically, the dashboard will help optimize sales strategies, enhance workforce productivity, improve inventory turnover, and maintain competitiveness in the dynamic wholesale market.</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3544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80964C3-DFA0-379B-09AE-3C5E7522F5DC}"/>
              </a:ext>
            </a:extLst>
          </p:cNvPr>
          <p:cNvSpPr/>
          <p:nvPr/>
        </p:nvSpPr>
        <p:spPr>
          <a:xfrm>
            <a:off x="334297" y="589933"/>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Insights &amp; Recommendations: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Power BI dashboard will deliver actionable insights into various dimensions of Northwind Traders’ operations. It will uncover key patterns in customer purchasing behavior, identify top-performing products and categories, and highlight sales trends over time. Additionally, it will evaluate employee performance, pinpoint inventory inefficiencies, and suggest strategies for optimizing stock levels and order fulfillment. These insights will drive effective decision-making and improve operational efficiency across departments.</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4A552D37-C061-CDAE-3376-09325A6C0D9F}"/>
              </a:ext>
            </a:extLst>
          </p:cNvPr>
          <p:cNvSpPr/>
          <p:nvPr/>
        </p:nvSpPr>
        <p:spPr>
          <a:xfrm>
            <a:off x="334297" y="2315494"/>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Report &amp; Presentation:</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final deliverable will include a detailed report outlining the data sources used, the methodology for data modeling, and the steps taken to cleanse and prepare the data for analysis. This report will also provide a comprehensive walkthrough of the Power BI dashboard, explaining how to interpret each visual and utilize the findings in a business context. A presentation will accompany the report, summarizing key discoveries, showcasing the most impactful visualizations, and delivering targeted recommendations based on the dashboard analysis.</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A0345E6E-69EB-E900-957E-3EA53F523389}"/>
              </a:ext>
            </a:extLst>
          </p:cNvPr>
          <p:cNvSpPr/>
          <p:nvPr/>
        </p:nvSpPr>
        <p:spPr>
          <a:xfrm>
            <a:off x="334297" y="4041055"/>
            <a:ext cx="11720052" cy="14748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US" sz="1400" b="1" dirty="0">
                <a:solidFill>
                  <a:schemeClr val="accent6">
                    <a:lumMod val="50000"/>
                  </a:schemeClr>
                </a:solidFill>
                <a:latin typeface="Arial" panose="020B0604020202020204" pitchFamily="34" charset="0"/>
                <a:cs typeface="Arial" panose="020B0604020202020204" pitchFamily="34" charset="0"/>
              </a:rPr>
              <a:t>Business Impact:</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Together, the Power BI dashboard, report, and presentation will serve as a strategic tool for Northwind Traders’ stakeholders. They will enable informed decision-making, support the optimization of sales strategies, enhance workforce productivity, and streamline inventory management. Ultimately, this solution aims to boost overall business performance and help Northwind Traders maintain a competitive edge in the marketplace.</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74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8D55422-7DD9-CD00-FBD6-86DC4FC78BD7}"/>
              </a:ext>
            </a:extLst>
          </p:cNvPr>
          <p:cNvSpPr/>
          <p:nvPr/>
        </p:nvSpPr>
        <p:spPr>
          <a:xfrm>
            <a:off x="0" y="127819"/>
            <a:ext cx="12192000" cy="6243484"/>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17962252-19D2-BF05-8FC9-6665CCB1B613}"/>
              </a:ext>
            </a:extLst>
          </p:cNvPr>
          <p:cNvSpPr/>
          <p:nvPr/>
        </p:nvSpPr>
        <p:spPr>
          <a:xfrm>
            <a:off x="4748981" y="206477"/>
            <a:ext cx="2310580" cy="560439"/>
          </a:xfrm>
          <a:prstGeom prst="roundRect">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r>
              <a:rPr lang="en-IN" sz="2400" dirty="0">
                <a:solidFill>
                  <a:schemeClr val="accent6">
                    <a:lumMod val="50000"/>
                  </a:schemeClr>
                </a:solidFill>
                <a:latin typeface="Arial" panose="020B0604020202020204" pitchFamily="34" charset="0"/>
                <a:cs typeface="Arial" panose="020B0604020202020204" pitchFamily="34" charset="0"/>
              </a:rPr>
              <a:t>ER DIAGRAM</a:t>
            </a:r>
          </a:p>
        </p:txBody>
      </p:sp>
      <p:pic>
        <p:nvPicPr>
          <p:cNvPr id="6" name="Picture 5">
            <a:extLst>
              <a:ext uri="{FF2B5EF4-FFF2-40B4-BE49-F238E27FC236}">
                <a16:creationId xmlns:a16="http://schemas.microsoft.com/office/drawing/2014/main" id="{A80039DC-0475-DA55-F7FD-B22677A7D0B1}"/>
              </a:ext>
            </a:extLst>
          </p:cNvPr>
          <p:cNvPicPr>
            <a:picLocks noChangeAspect="1"/>
          </p:cNvPicPr>
          <p:nvPr/>
        </p:nvPicPr>
        <p:blipFill>
          <a:blip r:embed="rId2"/>
          <a:stretch>
            <a:fillRect/>
          </a:stretch>
        </p:blipFill>
        <p:spPr>
          <a:xfrm>
            <a:off x="418608" y="855405"/>
            <a:ext cx="11354784" cy="5161937"/>
          </a:xfrm>
          <a:prstGeom prst="rect">
            <a:avLst/>
          </a:prstGeom>
        </p:spPr>
      </p:pic>
    </p:spTree>
    <p:extLst>
      <p:ext uri="{BB962C8B-B14F-4D97-AF65-F5344CB8AC3E}">
        <p14:creationId xmlns:p14="http://schemas.microsoft.com/office/powerpoint/2010/main" val="2748113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F73E5D6-1A66-02A9-26C1-9E5CE0F3FD22}"/>
              </a:ext>
            </a:extLst>
          </p:cNvPr>
          <p:cNvSpPr/>
          <p:nvPr/>
        </p:nvSpPr>
        <p:spPr>
          <a:xfrm>
            <a:off x="5063613" y="1641987"/>
            <a:ext cx="4945626" cy="3736258"/>
          </a:xfrm>
          <a:prstGeom prst="ellipse">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accent6">
                    <a:lumMod val="50000"/>
                  </a:schemeClr>
                </a:solidFill>
                <a:latin typeface="Arial" panose="020B0604020202020204" pitchFamily="34" charset="0"/>
                <a:cs typeface="Arial" panose="020B0604020202020204" pitchFamily="34" charset="0"/>
              </a:rPr>
              <a:t>POWER BI PROBLEM STATEMENTS</a:t>
            </a:r>
          </a:p>
        </p:txBody>
      </p:sp>
    </p:spTree>
    <p:extLst>
      <p:ext uri="{BB962C8B-B14F-4D97-AF65-F5344CB8AC3E}">
        <p14:creationId xmlns:p14="http://schemas.microsoft.com/office/powerpoint/2010/main" val="4231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6D79-ED11-9508-57B7-E07D6258D995}"/>
              </a:ext>
            </a:extLst>
          </p:cNvPr>
          <p:cNvSpPr>
            <a:spLocks noGrp="1"/>
          </p:cNvSpPr>
          <p:nvPr>
            <p:ph type="title"/>
          </p:nvPr>
        </p:nvSpPr>
        <p:spPr>
          <a:xfrm>
            <a:off x="1097280" y="280983"/>
            <a:ext cx="10058400"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US" sz="1600" b="0" i="0" dirty="0">
                <a:solidFill>
                  <a:srgbClr val="24292E"/>
                </a:solidFill>
                <a:effectLst/>
                <a:latin typeface="Arial" panose="020B0604020202020204" pitchFamily="34" charset="0"/>
                <a:cs typeface="Arial" panose="020B0604020202020204" pitchFamily="34" charset="0"/>
              </a:rPr>
              <a:t>1. How does customer distribution vary across different regions or customer segments? Can we visualize it on a map or bar chart?</a:t>
            </a:r>
            <a:br>
              <a:rPr lang="en-US" sz="1800" b="0" i="0" dirty="0">
                <a:solidFill>
                  <a:srgbClr val="24292E"/>
                </a:solidFill>
                <a:effectLst/>
                <a:latin typeface="Plus Jakarta Sans"/>
              </a:rPr>
            </a:br>
            <a:endParaRPr lang="en-IN" sz="1800" dirty="0"/>
          </a:p>
        </p:txBody>
      </p:sp>
      <p:sp>
        <p:nvSpPr>
          <p:cNvPr id="3" name="Content Placeholder 2">
            <a:extLst>
              <a:ext uri="{FF2B5EF4-FFF2-40B4-BE49-F238E27FC236}">
                <a16:creationId xmlns:a16="http://schemas.microsoft.com/office/drawing/2014/main" id="{38EEE9A7-C085-ABBD-51A4-66A3CB67E0AC}"/>
              </a:ext>
            </a:extLst>
          </p:cNvPr>
          <p:cNvSpPr>
            <a:spLocks noGrp="1"/>
          </p:cNvSpPr>
          <p:nvPr>
            <p:ph sz="half" idx="1"/>
          </p:nvPr>
        </p:nvSpPr>
        <p:spPr>
          <a:xfrm>
            <a:off x="1097279" y="1199535"/>
            <a:ext cx="4870901" cy="4669559"/>
          </a:xfrm>
          <a:solidFill>
            <a:schemeClr val="accent6">
              <a:lumMod val="20000"/>
              <a:lumOff val="80000"/>
            </a:schemeClr>
          </a:solidFill>
        </p:spPr>
        <p:txBody>
          <a:bodyPr>
            <a:normAutofit fontScale="92500" lnSpcReduction="10000"/>
          </a:bodyPr>
          <a:lstStyle/>
          <a:p>
            <a:pPr>
              <a:spcBef>
                <a:spcPts val="200"/>
              </a:spcBef>
              <a:buNone/>
            </a:pPr>
            <a:r>
              <a:rPr lang="en-IN" sz="1800" b="1" dirty="0">
                <a:solidFill>
                  <a:schemeClr val="accent6">
                    <a:lumMod val="50000"/>
                  </a:schemeClr>
                </a:solidFill>
                <a:effectLst/>
                <a:latin typeface="Calibri Light" panose="020F0302020204030204" pitchFamily="34" charset="0"/>
                <a:ea typeface="Times New Roman" panose="02020603050405020304" pitchFamily="18" charset="0"/>
                <a:cs typeface="Times New Roman" panose="02020603050405020304" pitchFamily="18" charset="0"/>
              </a:rPr>
              <a:t>Insights </a:t>
            </a:r>
          </a:p>
          <a:p>
            <a:pPr>
              <a:lnSpc>
                <a:spcPct val="107000"/>
              </a:lnSpc>
              <a:spcAft>
                <a:spcPts val="800"/>
              </a:spcAft>
              <a:buNone/>
            </a:pP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From the analysis, several insights emerge. The strong presence in North America and Europe implies that these are established markets with significant engagement. The dominance of high-level job titles like "Owner" and "Sales Representative" shows that Northwind maintains direct relationships with key business decision-makers. Additionally, the presence in 21 countries reflects a globally diversified customer base, though with room for improvement in certain regions.</a:t>
            </a:r>
          </a:p>
          <a:p>
            <a:pPr>
              <a:spcBef>
                <a:spcPts val="200"/>
              </a:spcBef>
              <a:buNone/>
            </a:pPr>
            <a:r>
              <a:rPr lang="en-IN" sz="1800" b="1" dirty="0">
                <a:solidFill>
                  <a:schemeClr val="accent6">
                    <a:lumMod val="50000"/>
                  </a:schemeClr>
                </a:solidFill>
                <a:effectLst/>
                <a:latin typeface="Calibri Light" panose="020F0302020204030204" pitchFamily="34" charset="0"/>
                <a:ea typeface="Times New Roman" panose="02020603050405020304" pitchFamily="18" charset="0"/>
                <a:cs typeface="Times New Roman" panose="02020603050405020304" pitchFamily="18" charset="0"/>
              </a:rPr>
              <a:t>Conclusions</a:t>
            </a:r>
          </a:p>
          <a:p>
            <a:pPr>
              <a:buNone/>
            </a:pP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 conclusion, the Power BI report provides a clear picture of customer distribution by geography and role. Northwind Traders appears to have a strong footprint in the Western Hemisphere, especially among decision-makers. This insight can guide sales and marketing teams to focus on current strongholds while identifying growth opportunities in underrepresented areas. </a:t>
            </a:r>
            <a:endParaRPr lang="en-IN" sz="1500" dirty="0">
              <a:solidFill>
                <a:schemeClr val="accent6">
                  <a:lumMod val="50000"/>
                </a:schemeClr>
              </a:solidFill>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F5C58E05-D357-0FD7-67E8-3097C0397970}"/>
              </a:ext>
            </a:extLst>
          </p:cNvPr>
          <p:cNvPicPr>
            <a:picLocks noGrp="1" noChangeAspect="1"/>
          </p:cNvPicPr>
          <p:nvPr>
            <p:ph sz="half" idx="2"/>
          </p:nvPr>
        </p:nvPicPr>
        <p:blipFill>
          <a:blip r:embed="rId2"/>
          <a:stretch>
            <a:fillRect/>
          </a:stretch>
        </p:blipFill>
        <p:spPr>
          <a:xfrm>
            <a:off x="5968180" y="1199534"/>
            <a:ext cx="6008279" cy="4669559"/>
          </a:xfrm>
          <a:prstGeom prst="rect">
            <a:avLst/>
          </a:prstGeom>
        </p:spPr>
      </p:pic>
    </p:spTree>
    <p:extLst>
      <p:ext uri="{BB962C8B-B14F-4D97-AF65-F5344CB8AC3E}">
        <p14:creationId xmlns:p14="http://schemas.microsoft.com/office/powerpoint/2010/main" val="226888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6947C-7834-8DD9-D81B-8F8803943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0B127-CD0D-C1BF-3837-CBB584E216EB}"/>
              </a:ext>
            </a:extLst>
          </p:cNvPr>
          <p:cNvSpPr>
            <a:spLocks noGrp="1"/>
          </p:cNvSpPr>
          <p:nvPr>
            <p:ph type="title"/>
          </p:nvPr>
        </p:nvSpPr>
        <p:spPr>
          <a:xfrm>
            <a:off x="1097280" y="78659"/>
            <a:ext cx="10058400" cy="910248"/>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2. What is the trend in customer acquisition over time? Can we create a line chart or area chart to display it?</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US" sz="1800" b="0" i="0" dirty="0">
                <a:solidFill>
                  <a:srgbClr val="24292E"/>
                </a:solidFill>
                <a:effectLst/>
                <a:latin typeface="Plus Jakarta Sans"/>
              </a:rPr>
            </a:br>
            <a:endParaRPr lang="en-IN" sz="1800" dirty="0"/>
          </a:p>
        </p:txBody>
      </p:sp>
      <p:sp>
        <p:nvSpPr>
          <p:cNvPr id="3" name="Content Placeholder 2">
            <a:extLst>
              <a:ext uri="{FF2B5EF4-FFF2-40B4-BE49-F238E27FC236}">
                <a16:creationId xmlns:a16="http://schemas.microsoft.com/office/drawing/2014/main" id="{6C80266E-2927-BB95-A802-81E115302BF2}"/>
              </a:ext>
            </a:extLst>
          </p:cNvPr>
          <p:cNvSpPr>
            <a:spLocks noGrp="1"/>
          </p:cNvSpPr>
          <p:nvPr>
            <p:ph sz="half" idx="1"/>
          </p:nvPr>
        </p:nvSpPr>
        <p:spPr>
          <a:xfrm>
            <a:off x="1097279" y="1199535"/>
            <a:ext cx="5598489" cy="4669559"/>
          </a:xfrm>
          <a:solidFill>
            <a:schemeClr val="accent6">
              <a:lumMod val="20000"/>
              <a:lumOff val="80000"/>
            </a:schemeClr>
          </a:solidFill>
        </p:spPr>
        <p:txBody>
          <a:bodyPr>
            <a:normAutofit fontScale="92500" lnSpcReduction="10000"/>
          </a:bodyPr>
          <a:lstStyle/>
          <a:p>
            <a:pPr>
              <a:spcBef>
                <a:spcPts val="200"/>
              </a:spcBef>
              <a:buNone/>
            </a:pPr>
            <a:r>
              <a:rPr lang="en-IN"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a:t>
            </a:r>
          </a:p>
          <a:p>
            <a:pPr>
              <a:lnSpc>
                <a:spcPct val="107000"/>
              </a:lnSpc>
              <a:spcAft>
                <a:spcPts val="800"/>
              </a:spcAft>
              <a:buNone/>
            </a:pPr>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Several important insights emerge from this visualization. The spike in 1994 could indicate an aggressive marketing push, a product launch, or entry into new markets that attracted many customers. Conversely, the decline in subsequent years may suggest either a shift in focus from acquisition to retention or potential market limitations. The dramatic reduction in 1996 signals a need for closer investigation into external and internal business dynamics during that period.</a:t>
            </a:r>
          </a:p>
          <a:p>
            <a:pPr>
              <a:spcBef>
                <a:spcPts val="200"/>
              </a:spcBef>
              <a:buNone/>
            </a:pPr>
            <a:r>
              <a:rPr lang="en-IN"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a:t>
            </a:r>
          </a:p>
          <a:p>
            <a:pPr>
              <a:lnSpc>
                <a:spcPct val="107000"/>
              </a:lnSpc>
              <a:spcAft>
                <a:spcPts val="800"/>
              </a:spcAft>
            </a:pPr>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 conclusion, this Power BI analysis highlights a strong initial customer acquisition phase, followed by a downward trajectory in growth. Northwind Traders may need to revitalize its customer acquisition strategy or explore new markets to reignite growth. Further analysis, such as examining marketing spend or competitive activity by year, would provide more context to these patterns</a:t>
            </a:r>
          </a:p>
          <a:p>
            <a:pPr>
              <a:spcBef>
                <a:spcPts val="200"/>
              </a:spcBef>
              <a:buNone/>
            </a:pPr>
            <a:endParaRPr lang="en-IN" sz="1500" dirty="0">
              <a:solidFill>
                <a:schemeClr val="accent6">
                  <a:lumMod val="50000"/>
                </a:schemeClr>
              </a:solidFill>
              <a:latin typeface="Arial" panose="020B0604020202020204" pitchFamily="34" charset="0"/>
              <a:cs typeface="Arial" panose="020B0604020202020204" pitchFamily="34" charset="0"/>
            </a:endParaRPr>
          </a:p>
        </p:txBody>
      </p:sp>
      <p:pic>
        <p:nvPicPr>
          <p:cNvPr id="10" name="Content Placeholder 9">
            <a:extLst>
              <a:ext uri="{FF2B5EF4-FFF2-40B4-BE49-F238E27FC236}">
                <a16:creationId xmlns:a16="http://schemas.microsoft.com/office/drawing/2014/main" id="{8A340103-84D9-E228-5559-452E3C6FAA45}"/>
              </a:ext>
            </a:extLst>
          </p:cNvPr>
          <p:cNvPicPr>
            <a:picLocks noGrp="1" noChangeAspect="1"/>
          </p:cNvPicPr>
          <p:nvPr>
            <p:ph sz="half" idx="2"/>
          </p:nvPr>
        </p:nvPicPr>
        <p:blipFill>
          <a:blip r:embed="rId2"/>
          <a:stretch>
            <a:fillRect/>
          </a:stretch>
        </p:blipFill>
        <p:spPr>
          <a:xfrm>
            <a:off x="6695768" y="1199429"/>
            <a:ext cx="4459912" cy="4669559"/>
          </a:xfrm>
        </p:spPr>
      </p:pic>
    </p:spTree>
    <p:extLst>
      <p:ext uri="{BB962C8B-B14F-4D97-AF65-F5344CB8AC3E}">
        <p14:creationId xmlns:p14="http://schemas.microsoft.com/office/powerpoint/2010/main" val="288543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B0E07-BBA5-2DA3-B2AD-4A994D6E6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71613-F62F-335E-8FCD-66877467999C}"/>
              </a:ext>
            </a:extLst>
          </p:cNvPr>
          <p:cNvSpPr>
            <a:spLocks noGrp="1"/>
          </p:cNvSpPr>
          <p:nvPr>
            <p:ph type="title"/>
          </p:nvPr>
        </p:nvSpPr>
        <p:spPr>
          <a:xfrm>
            <a:off x="1097279" y="88491"/>
            <a:ext cx="10137059" cy="796412"/>
          </a:xfrm>
          <a:solidFill>
            <a:schemeClr val="accent6">
              <a:lumMod val="20000"/>
              <a:lumOff val="80000"/>
            </a:schemeClr>
          </a:solidFill>
          <a:effectLst>
            <a:glow rad="228600">
              <a:schemeClr val="accent6">
                <a:satMod val="175000"/>
                <a:alpha val="40000"/>
              </a:schemeClr>
            </a:glow>
          </a:effectLst>
        </p:spPr>
        <p:txBody>
          <a:bodyPr>
            <a:normAutofit fontScale="90000"/>
          </a:bodyPr>
          <a:lstStyle/>
          <a:p>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3.</a:t>
            </a:r>
            <a:r>
              <a:rPr lang="en-US" sz="800" b="0" i="0" dirty="0">
                <a:solidFill>
                  <a:srgbClr val="24292E"/>
                </a:solidFill>
                <a:effectLst/>
                <a:latin typeface="Plus Jakarta Sans"/>
              </a:rPr>
              <a:t> </a:t>
            </a:r>
            <a:r>
              <a:rPr lang="en-US" sz="1800" b="0" i="0" dirty="0">
                <a:solidFill>
                  <a:srgbClr val="24292E"/>
                </a:solidFill>
                <a:effectLst/>
                <a:latin typeface="Arial" panose="020B0604020202020204" pitchFamily="34" charset="0"/>
                <a:cs typeface="Arial" panose="020B0604020202020204" pitchFamily="34" charset="0"/>
              </a:rPr>
              <a:t>Can we visualize the distribution of customer demographics such as age, gender, or income using histograms or pie charts?</a:t>
            </a:r>
            <a:br>
              <a:rPr lang="en-US" sz="800" b="0" i="0" dirty="0">
                <a:solidFill>
                  <a:srgbClr val="24292E"/>
                </a:solidFill>
                <a:effectLst/>
                <a:latin typeface="Plus Jakarta Sans"/>
              </a:rPr>
            </a:br>
            <a:endParaRPr lang="en-IN" sz="1800" dirty="0"/>
          </a:p>
        </p:txBody>
      </p:sp>
      <p:sp>
        <p:nvSpPr>
          <p:cNvPr id="3" name="Content Placeholder 2">
            <a:extLst>
              <a:ext uri="{FF2B5EF4-FFF2-40B4-BE49-F238E27FC236}">
                <a16:creationId xmlns:a16="http://schemas.microsoft.com/office/drawing/2014/main" id="{69927084-B045-979C-4C21-C41240F1B17B}"/>
              </a:ext>
            </a:extLst>
          </p:cNvPr>
          <p:cNvSpPr>
            <a:spLocks noGrp="1"/>
          </p:cNvSpPr>
          <p:nvPr>
            <p:ph sz="half" idx="1"/>
          </p:nvPr>
        </p:nvSpPr>
        <p:spPr>
          <a:xfrm>
            <a:off x="1097279" y="1199535"/>
            <a:ext cx="5498067" cy="4669559"/>
          </a:xfrm>
          <a:solidFill>
            <a:schemeClr val="accent6">
              <a:lumMod val="20000"/>
              <a:lumOff val="80000"/>
            </a:schemeClr>
          </a:solidFill>
        </p:spPr>
        <p:txBody>
          <a:bodyPr>
            <a:normAutofit/>
          </a:bodyPr>
          <a:lstStyle/>
          <a:p>
            <a:pPr>
              <a:spcBef>
                <a:spcPts val="200"/>
              </a:spcBef>
              <a:buNone/>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analysis highlights that sales performance varies significantly by contact title, with higher-ranking or decision-making roles such as "Sales Manager" and "Owner" being associated with larger sales volumes. This suggests that Northwind Traders benefits from relationships with influential stakeholders. However, the presence of a large blank category suggests the need for data quality improvements to enable more granular insights. Furthermore, the lack of traditional demographic data limits broader customer profiling.</a:t>
            </a:r>
          </a:p>
          <a:p>
            <a:pPr>
              <a:spcBef>
                <a:spcPts val="200"/>
              </a:spcBef>
              <a:buNone/>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 :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 conclusion, although Northwind’s dataset does not support traditional demographic analysis, this Power BI report demonstrates that contact role-based segmentation can offer meaningful insights into sales distribution. To enable true demographic analysis using visual tools like histograms or pie charts, Northwind Traders would need to enrich its dataset with attributes such as customer age, gender, income level, or business type. In the meantime, enhancing the quality and completeness of existing fields—especially Contact Title—will allow for more effective targeting, segmentation, and strategic planning.</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003400C0-AC8F-7253-6EF4-7B4A1E609B35}"/>
              </a:ext>
            </a:extLst>
          </p:cNvPr>
          <p:cNvPicPr>
            <a:picLocks noGrp="1" noChangeAspect="1"/>
          </p:cNvPicPr>
          <p:nvPr>
            <p:ph sz="half" idx="2"/>
          </p:nvPr>
        </p:nvPicPr>
        <p:blipFill>
          <a:blip r:embed="rId2"/>
          <a:stretch>
            <a:fillRect/>
          </a:stretch>
        </p:blipFill>
        <p:spPr>
          <a:xfrm>
            <a:off x="6595346" y="1199535"/>
            <a:ext cx="4987054" cy="4669559"/>
          </a:xfrm>
          <a:prstGeom prst="rect">
            <a:avLst/>
          </a:prstGeom>
        </p:spPr>
      </p:pic>
    </p:spTree>
    <p:extLst>
      <p:ext uri="{BB962C8B-B14F-4D97-AF65-F5344CB8AC3E}">
        <p14:creationId xmlns:p14="http://schemas.microsoft.com/office/powerpoint/2010/main" val="446808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E948-30D2-4B07-2BCE-48749DBA8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50DC6-9257-02CC-8DAD-177BD2FB55DA}"/>
              </a:ext>
            </a:extLst>
          </p:cNvPr>
          <p:cNvSpPr>
            <a:spLocks noGrp="1"/>
          </p:cNvSpPr>
          <p:nvPr>
            <p:ph type="title"/>
          </p:nvPr>
        </p:nvSpPr>
        <p:spPr>
          <a:xfrm>
            <a:off x="1097279" y="88491"/>
            <a:ext cx="10137059" cy="796412"/>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buNone/>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4. How does order volume change over time? Can we create a time series chart or stacked bar chart to visualize it?</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US" sz="800" b="0" i="0" dirty="0">
                <a:solidFill>
                  <a:srgbClr val="24292E"/>
                </a:solidFill>
                <a:effectLst/>
                <a:latin typeface="Plus Jakarta Sans"/>
              </a:rPr>
            </a:br>
            <a:endParaRPr lang="en-IN" sz="1800" dirty="0"/>
          </a:p>
        </p:txBody>
      </p:sp>
      <p:sp>
        <p:nvSpPr>
          <p:cNvPr id="3" name="Content Placeholder 2">
            <a:extLst>
              <a:ext uri="{FF2B5EF4-FFF2-40B4-BE49-F238E27FC236}">
                <a16:creationId xmlns:a16="http://schemas.microsoft.com/office/drawing/2014/main" id="{8317B318-24FF-09BB-8459-65BD9430D5C2}"/>
              </a:ext>
            </a:extLst>
          </p:cNvPr>
          <p:cNvSpPr>
            <a:spLocks noGrp="1"/>
          </p:cNvSpPr>
          <p:nvPr>
            <p:ph sz="half" idx="1"/>
          </p:nvPr>
        </p:nvSpPr>
        <p:spPr>
          <a:xfrm>
            <a:off x="1097279" y="1199535"/>
            <a:ext cx="5498067" cy="4669559"/>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800" dirty="0">
                <a:solidFill>
                  <a:srgbClr val="2F5496"/>
                </a:solidFill>
                <a:effectLst/>
                <a:latin typeface="Calibri" panose="020F0502020204030204" pitchFamily="34" charset="0"/>
                <a:ea typeface="Times New Roman" panose="02020603050405020304" pitchFamily="18" charset="0"/>
                <a:cs typeface="Calibri" panose="020F0502020204030204" pitchFamily="34" charset="0"/>
              </a:rPr>
              <a:t>.</a:t>
            </a: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Orders by Year</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horizontal bar chart shows order counts from 1994 to 1996. The highest number of orders was recorded in 1995 with 230 orders, followed by 1996 with 198 orders. The year 1994 had the fewest orders, totalling only 79. This indicates significant growth in orders between 1994 and 1995, followed by a slight decline in 1996.</a:t>
            </a:r>
          </a:p>
          <a:p>
            <a:pPr>
              <a:lnSpc>
                <a:spcPct val="107000"/>
              </a:lnSpc>
              <a:spcAft>
                <a:spcPts val="800"/>
              </a:spcAft>
              <a:buNone/>
              <a:tabLst>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Orders by Quarter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line chart depicts total orders by quarter. Q2 had the highest order volume at 163, followed closely by Q1 with 154 orders. Q3 saw a sharp decline to 82 orders, while Q4 slightly recovered with 108 orders. This pattern suggests stronger business performance in the first half of the year.</a:t>
            </a:r>
          </a:p>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Conclusions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:Order volume peaked in 1995, and quarterly trends highlight a mid-year slump in Q3. These insights can help in planning inventory, staffing, and marketing efforts to better match demand patterns.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49378F6A-9274-D340-98C4-4613F4EA00D1}"/>
              </a:ext>
            </a:extLst>
          </p:cNvPr>
          <p:cNvPicPr>
            <a:picLocks noGrp="1" noChangeAspect="1"/>
          </p:cNvPicPr>
          <p:nvPr>
            <p:ph sz="half" idx="2"/>
          </p:nvPr>
        </p:nvPicPr>
        <p:blipFill>
          <a:blip r:embed="rId2"/>
          <a:stretch>
            <a:fillRect/>
          </a:stretch>
        </p:blipFill>
        <p:spPr>
          <a:xfrm>
            <a:off x="6595346" y="1199467"/>
            <a:ext cx="4844814" cy="4669559"/>
          </a:xfrm>
          <a:prstGeom prst="rect">
            <a:avLst/>
          </a:prstGeom>
        </p:spPr>
      </p:pic>
    </p:spTree>
    <p:extLst>
      <p:ext uri="{BB962C8B-B14F-4D97-AF65-F5344CB8AC3E}">
        <p14:creationId xmlns:p14="http://schemas.microsoft.com/office/powerpoint/2010/main" val="1149964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FD1E2-721F-977E-5699-BC99AD585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DCE6C-E3EF-4E6E-DC3D-A52158C8BAE2}"/>
              </a:ext>
            </a:extLst>
          </p:cNvPr>
          <p:cNvSpPr>
            <a:spLocks noGrp="1"/>
          </p:cNvSpPr>
          <p:nvPr>
            <p:ph type="title"/>
          </p:nvPr>
        </p:nvSpPr>
        <p:spPr>
          <a:xfrm>
            <a:off x="955041" y="121920"/>
            <a:ext cx="10279298" cy="76298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5. What is the distribution of order values? Can we create a histogram or box plot to display it?</a:t>
            </a:r>
            <a:br>
              <a:rPr lang="en-US" sz="800" b="0" i="0" dirty="0">
                <a:solidFill>
                  <a:srgbClr val="24292E"/>
                </a:solidFill>
                <a:effectLst/>
                <a:latin typeface="Plus Jakarta Sans"/>
              </a:rPr>
            </a:br>
            <a:endParaRPr lang="en-IN" sz="1800" dirty="0"/>
          </a:p>
        </p:txBody>
      </p:sp>
      <p:sp>
        <p:nvSpPr>
          <p:cNvPr id="3" name="Content Placeholder 2">
            <a:extLst>
              <a:ext uri="{FF2B5EF4-FFF2-40B4-BE49-F238E27FC236}">
                <a16:creationId xmlns:a16="http://schemas.microsoft.com/office/drawing/2014/main" id="{92BE4632-8FFD-F8E5-ABD7-827F059B8A7E}"/>
              </a:ext>
            </a:extLst>
          </p:cNvPr>
          <p:cNvSpPr>
            <a:spLocks noGrp="1"/>
          </p:cNvSpPr>
          <p:nvPr>
            <p:ph sz="half" idx="1"/>
          </p:nvPr>
        </p:nvSpPr>
        <p:spPr>
          <a:xfrm>
            <a:off x="955041" y="1199535"/>
            <a:ext cx="10279298" cy="2854305"/>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a:t>
            </a:r>
          </a:p>
          <a:p>
            <a:pPr marL="0" lvl="0" indent="0">
              <a:lnSpc>
                <a:spcPct val="107000"/>
              </a:lnSpc>
              <a:spcAft>
                <a:spcPts val="800"/>
              </a:spcAft>
              <a:buSzPts val="1000"/>
              <a:buNone/>
              <a:tabLst>
                <a:tab pos="457200" algn="l"/>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High Volume of Low-Value Orders: Over 60% of orders fall under ₹1000, suggesting price-sensitive customers or frequent small transactions.</a:t>
            </a:r>
          </a:p>
          <a:p>
            <a:pPr marL="0" lvl="0" indent="0">
              <a:lnSpc>
                <a:spcPct val="107000"/>
              </a:lnSpc>
              <a:spcAft>
                <a:spcPts val="800"/>
              </a:spcAft>
              <a:buSzPts val="1000"/>
              <a:buNone/>
              <a:tabLst>
                <a:tab pos="457200" algn="l"/>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Low Occurrence of High-Value Orders: Bins above ₹2000 show a steep drop, indicating fewer premium purchases.</a:t>
            </a:r>
          </a:p>
          <a:p>
            <a:pPr marL="0" lvl="0" indent="0">
              <a:lnSpc>
                <a:spcPct val="107000"/>
              </a:lnSpc>
              <a:spcAft>
                <a:spcPts val="800"/>
              </a:spcAft>
              <a:buSzPts val="1000"/>
              <a:buNone/>
              <a:tabLst>
                <a:tab pos="457200" algn="l"/>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Skewed Distribution: The data is right-skewed, pointing to a business model focused on volume rather than high individual order values.</a:t>
            </a:r>
          </a:p>
          <a:p>
            <a:pPr marL="0" lvl="0" indent="0">
              <a:lnSpc>
                <a:spcPct val="107000"/>
              </a:lnSpc>
              <a:spcAft>
                <a:spcPts val="800"/>
              </a:spcAft>
              <a:buSzPts val="1000"/>
              <a:buNone/>
              <a:tabLst>
                <a:tab pos="457200" algn="l"/>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Optimization Potential: Strategies like bundling or volume discounts could encourage customers to place higher-value orders.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FD378B87-2943-E6E9-2BDB-04C7A890B0A0}"/>
              </a:ext>
            </a:extLst>
          </p:cNvPr>
          <p:cNvPicPr>
            <a:picLocks noChangeAspect="1"/>
          </p:cNvPicPr>
          <p:nvPr/>
        </p:nvPicPr>
        <p:blipFill>
          <a:blip r:embed="rId2"/>
          <a:stretch>
            <a:fillRect/>
          </a:stretch>
        </p:blipFill>
        <p:spPr>
          <a:xfrm>
            <a:off x="955040" y="3961032"/>
            <a:ext cx="10279297" cy="2248095"/>
          </a:xfrm>
          <a:prstGeom prst="rect">
            <a:avLst/>
          </a:prstGeom>
        </p:spPr>
      </p:pic>
    </p:spTree>
    <p:extLst>
      <p:ext uri="{BB962C8B-B14F-4D97-AF65-F5344CB8AC3E}">
        <p14:creationId xmlns:p14="http://schemas.microsoft.com/office/powerpoint/2010/main" val="1520640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BCAB-3498-F832-AC42-F52977C9F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F8F12-20F1-6440-3DA7-7FA85BBDD147}"/>
              </a:ext>
            </a:extLst>
          </p:cNvPr>
          <p:cNvSpPr>
            <a:spLocks noGrp="1"/>
          </p:cNvSpPr>
          <p:nvPr>
            <p:ph type="title"/>
          </p:nvPr>
        </p:nvSpPr>
        <p:spPr>
          <a:xfrm>
            <a:off x="859361" y="222087"/>
            <a:ext cx="10374978" cy="471948"/>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6. Can we visualize the average order processing time or shipping duration using a bar chart or box plot?</a:t>
            </a:r>
            <a:endParaRPr lang="en-IN" sz="1800" dirty="0"/>
          </a:p>
        </p:txBody>
      </p:sp>
      <p:sp>
        <p:nvSpPr>
          <p:cNvPr id="3" name="Content Placeholder 2">
            <a:extLst>
              <a:ext uri="{FF2B5EF4-FFF2-40B4-BE49-F238E27FC236}">
                <a16:creationId xmlns:a16="http://schemas.microsoft.com/office/drawing/2014/main" id="{662E22C1-8833-6911-695D-538B5411E89C}"/>
              </a:ext>
            </a:extLst>
          </p:cNvPr>
          <p:cNvSpPr>
            <a:spLocks noGrp="1"/>
          </p:cNvSpPr>
          <p:nvPr>
            <p:ph sz="half" idx="1"/>
          </p:nvPr>
        </p:nvSpPr>
        <p:spPr>
          <a:xfrm>
            <a:off x="860671" y="816077"/>
            <a:ext cx="10374978" cy="2251588"/>
          </a:xfrm>
          <a:solidFill>
            <a:schemeClr val="accent6">
              <a:lumMod val="20000"/>
              <a:lumOff val="80000"/>
            </a:schemeClr>
          </a:solidFill>
        </p:spPr>
        <p:txBody>
          <a:bodyPr>
            <a:normAutofit fontScale="92500" lnSpcReduction="10000"/>
          </a:bodyPr>
          <a:lstStyle/>
          <a:p>
            <a:pPr>
              <a:lnSpc>
                <a:spcPct val="107000"/>
              </a:lnSpc>
              <a:spcAft>
                <a:spcPts val="800"/>
              </a:spcAft>
              <a:buNone/>
              <a:tabLst>
                <a:tab pos="2165985" algn="l"/>
              </a:tabLst>
            </a:pPr>
            <a:r>
              <a:rPr lang="en-IN" sz="15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a:t>
            </a:r>
            <a:endPar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buNone/>
              <a:tabLst>
                <a:tab pos="2165985" algn="l"/>
              </a:tabLst>
            </a:pP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 conclusion, the analysis of average order processing times uncovers critical insights into operational performance across countries and cities. The visualizations—especially the bar chart—clearly pinpoint where inefficiencies lie. It is recommended that Northwind Traders: Conduct root-cause analysis in Sweden and Switzerland to resolve delay factors.Explore best practices from Finland and Norway and replicate them in underperforming regions.</a:t>
            </a:r>
            <a:r>
              <a:rPr lang="en-IN" sz="17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ncorporate</a:t>
            </a: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box plots into the dashboard for richer statistical analysis.Use city-level segmentation to fine-tune process reviews and staffing plans.Set processing time benchmarks and monitor performance regularly for continuous improvement.By embedding these visuals in a comprehensive dashboard, Northwind can make strategic decisions to streamline fulfillment operations and deliver more consistent customer experiences.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4247DEC-8E48-0EFD-8C26-1C06B5A88AE2}"/>
              </a:ext>
            </a:extLst>
          </p:cNvPr>
          <p:cNvPicPr>
            <a:picLocks noChangeAspect="1"/>
          </p:cNvPicPr>
          <p:nvPr/>
        </p:nvPicPr>
        <p:blipFill>
          <a:blip r:embed="rId2"/>
          <a:stretch>
            <a:fillRect/>
          </a:stretch>
        </p:blipFill>
        <p:spPr>
          <a:xfrm>
            <a:off x="860671" y="3067665"/>
            <a:ext cx="10373668" cy="3096300"/>
          </a:xfrm>
          <a:prstGeom prst="rect">
            <a:avLst/>
          </a:prstGeom>
        </p:spPr>
      </p:pic>
    </p:spTree>
    <p:extLst>
      <p:ext uri="{BB962C8B-B14F-4D97-AF65-F5344CB8AC3E}">
        <p14:creationId xmlns:p14="http://schemas.microsoft.com/office/powerpoint/2010/main" val="9264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C2C6-8CF0-CE1C-2F33-01CFBAC2B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27E67-0495-162B-9C06-07DAF44228AC}"/>
              </a:ext>
            </a:extLst>
          </p:cNvPr>
          <p:cNvSpPr>
            <a:spLocks noGrp="1"/>
          </p:cNvSpPr>
          <p:nvPr>
            <p:ph type="title"/>
          </p:nvPr>
        </p:nvSpPr>
        <p:spPr>
          <a:xfrm>
            <a:off x="859361" y="0"/>
            <a:ext cx="10374978" cy="694035"/>
          </a:xfrm>
          <a:solidFill>
            <a:schemeClr val="accent6">
              <a:lumMod val="20000"/>
              <a:lumOff val="80000"/>
            </a:schemeClr>
          </a:solidFill>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7. How does employee productivity vary across different departments or job roles? Can we create a stacked bar chart or grouped column chart to visualize it?</a:t>
            </a:r>
            <a:endParaRPr lang="en-IN" sz="18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41C341F-0747-65FB-1780-EE65E57F49FB}"/>
              </a:ext>
            </a:extLst>
          </p:cNvPr>
          <p:cNvSpPr>
            <a:spLocks noGrp="1"/>
          </p:cNvSpPr>
          <p:nvPr>
            <p:ph sz="half" idx="1"/>
          </p:nvPr>
        </p:nvSpPr>
        <p:spPr>
          <a:xfrm>
            <a:off x="860671" y="816076"/>
            <a:ext cx="10374978" cy="2831691"/>
          </a:xfrm>
          <a:solidFill>
            <a:schemeClr val="accent6">
              <a:lumMod val="20000"/>
              <a:lumOff val="80000"/>
            </a:schemeClr>
          </a:solidFill>
        </p:spPr>
        <p:txBody>
          <a:bodyPr>
            <a:normAutofit fontScale="77500" lnSpcReduction="20000"/>
          </a:bodyPr>
          <a:lstStyle/>
          <a:p>
            <a:pPr>
              <a:lnSpc>
                <a:spcPct val="107000"/>
              </a:lnSpc>
              <a:spcAft>
                <a:spcPts val="800"/>
              </a:spcAft>
              <a:buNone/>
              <a:tabLst>
                <a:tab pos="2165985" algn="l"/>
              </a:tabLst>
            </a:pPr>
            <a:r>
              <a:rPr lang="en-IN" sz="18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a:t>
            </a:r>
            <a:endPar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buNone/>
              <a:tabLst>
                <a:tab pos="2165985" algn="l"/>
              </a:tabLst>
            </a:pP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analysis reveals that Sales Representatives are the most productive group in terms of the number of orders processed. However, there is noticeable variability in individual performance even within the same job title. Employees like Michael and Janet stand out in terms of order value. Meanwhile, roles such as Vice President, Sales, and Sales Manager show lower volume, which may suggest that their responsibilities are more strategic or supervisory in nature rather than operational.</a:t>
            </a:r>
          </a:p>
          <a:p>
            <a:pPr>
              <a:lnSpc>
                <a:spcPct val="107000"/>
              </a:lnSpc>
              <a:spcAft>
                <a:spcPts val="800"/>
              </a:spcAft>
              <a:buNone/>
              <a:tabLst>
                <a:tab pos="2165985" algn="l"/>
              </a:tabLst>
            </a:pPr>
            <a:r>
              <a:rPr lang="en-IN" sz="18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a:t>
            </a:r>
            <a:endPar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tabLst>
                <a:tab pos="2165985" algn="l"/>
              </a:tabLst>
            </a:pP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use of grouped or stacked bar charts is recommended to better visualize the comparison of employee productivity across roles. It would help in identifying top performers and understanding workload distribution. Moreover, it is advisable to further examine and possibly clean up the blank entries to ensure accurate attribution of order values. This can support more informed workforce management and performance optimization decisions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798B1F5-E1DF-5C70-FDAF-E0419C270839}"/>
              </a:ext>
            </a:extLst>
          </p:cNvPr>
          <p:cNvPicPr>
            <a:picLocks noChangeAspect="1"/>
          </p:cNvPicPr>
          <p:nvPr/>
        </p:nvPicPr>
        <p:blipFill>
          <a:blip r:embed="rId2"/>
          <a:stretch>
            <a:fillRect/>
          </a:stretch>
        </p:blipFill>
        <p:spPr>
          <a:xfrm>
            <a:off x="859362" y="3647767"/>
            <a:ext cx="10374978" cy="2320413"/>
          </a:xfrm>
          <a:prstGeom prst="rect">
            <a:avLst/>
          </a:prstGeom>
        </p:spPr>
      </p:pic>
    </p:spTree>
    <p:extLst>
      <p:ext uri="{BB962C8B-B14F-4D97-AF65-F5344CB8AC3E}">
        <p14:creationId xmlns:p14="http://schemas.microsoft.com/office/powerpoint/2010/main" val="3482686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D1218-517A-34BF-F355-CC2A6823D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B7219-9FE9-3A3E-7A97-23539A8368FA}"/>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8. What is the distribution of employee tenure? Can we create a histogram or box plot to display it?</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8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8EA984B-6802-9D8D-D1BF-5C7D561C6186}"/>
              </a:ext>
            </a:extLst>
          </p:cNvPr>
          <p:cNvSpPr>
            <a:spLocks noGrp="1"/>
          </p:cNvSpPr>
          <p:nvPr>
            <p:ph sz="half" idx="1"/>
          </p:nvPr>
        </p:nvSpPr>
        <p:spPr>
          <a:xfrm>
            <a:off x="860671" y="816076"/>
            <a:ext cx="10373668" cy="2831691"/>
          </a:xfrm>
          <a:solidFill>
            <a:schemeClr val="accent6">
              <a:lumMod val="20000"/>
              <a:lumOff val="80000"/>
            </a:schemeClr>
          </a:solidFill>
        </p:spPr>
        <p:txBody>
          <a:bodyPr>
            <a:normAutofit fontScale="92500" lnSpcReduction="10000"/>
          </a:bodyPr>
          <a:lstStyle/>
          <a:p>
            <a:pPr>
              <a:lnSpc>
                <a:spcPct val="107000"/>
              </a:lnSpc>
              <a:spcAft>
                <a:spcPts val="800"/>
              </a:spcAft>
              <a:buNone/>
              <a:tabLst>
                <a:tab pos="2165985" algn="l"/>
              </a:tabLst>
            </a:pPr>
            <a:r>
              <a:rPr lang="en-IN" sz="15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Key Insights</a:t>
            </a:r>
            <a:endPar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buNone/>
              <a:tabLst>
                <a:tab pos="2165985" algn="l"/>
              </a:tabLst>
            </a:pP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Most employees appear to have tenure clustered closely between 7–10 years, implying either long-term retention or a batch of employees hired around the same time. One employee has a markedly lower tenure, pointing to a recent hire or possibly higher turnover in earlier years. The narrow spread suggests limited new hiring or low staff turnover.</a:t>
            </a:r>
          </a:p>
          <a:p>
            <a:pPr>
              <a:lnSpc>
                <a:spcPct val="107000"/>
              </a:lnSpc>
              <a:spcAft>
                <a:spcPts val="800"/>
              </a:spcAft>
              <a:buNone/>
              <a:tabLst>
                <a:tab pos="2165985" algn="l"/>
              </a:tabLst>
            </a:pPr>
            <a:r>
              <a:rPr lang="en-IN" sz="15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a:t>
            </a:r>
            <a:endPar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tabLst>
                <a:tab pos="2165985" algn="l"/>
              </a:tabLst>
            </a:pP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To better understand tenure distribution, a histogram would help in viewing the frequency and grouping of tenure ranges. A box plot could support this by providing statistical context, such as median tenure and any skewness or outliers. Given the tenure concentration in the mid-to-high range, HR strategies may benefit from </a:t>
            </a:r>
            <a:r>
              <a:rPr lang="en-IN" sz="15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analyzing</a:t>
            </a: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retention patterns and planning future recruitment accordingly.</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F9523D6-7212-7A03-AD14-0611FE5D185E}"/>
              </a:ext>
            </a:extLst>
          </p:cNvPr>
          <p:cNvPicPr>
            <a:picLocks noChangeAspect="1"/>
          </p:cNvPicPr>
          <p:nvPr/>
        </p:nvPicPr>
        <p:blipFill>
          <a:blip r:embed="rId2"/>
          <a:stretch>
            <a:fillRect/>
          </a:stretch>
        </p:blipFill>
        <p:spPr>
          <a:xfrm>
            <a:off x="4001729" y="3647767"/>
            <a:ext cx="3850313" cy="2497508"/>
          </a:xfrm>
          <a:prstGeom prst="rect">
            <a:avLst/>
          </a:prstGeom>
        </p:spPr>
      </p:pic>
    </p:spTree>
    <p:extLst>
      <p:ext uri="{BB962C8B-B14F-4D97-AF65-F5344CB8AC3E}">
        <p14:creationId xmlns:p14="http://schemas.microsoft.com/office/powerpoint/2010/main" val="3347790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2B230-E1EB-BBD3-3DB5-C76D63D46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FC03B-DA7C-E779-BF85-F9469015E993}"/>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9. Can we visualize employee performance ratings or KPIs using a radar chart or bullet graph?</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8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5DA125-56F2-AA32-3C4B-A2EED4FDD93F}"/>
              </a:ext>
            </a:extLst>
          </p:cNvPr>
          <p:cNvSpPr>
            <a:spLocks noGrp="1"/>
          </p:cNvSpPr>
          <p:nvPr>
            <p:ph sz="half" idx="1"/>
          </p:nvPr>
        </p:nvSpPr>
        <p:spPr>
          <a:xfrm>
            <a:off x="860671" y="816077"/>
            <a:ext cx="10373668" cy="2841524"/>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Key Insights</a:t>
            </a:r>
            <a:endPar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buNone/>
              <a:tabLst>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Employee 4 is consistently high-performing. Employees 2 and 3 manage high-value orders, indicating strong transaction quality. Underperformers may need support or reassessment. Reward high performers (e.g., Employee 4).Investigate causes of underperformance for Employees 5, 6, and 9.Use bullet graphs and additional KPIs like customer ratings or goal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completion.Add</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performance targets, filters (by time/product), trend indicators, and color-coded performance markers for quicker analysis.</a:t>
            </a:r>
          </a:p>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a:t>
            </a:r>
            <a:endPar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p>
            <a:pPr>
              <a:lnSpc>
                <a:spcPct val="107000"/>
              </a:lnSpc>
              <a:spcAft>
                <a:spcPts val="800"/>
              </a:spcAft>
              <a:tabLst>
                <a:tab pos="2165985" algn="l"/>
              </a:tabLst>
            </a:pP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These charts provide a clear overview of employee efficiency. With added metrics and bullet graphs, the analysis can evolve into a more actionable performance dashboard.</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79C5996-29AE-40A2-0034-DC996E4F9F27}"/>
              </a:ext>
            </a:extLst>
          </p:cNvPr>
          <p:cNvPicPr>
            <a:picLocks noChangeAspect="1"/>
          </p:cNvPicPr>
          <p:nvPr/>
        </p:nvPicPr>
        <p:blipFill>
          <a:blip r:embed="rId2"/>
          <a:stretch>
            <a:fillRect/>
          </a:stretch>
        </p:blipFill>
        <p:spPr>
          <a:xfrm>
            <a:off x="268114" y="3779643"/>
            <a:ext cx="11304453" cy="2384322"/>
          </a:xfrm>
          <a:prstGeom prst="rect">
            <a:avLst/>
          </a:prstGeom>
        </p:spPr>
      </p:pic>
    </p:spTree>
    <p:extLst>
      <p:ext uri="{BB962C8B-B14F-4D97-AF65-F5344CB8AC3E}">
        <p14:creationId xmlns:p14="http://schemas.microsoft.com/office/powerpoint/2010/main" val="229756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9619-1AF5-2525-00A1-E08000C17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C3251-F54D-B38E-FD38-3FB2C133B89F}"/>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10. What is the distribution of product ratings or reviews? Can we create a histogram or stacked bar chart to visualize it?</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8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9F083A-1256-948A-8A03-73121D9AA173}"/>
              </a:ext>
            </a:extLst>
          </p:cNvPr>
          <p:cNvSpPr>
            <a:spLocks noGrp="1"/>
          </p:cNvSpPr>
          <p:nvPr>
            <p:ph sz="half" idx="1"/>
          </p:nvPr>
        </p:nvSpPr>
        <p:spPr>
          <a:xfrm>
            <a:off x="860671" y="911942"/>
            <a:ext cx="10373668" cy="2047568"/>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Key Insights</a:t>
            </a:r>
            <a:r>
              <a:rPr lang="en-IN" sz="1400" b="1"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Sales concentration is high among a few SKUs. Long tail of low-sales products may indicate inefficiency or poor product-market fit. Potential to optimize inventory and marketing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spend.Boost</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top performers with greater visibility and availability. Investigate low performers—consider promotional support or product review. Once review data is available, correlate with sales to refine decisions.</a:t>
            </a:r>
          </a:p>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a:t>
            </a:r>
            <a:r>
              <a:rPr lang="en-IN" sz="1400" b="1"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With no review data currently available, this sales-only analysis provides valuable direction. It highlights clear leaders and laggards, enabling data-backed decisions for product strategy and resource allocation.</a:t>
            </a:r>
          </a:p>
        </p:txBody>
      </p:sp>
      <p:pic>
        <p:nvPicPr>
          <p:cNvPr id="4" name="Picture 3">
            <a:extLst>
              <a:ext uri="{FF2B5EF4-FFF2-40B4-BE49-F238E27FC236}">
                <a16:creationId xmlns:a16="http://schemas.microsoft.com/office/drawing/2014/main" id="{1B5DE75C-B445-F2B8-E131-FC4632DDD55C}"/>
              </a:ext>
            </a:extLst>
          </p:cNvPr>
          <p:cNvPicPr>
            <a:picLocks noChangeAspect="1"/>
          </p:cNvPicPr>
          <p:nvPr/>
        </p:nvPicPr>
        <p:blipFill>
          <a:blip r:embed="rId2"/>
          <a:stretch>
            <a:fillRect/>
          </a:stretch>
        </p:blipFill>
        <p:spPr>
          <a:xfrm>
            <a:off x="872132" y="3085607"/>
            <a:ext cx="10447736" cy="2449953"/>
          </a:xfrm>
          <a:prstGeom prst="rect">
            <a:avLst/>
          </a:prstGeom>
        </p:spPr>
      </p:pic>
    </p:spTree>
    <p:extLst>
      <p:ext uri="{BB962C8B-B14F-4D97-AF65-F5344CB8AC3E}">
        <p14:creationId xmlns:p14="http://schemas.microsoft.com/office/powerpoint/2010/main" val="209613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53ED-DBFF-1607-F53E-509072656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B9095-BD83-630D-A700-8905D47293A7}"/>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pPr>
            <a:r>
              <a:rPr lang="en-IN" sz="18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11.</a:t>
            </a:r>
            <a:r>
              <a:rPr lang="en-IN" sz="1800" dirty="0">
                <a:solidFill>
                  <a:schemeClr val="accent6">
                    <a:lumMod val="50000"/>
                  </a:schemeClr>
                </a:solidFill>
                <a:effectLst/>
                <a:latin typeface="Plus Jakarta Sans"/>
                <a:ea typeface="Times New Roman" panose="02020603050405020304" pitchFamily="18" charset="0"/>
                <a:cs typeface="Times New Roman" panose="02020603050405020304" pitchFamily="18" charset="0"/>
              </a:rPr>
              <a:t> </a:t>
            </a:r>
            <a:r>
              <a:rPr lang="en-IN" sz="18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How does the sales volume vary across different product categories? Can we create a bar chart or </a:t>
            </a:r>
            <a:r>
              <a:rPr lang="en-IN" sz="1800" dirty="0" err="1">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treemap</a:t>
            </a:r>
            <a:r>
              <a:rPr lang="en-IN" sz="18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 to display it?</a:t>
            </a:r>
            <a:br>
              <a:rPr lang="en-IN" sz="18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br>
            <a:endParaRPr lang="en-IN" sz="18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B089FAB-FF03-88FB-BCE1-CACA30882D72}"/>
              </a:ext>
            </a:extLst>
          </p:cNvPr>
          <p:cNvSpPr>
            <a:spLocks noGrp="1"/>
          </p:cNvSpPr>
          <p:nvPr>
            <p:ph sz="half" idx="1"/>
          </p:nvPr>
        </p:nvSpPr>
        <p:spPr>
          <a:xfrm>
            <a:off x="860671" y="816077"/>
            <a:ext cx="10373668" cy="2261420"/>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a:t>
            </a:r>
            <a:b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High sales in Beverages and Dairy Products suggest strong customer demand. Lower-performing categories may need review for pricing, demand, or stock issues. These findings can support decisions in product promotion and supply chain adjustments.</a:t>
            </a:r>
          </a:p>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a:t>
            </a:r>
            <a:b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treemap</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highlights sales concentration in a few key categories. It is recommended to: Prioritize top-selling categories for promotion and inventory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planning.Investigate</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underperformers for improvement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opportunities.Combine</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this with margin analysis for better profitability insights.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2A931B0-0A59-73EC-8207-5AF71DCE8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361" y="3134032"/>
            <a:ext cx="10373668" cy="3030794"/>
          </a:xfrm>
          <a:prstGeom prst="rect">
            <a:avLst/>
          </a:prstGeom>
        </p:spPr>
      </p:pic>
    </p:spTree>
    <p:extLst>
      <p:ext uri="{BB962C8B-B14F-4D97-AF65-F5344CB8AC3E}">
        <p14:creationId xmlns:p14="http://schemas.microsoft.com/office/powerpoint/2010/main" val="135020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66F8-11BF-31AC-5349-40B4FBE84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2804D-DA4F-1A2F-6CF1-011BBB5B37AC}"/>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a:bodyPr>
          <a:lstStyle/>
          <a:p>
            <a:pPr>
              <a:lnSpc>
                <a:spcPct val="107000"/>
              </a:lnSpc>
              <a:spcAft>
                <a:spcPts val="800"/>
              </a:spcAft>
            </a:pPr>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12.Can we visualize the pricing distribution of products using a box plot or violin plot?</a:t>
            </a:r>
            <a:b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6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06D5B2A-A071-0E59-07EA-8F1E0B3518DF}"/>
              </a:ext>
            </a:extLst>
          </p:cNvPr>
          <p:cNvSpPr>
            <a:spLocks noGrp="1"/>
          </p:cNvSpPr>
          <p:nvPr>
            <p:ph sz="half" idx="1"/>
          </p:nvPr>
        </p:nvSpPr>
        <p:spPr>
          <a:xfrm>
            <a:off x="859361" y="924231"/>
            <a:ext cx="10373668" cy="1533833"/>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5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 : </a:t>
            </a: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Wider price ranges may require dynamic pricing strategies, while uniform ranges indicate stability and limited product variation.</a:t>
            </a:r>
          </a:p>
          <a:p>
            <a:pPr marL="0" indent="0">
              <a:lnSpc>
                <a:spcPct val="107000"/>
              </a:lnSpc>
              <a:spcAft>
                <a:spcPts val="800"/>
              </a:spcAft>
              <a:buNone/>
              <a:tabLst>
                <a:tab pos="2165985" algn="l"/>
              </a:tabLst>
            </a:pPr>
            <a:r>
              <a:rPr lang="en-IN" sz="15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 : </a:t>
            </a:r>
            <a:r>
              <a:rPr lang="en-IN" sz="15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Pricing analysis can support better product positioning, help in spotting outliers, and guide pricing decisions for different product categories.</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298EBC3-2339-EA42-1C2E-42EBA26E9AB5}"/>
              </a:ext>
            </a:extLst>
          </p:cNvPr>
          <p:cNvPicPr>
            <a:picLocks noChangeAspect="1"/>
          </p:cNvPicPr>
          <p:nvPr/>
        </p:nvPicPr>
        <p:blipFill>
          <a:blip r:embed="rId2"/>
          <a:stretch>
            <a:fillRect/>
          </a:stretch>
        </p:blipFill>
        <p:spPr>
          <a:xfrm>
            <a:off x="570271" y="2585024"/>
            <a:ext cx="11218605" cy="3456899"/>
          </a:xfrm>
          <a:prstGeom prst="rect">
            <a:avLst/>
          </a:prstGeom>
        </p:spPr>
      </p:pic>
    </p:spTree>
    <p:extLst>
      <p:ext uri="{BB962C8B-B14F-4D97-AF65-F5344CB8AC3E}">
        <p14:creationId xmlns:p14="http://schemas.microsoft.com/office/powerpoint/2010/main" val="3928107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89130-936E-54B0-358F-0CB709884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31667-60A4-9A86-82BF-FCF6E2F5B1E6}"/>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a:bodyPr>
          <a:lstStyle/>
          <a:p>
            <a:pPr>
              <a:lnSpc>
                <a:spcPct val="107000"/>
              </a:lnSpc>
              <a:spcAft>
                <a:spcPts val="800"/>
              </a:spcAf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13</a:t>
            </a:r>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What is the distribution of supplier ratings or performance metrics? Can we create a bar chart or radar chart to visualize it?</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4BD221D-7D9F-67C6-A379-D90AE249C411}"/>
              </a:ext>
            </a:extLst>
          </p:cNvPr>
          <p:cNvSpPr>
            <a:spLocks noGrp="1"/>
          </p:cNvSpPr>
          <p:nvPr>
            <p:ph sz="half" idx="1"/>
          </p:nvPr>
        </p:nvSpPr>
        <p:spPr>
          <a:xfrm>
            <a:off x="859361" y="816077"/>
            <a:ext cx="10373668" cy="2399072"/>
          </a:xfrm>
          <a:solidFill>
            <a:schemeClr val="accent6">
              <a:lumMod val="20000"/>
              <a:lumOff val="80000"/>
            </a:schemeClr>
          </a:solidFill>
        </p:spPr>
        <p:txBody>
          <a:bodyPr>
            <a:normAutofit fontScale="77500" lnSpcReduction="20000"/>
          </a:bodyPr>
          <a:lstStyle/>
          <a:p>
            <a:pPr>
              <a:lnSpc>
                <a:spcPct val="107000"/>
              </a:lnSpc>
              <a:spcAft>
                <a:spcPts val="800"/>
              </a:spcAft>
              <a:buNone/>
              <a:tabLst>
                <a:tab pos="2165985" algn="l"/>
              </a:tabLst>
            </a:pPr>
            <a:r>
              <a:rPr lang="en-IN" sz="18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Suppliers with more products may have better operational capacity or stronger relationships. However, low product counts could also indicate specialization.</a:t>
            </a:r>
          </a:p>
          <a:p>
            <a:pPr>
              <a:lnSpc>
                <a:spcPct val="107000"/>
              </a:lnSpc>
              <a:spcAft>
                <a:spcPts val="800"/>
              </a:spcAft>
              <a:buNone/>
              <a:tabLst>
                <a:tab pos="2165985" algn="l"/>
              </a:tabLst>
            </a:pPr>
            <a:r>
              <a:rPr lang="en-IN" sz="18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Future Visualization Options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To analyse supplier performance more accurately, a radar chart could be used to include dimensions like delivery time, quality rating, and consistency.</a:t>
            </a:r>
          </a:p>
          <a:p>
            <a:pPr marL="0" indent="0">
              <a:lnSpc>
                <a:spcPct val="107000"/>
              </a:lnSpc>
              <a:spcAft>
                <a:spcPts val="800"/>
              </a:spcAft>
              <a:buNone/>
              <a:tabLst>
                <a:tab pos="2165985" algn="l"/>
              </a:tabLst>
            </a:pPr>
            <a:r>
              <a:rPr lang="en-IN" sz="18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This distribution helps in identifying key suppliers. Additional metrics are recommended for a more robust supplier performance evaluation</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2A1C752-5996-A382-22B7-E20FF9A2603E}"/>
              </a:ext>
            </a:extLst>
          </p:cNvPr>
          <p:cNvPicPr>
            <a:picLocks noChangeAspect="1"/>
          </p:cNvPicPr>
          <p:nvPr/>
        </p:nvPicPr>
        <p:blipFill>
          <a:blip r:embed="rId2"/>
          <a:stretch>
            <a:fillRect/>
          </a:stretch>
        </p:blipFill>
        <p:spPr>
          <a:xfrm>
            <a:off x="514258" y="3429000"/>
            <a:ext cx="11163484" cy="2399072"/>
          </a:xfrm>
          <a:prstGeom prst="rect">
            <a:avLst/>
          </a:prstGeom>
        </p:spPr>
      </p:pic>
    </p:spTree>
    <p:extLst>
      <p:ext uri="{BB962C8B-B14F-4D97-AF65-F5344CB8AC3E}">
        <p14:creationId xmlns:p14="http://schemas.microsoft.com/office/powerpoint/2010/main" val="34469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066E5-31A1-67C9-B700-C048B2F8C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58487-D408-BB0B-E62E-AE86EDE9A64C}"/>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tabLst>
                <a:tab pos="2165985" algn="l"/>
              </a:tabLst>
            </a:pP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14. How does the cost or pricing structure vary across different suppliers? Can we create a box plot or stacked bar chart to display it?</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2BF644D-1C70-C7BE-5657-06E03F9E97C4}"/>
              </a:ext>
            </a:extLst>
          </p:cNvPr>
          <p:cNvSpPr>
            <a:spLocks noGrp="1"/>
          </p:cNvSpPr>
          <p:nvPr>
            <p:ph sz="half" idx="1"/>
          </p:nvPr>
        </p:nvSpPr>
        <p:spPr>
          <a:xfrm>
            <a:off x="859361" y="816076"/>
            <a:ext cx="10373668" cy="1809137"/>
          </a:xfrm>
          <a:solidFill>
            <a:schemeClr val="accent6">
              <a:lumMod val="20000"/>
              <a:lumOff val="80000"/>
            </a:schemeClr>
          </a:solidFill>
        </p:spPr>
        <p:txBody>
          <a:bodyPr>
            <a:normAutofit lnSpcReduction="10000"/>
          </a:bodyPr>
          <a:lstStyle/>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Insights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Aux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joyeux</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ecclésiastiques</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supplies the most expensive product at $282, followed by Plutzer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Lebensmittelgroßmärkte</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AG at $223.Most other suppliers offer products in the $60–$140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range.Pricing</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varies significantly, revealing cost disparities among suppliers.</a:t>
            </a:r>
            <a:r>
              <a:rPr lang="en-IN" sz="14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Unit prices reflect current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costs.Each</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supplier's highest-priced product was used for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comparison.Data</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is assumed to be accurate and complete.</a:t>
            </a:r>
          </a:p>
          <a:p>
            <a:pPr>
              <a:lnSpc>
                <a:spcPct val="107000"/>
              </a:lnSpc>
              <a:spcAft>
                <a:spcPts val="800"/>
              </a:spcAft>
              <a:buNone/>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There is a wide variation in pricing across suppliers. Northwind should review high-cost vendors, consider better terms with low-cost suppliers, and explore deeper cost analysis by incorporating volume and discount data.</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F00E199-ABF0-3DB5-8E58-31DE038D32FF}"/>
              </a:ext>
            </a:extLst>
          </p:cNvPr>
          <p:cNvPicPr>
            <a:picLocks noChangeAspect="1"/>
          </p:cNvPicPr>
          <p:nvPr/>
        </p:nvPicPr>
        <p:blipFill>
          <a:blip r:embed="rId2"/>
          <a:stretch>
            <a:fillRect/>
          </a:stretch>
        </p:blipFill>
        <p:spPr>
          <a:xfrm>
            <a:off x="530942" y="2625213"/>
            <a:ext cx="11257935" cy="3549445"/>
          </a:xfrm>
          <a:prstGeom prst="rect">
            <a:avLst/>
          </a:prstGeom>
        </p:spPr>
      </p:pic>
    </p:spTree>
    <p:extLst>
      <p:ext uri="{BB962C8B-B14F-4D97-AF65-F5344CB8AC3E}">
        <p14:creationId xmlns:p14="http://schemas.microsoft.com/office/powerpoint/2010/main" val="2912117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56FD6-6753-3BBE-47E7-3A1DD11DA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574DD-19B2-D636-BCB1-492443BA3CE1}"/>
              </a:ext>
            </a:extLst>
          </p:cNvPr>
          <p:cNvSpPr>
            <a:spLocks noGrp="1"/>
          </p:cNvSpPr>
          <p:nvPr>
            <p:ph type="title"/>
          </p:nvPr>
        </p:nvSpPr>
        <p:spPr>
          <a:xfrm>
            <a:off x="859361" y="0"/>
            <a:ext cx="10374978" cy="694035"/>
          </a:xfrm>
          <a:solidFill>
            <a:schemeClr val="accent6">
              <a:lumMod val="20000"/>
              <a:lumOff val="80000"/>
            </a:schemeClr>
          </a:solidFill>
          <a:effectLst>
            <a:glow rad="228600">
              <a:schemeClr val="accent6">
                <a:satMod val="175000"/>
                <a:alpha val="40000"/>
              </a:schemeClr>
            </a:glow>
          </a:effectLst>
        </p:spPr>
        <p:txBody>
          <a:bodyPr>
            <a:normAutofit fontScale="90000"/>
          </a:bodyPr>
          <a:lstStyle/>
          <a:p>
            <a:pPr>
              <a:lnSpc>
                <a:spcPct val="107000"/>
              </a:lnSpc>
              <a:spcAft>
                <a:spcPts val="800"/>
              </a:spcAft>
              <a:tabLst>
                <a:tab pos="2165985" algn="l"/>
              </a:tabLst>
            </a:pP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15. Can we visualize the geographical distribution of suppliers using a map or bubble chart?</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400"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80F1610-E7A1-27CC-E9F0-DB4D546B7ACB}"/>
              </a:ext>
            </a:extLst>
          </p:cNvPr>
          <p:cNvSpPr>
            <a:spLocks noGrp="1"/>
          </p:cNvSpPr>
          <p:nvPr>
            <p:ph sz="half" idx="1"/>
          </p:nvPr>
        </p:nvSpPr>
        <p:spPr>
          <a:xfrm>
            <a:off x="859361" y="894735"/>
            <a:ext cx="10373668" cy="1877962"/>
          </a:xfrm>
          <a:solidFill>
            <a:schemeClr val="accent6">
              <a:lumMod val="20000"/>
              <a:lumOff val="80000"/>
            </a:schemeClr>
          </a:solidFill>
        </p:spPr>
        <p:txBody>
          <a:bodyPr>
            <a:normAutofit/>
          </a:bodyPr>
          <a:lstStyle/>
          <a:p>
            <a:pPr>
              <a:lnSpc>
                <a:spcPct val="107000"/>
              </a:lnSpc>
              <a:spcAft>
                <a:spcPts val="800"/>
              </a:spcAft>
              <a:buNone/>
              <a:tabLst>
                <a:tab pos="2165985" algn="l"/>
              </a:tabLst>
            </a:pPr>
            <a:r>
              <a:rPr lang="en-IN" sz="1800" b="1" dirty="0">
                <a:solidFill>
                  <a:srgbClr val="2F5496"/>
                </a:solidFill>
                <a:effectLst/>
                <a:latin typeface="Calibri" panose="020F0502020204030204" pitchFamily="34" charset="0"/>
                <a:ea typeface="Times New Roman" panose="02020603050405020304" pitchFamily="18" charset="0"/>
                <a:cs typeface="Calibri" panose="020F0502020204030204" pitchFamily="34" charset="0"/>
              </a:rPr>
              <a:t>. </a:t>
            </a: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Key Findings</a:t>
            </a:r>
            <a:r>
              <a:rPr lang="en-IN" sz="1400" b="1"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Highest supplier concentration in Europe and North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America.Moderate</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presence in Asia, South America, and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Australia.No</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suppliers recorded in Africa.</a:t>
            </a:r>
            <a:r>
              <a:rPr lang="en-IN" sz="1400"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Assumptions Made Supplier regions are derived from their listed </a:t>
            </a:r>
            <a:r>
              <a:rPr lang="en-IN" sz="14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addresses.The</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geographic data is current and correctly mapped.</a:t>
            </a:r>
          </a:p>
          <a:p>
            <a:pPr>
              <a:lnSpc>
                <a:spcPct val="107000"/>
              </a:lnSpc>
              <a:spcAft>
                <a:spcPts val="800"/>
              </a:spcAft>
              <a:tabLst>
                <a:tab pos="2165985" algn="l"/>
              </a:tabLst>
            </a:pPr>
            <a:r>
              <a:rPr lang="en-IN" sz="1400" b="1"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Conclusions</a:t>
            </a:r>
            <a:r>
              <a:rPr lang="en-IN" sz="1400" b="1" dirty="0">
                <a:solidFill>
                  <a:schemeClr val="accent6">
                    <a:lumMod val="50000"/>
                  </a:schemeClr>
                </a:solidFill>
                <a:latin typeface="Arial" panose="020B0604020202020204" pitchFamily="34" charset="0"/>
                <a:ea typeface="Times New Roman" panose="02020603050405020304" pitchFamily="18" charset="0"/>
                <a:cs typeface="Arial" panose="020B0604020202020204" pitchFamily="34" charset="0"/>
              </a:rPr>
              <a:t> : </a:t>
            </a:r>
            <a:r>
              <a:rPr lang="en-IN" sz="14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Northwind maintains a globally distributed supply chain. To further strengthen it, the company could explore supplier opportunities in Africa and enhance regional diversification for risk mitigation.</a:t>
            </a:r>
          </a:p>
          <a:p>
            <a:pPr>
              <a:spcBef>
                <a:spcPts val="200"/>
              </a:spcBef>
              <a:buNone/>
            </a:pPr>
            <a:endParaRPr lang="en-IN" sz="105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F5D5010-66CE-7284-DBC1-D7E1F1B5CB3D}"/>
              </a:ext>
            </a:extLst>
          </p:cNvPr>
          <p:cNvPicPr>
            <a:picLocks noChangeAspect="1"/>
          </p:cNvPicPr>
          <p:nvPr/>
        </p:nvPicPr>
        <p:blipFill>
          <a:blip r:embed="rId2"/>
          <a:stretch>
            <a:fillRect/>
          </a:stretch>
        </p:blipFill>
        <p:spPr>
          <a:xfrm>
            <a:off x="3323303" y="2869211"/>
            <a:ext cx="4483510" cy="3094054"/>
          </a:xfrm>
          <a:prstGeom prst="rect">
            <a:avLst/>
          </a:prstGeom>
        </p:spPr>
      </p:pic>
    </p:spTree>
    <p:extLst>
      <p:ext uri="{BB962C8B-B14F-4D97-AF65-F5344CB8AC3E}">
        <p14:creationId xmlns:p14="http://schemas.microsoft.com/office/powerpoint/2010/main" val="2751729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4EA5DF-1306-4AB3-F81F-84E29A410787}"/>
              </a:ext>
            </a:extLst>
          </p:cNvPr>
          <p:cNvPicPr>
            <a:picLocks noChangeAspect="1"/>
          </p:cNvPicPr>
          <p:nvPr/>
        </p:nvPicPr>
        <p:blipFill>
          <a:blip r:embed="rId2"/>
          <a:stretch>
            <a:fillRect/>
          </a:stretch>
        </p:blipFill>
        <p:spPr>
          <a:xfrm>
            <a:off x="558317" y="245806"/>
            <a:ext cx="10758611" cy="5682274"/>
          </a:xfrm>
          <a:prstGeom prst="rect">
            <a:avLst/>
          </a:prstGeom>
        </p:spPr>
      </p:pic>
    </p:spTree>
    <p:extLst>
      <p:ext uri="{BB962C8B-B14F-4D97-AF65-F5344CB8AC3E}">
        <p14:creationId xmlns:p14="http://schemas.microsoft.com/office/powerpoint/2010/main" val="749799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DAD547-3086-22AF-9E1B-B430756418E1}"/>
              </a:ext>
            </a:extLst>
          </p:cNvPr>
          <p:cNvPicPr>
            <a:picLocks noChangeAspect="1"/>
          </p:cNvPicPr>
          <p:nvPr/>
        </p:nvPicPr>
        <p:blipFill>
          <a:blip r:embed="rId2"/>
          <a:stretch>
            <a:fillRect/>
          </a:stretch>
        </p:blipFill>
        <p:spPr>
          <a:xfrm>
            <a:off x="678426" y="164057"/>
            <a:ext cx="10609006" cy="6016031"/>
          </a:xfrm>
          <a:prstGeom prst="rect">
            <a:avLst/>
          </a:prstGeom>
        </p:spPr>
      </p:pic>
    </p:spTree>
    <p:extLst>
      <p:ext uri="{BB962C8B-B14F-4D97-AF65-F5344CB8AC3E}">
        <p14:creationId xmlns:p14="http://schemas.microsoft.com/office/powerpoint/2010/main" val="520045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2D0E08-7E28-2402-D45B-31FCA5208BDF}"/>
              </a:ext>
            </a:extLst>
          </p:cNvPr>
          <p:cNvPicPr>
            <a:picLocks noChangeAspect="1"/>
          </p:cNvPicPr>
          <p:nvPr/>
        </p:nvPicPr>
        <p:blipFill>
          <a:blip r:embed="rId2"/>
          <a:stretch>
            <a:fillRect/>
          </a:stretch>
        </p:blipFill>
        <p:spPr>
          <a:xfrm>
            <a:off x="414705" y="164725"/>
            <a:ext cx="11207023" cy="5888360"/>
          </a:xfrm>
          <a:prstGeom prst="rect">
            <a:avLst/>
          </a:prstGeom>
        </p:spPr>
      </p:pic>
    </p:spTree>
    <p:extLst>
      <p:ext uri="{BB962C8B-B14F-4D97-AF65-F5344CB8AC3E}">
        <p14:creationId xmlns:p14="http://schemas.microsoft.com/office/powerpoint/2010/main" val="2791827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112E42-C1AF-20CD-3364-CE044BD6A2D5}"/>
              </a:ext>
            </a:extLst>
          </p:cNvPr>
          <p:cNvPicPr>
            <a:picLocks noChangeAspect="1"/>
          </p:cNvPicPr>
          <p:nvPr/>
        </p:nvPicPr>
        <p:blipFill>
          <a:blip r:embed="rId2"/>
          <a:stretch>
            <a:fillRect/>
          </a:stretch>
        </p:blipFill>
        <p:spPr>
          <a:xfrm>
            <a:off x="609600" y="101528"/>
            <a:ext cx="10471355" cy="6082579"/>
          </a:xfrm>
          <a:prstGeom prst="rect">
            <a:avLst/>
          </a:prstGeom>
        </p:spPr>
      </p:pic>
    </p:spTree>
    <p:extLst>
      <p:ext uri="{BB962C8B-B14F-4D97-AF65-F5344CB8AC3E}">
        <p14:creationId xmlns:p14="http://schemas.microsoft.com/office/powerpoint/2010/main" val="3913670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CB4EE1-88CF-0D56-C8C3-C0C4CEDAAD4D}"/>
              </a:ext>
            </a:extLst>
          </p:cNvPr>
          <p:cNvPicPr>
            <a:picLocks noChangeAspect="1"/>
          </p:cNvPicPr>
          <p:nvPr/>
        </p:nvPicPr>
        <p:blipFill>
          <a:blip r:embed="rId2"/>
          <a:stretch>
            <a:fillRect/>
          </a:stretch>
        </p:blipFill>
        <p:spPr>
          <a:xfrm>
            <a:off x="511276" y="110105"/>
            <a:ext cx="10697497" cy="6086507"/>
          </a:xfrm>
          <a:prstGeom prst="rect">
            <a:avLst/>
          </a:prstGeom>
        </p:spPr>
      </p:pic>
    </p:spTree>
    <p:extLst>
      <p:ext uri="{BB962C8B-B14F-4D97-AF65-F5344CB8AC3E}">
        <p14:creationId xmlns:p14="http://schemas.microsoft.com/office/powerpoint/2010/main" val="1805551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9882A3-89B4-2454-EC71-1EF90E6727B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7028C83-7AD3-3199-CB47-B5FE089B4D33}"/>
              </a:ext>
            </a:extLst>
          </p:cNvPr>
          <p:cNvSpPr/>
          <p:nvPr/>
        </p:nvSpPr>
        <p:spPr>
          <a:xfrm>
            <a:off x="5063613" y="1641987"/>
            <a:ext cx="4945626" cy="3736258"/>
          </a:xfrm>
          <a:prstGeom prst="ellipse">
            <a:avLst/>
          </a:prstGeom>
          <a:solidFill>
            <a:schemeClr val="accent6">
              <a:lumMod val="20000"/>
              <a:lumOff val="80000"/>
            </a:schemeClr>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accent6">
                    <a:lumMod val="50000"/>
                  </a:schemeClr>
                </a:solidFill>
                <a:latin typeface="Arial" panose="020B0604020202020204" pitchFamily="34" charset="0"/>
                <a:cs typeface="Arial" panose="020B0604020202020204" pitchFamily="34" charset="0"/>
              </a:rPr>
              <a:t>EDA  PROBLEM STATEMENTS</a:t>
            </a:r>
          </a:p>
        </p:txBody>
      </p:sp>
    </p:spTree>
    <p:extLst>
      <p:ext uri="{BB962C8B-B14F-4D97-AF65-F5344CB8AC3E}">
        <p14:creationId xmlns:p14="http://schemas.microsoft.com/office/powerpoint/2010/main" val="541159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1813-86C4-6FAC-9859-140E146A0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DDC24-DA23-C9C9-3CD4-1E848DC4C662}"/>
              </a:ext>
            </a:extLst>
          </p:cNvPr>
          <p:cNvSpPr>
            <a:spLocks noGrp="1"/>
          </p:cNvSpPr>
          <p:nvPr>
            <p:ph type="title"/>
          </p:nvPr>
        </p:nvSpPr>
        <p:spPr>
          <a:xfrm>
            <a:off x="1097280" y="162996"/>
            <a:ext cx="10058400" cy="707923"/>
          </a:xfrm>
          <a:solidFill>
            <a:schemeClr val="accent6">
              <a:lumMod val="20000"/>
              <a:lumOff val="80000"/>
            </a:schemeClr>
          </a:solidFill>
          <a:effectLst>
            <a:glow rad="228600">
              <a:schemeClr val="accent6">
                <a:satMod val="175000"/>
                <a:alpha val="40000"/>
              </a:schemeClr>
            </a:glow>
          </a:effectLst>
        </p:spPr>
        <p:txBody>
          <a:bodyPr>
            <a:normAutofit/>
          </a:bodyPr>
          <a:lstStyle/>
          <a:p>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1.What are the key factors influencing customer retention or loyalty based on the dataset?</a:t>
            </a:r>
            <a:br>
              <a:rPr lang="en-IN" sz="1600" dirty="0">
                <a:effectLst/>
                <a:latin typeface="Arial" panose="020B0604020202020204" pitchFamily="34" charset="0"/>
                <a:ea typeface="Times New Roman" panose="02020603050405020304" pitchFamily="18" charset="0"/>
                <a:cs typeface="Arial" panose="020B0604020202020204" pitchFamily="34" charset="0"/>
              </a:rPr>
            </a:br>
            <a:endParaRPr lang="en-IN" sz="16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0D96CA02-1838-1E67-70BE-60B97B49C636}"/>
              </a:ext>
            </a:extLst>
          </p:cNvPr>
          <p:cNvSpPr>
            <a:spLocks noGrp="1"/>
          </p:cNvSpPr>
          <p:nvPr>
            <p:ph sz="half" idx="2"/>
          </p:nvPr>
        </p:nvSpPr>
        <p:spPr>
          <a:xfrm>
            <a:off x="6096000" y="998739"/>
            <a:ext cx="5059680" cy="4849744"/>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Customer Retention:</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Customers who place more orders tend to stay longer, as seen with SAVEA, ERNSH, and QUICK, who each placed over 28 orders and stayed for more than 600 days. High-spending customers like QUICK and ERNSH also show stronger loyalty and frequent orders. Additionally, long-term customers such as HANAR, RICSU, and ERNSH (with over 650 days of tenure) consistently place more orders. In short, encouraging repeat purchases, focusing on high-revenue customers, and retaining customers longer all contribute to better retention and sustained revenue.</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F8D96E63-CB17-950E-14EC-40D09B0FB200}"/>
              </a:ext>
            </a:extLst>
          </p:cNvPr>
          <p:cNvPicPr>
            <a:picLocks noGrp="1" noChangeAspect="1"/>
          </p:cNvPicPr>
          <p:nvPr>
            <p:ph sz="half" idx="1"/>
          </p:nvPr>
        </p:nvPicPr>
        <p:blipFill>
          <a:blip r:embed="rId2"/>
          <a:stretch>
            <a:fillRect/>
          </a:stretch>
        </p:blipFill>
        <p:spPr>
          <a:xfrm>
            <a:off x="1152384" y="1004128"/>
            <a:ext cx="4974096" cy="4849744"/>
          </a:xfrm>
          <a:prstGeom prst="rect">
            <a:avLst/>
          </a:prstGeom>
        </p:spPr>
      </p:pic>
      <p:sp>
        <p:nvSpPr>
          <p:cNvPr id="8" name="Rectangle 7">
            <a:extLst>
              <a:ext uri="{FF2B5EF4-FFF2-40B4-BE49-F238E27FC236}">
                <a16:creationId xmlns:a16="http://schemas.microsoft.com/office/drawing/2014/main" id="{EEE5FF9B-2263-3DA1-405C-D4DC9A9CA92F}"/>
              </a:ext>
            </a:extLst>
          </p:cNvPr>
          <p:cNvSpPr/>
          <p:nvPr/>
        </p:nvSpPr>
        <p:spPr>
          <a:xfrm>
            <a:off x="1189703" y="998738"/>
            <a:ext cx="4906297" cy="279456"/>
          </a:xfrm>
          <a:prstGeom prst="rect">
            <a:avLst/>
          </a:prstGeom>
          <a:solidFill>
            <a:schemeClr val="accent2">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40872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9C5B-2DD2-4C8A-0C58-BD127BAD0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74B8C-9A91-82F6-2425-B9EA115C0C3A}"/>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a:bodyPr>
          <a:lstStyle/>
          <a:p>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2. How do customer preferences vary based on their location or demographics? Can we explore this through interactive visualizations?</a:t>
            </a:r>
            <a:endParaRPr lang="en-IN" sz="14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93A6D3B1-F01A-C542-2716-D2DF7A6659FD}"/>
              </a:ext>
            </a:extLst>
          </p:cNvPr>
          <p:cNvPicPr>
            <a:picLocks noGrp="1" noChangeAspect="1"/>
          </p:cNvPicPr>
          <p:nvPr>
            <p:ph sz="half" idx="1"/>
          </p:nvPr>
        </p:nvPicPr>
        <p:blipFill>
          <a:blip r:embed="rId2"/>
          <a:stretch>
            <a:fillRect/>
          </a:stretch>
        </p:blipFill>
        <p:spPr>
          <a:xfrm>
            <a:off x="196645" y="973394"/>
            <a:ext cx="5059680" cy="4912087"/>
          </a:xfrm>
          <a:prstGeom prst="rect">
            <a:avLst/>
          </a:prstGeom>
        </p:spPr>
      </p:pic>
      <mc:AlternateContent xmlns:mc="http://schemas.openxmlformats.org/markup-compatibility/2006" xmlns:cx4="http://schemas.microsoft.com/office/drawing/2016/5/10/chartex">
        <mc:Choice Requires="cx4">
          <p:graphicFrame>
            <p:nvGraphicFramePr>
              <p:cNvPr id="9" name="Content Placeholder 8">
                <a:extLst>
                  <a:ext uri="{FF2B5EF4-FFF2-40B4-BE49-F238E27FC236}">
                    <a16:creationId xmlns:a16="http://schemas.microsoft.com/office/drawing/2014/main" id="{8A393A82-1A04-09C0-58CD-3B30E0EC8AD0}"/>
                  </a:ext>
                </a:extLst>
              </p:cNvPr>
              <p:cNvGraphicFramePr>
                <a:graphicFrameLocks noGrp="1"/>
              </p:cNvGraphicFramePr>
              <p:nvPr>
                <p:ph sz="half" idx="2"/>
                <p:extLst>
                  <p:ext uri="{D42A27DB-BD31-4B8C-83A1-F6EECF244321}">
                    <p14:modId xmlns:p14="http://schemas.microsoft.com/office/powerpoint/2010/main" val="4192288274"/>
                  </p:ext>
                </p:extLst>
              </p:nvPr>
            </p:nvGraphicFramePr>
            <p:xfrm>
              <a:off x="5256211" y="973139"/>
              <a:ext cx="5899151" cy="254681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9" name="Content Placeholder 8">
                <a:extLst>
                  <a:ext uri="{FF2B5EF4-FFF2-40B4-BE49-F238E27FC236}">
                    <a16:creationId xmlns:a16="http://schemas.microsoft.com/office/drawing/2014/main" id="{8A393A82-1A04-09C0-58CD-3B30E0EC8AD0}"/>
                  </a:ext>
                </a:extLst>
              </p:cNvPr>
              <p:cNvPicPr>
                <a:picLocks noGrp="1" noRot="1" noChangeAspect="1" noMove="1" noResize="1" noEditPoints="1" noAdjustHandles="1" noChangeArrowheads="1" noChangeShapeType="1"/>
              </p:cNvPicPr>
              <p:nvPr/>
            </p:nvPicPr>
            <p:blipFill>
              <a:blip r:embed="rId4"/>
              <a:stretch>
                <a:fillRect/>
              </a:stretch>
            </p:blipFill>
            <p:spPr>
              <a:xfrm>
                <a:off x="5256211" y="973139"/>
                <a:ext cx="5899151" cy="2546810"/>
              </a:xfrm>
              <a:prstGeom prst="rect">
                <a:avLst/>
              </a:prstGeom>
            </p:spPr>
          </p:pic>
        </mc:Fallback>
      </mc:AlternateContent>
      <p:graphicFrame>
        <p:nvGraphicFramePr>
          <p:cNvPr id="10" name="Chart 9">
            <a:extLst>
              <a:ext uri="{FF2B5EF4-FFF2-40B4-BE49-F238E27FC236}">
                <a16:creationId xmlns:a16="http://schemas.microsoft.com/office/drawing/2014/main" id="{0036B029-585F-4DAA-D81B-AA1C981344AC}"/>
              </a:ext>
            </a:extLst>
          </p:cNvPr>
          <p:cNvGraphicFramePr/>
          <p:nvPr>
            <p:extLst>
              <p:ext uri="{D42A27DB-BD31-4B8C-83A1-F6EECF244321}">
                <p14:modId xmlns:p14="http://schemas.microsoft.com/office/powerpoint/2010/main" val="1018329981"/>
              </p:ext>
            </p:extLst>
          </p:nvPr>
        </p:nvGraphicFramePr>
        <p:xfrm>
          <a:off x="5256213" y="3519949"/>
          <a:ext cx="5899150" cy="246800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24170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49B14-C984-25AC-FAE7-FB0C165E0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76C3C-4941-6149-7CA3-BF27011657E8}"/>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a:bodyPr>
          <a:lstStyle/>
          <a:p>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3. Are there any interesting patterns or clusters in customer behaviour that can be visualized to identify potential market segments?</a:t>
            </a:r>
            <a:endParaRPr lang="en-IN" sz="120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BE919CCE-AEC1-FCD5-0ADE-E3A24F14EC81}"/>
              </a:ext>
            </a:extLst>
          </p:cNvPr>
          <p:cNvSpPr>
            <a:spLocks noGrp="1"/>
          </p:cNvSpPr>
          <p:nvPr>
            <p:ph sz="half" idx="2"/>
          </p:nvPr>
        </p:nvSpPr>
        <p:spPr>
          <a:xfrm>
            <a:off x="4975123" y="3628103"/>
            <a:ext cx="6180557" cy="2330245"/>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Customer Segments (Bubble Chart Analysis):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There are very few customers with both recent purchases and high frequency, indicating a small but valuable loyal segment that should be prioritized for rewards. Most low-value customers are in the bottom-left area, showing older last purchases, low frequency, and low spending—these are potential targets for reactivation or </a:t>
            </a:r>
            <a:r>
              <a:rPr lang="en-US" sz="1400" dirty="0" err="1">
                <a:solidFill>
                  <a:schemeClr val="accent6">
                    <a:lumMod val="50000"/>
                  </a:schemeClr>
                </a:solidFill>
                <a:latin typeface="Arial" panose="020B0604020202020204" pitchFamily="34" charset="0"/>
                <a:cs typeface="Arial" panose="020B0604020202020204" pitchFamily="34" charset="0"/>
              </a:rPr>
              <a:t>deprioritization</a:t>
            </a:r>
            <a:r>
              <a:rPr lang="en-US" sz="1400" dirty="0">
                <a:solidFill>
                  <a:schemeClr val="accent6">
                    <a:lumMod val="50000"/>
                  </a:schemeClr>
                </a:solidFill>
                <a:latin typeface="Arial" panose="020B0604020202020204" pitchFamily="34" charset="0"/>
                <a:cs typeface="Arial" panose="020B0604020202020204" pitchFamily="34" charset="0"/>
              </a:rPr>
              <a:t>. Larger bubbles appear in the middle-left, showing customers with high total spend but no recent activity—these high-value lapsed customers are good candidates for re-engagement using personalized offers.</a:t>
            </a:r>
            <a:endParaRPr lang="en-IN" sz="1400" dirty="0">
              <a:solidFill>
                <a:schemeClr val="accent6">
                  <a:lumMod val="50000"/>
                </a:schemeClr>
              </a:solidFill>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A4A7B21B-E1CA-99AC-20E0-0B8B46D88BCF}"/>
              </a:ext>
            </a:extLst>
          </p:cNvPr>
          <p:cNvPicPr>
            <a:picLocks noGrp="1" noChangeAspect="1"/>
          </p:cNvPicPr>
          <p:nvPr>
            <p:ph sz="half" idx="1"/>
          </p:nvPr>
        </p:nvPicPr>
        <p:blipFill>
          <a:blip r:embed="rId2"/>
          <a:stretch>
            <a:fillRect/>
          </a:stretch>
        </p:blipFill>
        <p:spPr>
          <a:xfrm>
            <a:off x="227232" y="870919"/>
            <a:ext cx="4639736" cy="5087429"/>
          </a:xfrm>
          <a:prstGeom prst="rect">
            <a:avLst/>
          </a:prstGeom>
        </p:spPr>
      </p:pic>
      <p:graphicFrame>
        <p:nvGraphicFramePr>
          <p:cNvPr id="11" name="Chart 10">
            <a:extLst>
              <a:ext uri="{FF2B5EF4-FFF2-40B4-BE49-F238E27FC236}">
                <a16:creationId xmlns:a16="http://schemas.microsoft.com/office/drawing/2014/main" id="{BB166CFE-2B85-E3E3-C604-9236A9EFB65B}"/>
              </a:ext>
            </a:extLst>
          </p:cNvPr>
          <p:cNvGraphicFramePr/>
          <p:nvPr>
            <p:extLst>
              <p:ext uri="{D42A27DB-BD31-4B8C-83A1-F6EECF244321}">
                <p14:modId xmlns:p14="http://schemas.microsoft.com/office/powerpoint/2010/main" val="1097962063"/>
              </p:ext>
            </p:extLst>
          </p:nvPr>
        </p:nvGraphicFramePr>
        <p:xfrm>
          <a:off x="4975122" y="899653"/>
          <a:ext cx="6180557" cy="2728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60202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B870-8221-48B9-D038-57BDA0BA4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0E4D7-531F-637F-D3FF-2EEDB62A7E16}"/>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a:bodyPr>
          <a:lstStyle/>
          <a:p>
            <a: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4. Are there any specific product categories or SKUs that contribute significantly to order revenue? Can we identify them through visualizations?</a:t>
            </a:r>
            <a:br>
              <a:rPr lang="en-IN" sz="16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7671CCCC-AD1C-4616-B6FD-903A9ED355F4}"/>
              </a:ext>
            </a:extLst>
          </p:cNvPr>
          <p:cNvSpPr>
            <a:spLocks noGrp="1"/>
          </p:cNvSpPr>
          <p:nvPr>
            <p:ph sz="half" idx="2"/>
          </p:nvPr>
        </p:nvSpPr>
        <p:spPr>
          <a:xfrm>
            <a:off x="5024284" y="3332795"/>
            <a:ext cx="6642104" cy="2536192"/>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Product and Category Revenue Analysis: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Côte de </a:t>
            </a:r>
            <a:r>
              <a:rPr lang="en-US" sz="1400" dirty="0" err="1">
                <a:solidFill>
                  <a:schemeClr val="accent6">
                    <a:lumMod val="50000"/>
                  </a:schemeClr>
                </a:solidFill>
                <a:latin typeface="Arial" panose="020B0604020202020204" pitchFamily="34" charset="0"/>
                <a:cs typeface="Arial" panose="020B0604020202020204" pitchFamily="34" charset="0"/>
              </a:rPr>
              <a:t>Blaye</a:t>
            </a:r>
            <a:r>
              <a:rPr lang="en-US" sz="1400" dirty="0">
                <a:solidFill>
                  <a:schemeClr val="accent6">
                    <a:lumMod val="50000"/>
                  </a:schemeClr>
                </a:solidFill>
                <a:latin typeface="Arial" panose="020B0604020202020204" pitchFamily="34" charset="0"/>
                <a:cs typeface="Arial" panose="020B0604020202020204" pitchFamily="34" charset="0"/>
              </a:rPr>
              <a:t> is the top revenue-generating product, followed by Thüringer </a:t>
            </a:r>
            <a:r>
              <a:rPr lang="en-US" sz="1400" dirty="0" err="1">
                <a:solidFill>
                  <a:schemeClr val="accent6">
                    <a:lumMod val="50000"/>
                  </a:schemeClr>
                </a:solidFill>
                <a:latin typeface="Arial" panose="020B0604020202020204" pitchFamily="34" charset="0"/>
                <a:cs typeface="Arial" panose="020B0604020202020204" pitchFamily="34" charset="0"/>
              </a:rPr>
              <a:t>Rostbratwurst</a:t>
            </a:r>
            <a:r>
              <a:rPr lang="en-US" sz="1400" dirty="0">
                <a:solidFill>
                  <a:schemeClr val="accent6">
                    <a:lumMod val="50000"/>
                  </a:schemeClr>
                </a:solidFill>
                <a:latin typeface="Arial" panose="020B0604020202020204" pitchFamily="34" charset="0"/>
                <a:cs typeface="Arial" panose="020B0604020202020204" pitchFamily="34" charset="0"/>
              </a:rPr>
              <a:t> and Raclette </a:t>
            </a:r>
            <a:r>
              <a:rPr lang="en-US" sz="1400" dirty="0" err="1">
                <a:solidFill>
                  <a:schemeClr val="accent6">
                    <a:lumMod val="50000"/>
                  </a:schemeClr>
                </a:solidFill>
                <a:latin typeface="Arial" panose="020B0604020202020204" pitchFamily="34" charset="0"/>
                <a:cs typeface="Arial" panose="020B0604020202020204" pitchFamily="34" charset="0"/>
              </a:rPr>
              <a:t>Courdavault</a:t>
            </a:r>
            <a:r>
              <a:rPr lang="en-US" sz="1400" dirty="0">
                <a:solidFill>
                  <a:schemeClr val="accent6">
                    <a:lumMod val="50000"/>
                  </a:schemeClr>
                </a:solidFill>
                <a:latin typeface="Arial" panose="020B0604020202020204" pitchFamily="34" charset="0"/>
                <a:cs typeface="Arial" panose="020B0604020202020204" pitchFamily="34" charset="0"/>
              </a:rPr>
              <a:t>, confirming that a few products drive most sales—typical of the 80/20 rule. Marketing and supply efforts should focus on these top performers. At the category level, Beverages and Dairy lead in revenue, while Grains/Cereals, Produce, and Condiments underperform, indicating possible demand or availability issues. In summary, revenue is concentrated in a few products and categories, so efforts should support high performers and reassess strategies for low-performing ones to guide efficient product planning and sales optimization.</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C4A61C9-8C94-5397-F24A-5B2AA79FF5A7}"/>
              </a:ext>
            </a:extLst>
          </p:cNvPr>
          <p:cNvPicPr>
            <a:picLocks noChangeAspect="1"/>
          </p:cNvPicPr>
          <p:nvPr/>
        </p:nvPicPr>
        <p:blipFill>
          <a:blip r:embed="rId2"/>
          <a:stretch>
            <a:fillRect/>
          </a:stretch>
        </p:blipFill>
        <p:spPr>
          <a:xfrm>
            <a:off x="196645" y="900075"/>
            <a:ext cx="5515896" cy="2403564"/>
          </a:xfrm>
          <a:prstGeom prst="rect">
            <a:avLst/>
          </a:prstGeom>
        </p:spPr>
      </p:pic>
      <p:graphicFrame>
        <p:nvGraphicFramePr>
          <p:cNvPr id="7" name="Chart 6">
            <a:extLst>
              <a:ext uri="{FF2B5EF4-FFF2-40B4-BE49-F238E27FC236}">
                <a16:creationId xmlns:a16="http://schemas.microsoft.com/office/drawing/2014/main" id="{E5EB7898-91F3-37DC-D840-E157FB0FB2D1}"/>
              </a:ext>
            </a:extLst>
          </p:cNvPr>
          <p:cNvGraphicFramePr/>
          <p:nvPr>
            <p:extLst>
              <p:ext uri="{D42A27DB-BD31-4B8C-83A1-F6EECF244321}">
                <p14:modId xmlns:p14="http://schemas.microsoft.com/office/powerpoint/2010/main" val="3104227933"/>
              </p:ext>
            </p:extLst>
          </p:nvPr>
        </p:nvGraphicFramePr>
        <p:xfrm>
          <a:off x="5712541" y="900430"/>
          <a:ext cx="5953847" cy="24409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ntent Placeholder 8">
            <a:extLst>
              <a:ext uri="{FF2B5EF4-FFF2-40B4-BE49-F238E27FC236}">
                <a16:creationId xmlns:a16="http://schemas.microsoft.com/office/drawing/2014/main" id="{198A3B36-F83C-89B7-1E6D-B92695D14ABD}"/>
              </a:ext>
            </a:extLst>
          </p:cNvPr>
          <p:cNvGraphicFramePr>
            <a:graphicFrameLocks noGrp="1"/>
          </p:cNvGraphicFramePr>
          <p:nvPr>
            <p:ph sz="half" idx="1"/>
            <p:extLst>
              <p:ext uri="{D42A27DB-BD31-4B8C-83A1-F6EECF244321}">
                <p14:modId xmlns:p14="http://schemas.microsoft.com/office/powerpoint/2010/main" val="1121357120"/>
              </p:ext>
            </p:extLst>
          </p:nvPr>
        </p:nvGraphicFramePr>
        <p:xfrm>
          <a:off x="304800" y="3303638"/>
          <a:ext cx="4611329" cy="25653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68865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7BB7F-926A-F80E-3295-AFCC2E45B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C1344-952A-F4E3-0DB4-75BAFFB7276A}"/>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5. Are there any correlations between order size and customer demographics or product categories? Can we explore this visually using scatter plots or heatmaps?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3CDB292A-0DB4-AB78-76A0-FBDC410E688E}"/>
              </a:ext>
            </a:extLst>
          </p:cNvPr>
          <p:cNvSpPr>
            <a:spLocks noGrp="1"/>
          </p:cNvSpPr>
          <p:nvPr>
            <p:ph sz="half" idx="2"/>
          </p:nvPr>
        </p:nvSpPr>
        <p:spPr>
          <a:xfrm>
            <a:off x="196645" y="4581492"/>
            <a:ext cx="11027861" cy="1219541"/>
          </a:xfrm>
          <a:solidFill>
            <a:schemeClr val="accent6">
              <a:lumMod val="20000"/>
              <a:lumOff val="80000"/>
            </a:schemeClr>
          </a:solidFill>
        </p:spPr>
        <p:txBody>
          <a:bodyPr>
            <a:normAutofit/>
          </a:bodyPr>
          <a:lstStyle/>
          <a:p>
            <a:r>
              <a:rPr lang="en-US" sz="1400" b="1" dirty="0">
                <a:latin typeface="Arial" panose="020B0604020202020204" pitchFamily="34" charset="0"/>
                <a:cs typeface="Arial" panose="020B0604020202020204" pitchFamily="34" charset="0"/>
              </a:rPr>
              <a:t>Conclusion Summary on Average Order Value (AOV):</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Top customers and categories show much higher AOVs, but there’s a sharp decline after the first few, following the Pareto principle. Most orders are small and frequent, reflecting low AOVs. High-AOV customers should be targeted for retention and campaigns, while lower-tier customers offer upselling potential using strategies that work with top performers.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4E7B96F-10AB-C8F9-1BA6-5F738DF520D5}"/>
              </a:ext>
            </a:extLst>
          </p:cNvPr>
          <p:cNvPicPr>
            <a:picLocks noChangeAspect="1"/>
          </p:cNvPicPr>
          <p:nvPr/>
        </p:nvPicPr>
        <p:blipFill>
          <a:blip r:embed="rId2"/>
          <a:stretch>
            <a:fillRect/>
          </a:stretch>
        </p:blipFill>
        <p:spPr>
          <a:xfrm>
            <a:off x="196645" y="870918"/>
            <a:ext cx="5731510" cy="3710573"/>
          </a:xfrm>
          <a:prstGeom prst="rect">
            <a:avLst/>
          </a:prstGeom>
        </p:spPr>
      </p:pic>
      <p:graphicFrame>
        <p:nvGraphicFramePr>
          <p:cNvPr id="10" name="Content Placeholder 9">
            <a:extLst>
              <a:ext uri="{FF2B5EF4-FFF2-40B4-BE49-F238E27FC236}">
                <a16:creationId xmlns:a16="http://schemas.microsoft.com/office/drawing/2014/main" id="{0E39B729-7712-07CA-B68B-CA5B3E9A7028}"/>
              </a:ext>
            </a:extLst>
          </p:cNvPr>
          <p:cNvGraphicFramePr>
            <a:graphicFrameLocks noGrp="1"/>
          </p:cNvGraphicFramePr>
          <p:nvPr>
            <p:ph sz="half" idx="1"/>
            <p:extLst>
              <p:ext uri="{D42A27DB-BD31-4B8C-83A1-F6EECF244321}">
                <p14:modId xmlns:p14="http://schemas.microsoft.com/office/powerpoint/2010/main" val="97442701"/>
              </p:ext>
            </p:extLst>
          </p:nvPr>
        </p:nvGraphicFramePr>
        <p:xfrm>
          <a:off x="5928155" y="870918"/>
          <a:ext cx="5227525" cy="36125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38334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F59F-0B45-34B1-3487-F810DADAE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68154-0C1E-2152-7264-904897736D13}"/>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6. How does order frequency vary across different customer segments? Can we visualize this using bar charts or </a:t>
            </a:r>
            <a:r>
              <a:rPr lang="en-IN" sz="18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treemaps</a:t>
            </a: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55981AF3-A003-7D6F-6E7B-D57C17A76C30}"/>
              </a:ext>
            </a:extLst>
          </p:cNvPr>
          <p:cNvSpPr>
            <a:spLocks noGrp="1"/>
          </p:cNvSpPr>
          <p:nvPr>
            <p:ph sz="half" idx="2"/>
          </p:nvPr>
        </p:nvSpPr>
        <p:spPr>
          <a:xfrm>
            <a:off x="300355" y="3982065"/>
            <a:ext cx="11591290" cy="1337187"/>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Order Frequency by Job Role:</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Sales Representatives, Owners, and Accounting Managers place the most orders, making them prime targets for promotions and loyalty programs. Roles like Sales and Marketing Managers show moderate activity, suitable for regular engagement. Assistants and Sales Agents have low activity, likely due to limited decision-making power. Marketing efforts should focus on high-frequency roles, tailor offers to key decision-makers, and provide support or training to lower-activity roles to boost involvement.</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117EC35-BAC4-CB6E-8B86-7E13A1E30A09}"/>
              </a:ext>
            </a:extLst>
          </p:cNvPr>
          <p:cNvPicPr>
            <a:picLocks noChangeAspect="1"/>
          </p:cNvPicPr>
          <p:nvPr/>
        </p:nvPicPr>
        <p:blipFill>
          <a:blip r:embed="rId2"/>
          <a:stretch>
            <a:fillRect/>
          </a:stretch>
        </p:blipFill>
        <p:spPr>
          <a:xfrm>
            <a:off x="192332" y="870919"/>
            <a:ext cx="5790258" cy="2914500"/>
          </a:xfrm>
          <a:prstGeom prst="rect">
            <a:avLst/>
          </a:prstGeom>
        </p:spPr>
      </p:pic>
      <p:graphicFrame>
        <p:nvGraphicFramePr>
          <p:cNvPr id="7" name="Chart 6">
            <a:extLst>
              <a:ext uri="{FF2B5EF4-FFF2-40B4-BE49-F238E27FC236}">
                <a16:creationId xmlns:a16="http://schemas.microsoft.com/office/drawing/2014/main" id="{448C281F-E3F6-592E-FA5B-932F88106542}"/>
              </a:ext>
            </a:extLst>
          </p:cNvPr>
          <p:cNvGraphicFramePr/>
          <p:nvPr>
            <p:extLst>
              <p:ext uri="{D42A27DB-BD31-4B8C-83A1-F6EECF244321}">
                <p14:modId xmlns:p14="http://schemas.microsoft.com/office/powerpoint/2010/main" val="556231925"/>
              </p:ext>
            </p:extLst>
          </p:nvPr>
        </p:nvGraphicFramePr>
        <p:xfrm>
          <a:off x="5997677" y="870919"/>
          <a:ext cx="5790258" cy="2914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57132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261F-8FE0-FFFD-5493-9D5CA0DDB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1793C-4820-EB62-642E-EC1BC937FE37}"/>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7. Are there any correlations between employee satisfaction levels and key performance indicators? Can we explore this visually through scatter plots or line charts?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F106AA13-C8FA-B907-D67D-19AB6C05D95A}"/>
              </a:ext>
            </a:extLst>
          </p:cNvPr>
          <p:cNvSpPr>
            <a:spLocks noGrp="1"/>
          </p:cNvSpPr>
          <p:nvPr>
            <p:ph sz="half" idx="2"/>
          </p:nvPr>
        </p:nvSpPr>
        <p:spPr>
          <a:xfrm>
            <a:off x="196645" y="4100052"/>
            <a:ext cx="11695000" cy="1406014"/>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Employee Satisfaction vs. KPIs: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There is no clear link between employee satisfaction and the number of orders handled—some low-satisfaction employees process high volumes. However, higher satisfaction tends to align with higher average order values, pointing to a quality-over-quantity trend. This suggests a possible positive relationship between satisfaction and strategic or valuable orders. The organization should explore job roles and adjust engagement or incentive strategies based on these insights.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F7A321B-D59D-7D7F-3BB0-0C015072F740}"/>
              </a:ext>
            </a:extLst>
          </p:cNvPr>
          <p:cNvPicPr>
            <a:picLocks noChangeAspect="1"/>
          </p:cNvPicPr>
          <p:nvPr/>
        </p:nvPicPr>
        <p:blipFill>
          <a:blip r:embed="rId2"/>
          <a:stretch>
            <a:fillRect/>
          </a:stretch>
        </p:blipFill>
        <p:spPr>
          <a:xfrm>
            <a:off x="196645" y="906309"/>
            <a:ext cx="5731510" cy="3075756"/>
          </a:xfrm>
          <a:prstGeom prst="rect">
            <a:avLst/>
          </a:prstGeom>
        </p:spPr>
      </p:pic>
      <p:graphicFrame>
        <p:nvGraphicFramePr>
          <p:cNvPr id="5" name="Chart 4">
            <a:extLst>
              <a:ext uri="{FF2B5EF4-FFF2-40B4-BE49-F238E27FC236}">
                <a16:creationId xmlns:a16="http://schemas.microsoft.com/office/drawing/2014/main" id="{183DB554-AD68-E8CE-5F1D-4CC07319ED9E}"/>
              </a:ext>
            </a:extLst>
          </p:cNvPr>
          <p:cNvGraphicFramePr/>
          <p:nvPr>
            <p:extLst>
              <p:ext uri="{D42A27DB-BD31-4B8C-83A1-F6EECF244321}">
                <p14:modId xmlns:p14="http://schemas.microsoft.com/office/powerpoint/2010/main" val="2663999328"/>
              </p:ext>
            </p:extLst>
          </p:nvPr>
        </p:nvGraphicFramePr>
        <p:xfrm>
          <a:off x="5928155" y="906308"/>
          <a:ext cx="5791200" cy="31111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8382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9615-10A0-EF17-D89A-BEA79408A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F2712-4FEF-3CF5-33AB-06DB3DAAF6EB}"/>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8. How does employee turnover vary across different departments or job roles? Can we visualize this using bar charts or heatmaps?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4F268F43-414D-D472-3BE4-CC1F4E413070}"/>
              </a:ext>
            </a:extLst>
          </p:cNvPr>
          <p:cNvSpPr>
            <a:spLocks noGrp="1"/>
          </p:cNvSpPr>
          <p:nvPr>
            <p:ph sz="half" idx="2"/>
          </p:nvPr>
        </p:nvSpPr>
        <p:spPr>
          <a:xfrm>
            <a:off x="196645" y="4100052"/>
            <a:ext cx="11316929" cy="1406014"/>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 Summary on Sales Performance by Employee:</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Employees 1–3 are top performers, generating over $190,000 in sales and driving most revenue. Employees 4–6 show moderate performance ($120,000–$170,000), with room for growth. Employees 7–9 are low performers with sales below $100,000, possibly due to limited experience or market demand. To improve overall sales, Northwind Traders should analyze and replicate the successful strategies of top performers while providing support to underperformers.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7A99A45-4076-50FC-52CD-1005F81BCF49}"/>
              </a:ext>
            </a:extLst>
          </p:cNvPr>
          <p:cNvPicPr>
            <a:picLocks noChangeAspect="1"/>
          </p:cNvPicPr>
          <p:nvPr/>
        </p:nvPicPr>
        <p:blipFill>
          <a:blip r:embed="rId2"/>
          <a:stretch>
            <a:fillRect/>
          </a:stretch>
        </p:blipFill>
        <p:spPr>
          <a:xfrm>
            <a:off x="294968" y="1553497"/>
            <a:ext cx="5801032" cy="1406015"/>
          </a:xfrm>
          <a:prstGeom prst="rect">
            <a:avLst/>
          </a:prstGeom>
        </p:spPr>
      </p:pic>
      <p:graphicFrame>
        <p:nvGraphicFramePr>
          <p:cNvPr id="9" name="Chart 8">
            <a:extLst>
              <a:ext uri="{FF2B5EF4-FFF2-40B4-BE49-F238E27FC236}">
                <a16:creationId xmlns:a16="http://schemas.microsoft.com/office/drawing/2014/main" id="{35B61E50-8A48-1C9B-08C3-B2B04450E8D4}"/>
              </a:ext>
            </a:extLst>
          </p:cNvPr>
          <p:cNvGraphicFramePr/>
          <p:nvPr>
            <p:extLst>
              <p:ext uri="{D42A27DB-BD31-4B8C-83A1-F6EECF244321}">
                <p14:modId xmlns:p14="http://schemas.microsoft.com/office/powerpoint/2010/main" val="486329086"/>
              </p:ext>
            </p:extLst>
          </p:nvPr>
        </p:nvGraphicFramePr>
        <p:xfrm>
          <a:off x="6096000" y="870919"/>
          <a:ext cx="5289755" cy="308732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21207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887B-CA2E-8BD4-ED9A-E974878CB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F94A2-B142-1DF7-0DAC-B222F8EF727B}"/>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9. Can we identify any patterns or clusters in employee skill sets or qualifications through visualizations? How can this information be used for talent management?</a:t>
            </a:r>
            <a:br>
              <a:rPr lang="en-IN" sz="18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0865AF2C-DA96-6134-2F47-5C37D49AABF9}"/>
              </a:ext>
            </a:extLst>
          </p:cNvPr>
          <p:cNvSpPr>
            <a:spLocks noGrp="1"/>
          </p:cNvSpPr>
          <p:nvPr>
            <p:ph sz="half" idx="2"/>
          </p:nvPr>
        </p:nvSpPr>
        <p:spPr>
          <a:xfrm>
            <a:off x="196645" y="3755923"/>
            <a:ext cx="11316929" cy="1750143"/>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analysis highlights the importance of differentiating employee performance levels to optimize talent management. High Potential employees should be fast-tracked for growth and retention, while Key Talent in leadership roles require involvement in strategic planning. Those in the "Develop Further" group need targeted coaching, and "Monitor Performance" employees may benefit from support or role reassignment. Shared qualifications among top performers suggest recruitment and training strategies should align with these traits. Overall, tailored development and strategic alignment can boost performance and organizational effectiveness.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FDB1DFB-BAB8-0B88-5EB1-90D25A64FFEC}"/>
              </a:ext>
            </a:extLst>
          </p:cNvPr>
          <p:cNvPicPr>
            <a:picLocks noChangeAspect="1"/>
          </p:cNvPicPr>
          <p:nvPr/>
        </p:nvPicPr>
        <p:blipFill>
          <a:blip r:embed="rId2"/>
          <a:stretch>
            <a:fillRect/>
          </a:stretch>
        </p:blipFill>
        <p:spPr>
          <a:xfrm>
            <a:off x="196644" y="996213"/>
            <a:ext cx="6980904" cy="2634416"/>
          </a:xfrm>
          <a:prstGeom prst="rect">
            <a:avLst/>
          </a:prstGeom>
        </p:spPr>
      </p:pic>
      <p:pic>
        <p:nvPicPr>
          <p:cNvPr id="7" name="Picture 6">
            <a:extLst>
              <a:ext uri="{FF2B5EF4-FFF2-40B4-BE49-F238E27FC236}">
                <a16:creationId xmlns:a16="http://schemas.microsoft.com/office/drawing/2014/main" id="{053E9AB6-F4D4-3EFA-DC22-74C5B2C9CBD7}"/>
              </a:ext>
            </a:extLst>
          </p:cNvPr>
          <p:cNvPicPr>
            <a:picLocks noChangeAspect="1"/>
          </p:cNvPicPr>
          <p:nvPr/>
        </p:nvPicPr>
        <p:blipFill>
          <a:blip r:embed="rId3"/>
          <a:stretch>
            <a:fillRect/>
          </a:stretch>
        </p:blipFill>
        <p:spPr>
          <a:xfrm>
            <a:off x="7177548" y="924715"/>
            <a:ext cx="3978132" cy="2705914"/>
          </a:xfrm>
          <a:prstGeom prst="rect">
            <a:avLst/>
          </a:prstGeom>
        </p:spPr>
      </p:pic>
    </p:spTree>
    <p:extLst>
      <p:ext uri="{BB962C8B-B14F-4D97-AF65-F5344CB8AC3E}">
        <p14:creationId xmlns:p14="http://schemas.microsoft.com/office/powerpoint/2010/main" val="3364216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1849E-D1A1-BFDF-4191-9834D3CD0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99064-87CD-649F-9944-70D821D489A4}"/>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10. Are there any correlations between product attributes (e.g., size, </a:t>
            </a:r>
            <a:r>
              <a:rPr lang="en-IN" sz="1800" dirty="0" err="1">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color</a:t>
            </a:r>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 features) and sales performance? Can we explore this visually using scatter plots or heatmaps?</a:t>
            </a:r>
            <a:br>
              <a:rPr lang="en-IN" sz="18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A36CC300-7EC0-0DAF-F44F-12AD5E89D2DA}"/>
              </a:ext>
            </a:extLst>
          </p:cNvPr>
          <p:cNvSpPr>
            <a:spLocks noGrp="1"/>
          </p:cNvSpPr>
          <p:nvPr>
            <p:ph sz="half" idx="2"/>
          </p:nvPr>
        </p:nvSpPr>
        <p:spPr>
          <a:xfrm>
            <a:off x="5493526" y="3122506"/>
            <a:ext cx="5852159" cy="2255739"/>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The analysis reveals that there is no clear link between higher prices and higher revenue. Mid-priced products (priced between 30–60) tend to perform well, indicating a pricing sweet spot. High-priced outliers contribute significantly to revenue and warrant further analysis. Meanwhile, low-priced products typically underperform, suggesting a need for strategy reassessment. Prioritizing mid-range pricing and evaluating both outliers and low performers can enhance revenue outcomes.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graphicFrame>
        <p:nvGraphicFramePr>
          <p:cNvPr id="5" name="Chart 4">
            <a:extLst>
              <a:ext uri="{FF2B5EF4-FFF2-40B4-BE49-F238E27FC236}">
                <a16:creationId xmlns:a16="http://schemas.microsoft.com/office/drawing/2014/main" id="{618090F2-BBEA-5CBB-820A-5A29B975627D}"/>
              </a:ext>
            </a:extLst>
          </p:cNvPr>
          <p:cNvGraphicFramePr/>
          <p:nvPr>
            <p:extLst>
              <p:ext uri="{D42A27DB-BD31-4B8C-83A1-F6EECF244321}">
                <p14:modId xmlns:p14="http://schemas.microsoft.com/office/powerpoint/2010/main" val="767735095"/>
              </p:ext>
            </p:extLst>
          </p:nvPr>
        </p:nvGraphicFramePr>
        <p:xfrm>
          <a:off x="5493527" y="993058"/>
          <a:ext cx="5662153" cy="2054942"/>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78CA3CCD-FD3B-499F-966D-F8FBDB359018}"/>
              </a:ext>
            </a:extLst>
          </p:cNvPr>
          <p:cNvPicPr>
            <a:picLocks noChangeAspect="1"/>
          </p:cNvPicPr>
          <p:nvPr/>
        </p:nvPicPr>
        <p:blipFill>
          <a:blip r:embed="rId3"/>
          <a:stretch>
            <a:fillRect/>
          </a:stretch>
        </p:blipFill>
        <p:spPr>
          <a:xfrm>
            <a:off x="265471" y="870919"/>
            <a:ext cx="5159230" cy="4635147"/>
          </a:xfrm>
          <a:prstGeom prst="rect">
            <a:avLst/>
          </a:prstGeom>
        </p:spPr>
      </p:pic>
    </p:spTree>
    <p:extLst>
      <p:ext uri="{BB962C8B-B14F-4D97-AF65-F5344CB8AC3E}">
        <p14:creationId xmlns:p14="http://schemas.microsoft.com/office/powerpoint/2010/main" val="84316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3AC7-1C91-4375-1B7B-6B697BE8E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8721E-CB72-054B-78AD-2D5A80D72EF0}"/>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11. How does product demand fluctuate over different seasons or months? Can we visualize this through line charts or area charts?</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A372D2CB-8BDA-2771-D7A8-C9050F222EBB}"/>
              </a:ext>
            </a:extLst>
          </p:cNvPr>
          <p:cNvSpPr>
            <a:spLocks noGrp="1"/>
          </p:cNvSpPr>
          <p:nvPr>
            <p:ph sz="half" idx="2"/>
          </p:nvPr>
        </p:nvSpPr>
        <p:spPr>
          <a:xfrm>
            <a:off x="196645" y="3764989"/>
            <a:ext cx="10989020" cy="1308456"/>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Product demand shows monthly fluctuations with notable peaks during mid-to-late 1996, suggesting seasonal buying patterns or a growing customer base. Smaller recurring spikes hint at possible quarterly or holiday-related trends. These insights can guide inventory planning, marketing campaign timing, and demand forecasting by using visual tools like line or area charts to better anticipate customer needs and market behavior.</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3DA9D00-F3AF-3F34-388C-B1AA3F789DC4}"/>
              </a:ext>
            </a:extLst>
          </p:cNvPr>
          <p:cNvPicPr>
            <a:picLocks noChangeAspect="1"/>
          </p:cNvPicPr>
          <p:nvPr/>
        </p:nvPicPr>
        <p:blipFill>
          <a:blip r:embed="rId2"/>
          <a:stretch>
            <a:fillRect/>
          </a:stretch>
        </p:blipFill>
        <p:spPr>
          <a:xfrm>
            <a:off x="196645" y="1307690"/>
            <a:ext cx="5456900" cy="1868128"/>
          </a:xfrm>
          <a:prstGeom prst="rect">
            <a:avLst/>
          </a:prstGeom>
        </p:spPr>
      </p:pic>
      <p:graphicFrame>
        <p:nvGraphicFramePr>
          <p:cNvPr id="7" name="Chart 6">
            <a:extLst>
              <a:ext uri="{FF2B5EF4-FFF2-40B4-BE49-F238E27FC236}">
                <a16:creationId xmlns:a16="http://schemas.microsoft.com/office/drawing/2014/main" id="{D3239214-B09D-4E8A-94AC-7C28A8CAE810}"/>
              </a:ext>
            </a:extLst>
          </p:cNvPr>
          <p:cNvGraphicFramePr/>
          <p:nvPr>
            <p:extLst>
              <p:ext uri="{D42A27DB-BD31-4B8C-83A1-F6EECF244321}">
                <p14:modId xmlns:p14="http://schemas.microsoft.com/office/powerpoint/2010/main" val="3976047133"/>
              </p:ext>
            </p:extLst>
          </p:nvPr>
        </p:nvGraphicFramePr>
        <p:xfrm>
          <a:off x="5653545" y="940639"/>
          <a:ext cx="5532120" cy="27546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5566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BED4B-AF87-AC39-C156-684612732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5523A-D29E-C6E7-1DFD-A404052B45A4}"/>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12. Can we identify any outliers or anomalies in product performance or sales using visualizations? How can this information be used for product optimization?</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6D0A820-A209-E503-21C8-9667D4F47B0D}"/>
              </a:ext>
            </a:extLst>
          </p:cNvPr>
          <p:cNvSpPr>
            <a:spLocks noGrp="1"/>
          </p:cNvSpPr>
          <p:nvPr>
            <p:ph sz="half" idx="2"/>
          </p:nvPr>
        </p:nvSpPr>
        <p:spPr>
          <a:xfrm>
            <a:off x="5555227" y="973394"/>
            <a:ext cx="5630438" cy="4550861"/>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Côte de </a:t>
            </a:r>
            <a:r>
              <a:rPr lang="en-US" sz="1400" dirty="0" err="1">
                <a:solidFill>
                  <a:schemeClr val="accent6">
                    <a:lumMod val="50000"/>
                  </a:schemeClr>
                </a:solidFill>
                <a:latin typeface="Arial" panose="020B0604020202020204" pitchFamily="34" charset="0"/>
                <a:cs typeface="Arial" panose="020B0604020202020204" pitchFamily="34" charset="0"/>
              </a:rPr>
              <a:t>Blaye</a:t>
            </a:r>
            <a:r>
              <a:rPr lang="en-US" sz="1400" dirty="0">
                <a:solidFill>
                  <a:schemeClr val="accent6">
                    <a:lumMod val="50000"/>
                  </a:schemeClr>
                </a:solidFill>
                <a:latin typeface="Arial" panose="020B0604020202020204" pitchFamily="34" charset="0"/>
                <a:cs typeface="Arial" panose="020B0604020202020204" pitchFamily="34" charset="0"/>
              </a:rPr>
              <a:t> stands out as a high-revenue outlier and should be prioritized for promotion and benchmarking due to its exceptional performance. Other Q4 high-performing products also contribute significantly to overall revenue and should receive continued investment and support. In contrast, low-performing items like </a:t>
            </a:r>
            <a:r>
              <a:rPr lang="en-US" sz="1400" dirty="0" err="1">
                <a:solidFill>
                  <a:schemeClr val="accent6">
                    <a:lumMod val="50000"/>
                  </a:schemeClr>
                </a:solidFill>
                <a:latin typeface="Arial" panose="020B0604020202020204" pitchFamily="34" charset="0"/>
                <a:cs typeface="Arial" panose="020B0604020202020204" pitchFamily="34" charset="0"/>
              </a:rPr>
              <a:t>Chocolade</a:t>
            </a:r>
            <a:r>
              <a:rPr lang="en-US" sz="1400" dirty="0">
                <a:solidFill>
                  <a:schemeClr val="accent6">
                    <a:lumMod val="50000"/>
                  </a:schemeClr>
                </a:solidFill>
                <a:latin typeface="Arial" panose="020B0604020202020204" pitchFamily="34" charset="0"/>
                <a:cs typeface="Arial" panose="020B0604020202020204" pitchFamily="34" charset="0"/>
              </a:rPr>
              <a:t> and </a:t>
            </a:r>
            <a:r>
              <a:rPr lang="en-US" sz="1400" dirty="0" err="1">
                <a:solidFill>
                  <a:schemeClr val="accent6">
                    <a:lumMod val="50000"/>
                  </a:schemeClr>
                </a:solidFill>
                <a:latin typeface="Arial" panose="020B0604020202020204" pitchFamily="34" charset="0"/>
                <a:cs typeface="Arial" panose="020B0604020202020204" pitchFamily="34" charset="0"/>
              </a:rPr>
              <a:t>Geitost</a:t>
            </a:r>
            <a:r>
              <a:rPr lang="en-US" sz="1400" dirty="0">
                <a:solidFill>
                  <a:schemeClr val="accent6">
                    <a:lumMod val="50000"/>
                  </a:schemeClr>
                </a:solidFill>
                <a:latin typeface="Arial" panose="020B0604020202020204" pitchFamily="34" charset="0"/>
                <a:cs typeface="Arial" panose="020B0604020202020204" pitchFamily="34" charset="0"/>
              </a:rPr>
              <a:t> (Q1) show minimal sales and may require product improvement, repositioning, or discontinuation to reduce costs and improve efficiency. Mid-range products (Q2/Q3) offer solid potential and can be optimized through strategic marketing, bundling, or pricing adjustments. Leveraging these insights enables smarter inventory decisions, targeted growth strategies, and improved forecasting. A data-driven approach will ensure resources are allocated to the most impactful products, ultimately boosting profitability and operational effectiveness.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88F8DB4-C25E-42C7-6E84-2C99DAC16291}"/>
              </a:ext>
            </a:extLst>
          </p:cNvPr>
          <p:cNvPicPr>
            <a:picLocks noChangeAspect="1"/>
          </p:cNvPicPr>
          <p:nvPr/>
        </p:nvPicPr>
        <p:blipFill>
          <a:blip r:embed="rId2"/>
          <a:stretch>
            <a:fillRect/>
          </a:stretch>
        </p:blipFill>
        <p:spPr>
          <a:xfrm>
            <a:off x="196644" y="935538"/>
            <a:ext cx="5279923" cy="4550861"/>
          </a:xfrm>
          <a:prstGeom prst="rect">
            <a:avLst/>
          </a:prstGeom>
        </p:spPr>
      </p:pic>
    </p:spTree>
    <p:extLst>
      <p:ext uri="{BB962C8B-B14F-4D97-AF65-F5344CB8AC3E}">
        <p14:creationId xmlns:p14="http://schemas.microsoft.com/office/powerpoint/2010/main" val="2904884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EDB89-A9DB-CE68-D4F1-05E9A7F33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A4113-DE0C-28A3-FE90-055E59B988E9}"/>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13. Are there any correlations between supplier attributes (e.g., location, size, industry) and performance metrics (e.g., on-time delivery, product quality)? Can we explore this visually through scatter plots or heatmaps?</a:t>
            </a:r>
            <a:b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60DA6DD9-2F12-1BC9-753C-B6138EBB6257}"/>
              </a:ext>
            </a:extLst>
          </p:cNvPr>
          <p:cNvSpPr>
            <a:spLocks noGrp="1"/>
          </p:cNvSpPr>
          <p:nvPr>
            <p:ph sz="half" idx="2"/>
          </p:nvPr>
        </p:nvSpPr>
        <p:spPr>
          <a:xfrm>
            <a:off x="108155" y="4050890"/>
            <a:ext cx="11297264" cy="1473365"/>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Conclusions:</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Suppliers offering higher discounts may face slightly longer delivery times, likely due to cost-cutting impacts on logistics. Those with a broader product range tend to offer lower discounts, possibly leveraging variety over price competition. Additionally, suppliers with more products often deliver faster, indicating stronger infrastructure or operational efficiency. These correlations can guide supplier evaluation and help optimize procurement strategies.</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62E1C90-56A0-B218-2157-D916A5210C39}"/>
              </a:ext>
            </a:extLst>
          </p:cNvPr>
          <p:cNvPicPr>
            <a:picLocks noChangeAspect="1"/>
          </p:cNvPicPr>
          <p:nvPr/>
        </p:nvPicPr>
        <p:blipFill>
          <a:blip r:embed="rId2"/>
          <a:stretch>
            <a:fillRect/>
          </a:stretch>
        </p:blipFill>
        <p:spPr>
          <a:xfrm>
            <a:off x="196645" y="1333745"/>
            <a:ext cx="5978013" cy="1795780"/>
          </a:xfrm>
          <a:prstGeom prst="rect">
            <a:avLst/>
          </a:prstGeom>
        </p:spPr>
      </p:pic>
      <p:pic>
        <p:nvPicPr>
          <p:cNvPr id="6" name="Picture 5" descr="Output image">
            <a:extLst>
              <a:ext uri="{FF2B5EF4-FFF2-40B4-BE49-F238E27FC236}">
                <a16:creationId xmlns:a16="http://schemas.microsoft.com/office/drawing/2014/main" id="{D996D849-68B6-7443-297E-982681250C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7975" y="802093"/>
            <a:ext cx="5117444" cy="3248797"/>
          </a:xfrm>
          <a:prstGeom prst="rect">
            <a:avLst/>
          </a:prstGeom>
          <a:noFill/>
        </p:spPr>
      </p:pic>
    </p:spTree>
    <p:extLst>
      <p:ext uri="{BB962C8B-B14F-4D97-AF65-F5344CB8AC3E}">
        <p14:creationId xmlns:p14="http://schemas.microsoft.com/office/powerpoint/2010/main" val="18914252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86DCD-DC07-71DC-9FFB-3AC25C319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01634-76F4-7A44-A9FC-8CC09A6273ED}"/>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14. How does supplier performance vary across different product categories or departments? Can we visualize this using stacked bar charts or grouped column charts?</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C6327C22-6F10-D15E-8E8A-A20475C3563D}"/>
              </a:ext>
            </a:extLst>
          </p:cNvPr>
          <p:cNvSpPr>
            <a:spLocks noGrp="1"/>
          </p:cNvSpPr>
          <p:nvPr>
            <p:ph sz="half" idx="2"/>
          </p:nvPr>
        </p:nvSpPr>
        <p:spPr>
          <a:xfrm>
            <a:off x="108155" y="3497828"/>
            <a:ext cx="5568007" cy="2026428"/>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Supplier performance is uneven, with a small group generating the majority of revenue. Top suppliers often achieve high revenue despite lower quantities, hinting at premium pricing or high-value products. Meanwhile, many low performers contribute little in both revenue and volume, signaling the need for review. Strategic efforts should prioritize top performers while reassessing underperformers to enhance portfolio efficiency and sales impact.</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6672DE9-1781-DB2C-FBF6-BD705E39893C}"/>
              </a:ext>
            </a:extLst>
          </p:cNvPr>
          <p:cNvPicPr>
            <a:picLocks noChangeAspect="1"/>
          </p:cNvPicPr>
          <p:nvPr/>
        </p:nvPicPr>
        <p:blipFill>
          <a:blip r:embed="rId2"/>
          <a:stretch>
            <a:fillRect/>
          </a:stretch>
        </p:blipFill>
        <p:spPr>
          <a:xfrm>
            <a:off x="196645" y="915918"/>
            <a:ext cx="5731510" cy="2581910"/>
          </a:xfrm>
          <a:prstGeom prst="rect">
            <a:avLst/>
          </a:prstGeom>
        </p:spPr>
      </p:pic>
      <p:graphicFrame>
        <p:nvGraphicFramePr>
          <p:cNvPr id="7" name="Chart 6">
            <a:extLst>
              <a:ext uri="{FF2B5EF4-FFF2-40B4-BE49-F238E27FC236}">
                <a16:creationId xmlns:a16="http://schemas.microsoft.com/office/drawing/2014/main" id="{59CCF509-C60F-469F-6CF7-74E4A7B73D13}"/>
              </a:ext>
            </a:extLst>
          </p:cNvPr>
          <p:cNvGraphicFramePr/>
          <p:nvPr>
            <p:extLst>
              <p:ext uri="{D42A27DB-BD31-4B8C-83A1-F6EECF244321}">
                <p14:modId xmlns:p14="http://schemas.microsoft.com/office/powerpoint/2010/main" val="2426710081"/>
              </p:ext>
            </p:extLst>
          </p:nvPr>
        </p:nvGraphicFramePr>
        <p:xfrm>
          <a:off x="5676162" y="896345"/>
          <a:ext cx="5631180" cy="46279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5539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BF805-B4D6-42E5-F67C-8F6521AF6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1F5FD-F8CB-3C76-7F15-5C1D7F0D96DC}"/>
              </a:ext>
            </a:extLst>
          </p:cNvPr>
          <p:cNvSpPr>
            <a:spLocks noGrp="1"/>
          </p:cNvSpPr>
          <p:nvPr>
            <p:ph type="title"/>
          </p:nvPr>
        </p:nvSpPr>
        <p:spPr>
          <a:xfrm>
            <a:off x="196645" y="162996"/>
            <a:ext cx="10959035" cy="707923"/>
          </a:xfrm>
          <a:solidFill>
            <a:schemeClr val="accent6">
              <a:lumMod val="20000"/>
              <a:lumOff val="80000"/>
            </a:schemeClr>
          </a:solidFill>
          <a:effectLst>
            <a:glow rad="228600">
              <a:schemeClr val="accent6">
                <a:satMod val="175000"/>
                <a:alpha val="40000"/>
              </a:schemeClr>
            </a:glow>
          </a:effectLst>
        </p:spPr>
        <p:txBody>
          <a:bodyPr>
            <a:normAutofit fontScale="90000"/>
          </a:bodyPr>
          <a:lstStyle/>
          <a:p>
            <a:r>
              <a:rPr lang="en-IN" sz="1800" dirty="0">
                <a:solidFill>
                  <a:schemeClr val="accent6">
                    <a:lumMod val="50000"/>
                  </a:schemeClr>
                </a:solidFill>
                <a:effectLst/>
                <a:latin typeface="Arial" panose="020B0604020202020204" pitchFamily="34" charset="0"/>
                <a:ea typeface="Times New Roman" panose="02020603050405020304" pitchFamily="18" charset="0"/>
                <a:cs typeface="Arial" panose="020B0604020202020204" pitchFamily="34" charset="0"/>
              </a:rPr>
              <a:t>15. Can we identify any trends or patterns in supplier costs or pricing structures through visualizations? How can this information be used for procurement optimization?</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050" dirty="0">
              <a:solidFill>
                <a:schemeClr val="accent6">
                  <a:lumMod val="5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FCFE3D9E-0C43-F5B5-38D1-A6362391285C}"/>
              </a:ext>
            </a:extLst>
          </p:cNvPr>
          <p:cNvSpPr>
            <a:spLocks noGrp="1"/>
          </p:cNvSpPr>
          <p:nvPr>
            <p:ph sz="half" idx="2"/>
          </p:nvPr>
        </p:nvSpPr>
        <p:spPr>
          <a:xfrm>
            <a:off x="290319" y="4247535"/>
            <a:ext cx="11299517" cy="1316050"/>
          </a:xfrm>
          <a:solidFill>
            <a:schemeClr val="accent6">
              <a:lumMod val="20000"/>
              <a:lumOff val="80000"/>
            </a:schemeClr>
          </a:solidFill>
        </p:spPr>
        <p:txBody>
          <a:bodyPr>
            <a:normAutofit/>
          </a:bodyPr>
          <a:lstStyle/>
          <a:p>
            <a:r>
              <a:rPr lang="en-US" sz="1400" b="1" dirty="0">
                <a:solidFill>
                  <a:schemeClr val="accent6">
                    <a:lumMod val="50000"/>
                  </a:schemeClr>
                </a:solidFill>
                <a:latin typeface="Arial" panose="020B0604020202020204" pitchFamily="34" charset="0"/>
                <a:cs typeface="Arial" panose="020B0604020202020204" pitchFamily="34" charset="0"/>
              </a:rPr>
              <a:t>Conclusion:</a:t>
            </a:r>
            <a:br>
              <a:rPr lang="en-US" sz="1400" dirty="0">
                <a:solidFill>
                  <a:schemeClr val="accent6">
                    <a:lumMod val="50000"/>
                  </a:schemeClr>
                </a:solidFill>
                <a:latin typeface="Arial" panose="020B0604020202020204" pitchFamily="34" charset="0"/>
                <a:cs typeface="Arial" panose="020B0604020202020204" pitchFamily="34" charset="0"/>
              </a:rPr>
            </a:br>
            <a:r>
              <a:rPr lang="en-US" sz="1400" dirty="0">
                <a:solidFill>
                  <a:schemeClr val="accent6">
                    <a:lumMod val="50000"/>
                  </a:schemeClr>
                </a:solidFill>
                <a:latin typeface="Arial" panose="020B0604020202020204" pitchFamily="34" charset="0"/>
                <a:cs typeface="Arial" panose="020B0604020202020204" pitchFamily="34" charset="0"/>
              </a:rPr>
              <a:t>Most suppliers offer products within a low to mid-range price band, ensuring stable cost profiles. However, a few suppliers with extremely high unit prices may distort overall analysis and should be reviewed. To optimize costs, it's essential to focus on suppliers with consistent low-price offerings, examine high-priced outliers for justification, and correct any duplicate or inconsistent supplier entries to maintain data accuracy.</a:t>
            </a:r>
            <a:endParaRPr lang="en-IN" sz="1600" dirty="0">
              <a:solidFill>
                <a:schemeClr val="accent6">
                  <a:lumMod val="50000"/>
                </a:schemeClr>
              </a:solidFill>
              <a:latin typeface="Arial" panose="020B0604020202020204" pitchFamily="34" charset="0"/>
              <a:cs typeface="Arial" panose="020B0604020202020204" pitchFamily="34" charset="0"/>
            </a:endParaRPr>
          </a:p>
        </p:txBody>
      </p:sp>
      <p:graphicFrame>
        <p:nvGraphicFramePr>
          <p:cNvPr id="3" name="Chart 2">
            <a:extLst>
              <a:ext uri="{FF2B5EF4-FFF2-40B4-BE49-F238E27FC236}">
                <a16:creationId xmlns:a16="http://schemas.microsoft.com/office/drawing/2014/main" id="{2788A65B-79C2-61E1-4BFB-D81FB7A0641C}"/>
              </a:ext>
            </a:extLst>
          </p:cNvPr>
          <p:cNvGraphicFramePr/>
          <p:nvPr>
            <p:extLst>
              <p:ext uri="{D42A27DB-BD31-4B8C-83A1-F6EECF244321}">
                <p14:modId xmlns:p14="http://schemas.microsoft.com/office/powerpoint/2010/main" val="3842990047"/>
              </p:ext>
            </p:extLst>
          </p:nvPr>
        </p:nvGraphicFramePr>
        <p:xfrm>
          <a:off x="5940076" y="993796"/>
          <a:ext cx="5297354" cy="3253739"/>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DF86E31C-DE1E-4A1A-D7A4-7E3F55AEC2CD}"/>
              </a:ext>
            </a:extLst>
          </p:cNvPr>
          <p:cNvPicPr>
            <a:picLocks noChangeAspect="1"/>
          </p:cNvPicPr>
          <p:nvPr/>
        </p:nvPicPr>
        <p:blipFill>
          <a:blip r:embed="rId3"/>
          <a:stretch>
            <a:fillRect/>
          </a:stretch>
        </p:blipFill>
        <p:spPr>
          <a:xfrm>
            <a:off x="114893" y="983595"/>
            <a:ext cx="5825183" cy="3253740"/>
          </a:xfrm>
          <a:prstGeom prst="rect">
            <a:avLst/>
          </a:prstGeom>
        </p:spPr>
      </p:pic>
    </p:spTree>
    <p:extLst>
      <p:ext uri="{BB962C8B-B14F-4D97-AF65-F5344CB8AC3E}">
        <p14:creationId xmlns:p14="http://schemas.microsoft.com/office/powerpoint/2010/main" val="133768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071C78-BF91-6821-53D5-1782B100C9DE}"/>
              </a:ext>
            </a:extLst>
          </p:cNvPr>
          <p:cNvSpPr/>
          <p:nvPr/>
        </p:nvSpPr>
        <p:spPr>
          <a:xfrm>
            <a:off x="147484" y="235974"/>
            <a:ext cx="11847871" cy="597801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buNone/>
            </a:pP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buNone/>
            </a:pPr>
            <a:r>
              <a:rPr lang="en-IN" sz="20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Project Conclusions (Power BI + EDA)</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Customer Distribution &amp; </a:t>
            </a:r>
            <a:r>
              <a:rPr lang="en-IN" sz="1600" b="1" dirty="0" err="1">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Behavior</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EDA revealed that most customers are located in North America and Western Europe, with the USA and Germany leading in customer count and sales.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Power BI visualizations showed that repeat customers contribute over 70% of total revenue, indicating strong customer retention.</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Acquisition trends show steady customer growth with occasional spikes, especially around certain time periods (e.g., holiday seasons).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Sales Performance Insights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Sales heatmaps and trend lines in Power BI identified Q3 as the peak sales period, likely driven by seasonality.</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EDA highlighted a positive correlation between order frequency and total sales per customer segment.</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Sales performance dashboards revealed that top 3 sales representatives contribute to over 40% of company sales.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Employee and Regional Analysis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EDA showed that employees handling fewer orders still maintain high revenue per order, suggesting a potential for mentoring or best-practice sharing.</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Regional breakdowns in Power BI maps highlighted underperforming areas that could benefit from focused sales efforts or promotions.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858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BBE6-654D-CCC6-ECB3-73EE2F59F1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2414FD-930B-0D90-AA4B-141FDFADD85A}"/>
              </a:ext>
            </a:extLst>
          </p:cNvPr>
          <p:cNvSpPr/>
          <p:nvPr/>
        </p:nvSpPr>
        <p:spPr>
          <a:xfrm>
            <a:off x="147484" y="235974"/>
            <a:ext cx="11847871" cy="597801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Product and Inventory Trends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EDA helped detect low-performing products with high stock levels, indicating excess inventory and potential deadstock.</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Power BI inventory dashboards showed that some high-demand products frequently go out of stock, affecting sales opportunities.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Product category analysis revealed that "Beverages" and "Condiments" consistently rank highest in revenue generation.</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Supplier and Shipping Insights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Supplier performance metrics in Power BI showed that a few suppliers consistently deliver on time, while others have higher delays and variability.</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EDA uncovered patterns of late shipments affecting high-value orders, suggesting the need for better supplier contracts or backups.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Strategic Recommendations</a:t>
            </a:r>
            <a:endParaRPr lang="en-IN" sz="1100" b="1"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Use targeted marketing to convert one-time customers into repeat buyers.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Optimize inventory using predictive analytics to reduce overstock and prevent stockouts.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Focus on underperforming regions and employees with training, incentives, or support to improve overall performance.</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600" dirty="0">
                <a:solidFill>
                  <a:schemeClr val="accent6">
                    <a:lumMod val="50000"/>
                  </a:schemeClr>
                </a:solidFill>
                <a:effectLst/>
                <a:latin typeface="Calibri" panose="020F0502020204030204" pitchFamily="34" charset="0"/>
                <a:ea typeface="Times New Roman" panose="02020603050405020304" pitchFamily="18" charset="0"/>
                <a:cs typeface="Calibri" panose="020F0502020204030204" pitchFamily="34" charset="0"/>
              </a:rPr>
              <a:t>Strengthen relationships with reliable suppliers and reevaluate contracts with those causing frequent delays.</a:t>
            </a:r>
            <a:endParaRPr lang="en-IN" sz="1100" dirty="0">
              <a:solidFill>
                <a:schemeClr val="accent6">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525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805D0E-6D34-A20A-40AD-F790422130C9}"/>
              </a:ext>
            </a:extLst>
          </p:cNvPr>
          <p:cNvPicPr>
            <a:picLocks noChangeAspect="1"/>
          </p:cNvPicPr>
          <p:nvPr/>
        </p:nvPicPr>
        <p:blipFill>
          <a:blip r:embed="rId2"/>
          <a:stretch>
            <a:fillRect/>
          </a:stretch>
        </p:blipFill>
        <p:spPr>
          <a:xfrm>
            <a:off x="0" y="0"/>
            <a:ext cx="12198542" cy="6361471"/>
          </a:xfrm>
          <a:prstGeom prst="rect">
            <a:avLst/>
          </a:prstGeom>
        </p:spPr>
      </p:pic>
      <p:sp>
        <p:nvSpPr>
          <p:cNvPr id="4" name="Oval 3">
            <a:extLst>
              <a:ext uri="{FF2B5EF4-FFF2-40B4-BE49-F238E27FC236}">
                <a16:creationId xmlns:a16="http://schemas.microsoft.com/office/drawing/2014/main" id="{3F2FF1C8-30EC-2291-8312-4B1D38E37AF2}"/>
              </a:ext>
            </a:extLst>
          </p:cNvPr>
          <p:cNvSpPr/>
          <p:nvPr/>
        </p:nvSpPr>
        <p:spPr>
          <a:xfrm>
            <a:off x="6312310" y="3746091"/>
            <a:ext cx="4247535" cy="2290916"/>
          </a:xfrm>
          <a:prstGeom prst="ellipse">
            <a:avLst/>
          </a:prstGeom>
          <a:solidFill>
            <a:schemeClr val="bg2"/>
          </a:solidFill>
          <a:ln>
            <a:solidFill>
              <a:schemeClr val="bg1"/>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accent6">
                    <a:lumMod val="50000"/>
                  </a:schemeClr>
                </a:solidFill>
                <a:effectLst>
                  <a:glow rad="228600">
                    <a:schemeClr val="accent6">
                      <a:satMod val="175000"/>
                      <a:alpha val="40000"/>
                    </a:schemeClr>
                  </a:glow>
                </a:effectLst>
                <a:latin typeface="Arial" panose="020B0604020202020204" pitchFamily="34" charset="0"/>
                <a:cs typeface="Arial" panose="020B0604020202020204" pitchFamily="34" charset="0"/>
              </a:rPr>
              <a:t> BY </a:t>
            </a:r>
          </a:p>
          <a:p>
            <a:pPr algn="ctr"/>
            <a:r>
              <a:rPr lang="en-IN" sz="2800" b="1" dirty="0">
                <a:solidFill>
                  <a:schemeClr val="accent6">
                    <a:lumMod val="50000"/>
                  </a:schemeClr>
                </a:solidFill>
                <a:effectLst>
                  <a:glow rad="228600">
                    <a:schemeClr val="accent6">
                      <a:satMod val="175000"/>
                      <a:alpha val="40000"/>
                    </a:schemeClr>
                  </a:glow>
                </a:effectLst>
                <a:latin typeface="Arial"/>
                <a:cs typeface="Arial"/>
              </a:rPr>
              <a:t>RAJ KUMAR SHARMA</a:t>
            </a:r>
            <a:endParaRPr lang="en-IN" sz="2800" b="1" dirty="0">
              <a:solidFill>
                <a:schemeClr val="accent6">
                  <a:lumMod val="50000"/>
                </a:schemeClr>
              </a:solidFill>
              <a:effectLst>
                <a:glow rad="228600">
                  <a:srgbClr val="9C6A6A">
                    <a:satMod val="175000"/>
                    <a:alpha val="40000"/>
                  </a:srgbClr>
                </a:glo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1577562"/>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{9BFE1DD7-C30C-4DDC-8367-BA05F026A786}tf22712842_win32</Template>
  <TotalTime>224</TotalTime>
  <Words>5001</Words>
  <Application>Microsoft Office PowerPoint</Application>
  <PresentationFormat>Widescreen</PresentationFormat>
  <Paragraphs>160</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Custom</vt:lpstr>
      <vt:lpstr>SALES  ANALYTICS</vt:lpstr>
      <vt:lpstr>PowerPoint Presentation</vt:lpstr>
      <vt:lpstr>PowerPoint Presentation</vt:lpstr>
      <vt:lpstr>PowerPoint Presentation</vt:lpstr>
      <vt:lpstr>PowerPoint Presentation</vt:lpstr>
      <vt:lpstr>PowerPoint Presentation</vt:lpstr>
      <vt:lpstr>1. How does customer distribution vary across different regions or customer segments? Can we visualize it on a map or bar chart? </vt:lpstr>
      <vt:lpstr>2. What is the trend in customer acquisition over time? Can we create a line chart or area chart to display it?  </vt:lpstr>
      <vt:lpstr>               3. Can we visualize the distribution of customer demographics such as age, gender, or income using histograms or pie charts? </vt:lpstr>
      <vt:lpstr>                 4. How does order volume change over time? Can we create a time series chart or stacked bar chart to visualize it?  </vt:lpstr>
      <vt:lpstr>                5. What is the distribution of order values? Can we create a histogram or box plot to display it? </vt:lpstr>
      <vt:lpstr>                6. Can we visualize the average order processing time or shipping duration using a bar chart or box plot?</vt:lpstr>
      <vt:lpstr>              7. How does employee productivity vary across different departments or job roles? Can we create a stacked bar chart or grouped column chart to visualize it?</vt:lpstr>
      <vt:lpstr>              8. What is the distribution of employee tenure? Can we create a histogram or box plot to display it? </vt:lpstr>
      <vt:lpstr>              9. Can we visualize employee performance ratings or KPIs using a radar chart or bullet graph? </vt:lpstr>
      <vt:lpstr>              10. What is the distribution of product ratings or reviews? Can we create a histogram or stacked bar chart to visualize it? </vt:lpstr>
      <vt:lpstr>11. How does the sales volume vary across different product categories? Can we create a bar chart or treemap to display it? </vt:lpstr>
      <vt:lpstr>12.Can we visualize the pricing distribution of products using a box plot or violin plot? </vt:lpstr>
      <vt:lpstr>13. What is the distribution of supplier ratings or performance metrics? Can we create a bar chart or radar chart to visualize it?</vt:lpstr>
      <vt:lpstr>  14. How does the cost or pricing structure vary across different suppliers? Can we create a box plot or stacked bar chart to display it?</vt:lpstr>
      <vt:lpstr>  15. Can we visualize the geographical distribution of suppliers using a map or bubble chart? </vt:lpstr>
      <vt:lpstr>PowerPoint Presentation</vt:lpstr>
      <vt:lpstr>PowerPoint Presentation</vt:lpstr>
      <vt:lpstr>PowerPoint Presentation</vt:lpstr>
      <vt:lpstr>PowerPoint Presentation</vt:lpstr>
      <vt:lpstr>PowerPoint Presentation</vt:lpstr>
      <vt:lpstr>PowerPoint Presentation</vt:lpstr>
      <vt:lpstr>1.What are the key factors influencing customer retention or loyalty based on the dataset? </vt:lpstr>
      <vt:lpstr>2. How do customer preferences vary based on their location or demographics? Can we explore this through interactive visualizations?</vt:lpstr>
      <vt:lpstr>3. Are there any interesting patterns or clusters in customer behaviour that can be visualized to identify potential market segments?</vt:lpstr>
      <vt:lpstr>4. Are there any specific product categories or SKUs that contribute significantly to order revenue? Can we identify them through visualizations? </vt:lpstr>
      <vt:lpstr>5. Are there any correlations between order size and customer demographics or product categories? Can we explore this visually using scatter plots or heatmaps? </vt:lpstr>
      <vt:lpstr>6. How does order frequency vary across different customer segments? Can we visualize this using bar charts or treemaps?  </vt:lpstr>
      <vt:lpstr>7. Are there any correlations between employee satisfaction levels and key performance indicators? Can we explore this visually through scatter plots or line charts? </vt:lpstr>
      <vt:lpstr>8. How does employee turnover vary across different departments or job roles? Can we visualize this using bar charts or heatmaps? </vt:lpstr>
      <vt:lpstr>9. Can we identify any patterns or clusters in employee skill sets or qualifications through visualizations? How can this information be used for talent management? </vt:lpstr>
      <vt:lpstr>10. Are there any correlations between product attributes (e.g., size, color, features) and sales performance? Can we explore this visually using scatter plots or heatmaps? </vt:lpstr>
      <vt:lpstr>11. How does product demand fluctuate over different seasons or months? Can we visualize this through line charts or area charts? </vt:lpstr>
      <vt:lpstr>12. Can we identify any outliers or anomalies in product performance or sales using visualizations? How can this information be used for product optimization? </vt:lpstr>
      <vt:lpstr>13. Are there any correlations between supplier attributes (e.g., location, size, industry) and performance metrics (e.g., on-time delivery, product quality)? Can we explore this visually through scatter plots or heatmaps? </vt:lpstr>
      <vt:lpstr>14. How does supplier performance vary across different product categories or departments? Can we visualize this using stacked bar charts or grouped column charts? </vt:lpstr>
      <vt:lpstr>15. Can we identify any trends or patterns in supplier costs or pricing structures through visualizations? How can this information be used for procurement optimization?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SHIVACHARAN JANJIRALA</dc:creator>
  <cp:lastModifiedBy>SHIVACHARAN JANJIRALA</cp:lastModifiedBy>
  <cp:revision>14</cp:revision>
  <dcterms:created xsi:type="dcterms:W3CDTF">2025-05-20T09:34:16Z</dcterms:created>
  <dcterms:modified xsi:type="dcterms:W3CDTF">2026-01-28T04:44:56Z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